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651" r:id="rId2"/>
    <p:sldId id="1297" r:id="rId3"/>
    <p:sldId id="1248" r:id="rId4"/>
    <p:sldId id="1249" r:id="rId5"/>
    <p:sldId id="1250" r:id="rId6"/>
    <p:sldId id="1251" r:id="rId7"/>
    <p:sldId id="1252" r:id="rId8"/>
    <p:sldId id="1253" r:id="rId9"/>
    <p:sldId id="1298" r:id="rId10"/>
    <p:sldId id="1299" r:id="rId11"/>
    <p:sldId id="1300" r:id="rId12"/>
    <p:sldId id="1257" r:id="rId13"/>
    <p:sldId id="1302" r:id="rId14"/>
    <p:sldId id="1258" r:id="rId15"/>
    <p:sldId id="1303" r:id="rId16"/>
    <p:sldId id="1304" r:id="rId17"/>
    <p:sldId id="1259" r:id="rId18"/>
    <p:sldId id="1260" r:id="rId19"/>
    <p:sldId id="1261" r:id="rId20"/>
    <p:sldId id="1262" r:id="rId21"/>
    <p:sldId id="1305" r:id="rId22"/>
    <p:sldId id="1264" r:id="rId23"/>
    <p:sldId id="1306" r:id="rId24"/>
    <p:sldId id="1307" r:id="rId25"/>
    <p:sldId id="1308" r:id="rId26"/>
    <p:sldId id="1309" r:id="rId27"/>
    <p:sldId id="1310" r:id="rId28"/>
    <p:sldId id="1311" r:id="rId29"/>
    <p:sldId id="1313" r:id="rId30"/>
    <p:sldId id="1272" r:id="rId31"/>
    <p:sldId id="1273" r:id="rId32"/>
    <p:sldId id="1314" r:id="rId33"/>
  </p:sldIdLst>
  <p:sldSz cx="9144000" cy="6858000" type="screen4x3"/>
  <p:notesSz cx="9180513" cy="6858000"/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2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63AF8"/>
    <a:srgbClr val="008000"/>
    <a:srgbClr val="DDDDDD"/>
    <a:srgbClr val="99CCFF"/>
    <a:srgbClr val="3A3AB9"/>
    <a:srgbClr val="5D26F8"/>
    <a:srgbClr val="CC0000"/>
    <a:srgbClr val="5252D4"/>
    <a:srgbClr val="B545B5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6429" autoAdjust="0"/>
  </p:normalViewPr>
  <p:slideViewPr>
    <p:cSldViewPr showGuides="1">
      <p:cViewPr varScale="1">
        <p:scale>
          <a:sx n="94" d="100"/>
          <a:sy n="94" d="100"/>
        </p:scale>
        <p:origin x="102" y="612"/>
      </p:cViewPr>
      <p:guideLst>
        <p:guide orient="horz" pos="2140"/>
        <p:guide pos="29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6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6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02111" y="0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77095" y="514694"/>
            <a:ext cx="3428130" cy="257109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4026" y="3257752"/>
            <a:ext cx="6732143" cy="30857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02111" y="6515503"/>
            <a:ext cx="3978085" cy="3427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9ADF72-C9B9-4957-999D-B270D0FE45D2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9-4 Graph Algorithms IV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3" name="图片 12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335">
                <a:latin typeface="Sitka Small" pitchFamily="2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3200">
                <a:latin typeface="Sitka Text" pitchFamily="2" charset="0"/>
              </a:defRPr>
            </a:lvl1pPr>
            <a:lvl2pPr>
              <a:defRPr sz="2665">
                <a:latin typeface="Sitka Text" pitchFamily="2" charset="0"/>
              </a:defRPr>
            </a:lvl2pPr>
            <a:lvl3pPr>
              <a:defRPr sz="2400">
                <a:latin typeface="Sitka Text" pitchFamily="2" charset="0"/>
              </a:defRPr>
            </a:lvl3pPr>
            <a:lvl4pPr>
              <a:defRPr sz="1865">
                <a:latin typeface="Sitka Text" pitchFamily="2" charset="0"/>
              </a:defRPr>
            </a:lvl4pPr>
            <a:lvl5pPr>
              <a:defRPr sz="1865">
                <a:latin typeface="Sitka Text" pitchFamily="2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97776E-8FBC-423B-BAB4-6782BD8DFA22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9-4 Graph Algorithms IV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1" y="1712425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91" y="4552636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E31990-CC22-4110-968E-791F33EF8626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9-4 Graph Algorithms IV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845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1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64FD79-2789-4894-99BF-E00BC9EA71B6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9-4 Graph Algorithms IV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3848" y="1681850"/>
            <a:ext cx="386715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48" y="2507552"/>
            <a:ext cx="386715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3" y="1681852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3" y="2507552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0DA1D4-7C4D-4E77-8887-519C71EFAFA6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9-4 Graph Algorithms IV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64C243-E820-4FEB-ACAF-AA3C4B107731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9-4 Graph Algorithms IV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77CAB5-4791-4B7C-88C3-54F946676163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9-4 Graph Algorithms IV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2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B7BA2B-F6EA-4328-8CF0-BD1EA5DAFB3E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9-4 Graph Algorithms IV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13096D-122C-482E-94F8-BF9844A4745D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9-4 Graph Algorithms IV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0C8DA3-63B0-40FB-B029-5FE7176633C2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9-4 Graph Algorithms IV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0363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2" y="360362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67D49B-E200-4987-AF45-8C5D2B907368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/>
              <a:t>Lecture 9-4 Graph Algorithms IV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39" y="35065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2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D962E27C-B104-4D4D-83F8-AC26258580A0}" type="datetime1">
              <a:rPr lang="zh-CN" altLang="en-US" smtClean="0"/>
              <a:pPr>
                <a:defRPr/>
              </a:pPr>
              <a:t>2025/12/16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 altLang="zh-CN"/>
              <a:t>Lecture 9-4 Graph Algorithms IV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335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itchFamily="2" charset="0"/>
          <a:ea typeface="+mj-ea"/>
          <a:cs typeface="Times New Roman" panose="02020603050405020304" pitchFamily="18" charset="0"/>
        </a:defRPr>
      </a:lvl1pPr>
    </p:titleStyle>
    <p:bodyStyle>
      <a:lvl1pPr marL="170815" indent="-170815" algn="l" defTabSz="685800" rtl="0" eaLnBrk="1" latinLnBrk="0" hangingPunct="1">
        <a:lnSpc>
          <a:spcPct val="90000"/>
        </a:lnSpc>
        <a:spcBef>
          <a:spcPct val="151000"/>
        </a:spcBef>
        <a:buFont typeface="Wingdings 2" pitchFamily="18" charset="2"/>
        <a:buChar char=""/>
        <a:defRPr sz="32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1pPr>
      <a:lvl2pPr marL="5137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6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2pPr>
      <a:lvl3pPr marL="8566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3pPr>
      <a:lvl4pPr marL="11995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4pPr>
      <a:lvl5pPr marL="15424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itchFamily="18" charset="2"/>
        <a:buChar char=""/>
        <a:defRPr sz="1865" kern="1200">
          <a:solidFill>
            <a:schemeClr val="tx1"/>
          </a:solidFill>
          <a:latin typeface="Sitka Text" pitchFamily="2" charset="0"/>
          <a:ea typeface="+mn-ea"/>
          <a:cs typeface="Times New Roman" panose="02020603050405020304" pitchFamily="18" charset="0"/>
        </a:defRPr>
      </a:lvl5pPr>
      <a:lvl6pPr marL="18853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0815" algn="l" defTabSz="685800" rtl="0" eaLnBrk="1" latinLnBrk="0" hangingPunct="1">
        <a:spcBef>
          <a:spcPts val="130"/>
        </a:spcBef>
        <a:buFont typeface="Wingdings 2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1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36.xml"/><Relationship Id="rId18" Type="http://schemas.openxmlformats.org/officeDocument/2006/relationships/tags" Target="../tags/tag41.xml"/><Relationship Id="rId26" Type="http://schemas.openxmlformats.org/officeDocument/2006/relationships/tags" Target="../tags/tag49.xml"/><Relationship Id="rId39" Type="http://schemas.openxmlformats.org/officeDocument/2006/relationships/tags" Target="../tags/tag62.xml"/><Relationship Id="rId21" Type="http://schemas.openxmlformats.org/officeDocument/2006/relationships/tags" Target="../tags/tag44.xml"/><Relationship Id="rId34" Type="http://schemas.openxmlformats.org/officeDocument/2006/relationships/tags" Target="../tags/tag57.xml"/><Relationship Id="rId42" Type="http://schemas.openxmlformats.org/officeDocument/2006/relationships/tags" Target="../tags/tag65.xml"/><Relationship Id="rId47" Type="http://schemas.openxmlformats.org/officeDocument/2006/relationships/tags" Target="../tags/tag70.xml"/><Relationship Id="rId50" Type="http://schemas.openxmlformats.org/officeDocument/2006/relationships/tags" Target="../tags/tag73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6" Type="http://schemas.openxmlformats.org/officeDocument/2006/relationships/tags" Target="../tags/tag39.xml"/><Relationship Id="rId29" Type="http://schemas.openxmlformats.org/officeDocument/2006/relationships/tags" Target="../tags/tag52.xml"/><Relationship Id="rId11" Type="http://schemas.openxmlformats.org/officeDocument/2006/relationships/tags" Target="../tags/tag34.xml"/><Relationship Id="rId24" Type="http://schemas.openxmlformats.org/officeDocument/2006/relationships/tags" Target="../tags/tag47.xml"/><Relationship Id="rId32" Type="http://schemas.openxmlformats.org/officeDocument/2006/relationships/tags" Target="../tags/tag55.xml"/><Relationship Id="rId37" Type="http://schemas.openxmlformats.org/officeDocument/2006/relationships/tags" Target="../tags/tag60.xml"/><Relationship Id="rId40" Type="http://schemas.openxmlformats.org/officeDocument/2006/relationships/tags" Target="../tags/tag63.xml"/><Relationship Id="rId45" Type="http://schemas.openxmlformats.org/officeDocument/2006/relationships/tags" Target="../tags/tag68.xml"/><Relationship Id="rId5" Type="http://schemas.openxmlformats.org/officeDocument/2006/relationships/tags" Target="../tags/tag28.xml"/><Relationship Id="rId15" Type="http://schemas.openxmlformats.org/officeDocument/2006/relationships/tags" Target="../tags/tag38.xml"/><Relationship Id="rId23" Type="http://schemas.openxmlformats.org/officeDocument/2006/relationships/tags" Target="../tags/tag46.xml"/><Relationship Id="rId28" Type="http://schemas.openxmlformats.org/officeDocument/2006/relationships/tags" Target="../tags/tag51.xml"/><Relationship Id="rId36" Type="http://schemas.openxmlformats.org/officeDocument/2006/relationships/tags" Target="../tags/tag59.xml"/><Relationship Id="rId49" Type="http://schemas.openxmlformats.org/officeDocument/2006/relationships/tags" Target="../tags/tag72.xml"/><Relationship Id="rId10" Type="http://schemas.openxmlformats.org/officeDocument/2006/relationships/tags" Target="../tags/tag33.xml"/><Relationship Id="rId19" Type="http://schemas.openxmlformats.org/officeDocument/2006/relationships/tags" Target="../tags/tag42.xml"/><Relationship Id="rId31" Type="http://schemas.openxmlformats.org/officeDocument/2006/relationships/tags" Target="../tags/tag54.xml"/><Relationship Id="rId44" Type="http://schemas.openxmlformats.org/officeDocument/2006/relationships/tags" Target="../tags/tag67.xml"/><Relationship Id="rId52" Type="http://schemas.openxmlformats.org/officeDocument/2006/relationships/image" Target="../media/image1.png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tags" Target="../tags/tag37.xml"/><Relationship Id="rId22" Type="http://schemas.openxmlformats.org/officeDocument/2006/relationships/tags" Target="../tags/tag45.xml"/><Relationship Id="rId27" Type="http://schemas.openxmlformats.org/officeDocument/2006/relationships/tags" Target="../tags/tag50.xml"/><Relationship Id="rId30" Type="http://schemas.openxmlformats.org/officeDocument/2006/relationships/tags" Target="../tags/tag53.xml"/><Relationship Id="rId35" Type="http://schemas.openxmlformats.org/officeDocument/2006/relationships/tags" Target="../tags/tag58.xml"/><Relationship Id="rId43" Type="http://schemas.openxmlformats.org/officeDocument/2006/relationships/tags" Target="../tags/tag66.xml"/><Relationship Id="rId48" Type="http://schemas.openxmlformats.org/officeDocument/2006/relationships/tags" Target="../tags/tag71.xml"/><Relationship Id="rId8" Type="http://schemas.openxmlformats.org/officeDocument/2006/relationships/tags" Target="../tags/tag31.xml"/><Relationship Id="rId51" Type="http://schemas.openxmlformats.org/officeDocument/2006/relationships/slideLayout" Target="../slideLayouts/slideLayout2.xml"/><Relationship Id="rId3" Type="http://schemas.openxmlformats.org/officeDocument/2006/relationships/tags" Target="../tags/tag26.xml"/><Relationship Id="rId12" Type="http://schemas.openxmlformats.org/officeDocument/2006/relationships/tags" Target="../tags/tag35.xml"/><Relationship Id="rId17" Type="http://schemas.openxmlformats.org/officeDocument/2006/relationships/tags" Target="../tags/tag40.xml"/><Relationship Id="rId25" Type="http://schemas.openxmlformats.org/officeDocument/2006/relationships/tags" Target="../tags/tag48.xml"/><Relationship Id="rId33" Type="http://schemas.openxmlformats.org/officeDocument/2006/relationships/tags" Target="../tags/tag56.xml"/><Relationship Id="rId38" Type="http://schemas.openxmlformats.org/officeDocument/2006/relationships/tags" Target="../tags/tag61.xml"/><Relationship Id="rId46" Type="http://schemas.openxmlformats.org/officeDocument/2006/relationships/tags" Target="../tags/tag69.xml"/><Relationship Id="rId20" Type="http://schemas.openxmlformats.org/officeDocument/2006/relationships/tags" Target="../tags/tag43.xml"/><Relationship Id="rId41" Type="http://schemas.openxmlformats.org/officeDocument/2006/relationships/tags" Target="../tags/tag64.xml"/><Relationship Id="rId1" Type="http://schemas.openxmlformats.org/officeDocument/2006/relationships/tags" Target="../tags/tag24.xml"/><Relationship Id="rId6" Type="http://schemas.openxmlformats.org/officeDocument/2006/relationships/tags" Target="../tags/tag29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86.xml"/><Relationship Id="rId18" Type="http://schemas.openxmlformats.org/officeDocument/2006/relationships/tags" Target="../tags/tag91.xml"/><Relationship Id="rId26" Type="http://schemas.openxmlformats.org/officeDocument/2006/relationships/tags" Target="../tags/tag99.xml"/><Relationship Id="rId39" Type="http://schemas.openxmlformats.org/officeDocument/2006/relationships/tags" Target="../tags/tag112.xml"/><Relationship Id="rId21" Type="http://schemas.openxmlformats.org/officeDocument/2006/relationships/tags" Target="../tags/tag94.xml"/><Relationship Id="rId34" Type="http://schemas.openxmlformats.org/officeDocument/2006/relationships/tags" Target="../tags/tag107.xml"/><Relationship Id="rId42" Type="http://schemas.openxmlformats.org/officeDocument/2006/relationships/tags" Target="../tags/tag115.xml"/><Relationship Id="rId47" Type="http://schemas.openxmlformats.org/officeDocument/2006/relationships/tags" Target="../tags/tag120.xml"/><Relationship Id="rId50" Type="http://schemas.openxmlformats.org/officeDocument/2006/relationships/tags" Target="../tags/tag123.xml"/><Relationship Id="rId7" Type="http://schemas.openxmlformats.org/officeDocument/2006/relationships/tags" Target="../tags/tag80.xml"/><Relationship Id="rId2" Type="http://schemas.openxmlformats.org/officeDocument/2006/relationships/tags" Target="../tags/tag75.xml"/><Relationship Id="rId16" Type="http://schemas.openxmlformats.org/officeDocument/2006/relationships/tags" Target="../tags/tag89.xml"/><Relationship Id="rId29" Type="http://schemas.openxmlformats.org/officeDocument/2006/relationships/tags" Target="../tags/tag102.xml"/><Relationship Id="rId11" Type="http://schemas.openxmlformats.org/officeDocument/2006/relationships/tags" Target="../tags/tag84.xml"/><Relationship Id="rId24" Type="http://schemas.openxmlformats.org/officeDocument/2006/relationships/tags" Target="../tags/tag97.xml"/><Relationship Id="rId32" Type="http://schemas.openxmlformats.org/officeDocument/2006/relationships/tags" Target="../tags/tag105.xml"/><Relationship Id="rId37" Type="http://schemas.openxmlformats.org/officeDocument/2006/relationships/tags" Target="../tags/tag110.xml"/><Relationship Id="rId40" Type="http://schemas.openxmlformats.org/officeDocument/2006/relationships/tags" Target="../tags/tag113.xml"/><Relationship Id="rId45" Type="http://schemas.openxmlformats.org/officeDocument/2006/relationships/tags" Target="../tags/tag118.xml"/><Relationship Id="rId5" Type="http://schemas.openxmlformats.org/officeDocument/2006/relationships/tags" Target="../tags/tag78.xml"/><Relationship Id="rId15" Type="http://schemas.openxmlformats.org/officeDocument/2006/relationships/tags" Target="../tags/tag88.xml"/><Relationship Id="rId23" Type="http://schemas.openxmlformats.org/officeDocument/2006/relationships/tags" Target="../tags/tag96.xml"/><Relationship Id="rId28" Type="http://schemas.openxmlformats.org/officeDocument/2006/relationships/tags" Target="../tags/tag101.xml"/><Relationship Id="rId36" Type="http://schemas.openxmlformats.org/officeDocument/2006/relationships/tags" Target="../tags/tag109.xml"/><Relationship Id="rId49" Type="http://schemas.openxmlformats.org/officeDocument/2006/relationships/tags" Target="../tags/tag122.xml"/><Relationship Id="rId10" Type="http://schemas.openxmlformats.org/officeDocument/2006/relationships/tags" Target="../tags/tag83.xml"/><Relationship Id="rId19" Type="http://schemas.openxmlformats.org/officeDocument/2006/relationships/tags" Target="../tags/tag92.xml"/><Relationship Id="rId31" Type="http://schemas.openxmlformats.org/officeDocument/2006/relationships/tags" Target="../tags/tag104.xml"/><Relationship Id="rId44" Type="http://schemas.openxmlformats.org/officeDocument/2006/relationships/tags" Target="../tags/tag117.xml"/><Relationship Id="rId52" Type="http://schemas.openxmlformats.org/officeDocument/2006/relationships/image" Target="../media/image1.png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Relationship Id="rId22" Type="http://schemas.openxmlformats.org/officeDocument/2006/relationships/tags" Target="../tags/tag95.xml"/><Relationship Id="rId27" Type="http://schemas.openxmlformats.org/officeDocument/2006/relationships/tags" Target="../tags/tag100.xml"/><Relationship Id="rId30" Type="http://schemas.openxmlformats.org/officeDocument/2006/relationships/tags" Target="../tags/tag103.xml"/><Relationship Id="rId35" Type="http://schemas.openxmlformats.org/officeDocument/2006/relationships/tags" Target="../tags/tag108.xml"/><Relationship Id="rId43" Type="http://schemas.openxmlformats.org/officeDocument/2006/relationships/tags" Target="../tags/tag116.xml"/><Relationship Id="rId48" Type="http://schemas.openxmlformats.org/officeDocument/2006/relationships/tags" Target="../tags/tag121.xml"/><Relationship Id="rId8" Type="http://schemas.openxmlformats.org/officeDocument/2006/relationships/tags" Target="../tags/tag81.xml"/><Relationship Id="rId51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12" Type="http://schemas.openxmlformats.org/officeDocument/2006/relationships/tags" Target="../tags/tag85.xml"/><Relationship Id="rId17" Type="http://schemas.openxmlformats.org/officeDocument/2006/relationships/tags" Target="../tags/tag90.xml"/><Relationship Id="rId25" Type="http://schemas.openxmlformats.org/officeDocument/2006/relationships/tags" Target="../tags/tag98.xml"/><Relationship Id="rId33" Type="http://schemas.openxmlformats.org/officeDocument/2006/relationships/tags" Target="../tags/tag106.xml"/><Relationship Id="rId38" Type="http://schemas.openxmlformats.org/officeDocument/2006/relationships/tags" Target="../tags/tag111.xml"/><Relationship Id="rId46" Type="http://schemas.openxmlformats.org/officeDocument/2006/relationships/tags" Target="../tags/tag119.xml"/><Relationship Id="rId20" Type="http://schemas.openxmlformats.org/officeDocument/2006/relationships/tags" Target="../tags/tag93.xml"/><Relationship Id="rId41" Type="http://schemas.openxmlformats.org/officeDocument/2006/relationships/tags" Target="../tags/tag114.xml"/><Relationship Id="rId1" Type="http://schemas.openxmlformats.org/officeDocument/2006/relationships/tags" Target="../tags/tag74.xml"/><Relationship Id="rId6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36.xml"/><Relationship Id="rId18" Type="http://schemas.openxmlformats.org/officeDocument/2006/relationships/tags" Target="../tags/tag141.xml"/><Relationship Id="rId26" Type="http://schemas.openxmlformats.org/officeDocument/2006/relationships/tags" Target="../tags/tag149.xml"/><Relationship Id="rId39" Type="http://schemas.openxmlformats.org/officeDocument/2006/relationships/tags" Target="../tags/tag162.xml"/><Relationship Id="rId21" Type="http://schemas.openxmlformats.org/officeDocument/2006/relationships/tags" Target="../tags/tag144.xml"/><Relationship Id="rId34" Type="http://schemas.openxmlformats.org/officeDocument/2006/relationships/tags" Target="../tags/tag157.xml"/><Relationship Id="rId42" Type="http://schemas.openxmlformats.org/officeDocument/2006/relationships/tags" Target="../tags/tag165.xml"/><Relationship Id="rId47" Type="http://schemas.openxmlformats.org/officeDocument/2006/relationships/tags" Target="../tags/tag170.xml"/><Relationship Id="rId50" Type="http://schemas.openxmlformats.org/officeDocument/2006/relationships/tags" Target="../tags/tag173.xml"/><Relationship Id="rId7" Type="http://schemas.openxmlformats.org/officeDocument/2006/relationships/tags" Target="../tags/tag130.xml"/><Relationship Id="rId2" Type="http://schemas.openxmlformats.org/officeDocument/2006/relationships/tags" Target="../tags/tag125.xml"/><Relationship Id="rId16" Type="http://schemas.openxmlformats.org/officeDocument/2006/relationships/tags" Target="../tags/tag139.xml"/><Relationship Id="rId29" Type="http://schemas.openxmlformats.org/officeDocument/2006/relationships/tags" Target="../tags/tag152.xml"/><Relationship Id="rId11" Type="http://schemas.openxmlformats.org/officeDocument/2006/relationships/tags" Target="../tags/tag134.xml"/><Relationship Id="rId24" Type="http://schemas.openxmlformats.org/officeDocument/2006/relationships/tags" Target="../tags/tag147.xml"/><Relationship Id="rId32" Type="http://schemas.openxmlformats.org/officeDocument/2006/relationships/tags" Target="../tags/tag155.xml"/><Relationship Id="rId37" Type="http://schemas.openxmlformats.org/officeDocument/2006/relationships/tags" Target="../tags/tag160.xml"/><Relationship Id="rId40" Type="http://schemas.openxmlformats.org/officeDocument/2006/relationships/tags" Target="../tags/tag163.xml"/><Relationship Id="rId45" Type="http://schemas.openxmlformats.org/officeDocument/2006/relationships/tags" Target="../tags/tag168.xml"/><Relationship Id="rId5" Type="http://schemas.openxmlformats.org/officeDocument/2006/relationships/tags" Target="../tags/tag128.xml"/><Relationship Id="rId15" Type="http://schemas.openxmlformats.org/officeDocument/2006/relationships/tags" Target="../tags/tag138.xml"/><Relationship Id="rId23" Type="http://schemas.openxmlformats.org/officeDocument/2006/relationships/tags" Target="../tags/tag146.xml"/><Relationship Id="rId28" Type="http://schemas.openxmlformats.org/officeDocument/2006/relationships/tags" Target="../tags/tag151.xml"/><Relationship Id="rId36" Type="http://schemas.openxmlformats.org/officeDocument/2006/relationships/tags" Target="../tags/tag159.xml"/><Relationship Id="rId49" Type="http://schemas.openxmlformats.org/officeDocument/2006/relationships/tags" Target="../tags/tag172.xml"/><Relationship Id="rId10" Type="http://schemas.openxmlformats.org/officeDocument/2006/relationships/tags" Target="../tags/tag133.xml"/><Relationship Id="rId19" Type="http://schemas.openxmlformats.org/officeDocument/2006/relationships/tags" Target="../tags/tag142.xml"/><Relationship Id="rId31" Type="http://schemas.openxmlformats.org/officeDocument/2006/relationships/tags" Target="../tags/tag154.xml"/><Relationship Id="rId44" Type="http://schemas.openxmlformats.org/officeDocument/2006/relationships/tags" Target="../tags/tag167.xml"/><Relationship Id="rId52" Type="http://schemas.openxmlformats.org/officeDocument/2006/relationships/image" Target="../media/image1.png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tags" Target="../tags/tag137.xml"/><Relationship Id="rId22" Type="http://schemas.openxmlformats.org/officeDocument/2006/relationships/tags" Target="../tags/tag145.xml"/><Relationship Id="rId27" Type="http://schemas.openxmlformats.org/officeDocument/2006/relationships/tags" Target="../tags/tag150.xml"/><Relationship Id="rId30" Type="http://schemas.openxmlformats.org/officeDocument/2006/relationships/tags" Target="../tags/tag153.xml"/><Relationship Id="rId35" Type="http://schemas.openxmlformats.org/officeDocument/2006/relationships/tags" Target="../tags/tag158.xml"/><Relationship Id="rId43" Type="http://schemas.openxmlformats.org/officeDocument/2006/relationships/tags" Target="../tags/tag166.xml"/><Relationship Id="rId48" Type="http://schemas.openxmlformats.org/officeDocument/2006/relationships/tags" Target="../tags/tag171.xml"/><Relationship Id="rId8" Type="http://schemas.openxmlformats.org/officeDocument/2006/relationships/tags" Target="../tags/tag131.xml"/><Relationship Id="rId51" Type="http://schemas.openxmlformats.org/officeDocument/2006/relationships/slideLayout" Target="../slideLayouts/slideLayout2.xml"/><Relationship Id="rId3" Type="http://schemas.openxmlformats.org/officeDocument/2006/relationships/tags" Target="../tags/tag126.xml"/><Relationship Id="rId12" Type="http://schemas.openxmlformats.org/officeDocument/2006/relationships/tags" Target="../tags/tag135.xml"/><Relationship Id="rId17" Type="http://schemas.openxmlformats.org/officeDocument/2006/relationships/tags" Target="../tags/tag140.xml"/><Relationship Id="rId25" Type="http://schemas.openxmlformats.org/officeDocument/2006/relationships/tags" Target="../tags/tag148.xml"/><Relationship Id="rId33" Type="http://schemas.openxmlformats.org/officeDocument/2006/relationships/tags" Target="../tags/tag156.xml"/><Relationship Id="rId38" Type="http://schemas.openxmlformats.org/officeDocument/2006/relationships/tags" Target="../tags/tag161.xml"/><Relationship Id="rId46" Type="http://schemas.openxmlformats.org/officeDocument/2006/relationships/tags" Target="../tags/tag169.xml"/><Relationship Id="rId20" Type="http://schemas.openxmlformats.org/officeDocument/2006/relationships/tags" Target="../tags/tag143.xml"/><Relationship Id="rId41" Type="http://schemas.openxmlformats.org/officeDocument/2006/relationships/tags" Target="../tags/tag164.xml"/><Relationship Id="rId1" Type="http://schemas.openxmlformats.org/officeDocument/2006/relationships/tags" Target="../tags/tag124.xml"/><Relationship Id="rId6" Type="http://schemas.openxmlformats.org/officeDocument/2006/relationships/tags" Target="../tags/tag1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7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8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8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89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202.xml"/><Relationship Id="rId18" Type="http://schemas.openxmlformats.org/officeDocument/2006/relationships/tags" Target="../tags/tag207.xml"/><Relationship Id="rId26" Type="http://schemas.openxmlformats.org/officeDocument/2006/relationships/tags" Target="../tags/tag215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210.xml"/><Relationship Id="rId34" Type="http://schemas.openxmlformats.org/officeDocument/2006/relationships/tags" Target="../tags/tag223.xml"/><Relationship Id="rId7" Type="http://schemas.openxmlformats.org/officeDocument/2006/relationships/tags" Target="../tags/tag196.xml"/><Relationship Id="rId12" Type="http://schemas.openxmlformats.org/officeDocument/2006/relationships/tags" Target="../tags/tag201.xml"/><Relationship Id="rId17" Type="http://schemas.openxmlformats.org/officeDocument/2006/relationships/tags" Target="../tags/tag206.xml"/><Relationship Id="rId25" Type="http://schemas.openxmlformats.org/officeDocument/2006/relationships/tags" Target="../tags/tag214.xml"/><Relationship Id="rId33" Type="http://schemas.openxmlformats.org/officeDocument/2006/relationships/tags" Target="../tags/tag222.xml"/><Relationship Id="rId38" Type="http://schemas.openxmlformats.org/officeDocument/2006/relationships/tags" Target="../tags/tag227.xml"/><Relationship Id="rId2" Type="http://schemas.openxmlformats.org/officeDocument/2006/relationships/tags" Target="../tags/tag191.xml"/><Relationship Id="rId16" Type="http://schemas.openxmlformats.org/officeDocument/2006/relationships/tags" Target="../tags/tag205.xml"/><Relationship Id="rId20" Type="http://schemas.openxmlformats.org/officeDocument/2006/relationships/tags" Target="../tags/tag209.xml"/><Relationship Id="rId29" Type="http://schemas.openxmlformats.org/officeDocument/2006/relationships/tags" Target="../tags/tag218.xml"/><Relationship Id="rId1" Type="http://schemas.openxmlformats.org/officeDocument/2006/relationships/tags" Target="../tags/tag190.xml"/><Relationship Id="rId6" Type="http://schemas.openxmlformats.org/officeDocument/2006/relationships/tags" Target="../tags/tag195.xml"/><Relationship Id="rId11" Type="http://schemas.openxmlformats.org/officeDocument/2006/relationships/tags" Target="../tags/tag200.xml"/><Relationship Id="rId24" Type="http://schemas.openxmlformats.org/officeDocument/2006/relationships/tags" Target="../tags/tag213.xml"/><Relationship Id="rId32" Type="http://schemas.openxmlformats.org/officeDocument/2006/relationships/tags" Target="../tags/tag221.xml"/><Relationship Id="rId37" Type="http://schemas.openxmlformats.org/officeDocument/2006/relationships/tags" Target="../tags/tag226.xml"/><Relationship Id="rId40" Type="http://schemas.openxmlformats.org/officeDocument/2006/relationships/image" Target="../media/image1.png"/><Relationship Id="rId5" Type="http://schemas.openxmlformats.org/officeDocument/2006/relationships/tags" Target="../tags/tag194.xml"/><Relationship Id="rId15" Type="http://schemas.openxmlformats.org/officeDocument/2006/relationships/tags" Target="../tags/tag204.xml"/><Relationship Id="rId23" Type="http://schemas.openxmlformats.org/officeDocument/2006/relationships/tags" Target="../tags/tag212.xml"/><Relationship Id="rId28" Type="http://schemas.openxmlformats.org/officeDocument/2006/relationships/tags" Target="../tags/tag217.xml"/><Relationship Id="rId36" Type="http://schemas.openxmlformats.org/officeDocument/2006/relationships/tags" Target="../tags/tag225.xml"/><Relationship Id="rId10" Type="http://schemas.openxmlformats.org/officeDocument/2006/relationships/tags" Target="../tags/tag199.xml"/><Relationship Id="rId19" Type="http://schemas.openxmlformats.org/officeDocument/2006/relationships/tags" Target="../tags/tag208.xml"/><Relationship Id="rId31" Type="http://schemas.openxmlformats.org/officeDocument/2006/relationships/tags" Target="../tags/tag220.xml"/><Relationship Id="rId4" Type="http://schemas.openxmlformats.org/officeDocument/2006/relationships/tags" Target="../tags/tag193.xml"/><Relationship Id="rId9" Type="http://schemas.openxmlformats.org/officeDocument/2006/relationships/tags" Target="../tags/tag198.xml"/><Relationship Id="rId14" Type="http://schemas.openxmlformats.org/officeDocument/2006/relationships/tags" Target="../tags/tag203.xml"/><Relationship Id="rId22" Type="http://schemas.openxmlformats.org/officeDocument/2006/relationships/tags" Target="../tags/tag211.xml"/><Relationship Id="rId27" Type="http://schemas.openxmlformats.org/officeDocument/2006/relationships/tags" Target="../tags/tag216.xml"/><Relationship Id="rId30" Type="http://schemas.openxmlformats.org/officeDocument/2006/relationships/tags" Target="../tags/tag219.xml"/><Relationship Id="rId35" Type="http://schemas.openxmlformats.org/officeDocument/2006/relationships/tags" Target="../tags/tag224.xml"/><Relationship Id="rId8" Type="http://schemas.openxmlformats.org/officeDocument/2006/relationships/tags" Target="../tags/tag197.xml"/><Relationship Id="rId3" Type="http://schemas.openxmlformats.org/officeDocument/2006/relationships/tags" Target="../tags/tag19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240.xml"/><Relationship Id="rId18" Type="http://schemas.openxmlformats.org/officeDocument/2006/relationships/tags" Target="../tags/tag245.xml"/><Relationship Id="rId26" Type="http://schemas.openxmlformats.org/officeDocument/2006/relationships/tags" Target="../tags/tag253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248.xml"/><Relationship Id="rId34" Type="http://schemas.openxmlformats.org/officeDocument/2006/relationships/tags" Target="../tags/tag261.xml"/><Relationship Id="rId7" Type="http://schemas.openxmlformats.org/officeDocument/2006/relationships/tags" Target="../tags/tag234.xml"/><Relationship Id="rId12" Type="http://schemas.openxmlformats.org/officeDocument/2006/relationships/tags" Target="../tags/tag239.xml"/><Relationship Id="rId17" Type="http://schemas.openxmlformats.org/officeDocument/2006/relationships/tags" Target="../tags/tag244.xml"/><Relationship Id="rId25" Type="http://schemas.openxmlformats.org/officeDocument/2006/relationships/tags" Target="../tags/tag252.xml"/><Relationship Id="rId33" Type="http://schemas.openxmlformats.org/officeDocument/2006/relationships/tags" Target="../tags/tag260.xml"/><Relationship Id="rId38" Type="http://schemas.openxmlformats.org/officeDocument/2006/relationships/tags" Target="../tags/tag265.xml"/><Relationship Id="rId2" Type="http://schemas.openxmlformats.org/officeDocument/2006/relationships/tags" Target="../tags/tag229.xml"/><Relationship Id="rId16" Type="http://schemas.openxmlformats.org/officeDocument/2006/relationships/tags" Target="../tags/tag243.xml"/><Relationship Id="rId20" Type="http://schemas.openxmlformats.org/officeDocument/2006/relationships/tags" Target="../tags/tag247.xml"/><Relationship Id="rId29" Type="http://schemas.openxmlformats.org/officeDocument/2006/relationships/tags" Target="../tags/tag256.xml"/><Relationship Id="rId1" Type="http://schemas.openxmlformats.org/officeDocument/2006/relationships/tags" Target="../tags/tag228.xml"/><Relationship Id="rId6" Type="http://schemas.openxmlformats.org/officeDocument/2006/relationships/tags" Target="../tags/tag233.xml"/><Relationship Id="rId11" Type="http://schemas.openxmlformats.org/officeDocument/2006/relationships/tags" Target="../tags/tag238.xml"/><Relationship Id="rId24" Type="http://schemas.openxmlformats.org/officeDocument/2006/relationships/tags" Target="../tags/tag251.xml"/><Relationship Id="rId32" Type="http://schemas.openxmlformats.org/officeDocument/2006/relationships/tags" Target="../tags/tag259.xml"/><Relationship Id="rId37" Type="http://schemas.openxmlformats.org/officeDocument/2006/relationships/tags" Target="../tags/tag264.xml"/><Relationship Id="rId40" Type="http://schemas.openxmlformats.org/officeDocument/2006/relationships/image" Target="../media/image1.png"/><Relationship Id="rId5" Type="http://schemas.openxmlformats.org/officeDocument/2006/relationships/tags" Target="../tags/tag232.xml"/><Relationship Id="rId15" Type="http://schemas.openxmlformats.org/officeDocument/2006/relationships/tags" Target="../tags/tag242.xml"/><Relationship Id="rId23" Type="http://schemas.openxmlformats.org/officeDocument/2006/relationships/tags" Target="../tags/tag250.xml"/><Relationship Id="rId28" Type="http://schemas.openxmlformats.org/officeDocument/2006/relationships/tags" Target="../tags/tag255.xml"/><Relationship Id="rId36" Type="http://schemas.openxmlformats.org/officeDocument/2006/relationships/tags" Target="../tags/tag263.xml"/><Relationship Id="rId10" Type="http://schemas.openxmlformats.org/officeDocument/2006/relationships/tags" Target="../tags/tag237.xml"/><Relationship Id="rId19" Type="http://schemas.openxmlformats.org/officeDocument/2006/relationships/tags" Target="../tags/tag246.xml"/><Relationship Id="rId31" Type="http://schemas.openxmlformats.org/officeDocument/2006/relationships/tags" Target="../tags/tag258.xml"/><Relationship Id="rId4" Type="http://schemas.openxmlformats.org/officeDocument/2006/relationships/tags" Target="../tags/tag231.xml"/><Relationship Id="rId9" Type="http://schemas.openxmlformats.org/officeDocument/2006/relationships/tags" Target="../tags/tag236.xml"/><Relationship Id="rId14" Type="http://schemas.openxmlformats.org/officeDocument/2006/relationships/tags" Target="../tags/tag241.xml"/><Relationship Id="rId22" Type="http://schemas.openxmlformats.org/officeDocument/2006/relationships/tags" Target="../tags/tag249.xml"/><Relationship Id="rId27" Type="http://schemas.openxmlformats.org/officeDocument/2006/relationships/tags" Target="../tags/tag254.xml"/><Relationship Id="rId30" Type="http://schemas.openxmlformats.org/officeDocument/2006/relationships/tags" Target="../tags/tag257.xml"/><Relationship Id="rId35" Type="http://schemas.openxmlformats.org/officeDocument/2006/relationships/tags" Target="../tags/tag262.xml"/><Relationship Id="rId8" Type="http://schemas.openxmlformats.org/officeDocument/2006/relationships/tags" Target="../tags/tag235.xml"/><Relationship Id="rId3" Type="http://schemas.openxmlformats.org/officeDocument/2006/relationships/tags" Target="../tags/tag230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tags" Target="../tags/tag382.xml"/><Relationship Id="rId299" Type="http://schemas.openxmlformats.org/officeDocument/2006/relationships/tags" Target="../tags/tag564.xml"/><Relationship Id="rId21" Type="http://schemas.openxmlformats.org/officeDocument/2006/relationships/tags" Target="../tags/tag286.xml"/><Relationship Id="rId63" Type="http://schemas.openxmlformats.org/officeDocument/2006/relationships/tags" Target="../tags/tag328.xml"/><Relationship Id="rId159" Type="http://schemas.openxmlformats.org/officeDocument/2006/relationships/tags" Target="../tags/tag424.xml"/><Relationship Id="rId324" Type="http://schemas.openxmlformats.org/officeDocument/2006/relationships/tags" Target="../tags/tag589.xml"/><Relationship Id="rId366" Type="http://schemas.openxmlformats.org/officeDocument/2006/relationships/tags" Target="../tags/tag631.xml"/><Relationship Id="rId170" Type="http://schemas.openxmlformats.org/officeDocument/2006/relationships/tags" Target="../tags/tag435.xml"/><Relationship Id="rId226" Type="http://schemas.openxmlformats.org/officeDocument/2006/relationships/tags" Target="../tags/tag491.xml"/><Relationship Id="rId433" Type="http://schemas.openxmlformats.org/officeDocument/2006/relationships/tags" Target="../tags/tag698.xml"/><Relationship Id="rId268" Type="http://schemas.openxmlformats.org/officeDocument/2006/relationships/tags" Target="../tags/tag533.xml"/><Relationship Id="rId32" Type="http://schemas.openxmlformats.org/officeDocument/2006/relationships/tags" Target="../tags/tag297.xml"/><Relationship Id="rId74" Type="http://schemas.openxmlformats.org/officeDocument/2006/relationships/tags" Target="../tags/tag339.xml"/><Relationship Id="rId128" Type="http://schemas.openxmlformats.org/officeDocument/2006/relationships/tags" Target="../tags/tag393.xml"/><Relationship Id="rId335" Type="http://schemas.openxmlformats.org/officeDocument/2006/relationships/tags" Target="../tags/tag600.xml"/><Relationship Id="rId377" Type="http://schemas.openxmlformats.org/officeDocument/2006/relationships/tags" Target="../tags/tag642.xml"/><Relationship Id="rId5" Type="http://schemas.openxmlformats.org/officeDocument/2006/relationships/tags" Target="../tags/tag270.xml"/><Relationship Id="rId181" Type="http://schemas.openxmlformats.org/officeDocument/2006/relationships/tags" Target="../tags/tag446.xml"/><Relationship Id="rId237" Type="http://schemas.openxmlformats.org/officeDocument/2006/relationships/tags" Target="../tags/tag502.xml"/><Relationship Id="rId402" Type="http://schemas.openxmlformats.org/officeDocument/2006/relationships/tags" Target="../tags/tag667.xml"/><Relationship Id="rId279" Type="http://schemas.openxmlformats.org/officeDocument/2006/relationships/tags" Target="../tags/tag544.xml"/><Relationship Id="rId444" Type="http://schemas.openxmlformats.org/officeDocument/2006/relationships/tags" Target="../tags/tag709.xml"/><Relationship Id="rId43" Type="http://schemas.openxmlformats.org/officeDocument/2006/relationships/tags" Target="../tags/tag308.xml"/><Relationship Id="rId139" Type="http://schemas.openxmlformats.org/officeDocument/2006/relationships/tags" Target="../tags/tag404.xml"/><Relationship Id="rId290" Type="http://schemas.openxmlformats.org/officeDocument/2006/relationships/tags" Target="../tags/tag555.xml"/><Relationship Id="rId304" Type="http://schemas.openxmlformats.org/officeDocument/2006/relationships/tags" Target="../tags/tag569.xml"/><Relationship Id="rId346" Type="http://schemas.openxmlformats.org/officeDocument/2006/relationships/tags" Target="../tags/tag611.xml"/><Relationship Id="rId388" Type="http://schemas.openxmlformats.org/officeDocument/2006/relationships/tags" Target="../tags/tag653.xml"/><Relationship Id="rId85" Type="http://schemas.openxmlformats.org/officeDocument/2006/relationships/tags" Target="../tags/tag350.xml"/><Relationship Id="rId150" Type="http://schemas.openxmlformats.org/officeDocument/2006/relationships/tags" Target="../tags/tag415.xml"/><Relationship Id="rId192" Type="http://schemas.openxmlformats.org/officeDocument/2006/relationships/tags" Target="../tags/tag457.xml"/><Relationship Id="rId206" Type="http://schemas.openxmlformats.org/officeDocument/2006/relationships/tags" Target="../tags/tag471.xml"/><Relationship Id="rId413" Type="http://schemas.openxmlformats.org/officeDocument/2006/relationships/tags" Target="../tags/tag678.xml"/><Relationship Id="rId248" Type="http://schemas.openxmlformats.org/officeDocument/2006/relationships/tags" Target="../tags/tag513.xml"/><Relationship Id="rId12" Type="http://schemas.openxmlformats.org/officeDocument/2006/relationships/tags" Target="../tags/tag277.xml"/><Relationship Id="rId108" Type="http://schemas.openxmlformats.org/officeDocument/2006/relationships/tags" Target="../tags/tag373.xml"/><Relationship Id="rId315" Type="http://schemas.openxmlformats.org/officeDocument/2006/relationships/tags" Target="../tags/tag580.xml"/><Relationship Id="rId357" Type="http://schemas.openxmlformats.org/officeDocument/2006/relationships/tags" Target="../tags/tag622.xml"/><Relationship Id="rId54" Type="http://schemas.openxmlformats.org/officeDocument/2006/relationships/tags" Target="../tags/tag319.xml"/><Relationship Id="rId96" Type="http://schemas.openxmlformats.org/officeDocument/2006/relationships/tags" Target="../tags/tag361.xml"/><Relationship Id="rId161" Type="http://schemas.openxmlformats.org/officeDocument/2006/relationships/tags" Target="../tags/tag426.xml"/><Relationship Id="rId217" Type="http://schemas.openxmlformats.org/officeDocument/2006/relationships/tags" Target="../tags/tag482.xml"/><Relationship Id="rId399" Type="http://schemas.openxmlformats.org/officeDocument/2006/relationships/tags" Target="../tags/tag664.xml"/><Relationship Id="rId259" Type="http://schemas.openxmlformats.org/officeDocument/2006/relationships/tags" Target="../tags/tag524.xml"/><Relationship Id="rId424" Type="http://schemas.openxmlformats.org/officeDocument/2006/relationships/tags" Target="../tags/tag689.xml"/><Relationship Id="rId23" Type="http://schemas.openxmlformats.org/officeDocument/2006/relationships/tags" Target="../tags/tag288.xml"/><Relationship Id="rId119" Type="http://schemas.openxmlformats.org/officeDocument/2006/relationships/tags" Target="../tags/tag384.xml"/><Relationship Id="rId270" Type="http://schemas.openxmlformats.org/officeDocument/2006/relationships/tags" Target="../tags/tag535.xml"/><Relationship Id="rId326" Type="http://schemas.openxmlformats.org/officeDocument/2006/relationships/tags" Target="../tags/tag591.xml"/><Relationship Id="rId65" Type="http://schemas.openxmlformats.org/officeDocument/2006/relationships/tags" Target="../tags/tag330.xml"/><Relationship Id="rId130" Type="http://schemas.openxmlformats.org/officeDocument/2006/relationships/tags" Target="../tags/tag395.xml"/><Relationship Id="rId368" Type="http://schemas.openxmlformats.org/officeDocument/2006/relationships/tags" Target="../tags/tag633.xml"/><Relationship Id="rId172" Type="http://schemas.openxmlformats.org/officeDocument/2006/relationships/tags" Target="../tags/tag437.xml"/><Relationship Id="rId228" Type="http://schemas.openxmlformats.org/officeDocument/2006/relationships/tags" Target="../tags/tag493.xml"/><Relationship Id="rId435" Type="http://schemas.openxmlformats.org/officeDocument/2006/relationships/tags" Target="../tags/tag700.xml"/><Relationship Id="rId281" Type="http://schemas.openxmlformats.org/officeDocument/2006/relationships/tags" Target="../tags/tag546.xml"/><Relationship Id="rId337" Type="http://schemas.openxmlformats.org/officeDocument/2006/relationships/tags" Target="../tags/tag602.xml"/><Relationship Id="rId34" Type="http://schemas.openxmlformats.org/officeDocument/2006/relationships/tags" Target="../tags/tag299.xml"/><Relationship Id="rId76" Type="http://schemas.openxmlformats.org/officeDocument/2006/relationships/tags" Target="../tags/tag341.xml"/><Relationship Id="rId141" Type="http://schemas.openxmlformats.org/officeDocument/2006/relationships/tags" Target="../tags/tag406.xml"/><Relationship Id="rId379" Type="http://schemas.openxmlformats.org/officeDocument/2006/relationships/tags" Target="../tags/tag644.xml"/><Relationship Id="rId7" Type="http://schemas.openxmlformats.org/officeDocument/2006/relationships/tags" Target="../tags/tag272.xml"/><Relationship Id="rId183" Type="http://schemas.openxmlformats.org/officeDocument/2006/relationships/tags" Target="../tags/tag448.xml"/><Relationship Id="rId239" Type="http://schemas.openxmlformats.org/officeDocument/2006/relationships/tags" Target="../tags/tag504.xml"/><Relationship Id="rId390" Type="http://schemas.openxmlformats.org/officeDocument/2006/relationships/tags" Target="../tags/tag655.xml"/><Relationship Id="rId404" Type="http://schemas.openxmlformats.org/officeDocument/2006/relationships/tags" Target="../tags/tag669.xml"/><Relationship Id="rId446" Type="http://schemas.openxmlformats.org/officeDocument/2006/relationships/tags" Target="../tags/tag711.xml"/><Relationship Id="rId250" Type="http://schemas.openxmlformats.org/officeDocument/2006/relationships/tags" Target="../tags/tag515.xml"/><Relationship Id="rId292" Type="http://schemas.openxmlformats.org/officeDocument/2006/relationships/tags" Target="../tags/tag557.xml"/><Relationship Id="rId306" Type="http://schemas.openxmlformats.org/officeDocument/2006/relationships/tags" Target="../tags/tag571.xml"/><Relationship Id="rId45" Type="http://schemas.openxmlformats.org/officeDocument/2006/relationships/tags" Target="../tags/tag310.xml"/><Relationship Id="rId87" Type="http://schemas.openxmlformats.org/officeDocument/2006/relationships/tags" Target="../tags/tag352.xml"/><Relationship Id="rId110" Type="http://schemas.openxmlformats.org/officeDocument/2006/relationships/tags" Target="../tags/tag375.xml"/><Relationship Id="rId348" Type="http://schemas.openxmlformats.org/officeDocument/2006/relationships/tags" Target="../tags/tag613.xml"/><Relationship Id="rId152" Type="http://schemas.openxmlformats.org/officeDocument/2006/relationships/tags" Target="../tags/tag417.xml"/><Relationship Id="rId194" Type="http://schemas.openxmlformats.org/officeDocument/2006/relationships/tags" Target="../tags/tag459.xml"/><Relationship Id="rId208" Type="http://schemas.openxmlformats.org/officeDocument/2006/relationships/tags" Target="../tags/tag473.xml"/><Relationship Id="rId415" Type="http://schemas.openxmlformats.org/officeDocument/2006/relationships/tags" Target="../tags/tag680.xml"/><Relationship Id="rId261" Type="http://schemas.openxmlformats.org/officeDocument/2006/relationships/tags" Target="../tags/tag526.xml"/><Relationship Id="rId14" Type="http://schemas.openxmlformats.org/officeDocument/2006/relationships/tags" Target="../tags/tag279.xml"/><Relationship Id="rId56" Type="http://schemas.openxmlformats.org/officeDocument/2006/relationships/tags" Target="../tags/tag321.xml"/><Relationship Id="rId317" Type="http://schemas.openxmlformats.org/officeDocument/2006/relationships/tags" Target="../tags/tag582.xml"/><Relationship Id="rId359" Type="http://schemas.openxmlformats.org/officeDocument/2006/relationships/tags" Target="../tags/tag624.xml"/><Relationship Id="rId98" Type="http://schemas.openxmlformats.org/officeDocument/2006/relationships/tags" Target="../tags/tag363.xml"/><Relationship Id="rId121" Type="http://schemas.openxmlformats.org/officeDocument/2006/relationships/tags" Target="../tags/tag386.xml"/><Relationship Id="rId163" Type="http://schemas.openxmlformats.org/officeDocument/2006/relationships/tags" Target="../tags/tag428.xml"/><Relationship Id="rId219" Type="http://schemas.openxmlformats.org/officeDocument/2006/relationships/tags" Target="../tags/tag484.xml"/><Relationship Id="rId370" Type="http://schemas.openxmlformats.org/officeDocument/2006/relationships/tags" Target="../tags/tag635.xml"/><Relationship Id="rId426" Type="http://schemas.openxmlformats.org/officeDocument/2006/relationships/tags" Target="../tags/tag691.xml"/><Relationship Id="rId230" Type="http://schemas.openxmlformats.org/officeDocument/2006/relationships/tags" Target="../tags/tag495.xml"/><Relationship Id="rId25" Type="http://schemas.openxmlformats.org/officeDocument/2006/relationships/tags" Target="../tags/tag290.xml"/><Relationship Id="rId67" Type="http://schemas.openxmlformats.org/officeDocument/2006/relationships/tags" Target="../tags/tag332.xml"/><Relationship Id="rId272" Type="http://schemas.openxmlformats.org/officeDocument/2006/relationships/tags" Target="../tags/tag537.xml"/><Relationship Id="rId328" Type="http://schemas.openxmlformats.org/officeDocument/2006/relationships/tags" Target="../tags/tag593.xml"/><Relationship Id="rId132" Type="http://schemas.openxmlformats.org/officeDocument/2006/relationships/tags" Target="../tags/tag397.xml"/><Relationship Id="rId174" Type="http://schemas.openxmlformats.org/officeDocument/2006/relationships/tags" Target="../tags/tag439.xml"/><Relationship Id="rId381" Type="http://schemas.openxmlformats.org/officeDocument/2006/relationships/tags" Target="../tags/tag646.xml"/><Relationship Id="rId241" Type="http://schemas.openxmlformats.org/officeDocument/2006/relationships/tags" Target="../tags/tag506.xml"/><Relationship Id="rId437" Type="http://schemas.openxmlformats.org/officeDocument/2006/relationships/tags" Target="../tags/tag702.xml"/><Relationship Id="rId36" Type="http://schemas.openxmlformats.org/officeDocument/2006/relationships/tags" Target="../tags/tag301.xml"/><Relationship Id="rId283" Type="http://schemas.openxmlformats.org/officeDocument/2006/relationships/tags" Target="../tags/tag548.xml"/><Relationship Id="rId339" Type="http://schemas.openxmlformats.org/officeDocument/2006/relationships/tags" Target="../tags/tag604.xml"/><Relationship Id="rId78" Type="http://schemas.openxmlformats.org/officeDocument/2006/relationships/tags" Target="../tags/tag343.xml"/><Relationship Id="rId101" Type="http://schemas.openxmlformats.org/officeDocument/2006/relationships/tags" Target="../tags/tag366.xml"/><Relationship Id="rId143" Type="http://schemas.openxmlformats.org/officeDocument/2006/relationships/tags" Target="../tags/tag408.xml"/><Relationship Id="rId185" Type="http://schemas.openxmlformats.org/officeDocument/2006/relationships/tags" Target="../tags/tag450.xml"/><Relationship Id="rId350" Type="http://schemas.openxmlformats.org/officeDocument/2006/relationships/tags" Target="../tags/tag615.xml"/><Relationship Id="rId406" Type="http://schemas.openxmlformats.org/officeDocument/2006/relationships/tags" Target="../tags/tag671.xml"/><Relationship Id="rId9" Type="http://schemas.openxmlformats.org/officeDocument/2006/relationships/tags" Target="../tags/tag274.xml"/><Relationship Id="rId210" Type="http://schemas.openxmlformats.org/officeDocument/2006/relationships/tags" Target="../tags/tag475.xml"/><Relationship Id="rId392" Type="http://schemas.openxmlformats.org/officeDocument/2006/relationships/tags" Target="../tags/tag657.xml"/><Relationship Id="rId448" Type="http://schemas.openxmlformats.org/officeDocument/2006/relationships/tags" Target="../tags/tag713.xml"/><Relationship Id="rId252" Type="http://schemas.openxmlformats.org/officeDocument/2006/relationships/tags" Target="../tags/tag517.xml"/><Relationship Id="rId294" Type="http://schemas.openxmlformats.org/officeDocument/2006/relationships/tags" Target="../tags/tag559.xml"/><Relationship Id="rId308" Type="http://schemas.openxmlformats.org/officeDocument/2006/relationships/tags" Target="../tags/tag573.xml"/><Relationship Id="rId47" Type="http://schemas.openxmlformats.org/officeDocument/2006/relationships/tags" Target="../tags/tag312.xml"/><Relationship Id="rId89" Type="http://schemas.openxmlformats.org/officeDocument/2006/relationships/tags" Target="../tags/tag354.xml"/><Relationship Id="rId112" Type="http://schemas.openxmlformats.org/officeDocument/2006/relationships/tags" Target="../tags/tag377.xml"/><Relationship Id="rId154" Type="http://schemas.openxmlformats.org/officeDocument/2006/relationships/tags" Target="../tags/tag419.xml"/><Relationship Id="rId361" Type="http://schemas.openxmlformats.org/officeDocument/2006/relationships/tags" Target="../tags/tag626.xml"/><Relationship Id="rId196" Type="http://schemas.openxmlformats.org/officeDocument/2006/relationships/tags" Target="../tags/tag461.xml"/><Relationship Id="rId417" Type="http://schemas.openxmlformats.org/officeDocument/2006/relationships/tags" Target="../tags/tag682.xml"/><Relationship Id="rId16" Type="http://schemas.openxmlformats.org/officeDocument/2006/relationships/tags" Target="../tags/tag281.xml"/><Relationship Id="rId221" Type="http://schemas.openxmlformats.org/officeDocument/2006/relationships/tags" Target="../tags/tag486.xml"/><Relationship Id="rId263" Type="http://schemas.openxmlformats.org/officeDocument/2006/relationships/tags" Target="../tags/tag528.xml"/><Relationship Id="rId319" Type="http://schemas.openxmlformats.org/officeDocument/2006/relationships/tags" Target="../tags/tag584.xml"/><Relationship Id="rId58" Type="http://schemas.openxmlformats.org/officeDocument/2006/relationships/tags" Target="../tags/tag323.xml"/><Relationship Id="rId123" Type="http://schemas.openxmlformats.org/officeDocument/2006/relationships/tags" Target="../tags/tag388.xml"/><Relationship Id="rId330" Type="http://schemas.openxmlformats.org/officeDocument/2006/relationships/tags" Target="../tags/tag595.xml"/><Relationship Id="rId165" Type="http://schemas.openxmlformats.org/officeDocument/2006/relationships/tags" Target="../tags/tag430.xml"/><Relationship Id="rId372" Type="http://schemas.openxmlformats.org/officeDocument/2006/relationships/tags" Target="../tags/tag637.xml"/><Relationship Id="rId428" Type="http://schemas.openxmlformats.org/officeDocument/2006/relationships/tags" Target="../tags/tag693.xml"/><Relationship Id="rId232" Type="http://schemas.openxmlformats.org/officeDocument/2006/relationships/tags" Target="../tags/tag497.xml"/><Relationship Id="rId274" Type="http://schemas.openxmlformats.org/officeDocument/2006/relationships/tags" Target="../tags/tag539.xml"/><Relationship Id="rId27" Type="http://schemas.openxmlformats.org/officeDocument/2006/relationships/tags" Target="../tags/tag292.xml"/><Relationship Id="rId69" Type="http://schemas.openxmlformats.org/officeDocument/2006/relationships/tags" Target="../tags/tag334.xml"/><Relationship Id="rId134" Type="http://schemas.openxmlformats.org/officeDocument/2006/relationships/tags" Target="../tags/tag399.xml"/><Relationship Id="rId80" Type="http://schemas.openxmlformats.org/officeDocument/2006/relationships/tags" Target="../tags/tag345.xml"/><Relationship Id="rId176" Type="http://schemas.openxmlformats.org/officeDocument/2006/relationships/tags" Target="../tags/tag441.xml"/><Relationship Id="rId341" Type="http://schemas.openxmlformats.org/officeDocument/2006/relationships/tags" Target="../tags/tag606.xml"/><Relationship Id="rId383" Type="http://schemas.openxmlformats.org/officeDocument/2006/relationships/tags" Target="../tags/tag648.xml"/><Relationship Id="rId439" Type="http://schemas.openxmlformats.org/officeDocument/2006/relationships/tags" Target="../tags/tag704.xml"/><Relationship Id="rId201" Type="http://schemas.openxmlformats.org/officeDocument/2006/relationships/tags" Target="../tags/tag466.xml"/><Relationship Id="rId243" Type="http://schemas.openxmlformats.org/officeDocument/2006/relationships/tags" Target="../tags/tag508.xml"/><Relationship Id="rId285" Type="http://schemas.openxmlformats.org/officeDocument/2006/relationships/tags" Target="../tags/tag550.xml"/><Relationship Id="rId450" Type="http://schemas.openxmlformats.org/officeDocument/2006/relationships/tags" Target="../tags/tag715.xml"/><Relationship Id="rId38" Type="http://schemas.openxmlformats.org/officeDocument/2006/relationships/tags" Target="../tags/tag303.xml"/><Relationship Id="rId103" Type="http://schemas.openxmlformats.org/officeDocument/2006/relationships/tags" Target="../tags/tag368.xml"/><Relationship Id="rId310" Type="http://schemas.openxmlformats.org/officeDocument/2006/relationships/tags" Target="../tags/tag575.xml"/><Relationship Id="rId91" Type="http://schemas.openxmlformats.org/officeDocument/2006/relationships/tags" Target="../tags/tag356.xml"/><Relationship Id="rId145" Type="http://schemas.openxmlformats.org/officeDocument/2006/relationships/tags" Target="../tags/tag410.xml"/><Relationship Id="rId187" Type="http://schemas.openxmlformats.org/officeDocument/2006/relationships/tags" Target="../tags/tag452.xml"/><Relationship Id="rId352" Type="http://schemas.openxmlformats.org/officeDocument/2006/relationships/tags" Target="../tags/tag617.xml"/><Relationship Id="rId394" Type="http://schemas.openxmlformats.org/officeDocument/2006/relationships/tags" Target="../tags/tag659.xml"/><Relationship Id="rId408" Type="http://schemas.openxmlformats.org/officeDocument/2006/relationships/tags" Target="../tags/tag673.xml"/><Relationship Id="rId212" Type="http://schemas.openxmlformats.org/officeDocument/2006/relationships/tags" Target="../tags/tag477.xml"/><Relationship Id="rId254" Type="http://schemas.openxmlformats.org/officeDocument/2006/relationships/tags" Target="../tags/tag519.xml"/><Relationship Id="rId49" Type="http://schemas.openxmlformats.org/officeDocument/2006/relationships/tags" Target="../tags/tag314.xml"/><Relationship Id="rId114" Type="http://schemas.openxmlformats.org/officeDocument/2006/relationships/tags" Target="../tags/tag379.xml"/><Relationship Id="rId296" Type="http://schemas.openxmlformats.org/officeDocument/2006/relationships/tags" Target="../tags/tag561.xml"/><Relationship Id="rId60" Type="http://schemas.openxmlformats.org/officeDocument/2006/relationships/tags" Target="../tags/tag325.xml"/><Relationship Id="rId156" Type="http://schemas.openxmlformats.org/officeDocument/2006/relationships/tags" Target="../tags/tag421.xml"/><Relationship Id="rId198" Type="http://schemas.openxmlformats.org/officeDocument/2006/relationships/tags" Target="../tags/tag463.xml"/><Relationship Id="rId321" Type="http://schemas.openxmlformats.org/officeDocument/2006/relationships/tags" Target="../tags/tag586.xml"/><Relationship Id="rId363" Type="http://schemas.openxmlformats.org/officeDocument/2006/relationships/tags" Target="../tags/tag628.xml"/><Relationship Id="rId419" Type="http://schemas.openxmlformats.org/officeDocument/2006/relationships/tags" Target="../tags/tag684.xml"/><Relationship Id="rId223" Type="http://schemas.openxmlformats.org/officeDocument/2006/relationships/tags" Target="../tags/tag488.xml"/><Relationship Id="rId430" Type="http://schemas.openxmlformats.org/officeDocument/2006/relationships/tags" Target="../tags/tag695.xml"/><Relationship Id="rId18" Type="http://schemas.openxmlformats.org/officeDocument/2006/relationships/tags" Target="../tags/tag283.xml"/><Relationship Id="rId265" Type="http://schemas.openxmlformats.org/officeDocument/2006/relationships/tags" Target="../tags/tag530.xml"/><Relationship Id="rId50" Type="http://schemas.openxmlformats.org/officeDocument/2006/relationships/tags" Target="../tags/tag315.xml"/><Relationship Id="rId104" Type="http://schemas.openxmlformats.org/officeDocument/2006/relationships/tags" Target="../tags/tag369.xml"/><Relationship Id="rId125" Type="http://schemas.openxmlformats.org/officeDocument/2006/relationships/tags" Target="../tags/tag390.xml"/><Relationship Id="rId146" Type="http://schemas.openxmlformats.org/officeDocument/2006/relationships/tags" Target="../tags/tag411.xml"/><Relationship Id="rId167" Type="http://schemas.openxmlformats.org/officeDocument/2006/relationships/tags" Target="../tags/tag432.xml"/><Relationship Id="rId188" Type="http://schemas.openxmlformats.org/officeDocument/2006/relationships/tags" Target="../tags/tag453.xml"/><Relationship Id="rId311" Type="http://schemas.openxmlformats.org/officeDocument/2006/relationships/tags" Target="../tags/tag576.xml"/><Relationship Id="rId332" Type="http://schemas.openxmlformats.org/officeDocument/2006/relationships/tags" Target="../tags/tag597.xml"/><Relationship Id="rId353" Type="http://schemas.openxmlformats.org/officeDocument/2006/relationships/tags" Target="../tags/tag618.xml"/><Relationship Id="rId374" Type="http://schemas.openxmlformats.org/officeDocument/2006/relationships/tags" Target="../tags/tag639.xml"/><Relationship Id="rId395" Type="http://schemas.openxmlformats.org/officeDocument/2006/relationships/tags" Target="../tags/tag660.xml"/><Relationship Id="rId409" Type="http://schemas.openxmlformats.org/officeDocument/2006/relationships/tags" Target="../tags/tag674.xml"/><Relationship Id="rId71" Type="http://schemas.openxmlformats.org/officeDocument/2006/relationships/tags" Target="../tags/tag336.xml"/><Relationship Id="rId92" Type="http://schemas.openxmlformats.org/officeDocument/2006/relationships/tags" Target="../tags/tag357.xml"/><Relationship Id="rId213" Type="http://schemas.openxmlformats.org/officeDocument/2006/relationships/tags" Target="../tags/tag478.xml"/><Relationship Id="rId234" Type="http://schemas.openxmlformats.org/officeDocument/2006/relationships/tags" Target="../tags/tag499.xml"/><Relationship Id="rId420" Type="http://schemas.openxmlformats.org/officeDocument/2006/relationships/tags" Target="../tags/tag685.xml"/><Relationship Id="rId2" Type="http://schemas.openxmlformats.org/officeDocument/2006/relationships/tags" Target="../tags/tag267.xml"/><Relationship Id="rId29" Type="http://schemas.openxmlformats.org/officeDocument/2006/relationships/tags" Target="../tags/tag294.xml"/><Relationship Id="rId255" Type="http://schemas.openxmlformats.org/officeDocument/2006/relationships/tags" Target="../tags/tag520.xml"/><Relationship Id="rId276" Type="http://schemas.openxmlformats.org/officeDocument/2006/relationships/tags" Target="../tags/tag541.xml"/><Relationship Id="rId297" Type="http://schemas.openxmlformats.org/officeDocument/2006/relationships/tags" Target="../tags/tag562.xml"/><Relationship Id="rId441" Type="http://schemas.openxmlformats.org/officeDocument/2006/relationships/tags" Target="../tags/tag706.xml"/><Relationship Id="rId40" Type="http://schemas.openxmlformats.org/officeDocument/2006/relationships/tags" Target="../tags/tag305.xml"/><Relationship Id="rId115" Type="http://schemas.openxmlformats.org/officeDocument/2006/relationships/tags" Target="../tags/tag380.xml"/><Relationship Id="rId136" Type="http://schemas.openxmlformats.org/officeDocument/2006/relationships/tags" Target="../tags/tag401.xml"/><Relationship Id="rId157" Type="http://schemas.openxmlformats.org/officeDocument/2006/relationships/tags" Target="../tags/tag422.xml"/><Relationship Id="rId178" Type="http://schemas.openxmlformats.org/officeDocument/2006/relationships/tags" Target="../tags/tag443.xml"/><Relationship Id="rId301" Type="http://schemas.openxmlformats.org/officeDocument/2006/relationships/tags" Target="../tags/tag566.xml"/><Relationship Id="rId322" Type="http://schemas.openxmlformats.org/officeDocument/2006/relationships/tags" Target="../tags/tag587.xml"/><Relationship Id="rId343" Type="http://schemas.openxmlformats.org/officeDocument/2006/relationships/tags" Target="../tags/tag608.xml"/><Relationship Id="rId364" Type="http://schemas.openxmlformats.org/officeDocument/2006/relationships/tags" Target="../tags/tag629.xml"/><Relationship Id="rId61" Type="http://schemas.openxmlformats.org/officeDocument/2006/relationships/tags" Target="../tags/tag326.xml"/><Relationship Id="rId82" Type="http://schemas.openxmlformats.org/officeDocument/2006/relationships/tags" Target="../tags/tag347.xml"/><Relationship Id="rId199" Type="http://schemas.openxmlformats.org/officeDocument/2006/relationships/tags" Target="../tags/tag464.xml"/><Relationship Id="rId203" Type="http://schemas.openxmlformats.org/officeDocument/2006/relationships/tags" Target="../tags/tag468.xml"/><Relationship Id="rId385" Type="http://schemas.openxmlformats.org/officeDocument/2006/relationships/tags" Target="../tags/tag650.xml"/><Relationship Id="rId19" Type="http://schemas.openxmlformats.org/officeDocument/2006/relationships/tags" Target="../tags/tag284.xml"/><Relationship Id="rId224" Type="http://schemas.openxmlformats.org/officeDocument/2006/relationships/tags" Target="../tags/tag489.xml"/><Relationship Id="rId245" Type="http://schemas.openxmlformats.org/officeDocument/2006/relationships/tags" Target="../tags/tag510.xml"/><Relationship Id="rId266" Type="http://schemas.openxmlformats.org/officeDocument/2006/relationships/tags" Target="../tags/tag531.xml"/><Relationship Id="rId287" Type="http://schemas.openxmlformats.org/officeDocument/2006/relationships/tags" Target="../tags/tag552.xml"/><Relationship Id="rId410" Type="http://schemas.openxmlformats.org/officeDocument/2006/relationships/tags" Target="../tags/tag675.xml"/><Relationship Id="rId431" Type="http://schemas.openxmlformats.org/officeDocument/2006/relationships/tags" Target="../tags/tag696.xml"/><Relationship Id="rId452" Type="http://schemas.openxmlformats.org/officeDocument/2006/relationships/image" Target="../media/image1.png"/><Relationship Id="rId30" Type="http://schemas.openxmlformats.org/officeDocument/2006/relationships/tags" Target="../tags/tag295.xml"/><Relationship Id="rId105" Type="http://schemas.openxmlformats.org/officeDocument/2006/relationships/tags" Target="../tags/tag370.xml"/><Relationship Id="rId126" Type="http://schemas.openxmlformats.org/officeDocument/2006/relationships/tags" Target="../tags/tag391.xml"/><Relationship Id="rId147" Type="http://schemas.openxmlformats.org/officeDocument/2006/relationships/tags" Target="../tags/tag412.xml"/><Relationship Id="rId168" Type="http://schemas.openxmlformats.org/officeDocument/2006/relationships/tags" Target="../tags/tag433.xml"/><Relationship Id="rId312" Type="http://schemas.openxmlformats.org/officeDocument/2006/relationships/tags" Target="../tags/tag577.xml"/><Relationship Id="rId333" Type="http://schemas.openxmlformats.org/officeDocument/2006/relationships/tags" Target="../tags/tag598.xml"/><Relationship Id="rId354" Type="http://schemas.openxmlformats.org/officeDocument/2006/relationships/tags" Target="../tags/tag619.xml"/><Relationship Id="rId51" Type="http://schemas.openxmlformats.org/officeDocument/2006/relationships/tags" Target="../tags/tag316.xml"/><Relationship Id="rId72" Type="http://schemas.openxmlformats.org/officeDocument/2006/relationships/tags" Target="../tags/tag337.xml"/><Relationship Id="rId93" Type="http://schemas.openxmlformats.org/officeDocument/2006/relationships/tags" Target="../tags/tag358.xml"/><Relationship Id="rId189" Type="http://schemas.openxmlformats.org/officeDocument/2006/relationships/tags" Target="../tags/tag454.xml"/><Relationship Id="rId375" Type="http://schemas.openxmlformats.org/officeDocument/2006/relationships/tags" Target="../tags/tag640.xml"/><Relationship Id="rId396" Type="http://schemas.openxmlformats.org/officeDocument/2006/relationships/tags" Target="../tags/tag661.xml"/><Relationship Id="rId3" Type="http://schemas.openxmlformats.org/officeDocument/2006/relationships/tags" Target="../tags/tag268.xml"/><Relationship Id="rId214" Type="http://schemas.openxmlformats.org/officeDocument/2006/relationships/tags" Target="../tags/tag479.xml"/><Relationship Id="rId235" Type="http://schemas.openxmlformats.org/officeDocument/2006/relationships/tags" Target="../tags/tag500.xml"/><Relationship Id="rId256" Type="http://schemas.openxmlformats.org/officeDocument/2006/relationships/tags" Target="../tags/tag521.xml"/><Relationship Id="rId277" Type="http://schemas.openxmlformats.org/officeDocument/2006/relationships/tags" Target="../tags/tag542.xml"/><Relationship Id="rId298" Type="http://schemas.openxmlformats.org/officeDocument/2006/relationships/tags" Target="../tags/tag563.xml"/><Relationship Id="rId400" Type="http://schemas.openxmlformats.org/officeDocument/2006/relationships/tags" Target="../tags/tag665.xml"/><Relationship Id="rId421" Type="http://schemas.openxmlformats.org/officeDocument/2006/relationships/tags" Target="../tags/tag686.xml"/><Relationship Id="rId442" Type="http://schemas.openxmlformats.org/officeDocument/2006/relationships/tags" Target="../tags/tag707.xml"/><Relationship Id="rId116" Type="http://schemas.openxmlformats.org/officeDocument/2006/relationships/tags" Target="../tags/tag381.xml"/><Relationship Id="rId137" Type="http://schemas.openxmlformats.org/officeDocument/2006/relationships/tags" Target="../tags/tag402.xml"/><Relationship Id="rId158" Type="http://schemas.openxmlformats.org/officeDocument/2006/relationships/tags" Target="../tags/tag423.xml"/><Relationship Id="rId302" Type="http://schemas.openxmlformats.org/officeDocument/2006/relationships/tags" Target="../tags/tag567.xml"/><Relationship Id="rId323" Type="http://schemas.openxmlformats.org/officeDocument/2006/relationships/tags" Target="../tags/tag588.xml"/><Relationship Id="rId344" Type="http://schemas.openxmlformats.org/officeDocument/2006/relationships/tags" Target="../tags/tag609.xml"/><Relationship Id="rId20" Type="http://schemas.openxmlformats.org/officeDocument/2006/relationships/tags" Target="../tags/tag285.xml"/><Relationship Id="rId41" Type="http://schemas.openxmlformats.org/officeDocument/2006/relationships/tags" Target="../tags/tag306.xml"/><Relationship Id="rId62" Type="http://schemas.openxmlformats.org/officeDocument/2006/relationships/tags" Target="../tags/tag327.xml"/><Relationship Id="rId83" Type="http://schemas.openxmlformats.org/officeDocument/2006/relationships/tags" Target="../tags/tag348.xml"/><Relationship Id="rId179" Type="http://schemas.openxmlformats.org/officeDocument/2006/relationships/tags" Target="../tags/tag444.xml"/><Relationship Id="rId365" Type="http://schemas.openxmlformats.org/officeDocument/2006/relationships/tags" Target="../tags/tag630.xml"/><Relationship Id="rId386" Type="http://schemas.openxmlformats.org/officeDocument/2006/relationships/tags" Target="../tags/tag651.xml"/><Relationship Id="rId190" Type="http://schemas.openxmlformats.org/officeDocument/2006/relationships/tags" Target="../tags/tag455.xml"/><Relationship Id="rId204" Type="http://schemas.openxmlformats.org/officeDocument/2006/relationships/tags" Target="../tags/tag469.xml"/><Relationship Id="rId225" Type="http://schemas.openxmlformats.org/officeDocument/2006/relationships/tags" Target="../tags/tag490.xml"/><Relationship Id="rId246" Type="http://schemas.openxmlformats.org/officeDocument/2006/relationships/tags" Target="../tags/tag511.xml"/><Relationship Id="rId267" Type="http://schemas.openxmlformats.org/officeDocument/2006/relationships/tags" Target="../tags/tag532.xml"/><Relationship Id="rId288" Type="http://schemas.openxmlformats.org/officeDocument/2006/relationships/tags" Target="../tags/tag553.xml"/><Relationship Id="rId411" Type="http://schemas.openxmlformats.org/officeDocument/2006/relationships/tags" Target="../tags/tag676.xml"/><Relationship Id="rId432" Type="http://schemas.openxmlformats.org/officeDocument/2006/relationships/tags" Target="../tags/tag697.xml"/><Relationship Id="rId106" Type="http://schemas.openxmlformats.org/officeDocument/2006/relationships/tags" Target="../tags/tag371.xml"/><Relationship Id="rId127" Type="http://schemas.openxmlformats.org/officeDocument/2006/relationships/tags" Target="../tags/tag392.xml"/><Relationship Id="rId313" Type="http://schemas.openxmlformats.org/officeDocument/2006/relationships/tags" Target="../tags/tag578.xml"/><Relationship Id="rId10" Type="http://schemas.openxmlformats.org/officeDocument/2006/relationships/tags" Target="../tags/tag275.xml"/><Relationship Id="rId31" Type="http://schemas.openxmlformats.org/officeDocument/2006/relationships/tags" Target="../tags/tag296.xml"/><Relationship Id="rId52" Type="http://schemas.openxmlformats.org/officeDocument/2006/relationships/tags" Target="../tags/tag317.xml"/><Relationship Id="rId73" Type="http://schemas.openxmlformats.org/officeDocument/2006/relationships/tags" Target="../tags/tag338.xml"/><Relationship Id="rId94" Type="http://schemas.openxmlformats.org/officeDocument/2006/relationships/tags" Target="../tags/tag359.xml"/><Relationship Id="rId148" Type="http://schemas.openxmlformats.org/officeDocument/2006/relationships/tags" Target="../tags/tag413.xml"/><Relationship Id="rId169" Type="http://schemas.openxmlformats.org/officeDocument/2006/relationships/tags" Target="../tags/tag434.xml"/><Relationship Id="rId334" Type="http://schemas.openxmlformats.org/officeDocument/2006/relationships/tags" Target="../tags/tag599.xml"/><Relationship Id="rId355" Type="http://schemas.openxmlformats.org/officeDocument/2006/relationships/tags" Target="../tags/tag620.xml"/><Relationship Id="rId376" Type="http://schemas.openxmlformats.org/officeDocument/2006/relationships/tags" Target="../tags/tag641.xml"/><Relationship Id="rId397" Type="http://schemas.openxmlformats.org/officeDocument/2006/relationships/tags" Target="../tags/tag662.xml"/><Relationship Id="rId4" Type="http://schemas.openxmlformats.org/officeDocument/2006/relationships/tags" Target="../tags/tag269.xml"/><Relationship Id="rId180" Type="http://schemas.openxmlformats.org/officeDocument/2006/relationships/tags" Target="../tags/tag445.xml"/><Relationship Id="rId215" Type="http://schemas.openxmlformats.org/officeDocument/2006/relationships/tags" Target="../tags/tag480.xml"/><Relationship Id="rId236" Type="http://schemas.openxmlformats.org/officeDocument/2006/relationships/tags" Target="../tags/tag501.xml"/><Relationship Id="rId257" Type="http://schemas.openxmlformats.org/officeDocument/2006/relationships/tags" Target="../tags/tag522.xml"/><Relationship Id="rId278" Type="http://schemas.openxmlformats.org/officeDocument/2006/relationships/tags" Target="../tags/tag543.xml"/><Relationship Id="rId401" Type="http://schemas.openxmlformats.org/officeDocument/2006/relationships/tags" Target="../tags/tag666.xml"/><Relationship Id="rId422" Type="http://schemas.openxmlformats.org/officeDocument/2006/relationships/tags" Target="../tags/tag687.xml"/><Relationship Id="rId443" Type="http://schemas.openxmlformats.org/officeDocument/2006/relationships/tags" Target="../tags/tag708.xml"/><Relationship Id="rId303" Type="http://schemas.openxmlformats.org/officeDocument/2006/relationships/tags" Target="../tags/tag568.xml"/><Relationship Id="rId42" Type="http://schemas.openxmlformats.org/officeDocument/2006/relationships/tags" Target="../tags/tag307.xml"/><Relationship Id="rId84" Type="http://schemas.openxmlformats.org/officeDocument/2006/relationships/tags" Target="../tags/tag349.xml"/><Relationship Id="rId138" Type="http://schemas.openxmlformats.org/officeDocument/2006/relationships/tags" Target="../tags/tag403.xml"/><Relationship Id="rId345" Type="http://schemas.openxmlformats.org/officeDocument/2006/relationships/tags" Target="../tags/tag610.xml"/><Relationship Id="rId387" Type="http://schemas.openxmlformats.org/officeDocument/2006/relationships/tags" Target="../tags/tag652.xml"/><Relationship Id="rId191" Type="http://schemas.openxmlformats.org/officeDocument/2006/relationships/tags" Target="../tags/tag456.xml"/><Relationship Id="rId205" Type="http://schemas.openxmlformats.org/officeDocument/2006/relationships/tags" Target="../tags/tag470.xml"/><Relationship Id="rId247" Type="http://schemas.openxmlformats.org/officeDocument/2006/relationships/tags" Target="../tags/tag512.xml"/><Relationship Id="rId412" Type="http://schemas.openxmlformats.org/officeDocument/2006/relationships/tags" Target="../tags/tag677.xml"/><Relationship Id="rId107" Type="http://schemas.openxmlformats.org/officeDocument/2006/relationships/tags" Target="../tags/tag372.xml"/><Relationship Id="rId289" Type="http://schemas.openxmlformats.org/officeDocument/2006/relationships/tags" Target="../tags/tag554.xml"/><Relationship Id="rId11" Type="http://schemas.openxmlformats.org/officeDocument/2006/relationships/tags" Target="../tags/tag276.xml"/><Relationship Id="rId53" Type="http://schemas.openxmlformats.org/officeDocument/2006/relationships/tags" Target="../tags/tag318.xml"/><Relationship Id="rId149" Type="http://schemas.openxmlformats.org/officeDocument/2006/relationships/tags" Target="../tags/tag414.xml"/><Relationship Id="rId314" Type="http://schemas.openxmlformats.org/officeDocument/2006/relationships/tags" Target="../tags/tag579.xml"/><Relationship Id="rId356" Type="http://schemas.openxmlformats.org/officeDocument/2006/relationships/tags" Target="../tags/tag621.xml"/><Relationship Id="rId398" Type="http://schemas.openxmlformats.org/officeDocument/2006/relationships/tags" Target="../tags/tag663.xml"/><Relationship Id="rId95" Type="http://schemas.openxmlformats.org/officeDocument/2006/relationships/tags" Target="../tags/tag360.xml"/><Relationship Id="rId160" Type="http://schemas.openxmlformats.org/officeDocument/2006/relationships/tags" Target="../tags/tag425.xml"/><Relationship Id="rId216" Type="http://schemas.openxmlformats.org/officeDocument/2006/relationships/tags" Target="../tags/tag481.xml"/><Relationship Id="rId423" Type="http://schemas.openxmlformats.org/officeDocument/2006/relationships/tags" Target="../tags/tag688.xml"/><Relationship Id="rId258" Type="http://schemas.openxmlformats.org/officeDocument/2006/relationships/tags" Target="../tags/tag523.xml"/><Relationship Id="rId22" Type="http://schemas.openxmlformats.org/officeDocument/2006/relationships/tags" Target="../tags/tag287.xml"/><Relationship Id="rId64" Type="http://schemas.openxmlformats.org/officeDocument/2006/relationships/tags" Target="../tags/tag329.xml"/><Relationship Id="rId118" Type="http://schemas.openxmlformats.org/officeDocument/2006/relationships/tags" Target="../tags/tag383.xml"/><Relationship Id="rId325" Type="http://schemas.openxmlformats.org/officeDocument/2006/relationships/tags" Target="../tags/tag590.xml"/><Relationship Id="rId367" Type="http://schemas.openxmlformats.org/officeDocument/2006/relationships/tags" Target="../tags/tag632.xml"/><Relationship Id="rId171" Type="http://schemas.openxmlformats.org/officeDocument/2006/relationships/tags" Target="../tags/tag436.xml"/><Relationship Id="rId227" Type="http://schemas.openxmlformats.org/officeDocument/2006/relationships/tags" Target="../tags/tag492.xml"/><Relationship Id="rId269" Type="http://schemas.openxmlformats.org/officeDocument/2006/relationships/tags" Target="../tags/tag534.xml"/><Relationship Id="rId434" Type="http://schemas.openxmlformats.org/officeDocument/2006/relationships/tags" Target="../tags/tag699.xml"/><Relationship Id="rId33" Type="http://schemas.openxmlformats.org/officeDocument/2006/relationships/tags" Target="../tags/tag298.xml"/><Relationship Id="rId129" Type="http://schemas.openxmlformats.org/officeDocument/2006/relationships/tags" Target="../tags/tag394.xml"/><Relationship Id="rId280" Type="http://schemas.openxmlformats.org/officeDocument/2006/relationships/tags" Target="../tags/tag545.xml"/><Relationship Id="rId336" Type="http://schemas.openxmlformats.org/officeDocument/2006/relationships/tags" Target="../tags/tag601.xml"/><Relationship Id="rId75" Type="http://schemas.openxmlformats.org/officeDocument/2006/relationships/tags" Target="../tags/tag340.xml"/><Relationship Id="rId140" Type="http://schemas.openxmlformats.org/officeDocument/2006/relationships/tags" Target="../tags/tag405.xml"/><Relationship Id="rId182" Type="http://schemas.openxmlformats.org/officeDocument/2006/relationships/tags" Target="../tags/tag447.xml"/><Relationship Id="rId378" Type="http://schemas.openxmlformats.org/officeDocument/2006/relationships/tags" Target="../tags/tag643.xml"/><Relationship Id="rId403" Type="http://schemas.openxmlformats.org/officeDocument/2006/relationships/tags" Target="../tags/tag668.xml"/><Relationship Id="rId6" Type="http://schemas.openxmlformats.org/officeDocument/2006/relationships/tags" Target="../tags/tag271.xml"/><Relationship Id="rId238" Type="http://schemas.openxmlformats.org/officeDocument/2006/relationships/tags" Target="../tags/tag503.xml"/><Relationship Id="rId445" Type="http://schemas.openxmlformats.org/officeDocument/2006/relationships/tags" Target="../tags/tag710.xml"/><Relationship Id="rId291" Type="http://schemas.openxmlformats.org/officeDocument/2006/relationships/tags" Target="../tags/tag556.xml"/><Relationship Id="rId305" Type="http://schemas.openxmlformats.org/officeDocument/2006/relationships/tags" Target="../tags/tag570.xml"/><Relationship Id="rId347" Type="http://schemas.openxmlformats.org/officeDocument/2006/relationships/tags" Target="../tags/tag612.xml"/><Relationship Id="rId44" Type="http://schemas.openxmlformats.org/officeDocument/2006/relationships/tags" Target="../tags/tag309.xml"/><Relationship Id="rId86" Type="http://schemas.openxmlformats.org/officeDocument/2006/relationships/tags" Target="../tags/tag351.xml"/><Relationship Id="rId151" Type="http://schemas.openxmlformats.org/officeDocument/2006/relationships/tags" Target="../tags/tag416.xml"/><Relationship Id="rId389" Type="http://schemas.openxmlformats.org/officeDocument/2006/relationships/tags" Target="../tags/tag654.xml"/><Relationship Id="rId193" Type="http://schemas.openxmlformats.org/officeDocument/2006/relationships/tags" Target="../tags/tag458.xml"/><Relationship Id="rId207" Type="http://schemas.openxmlformats.org/officeDocument/2006/relationships/tags" Target="../tags/tag472.xml"/><Relationship Id="rId249" Type="http://schemas.openxmlformats.org/officeDocument/2006/relationships/tags" Target="../tags/tag514.xml"/><Relationship Id="rId414" Type="http://schemas.openxmlformats.org/officeDocument/2006/relationships/tags" Target="../tags/tag679.xml"/><Relationship Id="rId13" Type="http://schemas.openxmlformats.org/officeDocument/2006/relationships/tags" Target="../tags/tag278.xml"/><Relationship Id="rId109" Type="http://schemas.openxmlformats.org/officeDocument/2006/relationships/tags" Target="../tags/tag374.xml"/><Relationship Id="rId260" Type="http://schemas.openxmlformats.org/officeDocument/2006/relationships/tags" Target="../tags/tag525.xml"/><Relationship Id="rId316" Type="http://schemas.openxmlformats.org/officeDocument/2006/relationships/tags" Target="../tags/tag581.xml"/><Relationship Id="rId55" Type="http://schemas.openxmlformats.org/officeDocument/2006/relationships/tags" Target="../tags/tag320.xml"/><Relationship Id="rId97" Type="http://schemas.openxmlformats.org/officeDocument/2006/relationships/tags" Target="../tags/tag362.xml"/><Relationship Id="rId120" Type="http://schemas.openxmlformats.org/officeDocument/2006/relationships/tags" Target="../tags/tag385.xml"/><Relationship Id="rId358" Type="http://schemas.openxmlformats.org/officeDocument/2006/relationships/tags" Target="../tags/tag623.xml"/><Relationship Id="rId162" Type="http://schemas.openxmlformats.org/officeDocument/2006/relationships/tags" Target="../tags/tag427.xml"/><Relationship Id="rId218" Type="http://schemas.openxmlformats.org/officeDocument/2006/relationships/tags" Target="../tags/tag483.xml"/><Relationship Id="rId425" Type="http://schemas.openxmlformats.org/officeDocument/2006/relationships/tags" Target="../tags/tag690.xml"/><Relationship Id="rId271" Type="http://schemas.openxmlformats.org/officeDocument/2006/relationships/tags" Target="../tags/tag536.xml"/><Relationship Id="rId24" Type="http://schemas.openxmlformats.org/officeDocument/2006/relationships/tags" Target="../tags/tag289.xml"/><Relationship Id="rId66" Type="http://schemas.openxmlformats.org/officeDocument/2006/relationships/tags" Target="../tags/tag331.xml"/><Relationship Id="rId131" Type="http://schemas.openxmlformats.org/officeDocument/2006/relationships/tags" Target="../tags/tag396.xml"/><Relationship Id="rId327" Type="http://schemas.openxmlformats.org/officeDocument/2006/relationships/tags" Target="../tags/tag592.xml"/><Relationship Id="rId369" Type="http://schemas.openxmlformats.org/officeDocument/2006/relationships/tags" Target="../tags/tag634.xml"/><Relationship Id="rId173" Type="http://schemas.openxmlformats.org/officeDocument/2006/relationships/tags" Target="../tags/tag438.xml"/><Relationship Id="rId229" Type="http://schemas.openxmlformats.org/officeDocument/2006/relationships/tags" Target="../tags/tag494.xml"/><Relationship Id="rId380" Type="http://schemas.openxmlformats.org/officeDocument/2006/relationships/tags" Target="../tags/tag645.xml"/><Relationship Id="rId436" Type="http://schemas.openxmlformats.org/officeDocument/2006/relationships/tags" Target="../tags/tag701.xml"/><Relationship Id="rId240" Type="http://schemas.openxmlformats.org/officeDocument/2006/relationships/tags" Target="../tags/tag505.xml"/><Relationship Id="rId35" Type="http://schemas.openxmlformats.org/officeDocument/2006/relationships/tags" Target="../tags/tag300.xml"/><Relationship Id="rId77" Type="http://schemas.openxmlformats.org/officeDocument/2006/relationships/tags" Target="../tags/tag342.xml"/><Relationship Id="rId100" Type="http://schemas.openxmlformats.org/officeDocument/2006/relationships/tags" Target="../tags/tag365.xml"/><Relationship Id="rId282" Type="http://schemas.openxmlformats.org/officeDocument/2006/relationships/tags" Target="../tags/tag547.xml"/><Relationship Id="rId338" Type="http://schemas.openxmlformats.org/officeDocument/2006/relationships/tags" Target="../tags/tag603.xml"/><Relationship Id="rId8" Type="http://schemas.openxmlformats.org/officeDocument/2006/relationships/tags" Target="../tags/tag273.xml"/><Relationship Id="rId142" Type="http://schemas.openxmlformats.org/officeDocument/2006/relationships/tags" Target="../tags/tag407.xml"/><Relationship Id="rId184" Type="http://schemas.openxmlformats.org/officeDocument/2006/relationships/tags" Target="../tags/tag449.xml"/><Relationship Id="rId391" Type="http://schemas.openxmlformats.org/officeDocument/2006/relationships/tags" Target="../tags/tag656.xml"/><Relationship Id="rId405" Type="http://schemas.openxmlformats.org/officeDocument/2006/relationships/tags" Target="../tags/tag670.xml"/><Relationship Id="rId447" Type="http://schemas.openxmlformats.org/officeDocument/2006/relationships/tags" Target="../tags/tag712.xml"/><Relationship Id="rId251" Type="http://schemas.openxmlformats.org/officeDocument/2006/relationships/tags" Target="../tags/tag516.xml"/><Relationship Id="rId46" Type="http://schemas.openxmlformats.org/officeDocument/2006/relationships/tags" Target="../tags/tag311.xml"/><Relationship Id="rId293" Type="http://schemas.openxmlformats.org/officeDocument/2006/relationships/tags" Target="../tags/tag558.xml"/><Relationship Id="rId307" Type="http://schemas.openxmlformats.org/officeDocument/2006/relationships/tags" Target="../tags/tag572.xml"/><Relationship Id="rId349" Type="http://schemas.openxmlformats.org/officeDocument/2006/relationships/tags" Target="../tags/tag614.xml"/><Relationship Id="rId88" Type="http://schemas.openxmlformats.org/officeDocument/2006/relationships/tags" Target="../tags/tag353.xml"/><Relationship Id="rId111" Type="http://schemas.openxmlformats.org/officeDocument/2006/relationships/tags" Target="../tags/tag376.xml"/><Relationship Id="rId153" Type="http://schemas.openxmlformats.org/officeDocument/2006/relationships/tags" Target="../tags/tag418.xml"/><Relationship Id="rId195" Type="http://schemas.openxmlformats.org/officeDocument/2006/relationships/tags" Target="../tags/tag460.xml"/><Relationship Id="rId209" Type="http://schemas.openxmlformats.org/officeDocument/2006/relationships/tags" Target="../tags/tag474.xml"/><Relationship Id="rId360" Type="http://schemas.openxmlformats.org/officeDocument/2006/relationships/tags" Target="../tags/tag625.xml"/><Relationship Id="rId416" Type="http://schemas.openxmlformats.org/officeDocument/2006/relationships/tags" Target="../tags/tag681.xml"/><Relationship Id="rId220" Type="http://schemas.openxmlformats.org/officeDocument/2006/relationships/tags" Target="../tags/tag485.xml"/><Relationship Id="rId15" Type="http://schemas.openxmlformats.org/officeDocument/2006/relationships/tags" Target="../tags/tag280.xml"/><Relationship Id="rId57" Type="http://schemas.openxmlformats.org/officeDocument/2006/relationships/tags" Target="../tags/tag322.xml"/><Relationship Id="rId262" Type="http://schemas.openxmlformats.org/officeDocument/2006/relationships/tags" Target="../tags/tag527.xml"/><Relationship Id="rId318" Type="http://schemas.openxmlformats.org/officeDocument/2006/relationships/tags" Target="../tags/tag583.xml"/><Relationship Id="rId99" Type="http://schemas.openxmlformats.org/officeDocument/2006/relationships/tags" Target="../tags/tag364.xml"/><Relationship Id="rId122" Type="http://schemas.openxmlformats.org/officeDocument/2006/relationships/tags" Target="../tags/tag387.xml"/><Relationship Id="rId164" Type="http://schemas.openxmlformats.org/officeDocument/2006/relationships/tags" Target="../tags/tag429.xml"/><Relationship Id="rId371" Type="http://schemas.openxmlformats.org/officeDocument/2006/relationships/tags" Target="../tags/tag636.xml"/><Relationship Id="rId427" Type="http://schemas.openxmlformats.org/officeDocument/2006/relationships/tags" Target="../tags/tag692.xml"/><Relationship Id="rId26" Type="http://schemas.openxmlformats.org/officeDocument/2006/relationships/tags" Target="../tags/tag291.xml"/><Relationship Id="rId231" Type="http://schemas.openxmlformats.org/officeDocument/2006/relationships/tags" Target="../tags/tag496.xml"/><Relationship Id="rId273" Type="http://schemas.openxmlformats.org/officeDocument/2006/relationships/tags" Target="../tags/tag538.xml"/><Relationship Id="rId329" Type="http://schemas.openxmlformats.org/officeDocument/2006/relationships/tags" Target="../tags/tag594.xml"/><Relationship Id="rId68" Type="http://schemas.openxmlformats.org/officeDocument/2006/relationships/tags" Target="../tags/tag333.xml"/><Relationship Id="rId133" Type="http://schemas.openxmlformats.org/officeDocument/2006/relationships/tags" Target="../tags/tag398.xml"/><Relationship Id="rId175" Type="http://schemas.openxmlformats.org/officeDocument/2006/relationships/tags" Target="../tags/tag440.xml"/><Relationship Id="rId340" Type="http://schemas.openxmlformats.org/officeDocument/2006/relationships/tags" Target="../tags/tag605.xml"/><Relationship Id="rId200" Type="http://schemas.openxmlformats.org/officeDocument/2006/relationships/tags" Target="../tags/tag465.xml"/><Relationship Id="rId382" Type="http://schemas.openxmlformats.org/officeDocument/2006/relationships/tags" Target="../tags/tag647.xml"/><Relationship Id="rId438" Type="http://schemas.openxmlformats.org/officeDocument/2006/relationships/tags" Target="../tags/tag703.xml"/><Relationship Id="rId242" Type="http://schemas.openxmlformats.org/officeDocument/2006/relationships/tags" Target="../tags/tag507.xml"/><Relationship Id="rId284" Type="http://schemas.openxmlformats.org/officeDocument/2006/relationships/tags" Target="../tags/tag549.xml"/><Relationship Id="rId37" Type="http://schemas.openxmlformats.org/officeDocument/2006/relationships/tags" Target="../tags/tag302.xml"/><Relationship Id="rId79" Type="http://schemas.openxmlformats.org/officeDocument/2006/relationships/tags" Target="../tags/tag344.xml"/><Relationship Id="rId102" Type="http://schemas.openxmlformats.org/officeDocument/2006/relationships/tags" Target="../tags/tag367.xml"/><Relationship Id="rId144" Type="http://schemas.openxmlformats.org/officeDocument/2006/relationships/tags" Target="../tags/tag409.xml"/><Relationship Id="rId90" Type="http://schemas.openxmlformats.org/officeDocument/2006/relationships/tags" Target="../tags/tag355.xml"/><Relationship Id="rId186" Type="http://schemas.openxmlformats.org/officeDocument/2006/relationships/tags" Target="../tags/tag451.xml"/><Relationship Id="rId351" Type="http://schemas.openxmlformats.org/officeDocument/2006/relationships/tags" Target="../tags/tag616.xml"/><Relationship Id="rId393" Type="http://schemas.openxmlformats.org/officeDocument/2006/relationships/tags" Target="../tags/tag658.xml"/><Relationship Id="rId407" Type="http://schemas.openxmlformats.org/officeDocument/2006/relationships/tags" Target="../tags/tag672.xml"/><Relationship Id="rId449" Type="http://schemas.openxmlformats.org/officeDocument/2006/relationships/tags" Target="../tags/tag714.xml"/><Relationship Id="rId211" Type="http://schemas.openxmlformats.org/officeDocument/2006/relationships/tags" Target="../tags/tag476.xml"/><Relationship Id="rId253" Type="http://schemas.openxmlformats.org/officeDocument/2006/relationships/tags" Target="../tags/tag518.xml"/><Relationship Id="rId295" Type="http://schemas.openxmlformats.org/officeDocument/2006/relationships/tags" Target="../tags/tag560.xml"/><Relationship Id="rId309" Type="http://schemas.openxmlformats.org/officeDocument/2006/relationships/tags" Target="../tags/tag574.xml"/><Relationship Id="rId48" Type="http://schemas.openxmlformats.org/officeDocument/2006/relationships/tags" Target="../tags/tag313.xml"/><Relationship Id="rId113" Type="http://schemas.openxmlformats.org/officeDocument/2006/relationships/tags" Target="../tags/tag378.xml"/><Relationship Id="rId320" Type="http://schemas.openxmlformats.org/officeDocument/2006/relationships/tags" Target="../tags/tag585.xml"/><Relationship Id="rId155" Type="http://schemas.openxmlformats.org/officeDocument/2006/relationships/tags" Target="../tags/tag420.xml"/><Relationship Id="rId197" Type="http://schemas.openxmlformats.org/officeDocument/2006/relationships/tags" Target="../tags/tag462.xml"/><Relationship Id="rId362" Type="http://schemas.openxmlformats.org/officeDocument/2006/relationships/tags" Target="../tags/tag627.xml"/><Relationship Id="rId418" Type="http://schemas.openxmlformats.org/officeDocument/2006/relationships/tags" Target="../tags/tag683.xml"/><Relationship Id="rId222" Type="http://schemas.openxmlformats.org/officeDocument/2006/relationships/tags" Target="../tags/tag487.xml"/><Relationship Id="rId264" Type="http://schemas.openxmlformats.org/officeDocument/2006/relationships/tags" Target="../tags/tag529.xml"/><Relationship Id="rId17" Type="http://schemas.openxmlformats.org/officeDocument/2006/relationships/tags" Target="../tags/tag282.xml"/><Relationship Id="rId59" Type="http://schemas.openxmlformats.org/officeDocument/2006/relationships/tags" Target="../tags/tag324.xml"/><Relationship Id="rId124" Type="http://schemas.openxmlformats.org/officeDocument/2006/relationships/tags" Target="../tags/tag389.xml"/><Relationship Id="rId70" Type="http://schemas.openxmlformats.org/officeDocument/2006/relationships/tags" Target="../tags/tag335.xml"/><Relationship Id="rId166" Type="http://schemas.openxmlformats.org/officeDocument/2006/relationships/tags" Target="../tags/tag431.xml"/><Relationship Id="rId331" Type="http://schemas.openxmlformats.org/officeDocument/2006/relationships/tags" Target="../tags/tag596.xml"/><Relationship Id="rId373" Type="http://schemas.openxmlformats.org/officeDocument/2006/relationships/tags" Target="../tags/tag638.xml"/><Relationship Id="rId429" Type="http://schemas.openxmlformats.org/officeDocument/2006/relationships/tags" Target="../tags/tag694.xml"/><Relationship Id="rId1" Type="http://schemas.openxmlformats.org/officeDocument/2006/relationships/tags" Target="../tags/tag266.xml"/><Relationship Id="rId233" Type="http://schemas.openxmlformats.org/officeDocument/2006/relationships/tags" Target="../tags/tag498.xml"/><Relationship Id="rId440" Type="http://schemas.openxmlformats.org/officeDocument/2006/relationships/tags" Target="../tags/tag705.xml"/><Relationship Id="rId28" Type="http://schemas.openxmlformats.org/officeDocument/2006/relationships/tags" Target="../tags/tag293.xml"/><Relationship Id="rId275" Type="http://schemas.openxmlformats.org/officeDocument/2006/relationships/tags" Target="../tags/tag540.xml"/><Relationship Id="rId300" Type="http://schemas.openxmlformats.org/officeDocument/2006/relationships/tags" Target="../tags/tag565.xml"/><Relationship Id="rId81" Type="http://schemas.openxmlformats.org/officeDocument/2006/relationships/tags" Target="../tags/tag346.xml"/><Relationship Id="rId135" Type="http://schemas.openxmlformats.org/officeDocument/2006/relationships/tags" Target="../tags/tag400.xml"/><Relationship Id="rId177" Type="http://schemas.openxmlformats.org/officeDocument/2006/relationships/tags" Target="../tags/tag442.xml"/><Relationship Id="rId342" Type="http://schemas.openxmlformats.org/officeDocument/2006/relationships/tags" Target="../tags/tag607.xml"/><Relationship Id="rId384" Type="http://schemas.openxmlformats.org/officeDocument/2006/relationships/tags" Target="../tags/tag649.xml"/><Relationship Id="rId202" Type="http://schemas.openxmlformats.org/officeDocument/2006/relationships/tags" Target="../tags/tag467.xml"/><Relationship Id="rId244" Type="http://schemas.openxmlformats.org/officeDocument/2006/relationships/tags" Target="../tags/tag509.xml"/><Relationship Id="rId39" Type="http://schemas.openxmlformats.org/officeDocument/2006/relationships/tags" Target="../tags/tag304.xml"/><Relationship Id="rId286" Type="http://schemas.openxmlformats.org/officeDocument/2006/relationships/tags" Target="../tags/tag551.xml"/><Relationship Id="rId45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71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17.xml"/><Relationship Id="rId1" Type="http://schemas.openxmlformats.org/officeDocument/2006/relationships/tags" Target="../tags/tag716.xml"/><Relationship Id="rId6" Type="http://schemas.openxmlformats.org/officeDocument/2006/relationships/tags" Target="../tags/tag721.xml"/><Relationship Id="rId5" Type="http://schemas.openxmlformats.org/officeDocument/2006/relationships/tags" Target="../tags/tag720.xml"/><Relationship Id="rId4" Type="http://schemas.openxmlformats.org/officeDocument/2006/relationships/tags" Target="../tags/tag7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24.xml"/><Relationship Id="rId2" Type="http://schemas.openxmlformats.org/officeDocument/2006/relationships/tags" Target="../tags/tag723.xml"/><Relationship Id="rId1" Type="http://schemas.openxmlformats.org/officeDocument/2006/relationships/tags" Target="../tags/tag722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733.xml"/><Relationship Id="rId13" Type="http://schemas.openxmlformats.org/officeDocument/2006/relationships/tags" Target="../tags/tag738.xml"/><Relationship Id="rId18" Type="http://schemas.openxmlformats.org/officeDocument/2006/relationships/tags" Target="../tags/tag743.xml"/><Relationship Id="rId26" Type="http://schemas.openxmlformats.org/officeDocument/2006/relationships/tags" Target="../tags/tag751.xml"/><Relationship Id="rId3" Type="http://schemas.openxmlformats.org/officeDocument/2006/relationships/tags" Target="../tags/tag728.xml"/><Relationship Id="rId21" Type="http://schemas.openxmlformats.org/officeDocument/2006/relationships/tags" Target="../tags/tag746.xml"/><Relationship Id="rId7" Type="http://schemas.openxmlformats.org/officeDocument/2006/relationships/tags" Target="../tags/tag732.xml"/><Relationship Id="rId12" Type="http://schemas.openxmlformats.org/officeDocument/2006/relationships/tags" Target="../tags/tag737.xml"/><Relationship Id="rId17" Type="http://schemas.openxmlformats.org/officeDocument/2006/relationships/tags" Target="../tags/tag742.xml"/><Relationship Id="rId25" Type="http://schemas.openxmlformats.org/officeDocument/2006/relationships/tags" Target="../tags/tag750.xml"/><Relationship Id="rId2" Type="http://schemas.openxmlformats.org/officeDocument/2006/relationships/tags" Target="../tags/tag727.xml"/><Relationship Id="rId16" Type="http://schemas.openxmlformats.org/officeDocument/2006/relationships/tags" Target="../tags/tag741.xml"/><Relationship Id="rId20" Type="http://schemas.openxmlformats.org/officeDocument/2006/relationships/tags" Target="../tags/tag745.xml"/><Relationship Id="rId29" Type="http://schemas.openxmlformats.org/officeDocument/2006/relationships/image" Target="../media/image1.png"/><Relationship Id="rId1" Type="http://schemas.openxmlformats.org/officeDocument/2006/relationships/tags" Target="../tags/tag726.xml"/><Relationship Id="rId6" Type="http://schemas.openxmlformats.org/officeDocument/2006/relationships/tags" Target="../tags/tag731.xml"/><Relationship Id="rId11" Type="http://schemas.openxmlformats.org/officeDocument/2006/relationships/tags" Target="../tags/tag736.xml"/><Relationship Id="rId24" Type="http://schemas.openxmlformats.org/officeDocument/2006/relationships/tags" Target="../tags/tag749.xml"/><Relationship Id="rId5" Type="http://schemas.openxmlformats.org/officeDocument/2006/relationships/tags" Target="../tags/tag730.xml"/><Relationship Id="rId15" Type="http://schemas.openxmlformats.org/officeDocument/2006/relationships/tags" Target="../tags/tag740.xml"/><Relationship Id="rId23" Type="http://schemas.openxmlformats.org/officeDocument/2006/relationships/tags" Target="../tags/tag748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735.xml"/><Relationship Id="rId19" Type="http://schemas.openxmlformats.org/officeDocument/2006/relationships/tags" Target="../tags/tag744.xml"/><Relationship Id="rId4" Type="http://schemas.openxmlformats.org/officeDocument/2006/relationships/tags" Target="../tags/tag729.xml"/><Relationship Id="rId9" Type="http://schemas.openxmlformats.org/officeDocument/2006/relationships/tags" Target="../tags/tag734.xml"/><Relationship Id="rId14" Type="http://schemas.openxmlformats.org/officeDocument/2006/relationships/tags" Target="../tags/tag739.xml"/><Relationship Id="rId22" Type="http://schemas.openxmlformats.org/officeDocument/2006/relationships/tags" Target="../tags/tag747.xml"/><Relationship Id="rId27" Type="http://schemas.openxmlformats.org/officeDocument/2006/relationships/tags" Target="../tags/tag75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760.xml"/><Relationship Id="rId13" Type="http://schemas.openxmlformats.org/officeDocument/2006/relationships/tags" Target="../tags/tag765.xml"/><Relationship Id="rId18" Type="http://schemas.openxmlformats.org/officeDocument/2006/relationships/tags" Target="../tags/tag770.xml"/><Relationship Id="rId26" Type="http://schemas.openxmlformats.org/officeDocument/2006/relationships/tags" Target="../tags/tag778.xml"/><Relationship Id="rId3" Type="http://schemas.openxmlformats.org/officeDocument/2006/relationships/tags" Target="../tags/tag755.xml"/><Relationship Id="rId21" Type="http://schemas.openxmlformats.org/officeDocument/2006/relationships/tags" Target="../tags/tag773.xml"/><Relationship Id="rId7" Type="http://schemas.openxmlformats.org/officeDocument/2006/relationships/tags" Target="../tags/tag759.xml"/><Relationship Id="rId12" Type="http://schemas.openxmlformats.org/officeDocument/2006/relationships/tags" Target="../tags/tag764.xml"/><Relationship Id="rId17" Type="http://schemas.openxmlformats.org/officeDocument/2006/relationships/tags" Target="../tags/tag769.xml"/><Relationship Id="rId25" Type="http://schemas.openxmlformats.org/officeDocument/2006/relationships/tags" Target="../tags/tag777.xml"/><Relationship Id="rId2" Type="http://schemas.openxmlformats.org/officeDocument/2006/relationships/tags" Target="../tags/tag754.xml"/><Relationship Id="rId16" Type="http://schemas.openxmlformats.org/officeDocument/2006/relationships/tags" Target="../tags/tag768.xml"/><Relationship Id="rId20" Type="http://schemas.openxmlformats.org/officeDocument/2006/relationships/tags" Target="../tags/tag772.xml"/><Relationship Id="rId29" Type="http://schemas.openxmlformats.org/officeDocument/2006/relationships/image" Target="../media/image1.png"/><Relationship Id="rId1" Type="http://schemas.openxmlformats.org/officeDocument/2006/relationships/tags" Target="../tags/tag753.xml"/><Relationship Id="rId6" Type="http://schemas.openxmlformats.org/officeDocument/2006/relationships/tags" Target="../tags/tag758.xml"/><Relationship Id="rId11" Type="http://schemas.openxmlformats.org/officeDocument/2006/relationships/tags" Target="../tags/tag763.xml"/><Relationship Id="rId24" Type="http://schemas.openxmlformats.org/officeDocument/2006/relationships/tags" Target="../tags/tag776.xml"/><Relationship Id="rId5" Type="http://schemas.openxmlformats.org/officeDocument/2006/relationships/tags" Target="../tags/tag757.xml"/><Relationship Id="rId15" Type="http://schemas.openxmlformats.org/officeDocument/2006/relationships/tags" Target="../tags/tag767.xml"/><Relationship Id="rId23" Type="http://schemas.openxmlformats.org/officeDocument/2006/relationships/tags" Target="../tags/tag775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762.xml"/><Relationship Id="rId19" Type="http://schemas.openxmlformats.org/officeDocument/2006/relationships/tags" Target="../tags/tag771.xml"/><Relationship Id="rId4" Type="http://schemas.openxmlformats.org/officeDocument/2006/relationships/tags" Target="../tags/tag756.xml"/><Relationship Id="rId9" Type="http://schemas.openxmlformats.org/officeDocument/2006/relationships/tags" Target="../tags/tag761.xml"/><Relationship Id="rId14" Type="http://schemas.openxmlformats.org/officeDocument/2006/relationships/tags" Target="../tags/tag766.xml"/><Relationship Id="rId22" Type="http://schemas.openxmlformats.org/officeDocument/2006/relationships/tags" Target="../tags/tag774.xml"/><Relationship Id="rId27" Type="http://schemas.openxmlformats.org/officeDocument/2006/relationships/tags" Target="../tags/tag77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78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81.xml"/><Relationship Id="rId1" Type="http://schemas.openxmlformats.org/officeDocument/2006/relationships/tags" Target="../tags/tag780.xml"/><Relationship Id="rId6" Type="http://schemas.openxmlformats.org/officeDocument/2006/relationships/tags" Target="../tags/tag785.xml"/><Relationship Id="rId5" Type="http://schemas.openxmlformats.org/officeDocument/2006/relationships/tags" Target="../tags/tag784.xml"/><Relationship Id="rId4" Type="http://schemas.openxmlformats.org/officeDocument/2006/relationships/tags" Target="../tags/tag78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788.xml"/><Relationship Id="rId7" Type="http://schemas.openxmlformats.org/officeDocument/2006/relationships/image" Target="../media/image1.png"/><Relationship Id="rId2" Type="http://schemas.openxmlformats.org/officeDocument/2006/relationships/tags" Target="../tags/tag787.xml"/><Relationship Id="rId1" Type="http://schemas.openxmlformats.org/officeDocument/2006/relationships/tags" Target="../tags/tag78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90.xml"/><Relationship Id="rId4" Type="http://schemas.openxmlformats.org/officeDocument/2006/relationships/tags" Target="../tags/tag78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798.xml"/><Relationship Id="rId13" Type="http://schemas.openxmlformats.org/officeDocument/2006/relationships/tags" Target="../tags/tag803.xml"/><Relationship Id="rId18" Type="http://schemas.openxmlformats.org/officeDocument/2006/relationships/tags" Target="../tags/tag808.xml"/><Relationship Id="rId26" Type="http://schemas.openxmlformats.org/officeDocument/2006/relationships/tags" Target="../tags/tag816.xml"/><Relationship Id="rId3" Type="http://schemas.openxmlformats.org/officeDocument/2006/relationships/tags" Target="../tags/tag793.xml"/><Relationship Id="rId21" Type="http://schemas.openxmlformats.org/officeDocument/2006/relationships/tags" Target="../tags/tag811.xml"/><Relationship Id="rId7" Type="http://schemas.openxmlformats.org/officeDocument/2006/relationships/tags" Target="../tags/tag797.xml"/><Relationship Id="rId12" Type="http://schemas.openxmlformats.org/officeDocument/2006/relationships/tags" Target="../tags/tag802.xml"/><Relationship Id="rId17" Type="http://schemas.openxmlformats.org/officeDocument/2006/relationships/tags" Target="../tags/tag807.xml"/><Relationship Id="rId25" Type="http://schemas.openxmlformats.org/officeDocument/2006/relationships/tags" Target="../tags/tag815.xml"/><Relationship Id="rId2" Type="http://schemas.openxmlformats.org/officeDocument/2006/relationships/tags" Target="../tags/tag792.xml"/><Relationship Id="rId16" Type="http://schemas.openxmlformats.org/officeDocument/2006/relationships/tags" Target="../tags/tag806.xml"/><Relationship Id="rId20" Type="http://schemas.openxmlformats.org/officeDocument/2006/relationships/tags" Target="../tags/tag810.xml"/><Relationship Id="rId29" Type="http://schemas.openxmlformats.org/officeDocument/2006/relationships/image" Target="../media/image1.png"/><Relationship Id="rId1" Type="http://schemas.openxmlformats.org/officeDocument/2006/relationships/tags" Target="../tags/tag791.xml"/><Relationship Id="rId6" Type="http://schemas.openxmlformats.org/officeDocument/2006/relationships/tags" Target="../tags/tag796.xml"/><Relationship Id="rId11" Type="http://schemas.openxmlformats.org/officeDocument/2006/relationships/tags" Target="../tags/tag801.xml"/><Relationship Id="rId24" Type="http://schemas.openxmlformats.org/officeDocument/2006/relationships/tags" Target="../tags/tag814.xml"/><Relationship Id="rId5" Type="http://schemas.openxmlformats.org/officeDocument/2006/relationships/tags" Target="../tags/tag795.xml"/><Relationship Id="rId15" Type="http://schemas.openxmlformats.org/officeDocument/2006/relationships/tags" Target="../tags/tag805.xml"/><Relationship Id="rId23" Type="http://schemas.openxmlformats.org/officeDocument/2006/relationships/tags" Target="../tags/tag813.xml"/><Relationship Id="rId28" Type="http://schemas.openxmlformats.org/officeDocument/2006/relationships/slideLayout" Target="../slideLayouts/slideLayout2.xml"/><Relationship Id="rId10" Type="http://schemas.openxmlformats.org/officeDocument/2006/relationships/tags" Target="../tags/tag800.xml"/><Relationship Id="rId19" Type="http://schemas.openxmlformats.org/officeDocument/2006/relationships/tags" Target="../tags/tag809.xml"/><Relationship Id="rId4" Type="http://schemas.openxmlformats.org/officeDocument/2006/relationships/tags" Target="../tags/tag794.xml"/><Relationship Id="rId9" Type="http://schemas.openxmlformats.org/officeDocument/2006/relationships/tags" Target="../tags/tag799.xml"/><Relationship Id="rId14" Type="http://schemas.openxmlformats.org/officeDocument/2006/relationships/tags" Target="../tags/tag804.xml"/><Relationship Id="rId22" Type="http://schemas.openxmlformats.org/officeDocument/2006/relationships/tags" Target="../tags/tag812.xml"/><Relationship Id="rId27" Type="http://schemas.openxmlformats.org/officeDocument/2006/relationships/tags" Target="../tags/tag8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820.xml"/><Relationship Id="rId2" Type="http://schemas.openxmlformats.org/officeDocument/2006/relationships/tags" Target="../tags/tag819.xml"/><Relationship Id="rId1" Type="http://schemas.openxmlformats.org/officeDocument/2006/relationships/tags" Target="../tags/tag818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829.xml"/><Relationship Id="rId13" Type="http://schemas.openxmlformats.org/officeDocument/2006/relationships/image" Target="../media/image1.png"/><Relationship Id="rId3" Type="http://schemas.openxmlformats.org/officeDocument/2006/relationships/tags" Target="../tags/tag824.xml"/><Relationship Id="rId7" Type="http://schemas.openxmlformats.org/officeDocument/2006/relationships/tags" Target="../tags/tag828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823.xml"/><Relationship Id="rId1" Type="http://schemas.openxmlformats.org/officeDocument/2006/relationships/tags" Target="../tags/tag822.xml"/><Relationship Id="rId6" Type="http://schemas.openxmlformats.org/officeDocument/2006/relationships/tags" Target="../tags/tag827.xml"/><Relationship Id="rId11" Type="http://schemas.openxmlformats.org/officeDocument/2006/relationships/tags" Target="../tags/tag832.xml"/><Relationship Id="rId5" Type="http://schemas.openxmlformats.org/officeDocument/2006/relationships/tags" Target="../tags/tag826.xml"/><Relationship Id="rId10" Type="http://schemas.openxmlformats.org/officeDocument/2006/relationships/tags" Target="../tags/tag831.xml"/><Relationship Id="rId4" Type="http://schemas.openxmlformats.org/officeDocument/2006/relationships/tags" Target="../tags/tag825.xml"/><Relationship Id="rId9" Type="http://schemas.openxmlformats.org/officeDocument/2006/relationships/tags" Target="../tags/tag830.xml"/><Relationship Id="rId1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840.xml"/><Relationship Id="rId13" Type="http://schemas.openxmlformats.org/officeDocument/2006/relationships/tags" Target="../tags/tag845.xml"/><Relationship Id="rId3" Type="http://schemas.openxmlformats.org/officeDocument/2006/relationships/tags" Target="../tags/tag835.xml"/><Relationship Id="rId7" Type="http://schemas.openxmlformats.org/officeDocument/2006/relationships/tags" Target="../tags/tag839.xml"/><Relationship Id="rId12" Type="http://schemas.openxmlformats.org/officeDocument/2006/relationships/tags" Target="../tags/tag844.xml"/><Relationship Id="rId2" Type="http://schemas.openxmlformats.org/officeDocument/2006/relationships/tags" Target="../tags/tag834.xml"/><Relationship Id="rId16" Type="http://schemas.openxmlformats.org/officeDocument/2006/relationships/image" Target="../media/image3.png"/><Relationship Id="rId1" Type="http://schemas.openxmlformats.org/officeDocument/2006/relationships/tags" Target="../tags/tag833.xml"/><Relationship Id="rId6" Type="http://schemas.openxmlformats.org/officeDocument/2006/relationships/tags" Target="../tags/tag838.xml"/><Relationship Id="rId11" Type="http://schemas.openxmlformats.org/officeDocument/2006/relationships/tags" Target="../tags/tag843.xml"/><Relationship Id="rId5" Type="http://schemas.openxmlformats.org/officeDocument/2006/relationships/tags" Target="../tags/tag837.xml"/><Relationship Id="rId15" Type="http://schemas.openxmlformats.org/officeDocument/2006/relationships/image" Target="../media/image1.png"/><Relationship Id="rId10" Type="http://schemas.openxmlformats.org/officeDocument/2006/relationships/tags" Target="../tags/tag842.xml"/><Relationship Id="rId4" Type="http://schemas.openxmlformats.org/officeDocument/2006/relationships/tags" Target="../tags/tag836.xml"/><Relationship Id="rId9" Type="http://schemas.openxmlformats.org/officeDocument/2006/relationships/tags" Target="../tags/tag841.xml"/><Relationship Id="rId1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853.xml"/><Relationship Id="rId13" Type="http://schemas.openxmlformats.org/officeDocument/2006/relationships/tags" Target="../tags/tag858.xml"/><Relationship Id="rId18" Type="http://schemas.openxmlformats.org/officeDocument/2006/relationships/image" Target="../media/image3.png"/><Relationship Id="rId3" Type="http://schemas.openxmlformats.org/officeDocument/2006/relationships/tags" Target="../tags/tag848.xml"/><Relationship Id="rId7" Type="http://schemas.openxmlformats.org/officeDocument/2006/relationships/tags" Target="../tags/tag852.xml"/><Relationship Id="rId12" Type="http://schemas.openxmlformats.org/officeDocument/2006/relationships/tags" Target="../tags/tag857.xml"/><Relationship Id="rId17" Type="http://schemas.openxmlformats.org/officeDocument/2006/relationships/image" Target="../media/image1.png"/><Relationship Id="rId2" Type="http://schemas.openxmlformats.org/officeDocument/2006/relationships/tags" Target="../tags/tag847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846.xml"/><Relationship Id="rId6" Type="http://schemas.openxmlformats.org/officeDocument/2006/relationships/tags" Target="../tags/tag851.xml"/><Relationship Id="rId11" Type="http://schemas.openxmlformats.org/officeDocument/2006/relationships/tags" Target="../tags/tag856.xml"/><Relationship Id="rId5" Type="http://schemas.openxmlformats.org/officeDocument/2006/relationships/tags" Target="../tags/tag850.xml"/><Relationship Id="rId15" Type="http://schemas.openxmlformats.org/officeDocument/2006/relationships/tags" Target="../tags/tag860.xml"/><Relationship Id="rId10" Type="http://schemas.openxmlformats.org/officeDocument/2006/relationships/tags" Target="../tags/tag855.xml"/><Relationship Id="rId4" Type="http://schemas.openxmlformats.org/officeDocument/2006/relationships/tags" Target="../tags/tag849.xml"/><Relationship Id="rId9" Type="http://schemas.openxmlformats.org/officeDocument/2006/relationships/tags" Target="../tags/tag854.xml"/><Relationship Id="rId14" Type="http://schemas.openxmlformats.org/officeDocument/2006/relationships/tags" Target="../tags/tag859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868.xml"/><Relationship Id="rId13" Type="http://schemas.openxmlformats.org/officeDocument/2006/relationships/tags" Target="../tags/tag873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863.xml"/><Relationship Id="rId7" Type="http://schemas.openxmlformats.org/officeDocument/2006/relationships/tags" Target="../tags/tag867.xml"/><Relationship Id="rId12" Type="http://schemas.openxmlformats.org/officeDocument/2006/relationships/tags" Target="../tags/tag872.xml"/><Relationship Id="rId17" Type="http://schemas.openxmlformats.org/officeDocument/2006/relationships/tags" Target="../tags/tag877.xml"/><Relationship Id="rId2" Type="http://schemas.openxmlformats.org/officeDocument/2006/relationships/tags" Target="../tags/tag862.xml"/><Relationship Id="rId16" Type="http://schemas.openxmlformats.org/officeDocument/2006/relationships/tags" Target="../tags/tag876.xml"/><Relationship Id="rId20" Type="http://schemas.openxmlformats.org/officeDocument/2006/relationships/image" Target="../media/image3.png"/><Relationship Id="rId1" Type="http://schemas.openxmlformats.org/officeDocument/2006/relationships/tags" Target="../tags/tag861.xml"/><Relationship Id="rId6" Type="http://schemas.openxmlformats.org/officeDocument/2006/relationships/tags" Target="../tags/tag866.xml"/><Relationship Id="rId11" Type="http://schemas.openxmlformats.org/officeDocument/2006/relationships/tags" Target="../tags/tag871.xml"/><Relationship Id="rId5" Type="http://schemas.openxmlformats.org/officeDocument/2006/relationships/tags" Target="../tags/tag865.xml"/><Relationship Id="rId15" Type="http://schemas.openxmlformats.org/officeDocument/2006/relationships/tags" Target="../tags/tag875.xml"/><Relationship Id="rId10" Type="http://schemas.openxmlformats.org/officeDocument/2006/relationships/tags" Target="../tags/tag870.xml"/><Relationship Id="rId19" Type="http://schemas.openxmlformats.org/officeDocument/2006/relationships/image" Target="../media/image1.png"/><Relationship Id="rId4" Type="http://schemas.openxmlformats.org/officeDocument/2006/relationships/tags" Target="../tags/tag864.xml"/><Relationship Id="rId9" Type="http://schemas.openxmlformats.org/officeDocument/2006/relationships/tags" Target="../tags/tag869.xml"/><Relationship Id="rId14" Type="http://schemas.openxmlformats.org/officeDocument/2006/relationships/tags" Target="../tags/tag87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885.xml"/><Relationship Id="rId13" Type="http://schemas.openxmlformats.org/officeDocument/2006/relationships/tags" Target="../tags/tag890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880.xml"/><Relationship Id="rId7" Type="http://schemas.openxmlformats.org/officeDocument/2006/relationships/tags" Target="../tags/tag884.xml"/><Relationship Id="rId12" Type="http://schemas.openxmlformats.org/officeDocument/2006/relationships/tags" Target="../tags/tag889.xml"/><Relationship Id="rId17" Type="http://schemas.openxmlformats.org/officeDocument/2006/relationships/tags" Target="../tags/tag894.xml"/><Relationship Id="rId2" Type="http://schemas.openxmlformats.org/officeDocument/2006/relationships/tags" Target="../tags/tag879.xml"/><Relationship Id="rId16" Type="http://schemas.openxmlformats.org/officeDocument/2006/relationships/tags" Target="../tags/tag893.xml"/><Relationship Id="rId20" Type="http://schemas.openxmlformats.org/officeDocument/2006/relationships/image" Target="../media/image3.png"/><Relationship Id="rId1" Type="http://schemas.openxmlformats.org/officeDocument/2006/relationships/tags" Target="../tags/tag878.xml"/><Relationship Id="rId6" Type="http://schemas.openxmlformats.org/officeDocument/2006/relationships/tags" Target="../tags/tag883.xml"/><Relationship Id="rId11" Type="http://schemas.openxmlformats.org/officeDocument/2006/relationships/tags" Target="../tags/tag888.xml"/><Relationship Id="rId5" Type="http://schemas.openxmlformats.org/officeDocument/2006/relationships/tags" Target="../tags/tag882.xml"/><Relationship Id="rId15" Type="http://schemas.openxmlformats.org/officeDocument/2006/relationships/tags" Target="../tags/tag892.xml"/><Relationship Id="rId10" Type="http://schemas.openxmlformats.org/officeDocument/2006/relationships/tags" Target="../tags/tag887.xml"/><Relationship Id="rId19" Type="http://schemas.openxmlformats.org/officeDocument/2006/relationships/image" Target="../media/image1.png"/><Relationship Id="rId4" Type="http://schemas.openxmlformats.org/officeDocument/2006/relationships/tags" Target="../tags/tag881.xml"/><Relationship Id="rId9" Type="http://schemas.openxmlformats.org/officeDocument/2006/relationships/tags" Target="../tags/tag886.xml"/><Relationship Id="rId14" Type="http://schemas.openxmlformats.org/officeDocument/2006/relationships/tags" Target="../tags/tag89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902.xml"/><Relationship Id="rId13" Type="http://schemas.openxmlformats.org/officeDocument/2006/relationships/tags" Target="../tags/tag907.xml"/><Relationship Id="rId18" Type="http://schemas.openxmlformats.org/officeDocument/2006/relationships/tags" Target="../tags/tag912.xml"/><Relationship Id="rId3" Type="http://schemas.openxmlformats.org/officeDocument/2006/relationships/tags" Target="../tags/tag897.xml"/><Relationship Id="rId21" Type="http://schemas.openxmlformats.org/officeDocument/2006/relationships/image" Target="../media/image1.png"/><Relationship Id="rId7" Type="http://schemas.openxmlformats.org/officeDocument/2006/relationships/tags" Target="../tags/tag901.xml"/><Relationship Id="rId12" Type="http://schemas.openxmlformats.org/officeDocument/2006/relationships/tags" Target="../tags/tag906.xml"/><Relationship Id="rId17" Type="http://schemas.openxmlformats.org/officeDocument/2006/relationships/tags" Target="../tags/tag911.xml"/><Relationship Id="rId2" Type="http://schemas.openxmlformats.org/officeDocument/2006/relationships/tags" Target="../tags/tag896.xml"/><Relationship Id="rId16" Type="http://schemas.openxmlformats.org/officeDocument/2006/relationships/tags" Target="../tags/tag910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895.xml"/><Relationship Id="rId6" Type="http://schemas.openxmlformats.org/officeDocument/2006/relationships/tags" Target="../tags/tag900.xml"/><Relationship Id="rId11" Type="http://schemas.openxmlformats.org/officeDocument/2006/relationships/tags" Target="../tags/tag905.xml"/><Relationship Id="rId5" Type="http://schemas.openxmlformats.org/officeDocument/2006/relationships/tags" Target="../tags/tag899.xml"/><Relationship Id="rId15" Type="http://schemas.openxmlformats.org/officeDocument/2006/relationships/tags" Target="../tags/tag909.xml"/><Relationship Id="rId10" Type="http://schemas.openxmlformats.org/officeDocument/2006/relationships/tags" Target="../tags/tag904.xml"/><Relationship Id="rId19" Type="http://schemas.openxmlformats.org/officeDocument/2006/relationships/tags" Target="../tags/tag913.xml"/><Relationship Id="rId4" Type="http://schemas.openxmlformats.org/officeDocument/2006/relationships/tags" Target="../tags/tag898.xml"/><Relationship Id="rId9" Type="http://schemas.openxmlformats.org/officeDocument/2006/relationships/tags" Target="../tags/tag903.xml"/><Relationship Id="rId14" Type="http://schemas.openxmlformats.org/officeDocument/2006/relationships/tags" Target="../tags/tag908.xml"/><Relationship Id="rId22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916.xml"/><Relationship Id="rId7" Type="http://schemas.openxmlformats.org/officeDocument/2006/relationships/image" Target="../media/image3.png"/><Relationship Id="rId2" Type="http://schemas.openxmlformats.org/officeDocument/2006/relationships/tags" Target="../tags/tag915.xml"/><Relationship Id="rId1" Type="http://schemas.openxmlformats.org/officeDocument/2006/relationships/tags" Target="../tags/tag914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7.xml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tags" Target="../tags/tag1034.xml"/><Relationship Id="rId299" Type="http://schemas.openxmlformats.org/officeDocument/2006/relationships/tags" Target="../tags/tag1216.xml"/><Relationship Id="rId21" Type="http://schemas.openxmlformats.org/officeDocument/2006/relationships/tags" Target="../tags/tag938.xml"/><Relationship Id="rId63" Type="http://schemas.openxmlformats.org/officeDocument/2006/relationships/tags" Target="../tags/tag980.xml"/><Relationship Id="rId159" Type="http://schemas.openxmlformats.org/officeDocument/2006/relationships/tags" Target="../tags/tag1076.xml"/><Relationship Id="rId324" Type="http://schemas.openxmlformats.org/officeDocument/2006/relationships/tags" Target="../tags/tag1241.xml"/><Relationship Id="rId366" Type="http://schemas.openxmlformats.org/officeDocument/2006/relationships/tags" Target="../tags/tag1283.xml"/><Relationship Id="rId170" Type="http://schemas.openxmlformats.org/officeDocument/2006/relationships/tags" Target="../tags/tag1087.xml"/><Relationship Id="rId226" Type="http://schemas.openxmlformats.org/officeDocument/2006/relationships/tags" Target="../tags/tag1143.xml"/><Relationship Id="rId433" Type="http://schemas.openxmlformats.org/officeDocument/2006/relationships/tags" Target="../tags/tag1350.xml"/><Relationship Id="rId268" Type="http://schemas.openxmlformats.org/officeDocument/2006/relationships/tags" Target="../tags/tag1185.xml"/><Relationship Id="rId32" Type="http://schemas.openxmlformats.org/officeDocument/2006/relationships/tags" Target="../tags/tag949.xml"/><Relationship Id="rId74" Type="http://schemas.openxmlformats.org/officeDocument/2006/relationships/tags" Target="../tags/tag991.xml"/><Relationship Id="rId128" Type="http://schemas.openxmlformats.org/officeDocument/2006/relationships/tags" Target="../tags/tag1045.xml"/><Relationship Id="rId335" Type="http://schemas.openxmlformats.org/officeDocument/2006/relationships/tags" Target="../tags/tag1252.xml"/><Relationship Id="rId377" Type="http://schemas.openxmlformats.org/officeDocument/2006/relationships/tags" Target="../tags/tag1294.xml"/><Relationship Id="rId5" Type="http://schemas.openxmlformats.org/officeDocument/2006/relationships/tags" Target="../tags/tag922.xml"/><Relationship Id="rId181" Type="http://schemas.openxmlformats.org/officeDocument/2006/relationships/tags" Target="../tags/tag1098.xml"/><Relationship Id="rId237" Type="http://schemas.openxmlformats.org/officeDocument/2006/relationships/tags" Target="../tags/tag1154.xml"/><Relationship Id="rId402" Type="http://schemas.openxmlformats.org/officeDocument/2006/relationships/tags" Target="../tags/tag1319.xml"/><Relationship Id="rId279" Type="http://schemas.openxmlformats.org/officeDocument/2006/relationships/tags" Target="../tags/tag1196.xml"/><Relationship Id="rId444" Type="http://schemas.openxmlformats.org/officeDocument/2006/relationships/tags" Target="../tags/tag1361.xml"/><Relationship Id="rId43" Type="http://schemas.openxmlformats.org/officeDocument/2006/relationships/tags" Target="../tags/tag960.xml"/><Relationship Id="rId139" Type="http://schemas.openxmlformats.org/officeDocument/2006/relationships/tags" Target="../tags/tag1056.xml"/><Relationship Id="rId290" Type="http://schemas.openxmlformats.org/officeDocument/2006/relationships/tags" Target="../tags/tag1207.xml"/><Relationship Id="rId304" Type="http://schemas.openxmlformats.org/officeDocument/2006/relationships/tags" Target="../tags/tag1221.xml"/><Relationship Id="rId346" Type="http://schemas.openxmlformats.org/officeDocument/2006/relationships/tags" Target="../tags/tag1263.xml"/><Relationship Id="rId388" Type="http://schemas.openxmlformats.org/officeDocument/2006/relationships/tags" Target="../tags/tag1305.xml"/><Relationship Id="rId85" Type="http://schemas.openxmlformats.org/officeDocument/2006/relationships/tags" Target="../tags/tag1002.xml"/><Relationship Id="rId150" Type="http://schemas.openxmlformats.org/officeDocument/2006/relationships/tags" Target="../tags/tag1067.xml"/><Relationship Id="rId192" Type="http://schemas.openxmlformats.org/officeDocument/2006/relationships/tags" Target="../tags/tag1109.xml"/><Relationship Id="rId206" Type="http://schemas.openxmlformats.org/officeDocument/2006/relationships/tags" Target="../tags/tag1123.xml"/><Relationship Id="rId413" Type="http://schemas.openxmlformats.org/officeDocument/2006/relationships/tags" Target="../tags/tag1330.xml"/><Relationship Id="rId248" Type="http://schemas.openxmlformats.org/officeDocument/2006/relationships/tags" Target="../tags/tag1165.xml"/><Relationship Id="rId12" Type="http://schemas.openxmlformats.org/officeDocument/2006/relationships/tags" Target="../tags/tag929.xml"/><Relationship Id="rId108" Type="http://schemas.openxmlformats.org/officeDocument/2006/relationships/tags" Target="../tags/tag1025.xml"/><Relationship Id="rId315" Type="http://schemas.openxmlformats.org/officeDocument/2006/relationships/tags" Target="../tags/tag1232.xml"/><Relationship Id="rId357" Type="http://schemas.openxmlformats.org/officeDocument/2006/relationships/tags" Target="../tags/tag1274.xml"/><Relationship Id="rId54" Type="http://schemas.openxmlformats.org/officeDocument/2006/relationships/tags" Target="../tags/tag971.xml"/><Relationship Id="rId96" Type="http://schemas.openxmlformats.org/officeDocument/2006/relationships/tags" Target="../tags/tag1013.xml"/><Relationship Id="rId161" Type="http://schemas.openxmlformats.org/officeDocument/2006/relationships/tags" Target="../tags/tag1078.xml"/><Relationship Id="rId217" Type="http://schemas.openxmlformats.org/officeDocument/2006/relationships/tags" Target="../tags/tag1134.xml"/><Relationship Id="rId399" Type="http://schemas.openxmlformats.org/officeDocument/2006/relationships/tags" Target="../tags/tag1316.xml"/><Relationship Id="rId259" Type="http://schemas.openxmlformats.org/officeDocument/2006/relationships/tags" Target="../tags/tag1176.xml"/><Relationship Id="rId424" Type="http://schemas.openxmlformats.org/officeDocument/2006/relationships/tags" Target="../tags/tag1341.xml"/><Relationship Id="rId23" Type="http://schemas.openxmlformats.org/officeDocument/2006/relationships/tags" Target="../tags/tag940.xml"/><Relationship Id="rId119" Type="http://schemas.openxmlformats.org/officeDocument/2006/relationships/tags" Target="../tags/tag1036.xml"/><Relationship Id="rId270" Type="http://schemas.openxmlformats.org/officeDocument/2006/relationships/tags" Target="../tags/tag1187.xml"/><Relationship Id="rId326" Type="http://schemas.openxmlformats.org/officeDocument/2006/relationships/tags" Target="../tags/tag1243.xml"/><Relationship Id="rId65" Type="http://schemas.openxmlformats.org/officeDocument/2006/relationships/tags" Target="../tags/tag982.xml"/><Relationship Id="rId130" Type="http://schemas.openxmlformats.org/officeDocument/2006/relationships/tags" Target="../tags/tag1047.xml"/><Relationship Id="rId368" Type="http://schemas.openxmlformats.org/officeDocument/2006/relationships/tags" Target="../tags/tag1285.xml"/><Relationship Id="rId172" Type="http://schemas.openxmlformats.org/officeDocument/2006/relationships/tags" Target="../tags/tag1089.xml"/><Relationship Id="rId228" Type="http://schemas.openxmlformats.org/officeDocument/2006/relationships/tags" Target="../tags/tag1145.xml"/><Relationship Id="rId435" Type="http://schemas.openxmlformats.org/officeDocument/2006/relationships/tags" Target="../tags/tag1352.xml"/><Relationship Id="rId281" Type="http://schemas.openxmlformats.org/officeDocument/2006/relationships/tags" Target="../tags/tag1198.xml"/><Relationship Id="rId337" Type="http://schemas.openxmlformats.org/officeDocument/2006/relationships/tags" Target="../tags/tag1254.xml"/><Relationship Id="rId34" Type="http://schemas.openxmlformats.org/officeDocument/2006/relationships/tags" Target="../tags/tag951.xml"/><Relationship Id="rId76" Type="http://schemas.openxmlformats.org/officeDocument/2006/relationships/tags" Target="../tags/tag993.xml"/><Relationship Id="rId141" Type="http://schemas.openxmlformats.org/officeDocument/2006/relationships/tags" Target="../tags/tag1058.xml"/><Relationship Id="rId379" Type="http://schemas.openxmlformats.org/officeDocument/2006/relationships/tags" Target="../tags/tag1296.xml"/><Relationship Id="rId7" Type="http://schemas.openxmlformats.org/officeDocument/2006/relationships/tags" Target="../tags/tag924.xml"/><Relationship Id="rId183" Type="http://schemas.openxmlformats.org/officeDocument/2006/relationships/tags" Target="../tags/tag1100.xml"/><Relationship Id="rId239" Type="http://schemas.openxmlformats.org/officeDocument/2006/relationships/tags" Target="../tags/tag1156.xml"/><Relationship Id="rId390" Type="http://schemas.openxmlformats.org/officeDocument/2006/relationships/tags" Target="../tags/tag1307.xml"/><Relationship Id="rId404" Type="http://schemas.openxmlformats.org/officeDocument/2006/relationships/tags" Target="../tags/tag1321.xml"/><Relationship Id="rId446" Type="http://schemas.openxmlformats.org/officeDocument/2006/relationships/tags" Target="../tags/tag1363.xml"/><Relationship Id="rId250" Type="http://schemas.openxmlformats.org/officeDocument/2006/relationships/tags" Target="../tags/tag1167.xml"/><Relationship Id="rId292" Type="http://schemas.openxmlformats.org/officeDocument/2006/relationships/tags" Target="../tags/tag1209.xml"/><Relationship Id="rId306" Type="http://schemas.openxmlformats.org/officeDocument/2006/relationships/tags" Target="../tags/tag1223.xml"/><Relationship Id="rId45" Type="http://schemas.openxmlformats.org/officeDocument/2006/relationships/tags" Target="../tags/tag962.xml"/><Relationship Id="rId87" Type="http://schemas.openxmlformats.org/officeDocument/2006/relationships/tags" Target="../tags/tag1004.xml"/><Relationship Id="rId110" Type="http://schemas.openxmlformats.org/officeDocument/2006/relationships/tags" Target="../tags/tag1027.xml"/><Relationship Id="rId348" Type="http://schemas.openxmlformats.org/officeDocument/2006/relationships/tags" Target="../tags/tag1265.xml"/><Relationship Id="rId152" Type="http://schemas.openxmlformats.org/officeDocument/2006/relationships/tags" Target="../tags/tag1069.xml"/><Relationship Id="rId194" Type="http://schemas.openxmlformats.org/officeDocument/2006/relationships/tags" Target="../tags/tag1111.xml"/><Relationship Id="rId208" Type="http://schemas.openxmlformats.org/officeDocument/2006/relationships/tags" Target="../tags/tag1125.xml"/><Relationship Id="rId415" Type="http://schemas.openxmlformats.org/officeDocument/2006/relationships/tags" Target="../tags/tag1332.xml"/><Relationship Id="rId261" Type="http://schemas.openxmlformats.org/officeDocument/2006/relationships/tags" Target="../tags/tag1178.xml"/><Relationship Id="rId14" Type="http://schemas.openxmlformats.org/officeDocument/2006/relationships/tags" Target="../tags/tag931.xml"/><Relationship Id="rId56" Type="http://schemas.openxmlformats.org/officeDocument/2006/relationships/tags" Target="../tags/tag973.xml"/><Relationship Id="rId317" Type="http://schemas.openxmlformats.org/officeDocument/2006/relationships/tags" Target="../tags/tag1234.xml"/><Relationship Id="rId359" Type="http://schemas.openxmlformats.org/officeDocument/2006/relationships/tags" Target="../tags/tag1276.xml"/><Relationship Id="rId98" Type="http://schemas.openxmlformats.org/officeDocument/2006/relationships/tags" Target="../tags/tag1015.xml"/><Relationship Id="rId121" Type="http://schemas.openxmlformats.org/officeDocument/2006/relationships/tags" Target="../tags/tag1038.xml"/><Relationship Id="rId163" Type="http://schemas.openxmlformats.org/officeDocument/2006/relationships/tags" Target="../tags/tag1080.xml"/><Relationship Id="rId219" Type="http://schemas.openxmlformats.org/officeDocument/2006/relationships/tags" Target="../tags/tag1136.xml"/><Relationship Id="rId370" Type="http://schemas.openxmlformats.org/officeDocument/2006/relationships/tags" Target="../tags/tag1287.xml"/><Relationship Id="rId426" Type="http://schemas.openxmlformats.org/officeDocument/2006/relationships/tags" Target="../tags/tag1343.xml"/><Relationship Id="rId230" Type="http://schemas.openxmlformats.org/officeDocument/2006/relationships/tags" Target="../tags/tag1147.xml"/><Relationship Id="rId25" Type="http://schemas.openxmlformats.org/officeDocument/2006/relationships/tags" Target="../tags/tag942.xml"/><Relationship Id="rId67" Type="http://schemas.openxmlformats.org/officeDocument/2006/relationships/tags" Target="../tags/tag984.xml"/><Relationship Id="rId272" Type="http://schemas.openxmlformats.org/officeDocument/2006/relationships/tags" Target="../tags/tag1189.xml"/><Relationship Id="rId328" Type="http://schemas.openxmlformats.org/officeDocument/2006/relationships/tags" Target="../tags/tag1245.xml"/><Relationship Id="rId132" Type="http://schemas.openxmlformats.org/officeDocument/2006/relationships/tags" Target="../tags/tag1049.xml"/><Relationship Id="rId174" Type="http://schemas.openxmlformats.org/officeDocument/2006/relationships/tags" Target="../tags/tag1091.xml"/><Relationship Id="rId381" Type="http://schemas.openxmlformats.org/officeDocument/2006/relationships/tags" Target="../tags/tag1298.xml"/><Relationship Id="rId241" Type="http://schemas.openxmlformats.org/officeDocument/2006/relationships/tags" Target="../tags/tag1158.xml"/><Relationship Id="rId437" Type="http://schemas.openxmlformats.org/officeDocument/2006/relationships/tags" Target="../tags/tag1354.xml"/><Relationship Id="rId36" Type="http://schemas.openxmlformats.org/officeDocument/2006/relationships/tags" Target="../tags/tag953.xml"/><Relationship Id="rId283" Type="http://schemas.openxmlformats.org/officeDocument/2006/relationships/tags" Target="../tags/tag1200.xml"/><Relationship Id="rId339" Type="http://schemas.openxmlformats.org/officeDocument/2006/relationships/tags" Target="../tags/tag1256.xml"/><Relationship Id="rId78" Type="http://schemas.openxmlformats.org/officeDocument/2006/relationships/tags" Target="../tags/tag995.xml"/><Relationship Id="rId101" Type="http://schemas.openxmlformats.org/officeDocument/2006/relationships/tags" Target="../tags/tag1018.xml"/><Relationship Id="rId143" Type="http://schemas.openxmlformats.org/officeDocument/2006/relationships/tags" Target="../tags/tag1060.xml"/><Relationship Id="rId185" Type="http://schemas.openxmlformats.org/officeDocument/2006/relationships/tags" Target="../tags/tag1102.xml"/><Relationship Id="rId350" Type="http://schemas.openxmlformats.org/officeDocument/2006/relationships/tags" Target="../tags/tag1267.xml"/><Relationship Id="rId406" Type="http://schemas.openxmlformats.org/officeDocument/2006/relationships/tags" Target="../tags/tag1323.xml"/><Relationship Id="rId9" Type="http://schemas.openxmlformats.org/officeDocument/2006/relationships/tags" Target="../tags/tag926.xml"/><Relationship Id="rId210" Type="http://schemas.openxmlformats.org/officeDocument/2006/relationships/tags" Target="../tags/tag1127.xml"/><Relationship Id="rId392" Type="http://schemas.openxmlformats.org/officeDocument/2006/relationships/tags" Target="../tags/tag1309.xml"/><Relationship Id="rId448" Type="http://schemas.openxmlformats.org/officeDocument/2006/relationships/tags" Target="../tags/tag1365.xml"/><Relationship Id="rId252" Type="http://schemas.openxmlformats.org/officeDocument/2006/relationships/tags" Target="../tags/tag1169.xml"/><Relationship Id="rId294" Type="http://schemas.openxmlformats.org/officeDocument/2006/relationships/tags" Target="../tags/tag1211.xml"/><Relationship Id="rId308" Type="http://schemas.openxmlformats.org/officeDocument/2006/relationships/tags" Target="../tags/tag1225.xml"/><Relationship Id="rId47" Type="http://schemas.openxmlformats.org/officeDocument/2006/relationships/tags" Target="../tags/tag964.xml"/><Relationship Id="rId89" Type="http://schemas.openxmlformats.org/officeDocument/2006/relationships/tags" Target="../tags/tag1006.xml"/><Relationship Id="rId112" Type="http://schemas.openxmlformats.org/officeDocument/2006/relationships/tags" Target="../tags/tag1029.xml"/><Relationship Id="rId154" Type="http://schemas.openxmlformats.org/officeDocument/2006/relationships/tags" Target="../tags/tag1071.xml"/><Relationship Id="rId361" Type="http://schemas.openxmlformats.org/officeDocument/2006/relationships/tags" Target="../tags/tag1278.xml"/><Relationship Id="rId196" Type="http://schemas.openxmlformats.org/officeDocument/2006/relationships/tags" Target="../tags/tag1113.xml"/><Relationship Id="rId417" Type="http://schemas.openxmlformats.org/officeDocument/2006/relationships/tags" Target="../tags/tag1334.xml"/><Relationship Id="rId16" Type="http://schemas.openxmlformats.org/officeDocument/2006/relationships/tags" Target="../tags/tag933.xml"/><Relationship Id="rId221" Type="http://schemas.openxmlformats.org/officeDocument/2006/relationships/tags" Target="../tags/tag1138.xml"/><Relationship Id="rId263" Type="http://schemas.openxmlformats.org/officeDocument/2006/relationships/tags" Target="../tags/tag1180.xml"/><Relationship Id="rId319" Type="http://schemas.openxmlformats.org/officeDocument/2006/relationships/tags" Target="../tags/tag1236.xml"/><Relationship Id="rId58" Type="http://schemas.openxmlformats.org/officeDocument/2006/relationships/tags" Target="../tags/tag975.xml"/><Relationship Id="rId123" Type="http://schemas.openxmlformats.org/officeDocument/2006/relationships/tags" Target="../tags/tag1040.xml"/><Relationship Id="rId330" Type="http://schemas.openxmlformats.org/officeDocument/2006/relationships/tags" Target="../tags/tag1247.xml"/><Relationship Id="rId165" Type="http://schemas.openxmlformats.org/officeDocument/2006/relationships/tags" Target="../tags/tag1082.xml"/><Relationship Id="rId372" Type="http://schemas.openxmlformats.org/officeDocument/2006/relationships/tags" Target="../tags/tag1289.xml"/><Relationship Id="rId428" Type="http://schemas.openxmlformats.org/officeDocument/2006/relationships/tags" Target="../tags/tag1345.xml"/><Relationship Id="rId232" Type="http://schemas.openxmlformats.org/officeDocument/2006/relationships/tags" Target="../tags/tag1149.xml"/><Relationship Id="rId274" Type="http://schemas.openxmlformats.org/officeDocument/2006/relationships/tags" Target="../tags/tag1191.xml"/><Relationship Id="rId27" Type="http://schemas.openxmlformats.org/officeDocument/2006/relationships/tags" Target="../tags/tag944.xml"/><Relationship Id="rId69" Type="http://schemas.openxmlformats.org/officeDocument/2006/relationships/tags" Target="../tags/tag986.xml"/><Relationship Id="rId134" Type="http://schemas.openxmlformats.org/officeDocument/2006/relationships/tags" Target="../tags/tag1051.xml"/><Relationship Id="rId80" Type="http://schemas.openxmlformats.org/officeDocument/2006/relationships/tags" Target="../tags/tag997.xml"/><Relationship Id="rId176" Type="http://schemas.openxmlformats.org/officeDocument/2006/relationships/tags" Target="../tags/tag1093.xml"/><Relationship Id="rId341" Type="http://schemas.openxmlformats.org/officeDocument/2006/relationships/tags" Target="../tags/tag1258.xml"/><Relationship Id="rId383" Type="http://schemas.openxmlformats.org/officeDocument/2006/relationships/tags" Target="../tags/tag1300.xml"/><Relationship Id="rId439" Type="http://schemas.openxmlformats.org/officeDocument/2006/relationships/tags" Target="../tags/tag1356.xml"/><Relationship Id="rId201" Type="http://schemas.openxmlformats.org/officeDocument/2006/relationships/tags" Target="../tags/tag1118.xml"/><Relationship Id="rId243" Type="http://schemas.openxmlformats.org/officeDocument/2006/relationships/tags" Target="../tags/tag1160.xml"/><Relationship Id="rId285" Type="http://schemas.openxmlformats.org/officeDocument/2006/relationships/tags" Target="../tags/tag1202.xml"/><Relationship Id="rId450" Type="http://schemas.openxmlformats.org/officeDocument/2006/relationships/tags" Target="../tags/tag1367.xml"/><Relationship Id="rId38" Type="http://schemas.openxmlformats.org/officeDocument/2006/relationships/tags" Target="../tags/tag955.xml"/><Relationship Id="rId103" Type="http://schemas.openxmlformats.org/officeDocument/2006/relationships/tags" Target="../tags/tag1020.xml"/><Relationship Id="rId310" Type="http://schemas.openxmlformats.org/officeDocument/2006/relationships/tags" Target="../tags/tag1227.xml"/><Relationship Id="rId91" Type="http://schemas.openxmlformats.org/officeDocument/2006/relationships/tags" Target="../tags/tag1008.xml"/><Relationship Id="rId145" Type="http://schemas.openxmlformats.org/officeDocument/2006/relationships/tags" Target="../tags/tag1062.xml"/><Relationship Id="rId187" Type="http://schemas.openxmlformats.org/officeDocument/2006/relationships/tags" Target="../tags/tag1104.xml"/><Relationship Id="rId352" Type="http://schemas.openxmlformats.org/officeDocument/2006/relationships/tags" Target="../tags/tag1269.xml"/><Relationship Id="rId394" Type="http://schemas.openxmlformats.org/officeDocument/2006/relationships/tags" Target="../tags/tag1311.xml"/><Relationship Id="rId408" Type="http://schemas.openxmlformats.org/officeDocument/2006/relationships/tags" Target="../tags/tag1325.xml"/><Relationship Id="rId212" Type="http://schemas.openxmlformats.org/officeDocument/2006/relationships/tags" Target="../tags/tag1129.xml"/><Relationship Id="rId254" Type="http://schemas.openxmlformats.org/officeDocument/2006/relationships/tags" Target="../tags/tag1171.xml"/><Relationship Id="rId49" Type="http://schemas.openxmlformats.org/officeDocument/2006/relationships/tags" Target="../tags/tag966.xml"/><Relationship Id="rId114" Type="http://schemas.openxmlformats.org/officeDocument/2006/relationships/tags" Target="../tags/tag1031.xml"/><Relationship Id="rId296" Type="http://schemas.openxmlformats.org/officeDocument/2006/relationships/tags" Target="../tags/tag1213.xml"/><Relationship Id="rId60" Type="http://schemas.openxmlformats.org/officeDocument/2006/relationships/tags" Target="../tags/tag977.xml"/><Relationship Id="rId156" Type="http://schemas.openxmlformats.org/officeDocument/2006/relationships/tags" Target="../tags/tag1073.xml"/><Relationship Id="rId198" Type="http://schemas.openxmlformats.org/officeDocument/2006/relationships/tags" Target="../tags/tag1115.xml"/><Relationship Id="rId321" Type="http://schemas.openxmlformats.org/officeDocument/2006/relationships/tags" Target="../tags/tag1238.xml"/><Relationship Id="rId363" Type="http://schemas.openxmlformats.org/officeDocument/2006/relationships/tags" Target="../tags/tag1280.xml"/><Relationship Id="rId419" Type="http://schemas.openxmlformats.org/officeDocument/2006/relationships/tags" Target="../tags/tag1336.xml"/><Relationship Id="rId223" Type="http://schemas.openxmlformats.org/officeDocument/2006/relationships/tags" Target="../tags/tag1140.xml"/><Relationship Id="rId430" Type="http://schemas.openxmlformats.org/officeDocument/2006/relationships/tags" Target="../tags/tag1347.xml"/><Relationship Id="rId18" Type="http://schemas.openxmlformats.org/officeDocument/2006/relationships/tags" Target="../tags/tag935.xml"/><Relationship Id="rId265" Type="http://schemas.openxmlformats.org/officeDocument/2006/relationships/tags" Target="../tags/tag1182.xml"/><Relationship Id="rId50" Type="http://schemas.openxmlformats.org/officeDocument/2006/relationships/tags" Target="../tags/tag967.xml"/><Relationship Id="rId104" Type="http://schemas.openxmlformats.org/officeDocument/2006/relationships/tags" Target="../tags/tag1021.xml"/><Relationship Id="rId125" Type="http://schemas.openxmlformats.org/officeDocument/2006/relationships/tags" Target="../tags/tag1042.xml"/><Relationship Id="rId146" Type="http://schemas.openxmlformats.org/officeDocument/2006/relationships/tags" Target="../tags/tag1063.xml"/><Relationship Id="rId167" Type="http://schemas.openxmlformats.org/officeDocument/2006/relationships/tags" Target="../tags/tag1084.xml"/><Relationship Id="rId188" Type="http://schemas.openxmlformats.org/officeDocument/2006/relationships/tags" Target="../tags/tag1105.xml"/><Relationship Id="rId311" Type="http://schemas.openxmlformats.org/officeDocument/2006/relationships/tags" Target="../tags/tag1228.xml"/><Relationship Id="rId332" Type="http://schemas.openxmlformats.org/officeDocument/2006/relationships/tags" Target="../tags/tag1249.xml"/><Relationship Id="rId353" Type="http://schemas.openxmlformats.org/officeDocument/2006/relationships/tags" Target="../tags/tag1270.xml"/><Relationship Id="rId374" Type="http://schemas.openxmlformats.org/officeDocument/2006/relationships/tags" Target="../tags/tag1291.xml"/><Relationship Id="rId395" Type="http://schemas.openxmlformats.org/officeDocument/2006/relationships/tags" Target="../tags/tag1312.xml"/><Relationship Id="rId409" Type="http://schemas.openxmlformats.org/officeDocument/2006/relationships/tags" Target="../tags/tag1326.xml"/><Relationship Id="rId71" Type="http://schemas.openxmlformats.org/officeDocument/2006/relationships/tags" Target="../tags/tag988.xml"/><Relationship Id="rId92" Type="http://schemas.openxmlformats.org/officeDocument/2006/relationships/tags" Target="../tags/tag1009.xml"/><Relationship Id="rId213" Type="http://schemas.openxmlformats.org/officeDocument/2006/relationships/tags" Target="../tags/tag1130.xml"/><Relationship Id="rId234" Type="http://schemas.openxmlformats.org/officeDocument/2006/relationships/tags" Target="../tags/tag1151.xml"/><Relationship Id="rId420" Type="http://schemas.openxmlformats.org/officeDocument/2006/relationships/tags" Target="../tags/tag1337.xml"/><Relationship Id="rId2" Type="http://schemas.openxmlformats.org/officeDocument/2006/relationships/tags" Target="../tags/tag919.xml"/><Relationship Id="rId29" Type="http://schemas.openxmlformats.org/officeDocument/2006/relationships/tags" Target="../tags/tag946.xml"/><Relationship Id="rId255" Type="http://schemas.openxmlformats.org/officeDocument/2006/relationships/tags" Target="../tags/tag1172.xml"/><Relationship Id="rId276" Type="http://schemas.openxmlformats.org/officeDocument/2006/relationships/tags" Target="../tags/tag1193.xml"/><Relationship Id="rId297" Type="http://schemas.openxmlformats.org/officeDocument/2006/relationships/tags" Target="../tags/tag1214.xml"/><Relationship Id="rId441" Type="http://schemas.openxmlformats.org/officeDocument/2006/relationships/tags" Target="../tags/tag1358.xml"/><Relationship Id="rId40" Type="http://schemas.openxmlformats.org/officeDocument/2006/relationships/tags" Target="../tags/tag957.xml"/><Relationship Id="rId115" Type="http://schemas.openxmlformats.org/officeDocument/2006/relationships/tags" Target="../tags/tag1032.xml"/><Relationship Id="rId136" Type="http://schemas.openxmlformats.org/officeDocument/2006/relationships/tags" Target="../tags/tag1053.xml"/><Relationship Id="rId157" Type="http://schemas.openxmlformats.org/officeDocument/2006/relationships/tags" Target="../tags/tag1074.xml"/><Relationship Id="rId178" Type="http://schemas.openxmlformats.org/officeDocument/2006/relationships/tags" Target="../tags/tag1095.xml"/><Relationship Id="rId301" Type="http://schemas.openxmlformats.org/officeDocument/2006/relationships/tags" Target="../tags/tag1218.xml"/><Relationship Id="rId322" Type="http://schemas.openxmlformats.org/officeDocument/2006/relationships/tags" Target="../tags/tag1239.xml"/><Relationship Id="rId343" Type="http://schemas.openxmlformats.org/officeDocument/2006/relationships/tags" Target="../tags/tag1260.xml"/><Relationship Id="rId364" Type="http://schemas.openxmlformats.org/officeDocument/2006/relationships/tags" Target="../tags/tag1281.xml"/><Relationship Id="rId61" Type="http://schemas.openxmlformats.org/officeDocument/2006/relationships/tags" Target="../tags/tag978.xml"/><Relationship Id="rId82" Type="http://schemas.openxmlformats.org/officeDocument/2006/relationships/tags" Target="../tags/tag999.xml"/><Relationship Id="rId199" Type="http://schemas.openxmlformats.org/officeDocument/2006/relationships/tags" Target="../tags/tag1116.xml"/><Relationship Id="rId203" Type="http://schemas.openxmlformats.org/officeDocument/2006/relationships/tags" Target="../tags/tag1120.xml"/><Relationship Id="rId385" Type="http://schemas.openxmlformats.org/officeDocument/2006/relationships/tags" Target="../tags/tag1302.xml"/><Relationship Id="rId19" Type="http://schemas.openxmlformats.org/officeDocument/2006/relationships/tags" Target="../tags/tag936.xml"/><Relationship Id="rId224" Type="http://schemas.openxmlformats.org/officeDocument/2006/relationships/tags" Target="../tags/tag1141.xml"/><Relationship Id="rId245" Type="http://schemas.openxmlformats.org/officeDocument/2006/relationships/tags" Target="../tags/tag1162.xml"/><Relationship Id="rId266" Type="http://schemas.openxmlformats.org/officeDocument/2006/relationships/tags" Target="../tags/tag1183.xml"/><Relationship Id="rId287" Type="http://schemas.openxmlformats.org/officeDocument/2006/relationships/tags" Target="../tags/tag1204.xml"/><Relationship Id="rId410" Type="http://schemas.openxmlformats.org/officeDocument/2006/relationships/tags" Target="../tags/tag1327.xml"/><Relationship Id="rId431" Type="http://schemas.openxmlformats.org/officeDocument/2006/relationships/tags" Target="../tags/tag1348.xml"/><Relationship Id="rId452" Type="http://schemas.openxmlformats.org/officeDocument/2006/relationships/image" Target="../media/image1.png"/><Relationship Id="rId30" Type="http://schemas.openxmlformats.org/officeDocument/2006/relationships/tags" Target="../tags/tag947.xml"/><Relationship Id="rId105" Type="http://schemas.openxmlformats.org/officeDocument/2006/relationships/tags" Target="../tags/tag1022.xml"/><Relationship Id="rId126" Type="http://schemas.openxmlformats.org/officeDocument/2006/relationships/tags" Target="../tags/tag1043.xml"/><Relationship Id="rId147" Type="http://schemas.openxmlformats.org/officeDocument/2006/relationships/tags" Target="../tags/tag1064.xml"/><Relationship Id="rId168" Type="http://schemas.openxmlformats.org/officeDocument/2006/relationships/tags" Target="../tags/tag1085.xml"/><Relationship Id="rId312" Type="http://schemas.openxmlformats.org/officeDocument/2006/relationships/tags" Target="../tags/tag1229.xml"/><Relationship Id="rId333" Type="http://schemas.openxmlformats.org/officeDocument/2006/relationships/tags" Target="../tags/tag1250.xml"/><Relationship Id="rId354" Type="http://schemas.openxmlformats.org/officeDocument/2006/relationships/tags" Target="../tags/tag1271.xml"/><Relationship Id="rId51" Type="http://schemas.openxmlformats.org/officeDocument/2006/relationships/tags" Target="../tags/tag968.xml"/><Relationship Id="rId72" Type="http://schemas.openxmlformats.org/officeDocument/2006/relationships/tags" Target="../tags/tag989.xml"/><Relationship Id="rId93" Type="http://schemas.openxmlformats.org/officeDocument/2006/relationships/tags" Target="../tags/tag1010.xml"/><Relationship Id="rId189" Type="http://schemas.openxmlformats.org/officeDocument/2006/relationships/tags" Target="../tags/tag1106.xml"/><Relationship Id="rId375" Type="http://schemas.openxmlformats.org/officeDocument/2006/relationships/tags" Target="../tags/tag1292.xml"/><Relationship Id="rId396" Type="http://schemas.openxmlformats.org/officeDocument/2006/relationships/tags" Target="../tags/tag1313.xml"/><Relationship Id="rId3" Type="http://schemas.openxmlformats.org/officeDocument/2006/relationships/tags" Target="../tags/tag920.xml"/><Relationship Id="rId214" Type="http://schemas.openxmlformats.org/officeDocument/2006/relationships/tags" Target="../tags/tag1131.xml"/><Relationship Id="rId235" Type="http://schemas.openxmlformats.org/officeDocument/2006/relationships/tags" Target="../tags/tag1152.xml"/><Relationship Id="rId256" Type="http://schemas.openxmlformats.org/officeDocument/2006/relationships/tags" Target="../tags/tag1173.xml"/><Relationship Id="rId277" Type="http://schemas.openxmlformats.org/officeDocument/2006/relationships/tags" Target="../tags/tag1194.xml"/><Relationship Id="rId298" Type="http://schemas.openxmlformats.org/officeDocument/2006/relationships/tags" Target="../tags/tag1215.xml"/><Relationship Id="rId400" Type="http://schemas.openxmlformats.org/officeDocument/2006/relationships/tags" Target="../tags/tag1317.xml"/><Relationship Id="rId421" Type="http://schemas.openxmlformats.org/officeDocument/2006/relationships/tags" Target="../tags/tag1338.xml"/><Relationship Id="rId442" Type="http://schemas.openxmlformats.org/officeDocument/2006/relationships/tags" Target="../tags/tag1359.xml"/><Relationship Id="rId116" Type="http://schemas.openxmlformats.org/officeDocument/2006/relationships/tags" Target="../tags/tag1033.xml"/><Relationship Id="rId137" Type="http://schemas.openxmlformats.org/officeDocument/2006/relationships/tags" Target="../tags/tag1054.xml"/><Relationship Id="rId158" Type="http://schemas.openxmlformats.org/officeDocument/2006/relationships/tags" Target="../tags/tag1075.xml"/><Relationship Id="rId302" Type="http://schemas.openxmlformats.org/officeDocument/2006/relationships/tags" Target="../tags/tag1219.xml"/><Relationship Id="rId323" Type="http://schemas.openxmlformats.org/officeDocument/2006/relationships/tags" Target="../tags/tag1240.xml"/><Relationship Id="rId344" Type="http://schemas.openxmlformats.org/officeDocument/2006/relationships/tags" Target="../tags/tag1261.xml"/><Relationship Id="rId20" Type="http://schemas.openxmlformats.org/officeDocument/2006/relationships/tags" Target="../tags/tag937.xml"/><Relationship Id="rId41" Type="http://schemas.openxmlformats.org/officeDocument/2006/relationships/tags" Target="../tags/tag958.xml"/><Relationship Id="rId62" Type="http://schemas.openxmlformats.org/officeDocument/2006/relationships/tags" Target="../tags/tag979.xml"/><Relationship Id="rId83" Type="http://schemas.openxmlformats.org/officeDocument/2006/relationships/tags" Target="../tags/tag1000.xml"/><Relationship Id="rId179" Type="http://schemas.openxmlformats.org/officeDocument/2006/relationships/tags" Target="../tags/tag1096.xml"/><Relationship Id="rId365" Type="http://schemas.openxmlformats.org/officeDocument/2006/relationships/tags" Target="../tags/tag1282.xml"/><Relationship Id="rId386" Type="http://schemas.openxmlformats.org/officeDocument/2006/relationships/tags" Target="../tags/tag1303.xml"/><Relationship Id="rId190" Type="http://schemas.openxmlformats.org/officeDocument/2006/relationships/tags" Target="../tags/tag1107.xml"/><Relationship Id="rId204" Type="http://schemas.openxmlformats.org/officeDocument/2006/relationships/tags" Target="../tags/tag1121.xml"/><Relationship Id="rId225" Type="http://schemas.openxmlformats.org/officeDocument/2006/relationships/tags" Target="../tags/tag1142.xml"/><Relationship Id="rId246" Type="http://schemas.openxmlformats.org/officeDocument/2006/relationships/tags" Target="../tags/tag1163.xml"/><Relationship Id="rId267" Type="http://schemas.openxmlformats.org/officeDocument/2006/relationships/tags" Target="../tags/tag1184.xml"/><Relationship Id="rId288" Type="http://schemas.openxmlformats.org/officeDocument/2006/relationships/tags" Target="../tags/tag1205.xml"/><Relationship Id="rId411" Type="http://schemas.openxmlformats.org/officeDocument/2006/relationships/tags" Target="../tags/tag1328.xml"/><Relationship Id="rId432" Type="http://schemas.openxmlformats.org/officeDocument/2006/relationships/tags" Target="../tags/tag1349.xml"/><Relationship Id="rId106" Type="http://schemas.openxmlformats.org/officeDocument/2006/relationships/tags" Target="../tags/tag1023.xml"/><Relationship Id="rId127" Type="http://schemas.openxmlformats.org/officeDocument/2006/relationships/tags" Target="../tags/tag1044.xml"/><Relationship Id="rId313" Type="http://schemas.openxmlformats.org/officeDocument/2006/relationships/tags" Target="../tags/tag1230.xml"/><Relationship Id="rId10" Type="http://schemas.openxmlformats.org/officeDocument/2006/relationships/tags" Target="../tags/tag927.xml"/><Relationship Id="rId31" Type="http://schemas.openxmlformats.org/officeDocument/2006/relationships/tags" Target="../tags/tag948.xml"/><Relationship Id="rId52" Type="http://schemas.openxmlformats.org/officeDocument/2006/relationships/tags" Target="../tags/tag969.xml"/><Relationship Id="rId73" Type="http://schemas.openxmlformats.org/officeDocument/2006/relationships/tags" Target="../tags/tag990.xml"/><Relationship Id="rId94" Type="http://schemas.openxmlformats.org/officeDocument/2006/relationships/tags" Target="../tags/tag1011.xml"/><Relationship Id="rId148" Type="http://schemas.openxmlformats.org/officeDocument/2006/relationships/tags" Target="../tags/tag1065.xml"/><Relationship Id="rId169" Type="http://schemas.openxmlformats.org/officeDocument/2006/relationships/tags" Target="../tags/tag1086.xml"/><Relationship Id="rId334" Type="http://schemas.openxmlformats.org/officeDocument/2006/relationships/tags" Target="../tags/tag1251.xml"/><Relationship Id="rId355" Type="http://schemas.openxmlformats.org/officeDocument/2006/relationships/tags" Target="../tags/tag1272.xml"/><Relationship Id="rId376" Type="http://schemas.openxmlformats.org/officeDocument/2006/relationships/tags" Target="../tags/tag1293.xml"/><Relationship Id="rId397" Type="http://schemas.openxmlformats.org/officeDocument/2006/relationships/tags" Target="../tags/tag1314.xml"/><Relationship Id="rId4" Type="http://schemas.openxmlformats.org/officeDocument/2006/relationships/tags" Target="../tags/tag921.xml"/><Relationship Id="rId180" Type="http://schemas.openxmlformats.org/officeDocument/2006/relationships/tags" Target="../tags/tag1097.xml"/><Relationship Id="rId215" Type="http://schemas.openxmlformats.org/officeDocument/2006/relationships/tags" Target="../tags/tag1132.xml"/><Relationship Id="rId236" Type="http://schemas.openxmlformats.org/officeDocument/2006/relationships/tags" Target="../tags/tag1153.xml"/><Relationship Id="rId257" Type="http://schemas.openxmlformats.org/officeDocument/2006/relationships/tags" Target="../tags/tag1174.xml"/><Relationship Id="rId278" Type="http://schemas.openxmlformats.org/officeDocument/2006/relationships/tags" Target="../tags/tag1195.xml"/><Relationship Id="rId401" Type="http://schemas.openxmlformats.org/officeDocument/2006/relationships/tags" Target="../tags/tag1318.xml"/><Relationship Id="rId422" Type="http://schemas.openxmlformats.org/officeDocument/2006/relationships/tags" Target="../tags/tag1339.xml"/><Relationship Id="rId443" Type="http://schemas.openxmlformats.org/officeDocument/2006/relationships/tags" Target="../tags/tag1360.xml"/><Relationship Id="rId303" Type="http://schemas.openxmlformats.org/officeDocument/2006/relationships/tags" Target="../tags/tag1220.xml"/><Relationship Id="rId42" Type="http://schemas.openxmlformats.org/officeDocument/2006/relationships/tags" Target="../tags/tag959.xml"/><Relationship Id="rId84" Type="http://schemas.openxmlformats.org/officeDocument/2006/relationships/tags" Target="../tags/tag1001.xml"/><Relationship Id="rId138" Type="http://schemas.openxmlformats.org/officeDocument/2006/relationships/tags" Target="../tags/tag1055.xml"/><Relationship Id="rId345" Type="http://schemas.openxmlformats.org/officeDocument/2006/relationships/tags" Target="../tags/tag1262.xml"/><Relationship Id="rId387" Type="http://schemas.openxmlformats.org/officeDocument/2006/relationships/tags" Target="../tags/tag1304.xml"/><Relationship Id="rId191" Type="http://schemas.openxmlformats.org/officeDocument/2006/relationships/tags" Target="../tags/tag1108.xml"/><Relationship Id="rId205" Type="http://schemas.openxmlformats.org/officeDocument/2006/relationships/tags" Target="../tags/tag1122.xml"/><Relationship Id="rId247" Type="http://schemas.openxmlformats.org/officeDocument/2006/relationships/tags" Target="../tags/tag1164.xml"/><Relationship Id="rId412" Type="http://schemas.openxmlformats.org/officeDocument/2006/relationships/tags" Target="../tags/tag1329.xml"/><Relationship Id="rId107" Type="http://schemas.openxmlformats.org/officeDocument/2006/relationships/tags" Target="../tags/tag1024.xml"/><Relationship Id="rId289" Type="http://schemas.openxmlformats.org/officeDocument/2006/relationships/tags" Target="../tags/tag1206.xml"/><Relationship Id="rId11" Type="http://schemas.openxmlformats.org/officeDocument/2006/relationships/tags" Target="../tags/tag928.xml"/><Relationship Id="rId53" Type="http://schemas.openxmlformats.org/officeDocument/2006/relationships/tags" Target="../tags/tag970.xml"/><Relationship Id="rId149" Type="http://schemas.openxmlformats.org/officeDocument/2006/relationships/tags" Target="../tags/tag1066.xml"/><Relationship Id="rId314" Type="http://schemas.openxmlformats.org/officeDocument/2006/relationships/tags" Target="../tags/tag1231.xml"/><Relationship Id="rId356" Type="http://schemas.openxmlformats.org/officeDocument/2006/relationships/tags" Target="../tags/tag1273.xml"/><Relationship Id="rId398" Type="http://schemas.openxmlformats.org/officeDocument/2006/relationships/tags" Target="../tags/tag1315.xml"/><Relationship Id="rId95" Type="http://schemas.openxmlformats.org/officeDocument/2006/relationships/tags" Target="../tags/tag1012.xml"/><Relationship Id="rId160" Type="http://schemas.openxmlformats.org/officeDocument/2006/relationships/tags" Target="../tags/tag1077.xml"/><Relationship Id="rId216" Type="http://schemas.openxmlformats.org/officeDocument/2006/relationships/tags" Target="../tags/tag1133.xml"/><Relationship Id="rId423" Type="http://schemas.openxmlformats.org/officeDocument/2006/relationships/tags" Target="../tags/tag1340.xml"/><Relationship Id="rId258" Type="http://schemas.openxmlformats.org/officeDocument/2006/relationships/tags" Target="../tags/tag1175.xml"/><Relationship Id="rId22" Type="http://schemas.openxmlformats.org/officeDocument/2006/relationships/tags" Target="../tags/tag939.xml"/><Relationship Id="rId64" Type="http://schemas.openxmlformats.org/officeDocument/2006/relationships/tags" Target="../tags/tag981.xml"/><Relationship Id="rId118" Type="http://schemas.openxmlformats.org/officeDocument/2006/relationships/tags" Target="../tags/tag1035.xml"/><Relationship Id="rId325" Type="http://schemas.openxmlformats.org/officeDocument/2006/relationships/tags" Target="../tags/tag1242.xml"/><Relationship Id="rId367" Type="http://schemas.openxmlformats.org/officeDocument/2006/relationships/tags" Target="../tags/tag1284.xml"/><Relationship Id="rId171" Type="http://schemas.openxmlformats.org/officeDocument/2006/relationships/tags" Target="../tags/tag1088.xml"/><Relationship Id="rId227" Type="http://schemas.openxmlformats.org/officeDocument/2006/relationships/tags" Target="../tags/tag1144.xml"/><Relationship Id="rId269" Type="http://schemas.openxmlformats.org/officeDocument/2006/relationships/tags" Target="../tags/tag1186.xml"/><Relationship Id="rId434" Type="http://schemas.openxmlformats.org/officeDocument/2006/relationships/tags" Target="../tags/tag1351.xml"/><Relationship Id="rId33" Type="http://schemas.openxmlformats.org/officeDocument/2006/relationships/tags" Target="../tags/tag950.xml"/><Relationship Id="rId129" Type="http://schemas.openxmlformats.org/officeDocument/2006/relationships/tags" Target="../tags/tag1046.xml"/><Relationship Id="rId280" Type="http://schemas.openxmlformats.org/officeDocument/2006/relationships/tags" Target="../tags/tag1197.xml"/><Relationship Id="rId336" Type="http://schemas.openxmlformats.org/officeDocument/2006/relationships/tags" Target="../tags/tag1253.xml"/><Relationship Id="rId75" Type="http://schemas.openxmlformats.org/officeDocument/2006/relationships/tags" Target="../tags/tag992.xml"/><Relationship Id="rId140" Type="http://schemas.openxmlformats.org/officeDocument/2006/relationships/tags" Target="../tags/tag1057.xml"/><Relationship Id="rId182" Type="http://schemas.openxmlformats.org/officeDocument/2006/relationships/tags" Target="../tags/tag1099.xml"/><Relationship Id="rId378" Type="http://schemas.openxmlformats.org/officeDocument/2006/relationships/tags" Target="../tags/tag1295.xml"/><Relationship Id="rId403" Type="http://schemas.openxmlformats.org/officeDocument/2006/relationships/tags" Target="../tags/tag1320.xml"/><Relationship Id="rId6" Type="http://schemas.openxmlformats.org/officeDocument/2006/relationships/tags" Target="../tags/tag923.xml"/><Relationship Id="rId238" Type="http://schemas.openxmlformats.org/officeDocument/2006/relationships/tags" Target="../tags/tag1155.xml"/><Relationship Id="rId445" Type="http://schemas.openxmlformats.org/officeDocument/2006/relationships/tags" Target="../tags/tag1362.xml"/><Relationship Id="rId291" Type="http://schemas.openxmlformats.org/officeDocument/2006/relationships/tags" Target="../tags/tag1208.xml"/><Relationship Id="rId305" Type="http://schemas.openxmlformats.org/officeDocument/2006/relationships/tags" Target="../tags/tag1222.xml"/><Relationship Id="rId347" Type="http://schemas.openxmlformats.org/officeDocument/2006/relationships/tags" Target="../tags/tag1264.xml"/><Relationship Id="rId44" Type="http://schemas.openxmlformats.org/officeDocument/2006/relationships/tags" Target="../tags/tag961.xml"/><Relationship Id="rId86" Type="http://schemas.openxmlformats.org/officeDocument/2006/relationships/tags" Target="../tags/tag1003.xml"/><Relationship Id="rId151" Type="http://schemas.openxmlformats.org/officeDocument/2006/relationships/tags" Target="../tags/tag1068.xml"/><Relationship Id="rId389" Type="http://schemas.openxmlformats.org/officeDocument/2006/relationships/tags" Target="../tags/tag1306.xml"/><Relationship Id="rId193" Type="http://schemas.openxmlformats.org/officeDocument/2006/relationships/tags" Target="../tags/tag1110.xml"/><Relationship Id="rId207" Type="http://schemas.openxmlformats.org/officeDocument/2006/relationships/tags" Target="../tags/tag1124.xml"/><Relationship Id="rId249" Type="http://schemas.openxmlformats.org/officeDocument/2006/relationships/tags" Target="../tags/tag1166.xml"/><Relationship Id="rId414" Type="http://schemas.openxmlformats.org/officeDocument/2006/relationships/tags" Target="../tags/tag1331.xml"/><Relationship Id="rId13" Type="http://schemas.openxmlformats.org/officeDocument/2006/relationships/tags" Target="../tags/tag930.xml"/><Relationship Id="rId109" Type="http://schemas.openxmlformats.org/officeDocument/2006/relationships/tags" Target="../tags/tag1026.xml"/><Relationship Id="rId260" Type="http://schemas.openxmlformats.org/officeDocument/2006/relationships/tags" Target="../tags/tag1177.xml"/><Relationship Id="rId316" Type="http://schemas.openxmlformats.org/officeDocument/2006/relationships/tags" Target="../tags/tag1233.xml"/><Relationship Id="rId55" Type="http://schemas.openxmlformats.org/officeDocument/2006/relationships/tags" Target="../tags/tag972.xml"/><Relationship Id="rId97" Type="http://schemas.openxmlformats.org/officeDocument/2006/relationships/tags" Target="../tags/tag1014.xml"/><Relationship Id="rId120" Type="http://schemas.openxmlformats.org/officeDocument/2006/relationships/tags" Target="../tags/tag1037.xml"/><Relationship Id="rId358" Type="http://schemas.openxmlformats.org/officeDocument/2006/relationships/tags" Target="../tags/tag1275.xml"/><Relationship Id="rId162" Type="http://schemas.openxmlformats.org/officeDocument/2006/relationships/tags" Target="../tags/tag1079.xml"/><Relationship Id="rId218" Type="http://schemas.openxmlformats.org/officeDocument/2006/relationships/tags" Target="../tags/tag1135.xml"/><Relationship Id="rId425" Type="http://schemas.openxmlformats.org/officeDocument/2006/relationships/tags" Target="../tags/tag1342.xml"/><Relationship Id="rId271" Type="http://schemas.openxmlformats.org/officeDocument/2006/relationships/tags" Target="../tags/tag1188.xml"/><Relationship Id="rId24" Type="http://schemas.openxmlformats.org/officeDocument/2006/relationships/tags" Target="../tags/tag941.xml"/><Relationship Id="rId66" Type="http://schemas.openxmlformats.org/officeDocument/2006/relationships/tags" Target="../tags/tag983.xml"/><Relationship Id="rId131" Type="http://schemas.openxmlformats.org/officeDocument/2006/relationships/tags" Target="../tags/tag1048.xml"/><Relationship Id="rId327" Type="http://schemas.openxmlformats.org/officeDocument/2006/relationships/tags" Target="../tags/tag1244.xml"/><Relationship Id="rId369" Type="http://schemas.openxmlformats.org/officeDocument/2006/relationships/tags" Target="../tags/tag1286.xml"/><Relationship Id="rId173" Type="http://schemas.openxmlformats.org/officeDocument/2006/relationships/tags" Target="../tags/tag1090.xml"/><Relationship Id="rId229" Type="http://schemas.openxmlformats.org/officeDocument/2006/relationships/tags" Target="../tags/tag1146.xml"/><Relationship Id="rId380" Type="http://schemas.openxmlformats.org/officeDocument/2006/relationships/tags" Target="../tags/tag1297.xml"/><Relationship Id="rId436" Type="http://schemas.openxmlformats.org/officeDocument/2006/relationships/tags" Target="../tags/tag1353.xml"/><Relationship Id="rId240" Type="http://schemas.openxmlformats.org/officeDocument/2006/relationships/tags" Target="../tags/tag1157.xml"/><Relationship Id="rId35" Type="http://schemas.openxmlformats.org/officeDocument/2006/relationships/tags" Target="../tags/tag952.xml"/><Relationship Id="rId77" Type="http://schemas.openxmlformats.org/officeDocument/2006/relationships/tags" Target="../tags/tag994.xml"/><Relationship Id="rId100" Type="http://schemas.openxmlformats.org/officeDocument/2006/relationships/tags" Target="../tags/tag1017.xml"/><Relationship Id="rId282" Type="http://schemas.openxmlformats.org/officeDocument/2006/relationships/tags" Target="../tags/tag1199.xml"/><Relationship Id="rId338" Type="http://schemas.openxmlformats.org/officeDocument/2006/relationships/tags" Target="../tags/tag1255.xml"/><Relationship Id="rId8" Type="http://schemas.openxmlformats.org/officeDocument/2006/relationships/tags" Target="../tags/tag925.xml"/><Relationship Id="rId142" Type="http://schemas.openxmlformats.org/officeDocument/2006/relationships/tags" Target="../tags/tag1059.xml"/><Relationship Id="rId184" Type="http://schemas.openxmlformats.org/officeDocument/2006/relationships/tags" Target="../tags/tag1101.xml"/><Relationship Id="rId391" Type="http://schemas.openxmlformats.org/officeDocument/2006/relationships/tags" Target="../tags/tag1308.xml"/><Relationship Id="rId405" Type="http://schemas.openxmlformats.org/officeDocument/2006/relationships/tags" Target="../tags/tag1322.xml"/><Relationship Id="rId447" Type="http://schemas.openxmlformats.org/officeDocument/2006/relationships/tags" Target="../tags/tag1364.xml"/><Relationship Id="rId251" Type="http://schemas.openxmlformats.org/officeDocument/2006/relationships/tags" Target="../tags/tag1168.xml"/><Relationship Id="rId46" Type="http://schemas.openxmlformats.org/officeDocument/2006/relationships/tags" Target="../tags/tag963.xml"/><Relationship Id="rId293" Type="http://schemas.openxmlformats.org/officeDocument/2006/relationships/tags" Target="../tags/tag1210.xml"/><Relationship Id="rId307" Type="http://schemas.openxmlformats.org/officeDocument/2006/relationships/tags" Target="../tags/tag1224.xml"/><Relationship Id="rId349" Type="http://schemas.openxmlformats.org/officeDocument/2006/relationships/tags" Target="../tags/tag1266.xml"/><Relationship Id="rId88" Type="http://schemas.openxmlformats.org/officeDocument/2006/relationships/tags" Target="../tags/tag1005.xml"/><Relationship Id="rId111" Type="http://schemas.openxmlformats.org/officeDocument/2006/relationships/tags" Target="../tags/tag1028.xml"/><Relationship Id="rId153" Type="http://schemas.openxmlformats.org/officeDocument/2006/relationships/tags" Target="../tags/tag1070.xml"/><Relationship Id="rId195" Type="http://schemas.openxmlformats.org/officeDocument/2006/relationships/tags" Target="../tags/tag1112.xml"/><Relationship Id="rId209" Type="http://schemas.openxmlformats.org/officeDocument/2006/relationships/tags" Target="../tags/tag1126.xml"/><Relationship Id="rId360" Type="http://schemas.openxmlformats.org/officeDocument/2006/relationships/tags" Target="../tags/tag1277.xml"/><Relationship Id="rId416" Type="http://schemas.openxmlformats.org/officeDocument/2006/relationships/tags" Target="../tags/tag1333.xml"/><Relationship Id="rId220" Type="http://schemas.openxmlformats.org/officeDocument/2006/relationships/tags" Target="../tags/tag1137.xml"/><Relationship Id="rId15" Type="http://schemas.openxmlformats.org/officeDocument/2006/relationships/tags" Target="../tags/tag932.xml"/><Relationship Id="rId57" Type="http://schemas.openxmlformats.org/officeDocument/2006/relationships/tags" Target="../tags/tag974.xml"/><Relationship Id="rId262" Type="http://schemas.openxmlformats.org/officeDocument/2006/relationships/tags" Target="../tags/tag1179.xml"/><Relationship Id="rId318" Type="http://schemas.openxmlformats.org/officeDocument/2006/relationships/tags" Target="../tags/tag1235.xml"/><Relationship Id="rId99" Type="http://schemas.openxmlformats.org/officeDocument/2006/relationships/tags" Target="../tags/tag1016.xml"/><Relationship Id="rId122" Type="http://schemas.openxmlformats.org/officeDocument/2006/relationships/tags" Target="../tags/tag1039.xml"/><Relationship Id="rId164" Type="http://schemas.openxmlformats.org/officeDocument/2006/relationships/tags" Target="../tags/tag1081.xml"/><Relationship Id="rId371" Type="http://schemas.openxmlformats.org/officeDocument/2006/relationships/tags" Target="../tags/tag1288.xml"/><Relationship Id="rId427" Type="http://schemas.openxmlformats.org/officeDocument/2006/relationships/tags" Target="../tags/tag1344.xml"/><Relationship Id="rId26" Type="http://schemas.openxmlformats.org/officeDocument/2006/relationships/tags" Target="../tags/tag943.xml"/><Relationship Id="rId231" Type="http://schemas.openxmlformats.org/officeDocument/2006/relationships/tags" Target="../tags/tag1148.xml"/><Relationship Id="rId273" Type="http://schemas.openxmlformats.org/officeDocument/2006/relationships/tags" Target="../tags/tag1190.xml"/><Relationship Id="rId329" Type="http://schemas.openxmlformats.org/officeDocument/2006/relationships/tags" Target="../tags/tag1246.xml"/><Relationship Id="rId68" Type="http://schemas.openxmlformats.org/officeDocument/2006/relationships/tags" Target="../tags/tag985.xml"/><Relationship Id="rId133" Type="http://schemas.openxmlformats.org/officeDocument/2006/relationships/tags" Target="../tags/tag1050.xml"/><Relationship Id="rId175" Type="http://schemas.openxmlformats.org/officeDocument/2006/relationships/tags" Target="../tags/tag1092.xml"/><Relationship Id="rId340" Type="http://schemas.openxmlformats.org/officeDocument/2006/relationships/tags" Target="../tags/tag1257.xml"/><Relationship Id="rId200" Type="http://schemas.openxmlformats.org/officeDocument/2006/relationships/tags" Target="../tags/tag1117.xml"/><Relationship Id="rId382" Type="http://schemas.openxmlformats.org/officeDocument/2006/relationships/tags" Target="../tags/tag1299.xml"/><Relationship Id="rId438" Type="http://schemas.openxmlformats.org/officeDocument/2006/relationships/tags" Target="../tags/tag1355.xml"/><Relationship Id="rId242" Type="http://schemas.openxmlformats.org/officeDocument/2006/relationships/tags" Target="../tags/tag1159.xml"/><Relationship Id="rId284" Type="http://schemas.openxmlformats.org/officeDocument/2006/relationships/tags" Target="../tags/tag1201.xml"/><Relationship Id="rId37" Type="http://schemas.openxmlformats.org/officeDocument/2006/relationships/tags" Target="../tags/tag954.xml"/><Relationship Id="rId79" Type="http://schemas.openxmlformats.org/officeDocument/2006/relationships/tags" Target="../tags/tag996.xml"/><Relationship Id="rId102" Type="http://schemas.openxmlformats.org/officeDocument/2006/relationships/tags" Target="../tags/tag1019.xml"/><Relationship Id="rId144" Type="http://schemas.openxmlformats.org/officeDocument/2006/relationships/tags" Target="../tags/tag1061.xml"/><Relationship Id="rId90" Type="http://schemas.openxmlformats.org/officeDocument/2006/relationships/tags" Target="../tags/tag1007.xml"/><Relationship Id="rId186" Type="http://schemas.openxmlformats.org/officeDocument/2006/relationships/tags" Target="../tags/tag1103.xml"/><Relationship Id="rId351" Type="http://schemas.openxmlformats.org/officeDocument/2006/relationships/tags" Target="../tags/tag1268.xml"/><Relationship Id="rId393" Type="http://schemas.openxmlformats.org/officeDocument/2006/relationships/tags" Target="../tags/tag1310.xml"/><Relationship Id="rId407" Type="http://schemas.openxmlformats.org/officeDocument/2006/relationships/tags" Target="../tags/tag1324.xml"/><Relationship Id="rId449" Type="http://schemas.openxmlformats.org/officeDocument/2006/relationships/tags" Target="../tags/tag1366.xml"/><Relationship Id="rId211" Type="http://schemas.openxmlformats.org/officeDocument/2006/relationships/tags" Target="../tags/tag1128.xml"/><Relationship Id="rId253" Type="http://schemas.openxmlformats.org/officeDocument/2006/relationships/tags" Target="../tags/tag1170.xml"/><Relationship Id="rId295" Type="http://schemas.openxmlformats.org/officeDocument/2006/relationships/tags" Target="../tags/tag1212.xml"/><Relationship Id="rId309" Type="http://schemas.openxmlformats.org/officeDocument/2006/relationships/tags" Target="../tags/tag1226.xml"/><Relationship Id="rId48" Type="http://schemas.openxmlformats.org/officeDocument/2006/relationships/tags" Target="../tags/tag965.xml"/><Relationship Id="rId113" Type="http://schemas.openxmlformats.org/officeDocument/2006/relationships/tags" Target="../tags/tag1030.xml"/><Relationship Id="rId320" Type="http://schemas.openxmlformats.org/officeDocument/2006/relationships/tags" Target="../tags/tag1237.xml"/><Relationship Id="rId155" Type="http://schemas.openxmlformats.org/officeDocument/2006/relationships/tags" Target="../tags/tag1072.xml"/><Relationship Id="rId197" Type="http://schemas.openxmlformats.org/officeDocument/2006/relationships/tags" Target="../tags/tag1114.xml"/><Relationship Id="rId362" Type="http://schemas.openxmlformats.org/officeDocument/2006/relationships/tags" Target="../tags/tag1279.xml"/><Relationship Id="rId418" Type="http://schemas.openxmlformats.org/officeDocument/2006/relationships/tags" Target="../tags/tag1335.xml"/><Relationship Id="rId222" Type="http://schemas.openxmlformats.org/officeDocument/2006/relationships/tags" Target="../tags/tag1139.xml"/><Relationship Id="rId264" Type="http://schemas.openxmlformats.org/officeDocument/2006/relationships/tags" Target="../tags/tag1181.xml"/><Relationship Id="rId17" Type="http://schemas.openxmlformats.org/officeDocument/2006/relationships/tags" Target="../tags/tag934.xml"/><Relationship Id="rId59" Type="http://schemas.openxmlformats.org/officeDocument/2006/relationships/tags" Target="../tags/tag976.xml"/><Relationship Id="rId124" Type="http://schemas.openxmlformats.org/officeDocument/2006/relationships/tags" Target="../tags/tag1041.xml"/><Relationship Id="rId70" Type="http://schemas.openxmlformats.org/officeDocument/2006/relationships/tags" Target="../tags/tag987.xml"/><Relationship Id="rId166" Type="http://schemas.openxmlformats.org/officeDocument/2006/relationships/tags" Target="../tags/tag1083.xml"/><Relationship Id="rId331" Type="http://schemas.openxmlformats.org/officeDocument/2006/relationships/tags" Target="../tags/tag1248.xml"/><Relationship Id="rId373" Type="http://schemas.openxmlformats.org/officeDocument/2006/relationships/tags" Target="../tags/tag1290.xml"/><Relationship Id="rId429" Type="http://schemas.openxmlformats.org/officeDocument/2006/relationships/tags" Target="../tags/tag1346.xml"/><Relationship Id="rId1" Type="http://schemas.openxmlformats.org/officeDocument/2006/relationships/tags" Target="../tags/tag918.xml"/><Relationship Id="rId233" Type="http://schemas.openxmlformats.org/officeDocument/2006/relationships/tags" Target="../tags/tag1150.xml"/><Relationship Id="rId440" Type="http://schemas.openxmlformats.org/officeDocument/2006/relationships/tags" Target="../tags/tag1357.xml"/><Relationship Id="rId28" Type="http://schemas.openxmlformats.org/officeDocument/2006/relationships/tags" Target="../tags/tag945.xml"/><Relationship Id="rId275" Type="http://schemas.openxmlformats.org/officeDocument/2006/relationships/tags" Target="../tags/tag1192.xml"/><Relationship Id="rId300" Type="http://schemas.openxmlformats.org/officeDocument/2006/relationships/tags" Target="../tags/tag1217.xml"/><Relationship Id="rId81" Type="http://schemas.openxmlformats.org/officeDocument/2006/relationships/tags" Target="../tags/tag998.xml"/><Relationship Id="rId135" Type="http://schemas.openxmlformats.org/officeDocument/2006/relationships/tags" Target="../tags/tag1052.xml"/><Relationship Id="rId177" Type="http://schemas.openxmlformats.org/officeDocument/2006/relationships/tags" Target="../tags/tag1094.xml"/><Relationship Id="rId342" Type="http://schemas.openxmlformats.org/officeDocument/2006/relationships/tags" Target="../tags/tag1259.xml"/><Relationship Id="rId384" Type="http://schemas.openxmlformats.org/officeDocument/2006/relationships/tags" Target="../tags/tag1301.xml"/><Relationship Id="rId202" Type="http://schemas.openxmlformats.org/officeDocument/2006/relationships/tags" Target="../tags/tag1119.xml"/><Relationship Id="rId244" Type="http://schemas.openxmlformats.org/officeDocument/2006/relationships/tags" Target="../tags/tag1161.xml"/><Relationship Id="rId39" Type="http://schemas.openxmlformats.org/officeDocument/2006/relationships/tags" Target="../tags/tag956.xml"/><Relationship Id="rId286" Type="http://schemas.openxmlformats.org/officeDocument/2006/relationships/tags" Target="../tags/tag1203.xml"/><Relationship Id="rId45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1375.xml"/><Relationship Id="rId3" Type="http://schemas.openxmlformats.org/officeDocument/2006/relationships/tags" Target="../tags/tag1370.xml"/><Relationship Id="rId7" Type="http://schemas.openxmlformats.org/officeDocument/2006/relationships/tags" Target="../tags/tag1374.xml"/><Relationship Id="rId2" Type="http://schemas.openxmlformats.org/officeDocument/2006/relationships/tags" Target="../tags/tag1369.xml"/><Relationship Id="rId1" Type="http://schemas.openxmlformats.org/officeDocument/2006/relationships/tags" Target="../tags/tag1368.xml"/><Relationship Id="rId6" Type="http://schemas.openxmlformats.org/officeDocument/2006/relationships/tags" Target="../tags/tag1373.xml"/><Relationship Id="rId5" Type="http://schemas.openxmlformats.org/officeDocument/2006/relationships/tags" Target="../tags/tag1372.xml"/><Relationship Id="rId10" Type="http://schemas.openxmlformats.org/officeDocument/2006/relationships/image" Target="../media/image1.png"/><Relationship Id="rId4" Type="http://schemas.openxmlformats.org/officeDocument/2006/relationships/tags" Target="../tags/tag1371.xml"/><Relationship Id="rId9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tags" Target="../tags/tag1388.xml"/><Relationship Id="rId18" Type="http://schemas.openxmlformats.org/officeDocument/2006/relationships/tags" Target="../tags/tag1393.xml"/><Relationship Id="rId26" Type="http://schemas.openxmlformats.org/officeDocument/2006/relationships/tags" Target="../tags/tag1401.xml"/><Relationship Id="rId39" Type="http://schemas.openxmlformats.org/officeDocument/2006/relationships/tags" Target="../tags/tag1414.xml"/><Relationship Id="rId21" Type="http://schemas.openxmlformats.org/officeDocument/2006/relationships/tags" Target="../tags/tag1396.xml"/><Relationship Id="rId34" Type="http://schemas.openxmlformats.org/officeDocument/2006/relationships/tags" Target="../tags/tag1409.xml"/><Relationship Id="rId42" Type="http://schemas.openxmlformats.org/officeDocument/2006/relationships/tags" Target="../tags/tag1417.xml"/><Relationship Id="rId47" Type="http://schemas.openxmlformats.org/officeDocument/2006/relationships/tags" Target="../tags/tag1422.xml"/><Relationship Id="rId50" Type="http://schemas.openxmlformats.org/officeDocument/2006/relationships/tags" Target="../tags/tag1425.xml"/><Relationship Id="rId55" Type="http://schemas.openxmlformats.org/officeDocument/2006/relationships/tags" Target="../tags/tag1430.xml"/><Relationship Id="rId7" Type="http://schemas.openxmlformats.org/officeDocument/2006/relationships/tags" Target="../tags/tag1382.xml"/><Relationship Id="rId2" Type="http://schemas.openxmlformats.org/officeDocument/2006/relationships/tags" Target="../tags/tag1377.xml"/><Relationship Id="rId16" Type="http://schemas.openxmlformats.org/officeDocument/2006/relationships/tags" Target="../tags/tag1391.xml"/><Relationship Id="rId29" Type="http://schemas.openxmlformats.org/officeDocument/2006/relationships/tags" Target="../tags/tag1404.xml"/><Relationship Id="rId11" Type="http://schemas.openxmlformats.org/officeDocument/2006/relationships/tags" Target="../tags/tag1386.xml"/><Relationship Id="rId24" Type="http://schemas.openxmlformats.org/officeDocument/2006/relationships/tags" Target="../tags/tag1399.xml"/><Relationship Id="rId32" Type="http://schemas.openxmlformats.org/officeDocument/2006/relationships/tags" Target="../tags/tag1407.xml"/><Relationship Id="rId37" Type="http://schemas.openxmlformats.org/officeDocument/2006/relationships/tags" Target="../tags/tag1412.xml"/><Relationship Id="rId40" Type="http://schemas.openxmlformats.org/officeDocument/2006/relationships/tags" Target="../tags/tag1415.xml"/><Relationship Id="rId45" Type="http://schemas.openxmlformats.org/officeDocument/2006/relationships/tags" Target="../tags/tag1420.xml"/><Relationship Id="rId53" Type="http://schemas.openxmlformats.org/officeDocument/2006/relationships/tags" Target="../tags/tag1428.xml"/><Relationship Id="rId58" Type="http://schemas.openxmlformats.org/officeDocument/2006/relationships/image" Target="../media/image1.png"/><Relationship Id="rId5" Type="http://schemas.openxmlformats.org/officeDocument/2006/relationships/tags" Target="../tags/tag1380.xml"/><Relationship Id="rId19" Type="http://schemas.openxmlformats.org/officeDocument/2006/relationships/tags" Target="../tags/tag1394.xml"/><Relationship Id="rId4" Type="http://schemas.openxmlformats.org/officeDocument/2006/relationships/tags" Target="../tags/tag1379.xml"/><Relationship Id="rId9" Type="http://schemas.openxmlformats.org/officeDocument/2006/relationships/tags" Target="../tags/tag1384.xml"/><Relationship Id="rId14" Type="http://schemas.openxmlformats.org/officeDocument/2006/relationships/tags" Target="../tags/tag1389.xml"/><Relationship Id="rId22" Type="http://schemas.openxmlformats.org/officeDocument/2006/relationships/tags" Target="../tags/tag1397.xml"/><Relationship Id="rId27" Type="http://schemas.openxmlformats.org/officeDocument/2006/relationships/tags" Target="../tags/tag1402.xml"/><Relationship Id="rId30" Type="http://schemas.openxmlformats.org/officeDocument/2006/relationships/tags" Target="../tags/tag1405.xml"/><Relationship Id="rId35" Type="http://schemas.openxmlformats.org/officeDocument/2006/relationships/tags" Target="../tags/tag1410.xml"/><Relationship Id="rId43" Type="http://schemas.openxmlformats.org/officeDocument/2006/relationships/tags" Target="../tags/tag1418.xml"/><Relationship Id="rId48" Type="http://schemas.openxmlformats.org/officeDocument/2006/relationships/tags" Target="../tags/tag1423.xml"/><Relationship Id="rId56" Type="http://schemas.openxmlformats.org/officeDocument/2006/relationships/tags" Target="../tags/tag1431.xml"/><Relationship Id="rId8" Type="http://schemas.openxmlformats.org/officeDocument/2006/relationships/tags" Target="../tags/tag1383.xml"/><Relationship Id="rId51" Type="http://schemas.openxmlformats.org/officeDocument/2006/relationships/tags" Target="../tags/tag1426.xml"/><Relationship Id="rId3" Type="http://schemas.openxmlformats.org/officeDocument/2006/relationships/tags" Target="../tags/tag1378.xml"/><Relationship Id="rId12" Type="http://schemas.openxmlformats.org/officeDocument/2006/relationships/tags" Target="../tags/tag1387.xml"/><Relationship Id="rId17" Type="http://schemas.openxmlformats.org/officeDocument/2006/relationships/tags" Target="../tags/tag1392.xml"/><Relationship Id="rId25" Type="http://schemas.openxmlformats.org/officeDocument/2006/relationships/tags" Target="../tags/tag1400.xml"/><Relationship Id="rId33" Type="http://schemas.openxmlformats.org/officeDocument/2006/relationships/tags" Target="../tags/tag1408.xml"/><Relationship Id="rId38" Type="http://schemas.openxmlformats.org/officeDocument/2006/relationships/tags" Target="../tags/tag1413.xml"/><Relationship Id="rId46" Type="http://schemas.openxmlformats.org/officeDocument/2006/relationships/tags" Target="../tags/tag1421.xml"/><Relationship Id="rId20" Type="http://schemas.openxmlformats.org/officeDocument/2006/relationships/tags" Target="../tags/tag1395.xml"/><Relationship Id="rId41" Type="http://schemas.openxmlformats.org/officeDocument/2006/relationships/tags" Target="../tags/tag1416.xml"/><Relationship Id="rId54" Type="http://schemas.openxmlformats.org/officeDocument/2006/relationships/tags" Target="../tags/tag1429.xml"/><Relationship Id="rId1" Type="http://schemas.openxmlformats.org/officeDocument/2006/relationships/tags" Target="../tags/tag1376.xml"/><Relationship Id="rId6" Type="http://schemas.openxmlformats.org/officeDocument/2006/relationships/tags" Target="../tags/tag1381.xml"/><Relationship Id="rId15" Type="http://schemas.openxmlformats.org/officeDocument/2006/relationships/tags" Target="../tags/tag1390.xml"/><Relationship Id="rId23" Type="http://schemas.openxmlformats.org/officeDocument/2006/relationships/tags" Target="../tags/tag1398.xml"/><Relationship Id="rId28" Type="http://schemas.openxmlformats.org/officeDocument/2006/relationships/tags" Target="../tags/tag1403.xml"/><Relationship Id="rId36" Type="http://schemas.openxmlformats.org/officeDocument/2006/relationships/tags" Target="../tags/tag1411.xml"/><Relationship Id="rId49" Type="http://schemas.openxmlformats.org/officeDocument/2006/relationships/tags" Target="../tags/tag1424.xml"/><Relationship Id="rId57" Type="http://schemas.openxmlformats.org/officeDocument/2006/relationships/slideLayout" Target="../slideLayouts/slideLayout2.xml"/><Relationship Id="rId10" Type="http://schemas.openxmlformats.org/officeDocument/2006/relationships/tags" Target="../tags/tag1385.xml"/><Relationship Id="rId31" Type="http://schemas.openxmlformats.org/officeDocument/2006/relationships/tags" Target="../tags/tag1406.xml"/><Relationship Id="rId44" Type="http://schemas.openxmlformats.org/officeDocument/2006/relationships/tags" Target="../tags/tag1419.xml"/><Relationship Id="rId52" Type="http://schemas.openxmlformats.org/officeDocument/2006/relationships/tags" Target="../tags/tag14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5"/>
          <p:cNvSpPr/>
          <p:nvPr>
            <p:custDataLst>
              <p:tags r:id="rId1"/>
            </p:custDataLst>
          </p:nvPr>
        </p:nvSpPr>
        <p:spPr>
          <a:xfrm>
            <a:off x="0" y="2146141"/>
            <a:ext cx="9144000" cy="1817846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Title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-36830" y="2060419"/>
            <a:ext cx="9144000" cy="15811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eaLnBrk="1" hangingPunct="1"/>
            <a:r>
              <a:rPr lang="en-US" altLang="zh-CN" sz="66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Graph Algorithms</a:t>
            </a:r>
          </a:p>
        </p:txBody>
      </p:sp>
      <p:sp>
        <p:nvSpPr>
          <p:cNvPr id="6" name="Sub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-108585" y="4418330"/>
            <a:ext cx="9438640" cy="1483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itchFamily="18" charset="2"/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21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8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5pPr>
            <a:lvl6pPr marL="17145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Fall 2024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School of Software Engineering</a:t>
            </a:r>
          </a:p>
          <a:p>
            <a:pPr algn="ctr" fontAlgn="auto">
              <a:spcBef>
                <a:spcPts val="600"/>
              </a:spcBef>
              <a:buClr>
                <a:srgbClr val="330066"/>
              </a:buClr>
            </a:pPr>
            <a:r>
              <a:rPr lang="en-US" altLang="zh-CN" sz="4000" dirty="0">
                <a:solidFill>
                  <a:schemeClr val="tx1"/>
                </a:solidFill>
              </a:rPr>
              <a:t>South China University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08940" y="2401570"/>
            <a:ext cx="4599305" cy="15163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mall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Minimum Spanning Tree</a:t>
            </a:r>
          </a:p>
        </p:txBody>
      </p:sp>
      <p:sp>
        <p:nvSpPr>
          <p:cNvPr id="8" name="文本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08940" y="4265930"/>
            <a:ext cx="4257675" cy="7581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355" kern="1200">
                <a:solidFill>
                  <a:schemeClr val="tx1">
                    <a:tint val="75000"/>
                  </a:schemeClr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055" kern="1200">
                <a:solidFill>
                  <a:schemeClr val="tx1">
                    <a:tint val="75000"/>
                  </a:schemeClr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None/>
              <a:defRPr sz="1055" kern="1200">
                <a:solidFill>
                  <a:schemeClr val="tx1">
                    <a:tint val="75000"/>
                  </a:schemeClr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5pPr>
            <a:lvl6pPr marL="1714500" indent="0" algn="l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05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05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05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spcBef>
                <a:spcPts val="130"/>
              </a:spcBef>
              <a:buFont typeface="Wingdings 2" pitchFamily="18" charset="2"/>
              <a:buNone/>
              <a:defRPr sz="105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Section 9.5 </a:t>
            </a:r>
          </a:p>
        </p:txBody>
      </p:sp>
      <p:pic>
        <p:nvPicPr>
          <p:cNvPr id="9" name="PA_库_PicturePlaceholder 1"/>
          <p:cNvPicPr>
            <a:picLocks noGrp="1"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87900" y="1844675"/>
            <a:ext cx="4356100" cy="3258820"/>
          </a:xfrm>
          <a:custGeom>
            <a:avLst/>
            <a:gdLst>
              <a:gd name="connsiteX0" fmla="*/ 0 w 8115300"/>
              <a:gd name="connsiteY0" fmla="*/ 6858000 h 6858000"/>
              <a:gd name="connsiteX1" fmla="*/ 1714500 w 8115300"/>
              <a:gd name="connsiteY1" fmla="*/ 0 h 6858000"/>
              <a:gd name="connsiteX2" fmla="*/ 6400800 w 8115300"/>
              <a:gd name="connsiteY2" fmla="*/ 0 h 6858000"/>
              <a:gd name="connsiteX3" fmla="*/ 8115300 w 8115300"/>
              <a:gd name="connsiteY3" fmla="*/ 6858000 h 6858000"/>
              <a:gd name="connsiteX4" fmla="*/ 0 w 8115300"/>
              <a:gd name="connsiteY4" fmla="*/ 6858000 h 6858000"/>
              <a:gd name="connsiteX0-1" fmla="*/ 0 w 6438900"/>
              <a:gd name="connsiteY0-2" fmla="*/ 6858000 h 6858000"/>
              <a:gd name="connsiteX1-3" fmla="*/ 1714500 w 6438900"/>
              <a:gd name="connsiteY1-4" fmla="*/ 0 h 6858000"/>
              <a:gd name="connsiteX2-5" fmla="*/ 6400800 w 6438900"/>
              <a:gd name="connsiteY2-6" fmla="*/ 0 h 6858000"/>
              <a:gd name="connsiteX3-7" fmla="*/ 6438900 w 6438900"/>
              <a:gd name="connsiteY3-8" fmla="*/ 6858000 h 6858000"/>
              <a:gd name="connsiteX4-9" fmla="*/ 0 w 6438900"/>
              <a:gd name="connsiteY4-10" fmla="*/ 6858000 h 6858000"/>
              <a:gd name="connsiteX0-11" fmla="*/ 0 w 6400800"/>
              <a:gd name="connsiteY0-12" fmla="*/ 6858000 h 6858000"/>
              <a:gd name="connsiteX1-13" fmla="*/ 1714500 w 6400800"/>
              <a:gd name="connsiteY1-14" fmla="*/ 0 h 6858000"/>
              <a:gd name="connsiteX2-15" fmla="*/ 6400800 w 6400800"/>
              <a:gd name="connsiteY2-16" fmla="*/ 0 h 6858000"/>
              <a:gd name="connsiteX3-17" fmla="*/ 6400800 w 6400800"/>
              <a:gd name="connsiteY3-18" fmla="*/ 6838950 h 6858000"/>
              <a:gd name="connsiteX4-19" fmla="*/ 0 w 6400800"/>
              <a:gd name="connsiteY4-20" fmla="*/ 6858000 h 6858000"/>
              <a:gd name="connsiteX0-21" fmla="*/ 0 w 6419850"/>
              <a:gd name="connsiteY0-22" fmla="*/ 6858000 h 6877050"/>
              <a:gd name="connsiteX1-23" fmla="*/ 1714500 w 6419850"/>
              <a:gd name="connsiteY1-24" fmla="*/ 0 h 6877050"/>
              <a:gd name="connsiteX2-25" fmla="*/ 6400800 w 6419850"/>
              <a:gd name="connsiteY2-26" fmla="*/ 0 h 6877050"/>
              <a:gd name="connsiteX3-27" fmla="*/ 6419850 w 6419850"/>
              <a:gd name="connsiteY3-28" fmla="*/ 6877050 h 6877050"/>
              <a:gd name="connsiteX4-29" fmla="*/ 0 w 6419850"/>
              <a:gd name="connsiteY4-30" fmla="*/ 6858000 h 6877050"/>
              <a:gd name="connsiteX0-31" fmla="*/ 0 w 6400800"/>
              <a:gd name="connsiteY0-32" fmla="*/ 6858000 h 6858000"/>
              <a:gd name="connsiteX1-33" fmla="*/ 1714500 w 6400800"/>
              <a:gd name="connsiteY1-34" fmla="*/ 0 h 6858000"/>
              <a:gd name="connsiteX2-35" fmla="*/ 6400800 w 6400800"/>
              <a:gd name="connsiteY2-36" fmla="*/ 0 h 6858000"/>
              <a:gd name="connsiteX3-37" fmla="*/ 6381750 w 6400800"/>
              <a:gd name="connsiteY3-38" fmla="*/ 6838950 h 6858000"/>
              <a:gd name="connsiteX4-39" fmla="*/ 0 w 6400800"/>
              <a:gd name="connsiteY4-40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00800" h="6858000">
                <a:moveTo>
                  <a:pt x="0" y="6858000"/>
                </a:moveTo>
                <a:lnTo>
                  <a:pt x="1714500" y="0"/>
                </a:lnTo>
                <a:lnTo>
                  <a:pt x="6400800" y="0"/>
                </a:lnTo>
                <a:lnTo>
                  <a:pt x="6381750" y="683895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CN" sz="465"/>
              <a:t>Lecture 9-4 Graph Algorithms IV</a:t>
            </a:r>
            <a:endParaRPr lang="zh-CN" altLang="en-US" sz="465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z="465" smtClean="0"/>
              <a:pPr>
                <a:defRPr/>
              </a:pPr>
              <a:t>2</a:t>
            </a:fld>
            <a:endParaRPr lang="zh-CN" altLang="en-US" sz="465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9EC88C-58BB-4F76-AC34-854FB2954CE8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60641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Recall Spanning Tree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474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47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F4E633-D8E7-40AD-8B55-510DE82EBB2B}" type="slidenum">
              <a:rPr lang="en-US" altLang="zh-CN" sz="790"/>
              <a:pPr/>
              <a:t>3</a:t>
            </a:fld>
            <a:endParaRPr lang="en-US" altLang="zh-CN" sz="790"/>
          </a:p>
        </p:txBody>
      </p:sp>
      <p:sp>
        <p:nvSpPr>
          <p:cNvPr id="147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847" y="1900557"/>
            <a:ext cx="7886700" cy="4351337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Given (connected) graph G(V,E),</a:t>
            </a:r>
          </a:p>
          <a:p>
            <a:pPr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    a </a:t>
            </a:r>
            <a:r>
              <a:rPr lang="en-US" altLang="zh-CN" dirty="0">
                <a:solidFill>
                  <a:srgbClr val="CC0000"/>
                </a:solidFill>
                <a:ea typeface="宋体" panose="02010600030101010101" pitchFamily="2" charset="-122"/>
              </a:rPr>
              <a:t>spanning tree T(V’,E’):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Spans the graph 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(V’ = V)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Forms a </a:t>
            </a:r>
            <a:r>
              <a:rPr lang="en-US" altLang="zh-CN" dirty="0">
                <a:solidFill>
                  <a:srgbClr val="CC0000"/>
                </a:solidFill>
                <a:ea typeface="宋体" panose="02010600030101010101" pitchFamily="2" charset="-122"/>
              </a:rPr>
              <a:t>tree</a:t>
            </a:r>
            <a:r>
              <a:rPr lang="en-US" altLang="zh-CN" dirty="0">
                <a:ea typeface="宋体" panose="02010600030101010101" pitchFamily="2" charset="-122"/>
              </a:rPr>
              <a:t> (no cycle); </a:t>
            </a:r>
          </a:p>
          <a:p>
            <a:pPr lvl="1"/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E’ has |V| -1 edges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66B150-6360-41AA-A221-384A0472525B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grpSp>
        <p:nvGrpSpPr>
          <p:cNvPr id="541" name="组合 540"/>
          <p:cNvGrpSpPr/>
          <p:nvPr/>
        </p:nvGrpSpPr>
        <p:grpSpPr>
          <a:xfrm flipH="1">
            <a:off x="8133740" y="5442820"/>
            <a:ext cx="608916" cy="657896"/>
            <a:chOff x="1011238" y="2627319"/>
            <a:chExt cx="730250" cy="788990"/>
          </a:xfrm>
          <a:solidFill>
            <a:schemeClr val="accent1">
              <a:lumMod val="50000"/>
              <a:alpha val="30000"/>
            </a:schemeClr>
          </a:solidFill>
        </p:grpSpPr>
        <p:sp>
          <p:nvSpPr>
            <p:cNvPr id="542" name="稻壳儿春秋广告/盗版必究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1011238" y="2627319"/>
              <a:ext cx="730250" cy="788990"/>
            </a:xfrm>
            <a:custGeom>
              <a:avLst/>
              <a:gdLst>
                <a:gd name="T0" fmla="*/ 161 w 220"/>
                <a:gd name="T1" fmla="*/ 58 h 235"/>
                <a:gd name="T2" fmla="*/ 180 w 220"/>
                <a:gd name="T3" fmla="*/ 31 h 235"/>
                <a:gd name="T4" fmla="*/ 43 w 220"/>
                <a:gd name="T5" fmla="*/ 29 h 235"/>
                <a:gd name="T6" fmla="*/ 3 w 220"/>
                <a:gd name="T7" fmla="*/ 69 h 235"/>
                <a:gd name="T8" fmla="*/ 60 w 220"/>
                <a:gd name="T9" fmla="*/ 160 h 235"/>
                <a:gd name="T10" fmla="*/ 43 w 220"/>
                <a:gd name="T11" fmla="*/ 38 h 235"/>
                <a:gd name="T12" fmla="*/ 78 w 220"/>
                <a:gd name="T13" fmla="*/ 66 h 235"/>
                <a:gd name="T14" fmla="*/ 59 w 220"/>
                <a:gd name="T15" fmla="*/ 66 h 235"/>
                <a:gd name="T16" fmla="*/ 46 w 220"/>
                <a:gd name="T17" fmla="*/ 70 h 235"/>
                <a:gd name="T18" fmla="*/ 57 w 220"/>
                <a:gd name="T19" fmla="*/ 142 h 235"/>
                <a:gd name="T20" fmla="*/ 152 w 220"/>
                <a:gd name="T21" fmla="*/ 212 h 235"/>
                <a:gd name="T22" fmla="*/ 218 w 220"/>
                <a:gd name="T23" fmla="*/ 161 h 235"/>
                <a:gd name="T24" fmla="*/ 85 w 220"/>
                <a:gd name="T25" fmla="*/ 51 h 235"/>
                <a:gd name="T26" fmla="*/ 53 w 220"/>
                <a:gd name="T27" fmla="*/ 31 h 235"/>
                <a:gd name="T28" fmla="*/ 148 w 220"/>
                <a:gd name="T29" fmla="*/ 8 h 235"/>
                <a:gd name="T30" fmla="*/ 121 w 220"/>
                <a:gd name="T31" fmla="*/ 68 h 235"/>
                <a:gd name="T32" fmla="*/ 85 w 220"/>
                <a:gd name="T33" fmla="*/ 51 h 235"/>
                <a:gd name="T34" fmla="*/ 70 w 220"/>
                <a:gd name="T35" fmla="*/ 163 h 235"/>
                <a:gd name="T36" fmla="*/ 73 w 220"/>
                <a:gd name="T37" fmla="*/ 149 h 235"/>
                <a:gd name="T38" fmla="*/ 87 w 220"/>
                <a:gd name="T39" fmla="*/ 198 h 235"/>
                <a:gd name="T40" fmla="*/ 83 w 220"/>
                <a:gd name="T41" fmla="*/ 182 h 235"/>
                <a:gd name="T42" fmla="*/ 92 w 220"/>
                <a:gd name="T43" fmla="*/ 200 h 235"/>
                <a:gd name="T44" fmla="*/ 102 w 220"/>
                <a:gd name="T45" fmla="*/ 210 h 235"/>
                <a:gd name="T46" fmla="*/ 110 w 220"/>
                <a:gd name="T47" fmla="*/ 217 h 235"/>
                <a:gd name="T48" fmla="*/ 110 w 220"/>
                <a:gd name="T49" fmla="*/ 218 h 235"/>
                <a:gd name="T50" fmla="*/ 184 w 220"/>
                <a:gd name="T51" fmla="*/ 189 h 235"/>
                <a:gd name="T52" fmla="*/ 114 w 220"/>
                <a:gd name="T53" fmla="*/ 218 h 235"/>
                <a:gd name="T54" fmla="*/ 114 w 220"/>
                <a:gd name="T55" fmla="*/ 214 h 235"/>
                <a:gd name="T56" fmla="*/ 117 w 220"/>
                <a:gd name="T57" fmla="*/ 209 h 235"/>
                <a:gd name="T58" fmla="*/ 112 w 220"/>
                <a:gd name="T59" fmla="*/ 209 h 235"/>
                <a:gd name="T60" fmla="*/ 100 w 220"/>
                <a:gd name="T61" fmla="*/ 190 h 235"/>
                <a:gd name="T62" fmla="*/ 88 w 220"/>
                <a:gd name="T63" fmla="*/ 157 h 235"/>
                <a:gd name="T64" fmla="*/ 80 w 220"/>
                <a:gd name="T65" fmla="*/ 163 h 235"/>
                <a:gd name="T66" fmla="*/ 70 w 220"/>
                <a:gd name="T67" fmla="*/ 132 h 235"/>
                <a:gd name="T68" fmla="*/ 60 w 220"/>
                <a:gd name="T69" fmla="*/ 97 h 235"/>
                <a:gd name="T70" fmla="*/ 56 w 220"/>
                <a:gd name="T71" fmla="*/ 122 h 235"/>
                <a:gd name="T72" fmla="*/ 65 w 220"/>
                <a:gd name="T73" fmla="*/ 87 h 235"/>
                <a:gd name="T74" fmla="*/ 119 w 220"/>
                <a:gd name="T75" fmla="*/ 206 h 235"/>
                <a:gd name="T76" fmla="*/ 184 w 220"/>
                <a:gd name="T77" fmla="*/ 189 h 235"/>
                <a:gd name="T78" fmla="*/ 204 w 220"/>
                <a:gd name="T79" fmla="*/ 163 h 235"/>
                <a:gd name="T80" fmla="*/ 198 w 220"/>
                <a:gd name="T81" fmla="*/ 168 h 235"/>
                <a:gd name="T82" fmla="*/ 127 w 220"/>
                <a:gd name="T83" fmla="*/ 198 h 235"/>
                <a:gd name="T84" fmla="*/ 69 w 220"/>
                <a:gd name="T85" fmla="*/ 86 h 235"/>
                <a:gd name="T86" fmla="*/ 71 w 220"/>
                <a:gd name="T87" fmla="*/ 87 h 235"/>
                <a:gd name="T88" fmla="*/ 156 w 220"/>
                <a:gd name="T89" fmla="*/ 60 h 235"/>
                <a:gd name="T90" fmla="*/ 197 w 220"/>
                <a:gd name="T91" fmla="*/ 138 h 235"/>
                <a:gd name="T92" fmla="*/ 208 w 220"/>
                <a:gd name="T93" fmla="*/ 161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0" h="235">
                  <a:moveTo>
                    <a:pt x="218" y="156"/>
                  </a:moveTo>
                  <a:cubicBezTo>
                    <a:pt x="196" y="126"/>
                    <a:pt x="179" y="91"/>
                    <a:pt x="161" y="58"/>
                  </a:cubicBezTo>
                  <a:cubicBezTo>
                    <a:pt x="161" y="58"/>
                    <a:pt x="161" y="58"/>
                    <a:pt x="160" y="58"/>
                  </a:cubicBezTo>
                  <a:cubicBezTo>
                    <a:pt x="171" y="51"/>
                    <a:pt x="179" y="42"/>
                    <a:pt x="180" y="31"/>
                  </a:cubicBezTo>
                  <a:cubicBezTo>
                    <a:pt x="182" y="8"/>
                    <a:pt x="153" y="0"/>
                    <a:pt x="136" y="1"/>
                  </a:cubicBezTo>
                  <a:cubicBezTo>
                    <a:pt x="105" y="3"/>
                    <a:pt x="71" y="17"/>
                    <a:pt x="43" y="29"/>
                  </a:cubicBezTo>
                  <a:cubicBezTo>
                    <a:pt x="42" y="29"/>
                    <a:pt x="42" y="30"/>
                    <a:pt x="41" y="31"/>
                  </a:cubicBezTo>
                  <a:cubicBezTo>
                    <a:pt x="21" y="33"/>
                    <a:pt x="0" y="48"/>
                    <a:pt x="3" y="69"/>
                  </a:cubicBezTo>
                  <a:cubicBezTo>
                    <a:pt x="10" y="104"/>
                    <a:pt x="53" y="124"/>
                    <a:pt x="53" y="160"/>
                  </a:cubicBezTo>
                  <a:cubicBezTo>
                    <a:pt x="52" y="165"/>
                    <a:pt x="59" y="165"/>
                    <a:pt x="60" y="160"/>
                  </a:cubicBezTo>
                  <a:cubicBezTo>
                    <a:pt x="60" y="129"/>
                    <a:pt x="30" y="107"/>
                    <a:pt x="16" y="83"/>
                  </a:cubicBezTo>
                  <a:cubicBezTo>
                    <a:pt x="3" y="60"/>
                    <a:pt x="19" y="39"/>
                    <a:pt x="43" y="38"/>
                  </a:cubicBezTo>
                  <a:cubicBezTo>
                    <a:pt x="53" y="37"/>
                    <a:pt x="65" y="40"/>
                    <a:pt x="73" y="47"/>
                  </a:cubicBezTo>
                  <a:cubicBezTo>
                    <a:pt x="78" y="52"/>
                    <a:pt x="80" y="59"/>
                    <a:pt x="78" y="66"/>
                  </a:cubicBezTo>
                  <a:cubicBezTo>
                    <a:pt x="76" y="75"/>
                    <a:pt x="71" y="80"/>
                    <a:pt x="63" y="80"/>
                  </a:cubicBezTo>
                  <a:cubicBezTo>
                    <a:pt x="54" y="80"/>
                    <a:pt x="53" y="75"/>
                    <a:pt x="59" y="66"/>
                  </a:cubicBezTo>
                  <a:cubicBezTo>
                    <a:pt x="62" y="64"/>
                    <a:pt x="60" y="59"/>
                    <a:pt x="56" y="61"/>
                  </a:cubicBezTo>
                  <a:cubicBezTo>
                    <a:pt x="50" y="64"/>
                    <a:pt x="47" y="67"/>
                    <a:pt x="46" y="70"/>
                  </a:cubicBezTo>
                  <a:cubicBezTo>
                    <a:pt x="46" y="70"/>
                    <a:pt x="44" y="70"/>
                    <a:pt x="44" y="71"/>
                  </a:cubicBezTo>
                  <a:cubicBezTo>
                    <a:pt x="42" y="94"/>
                    <a:pt x="50" y="120"/>
                    <a:pt x="57" y="142"/>
                  </a:cubicBezTo>
                  <a:cubicBezTo>
                    <a:pt x="64" y="167"/>
                    <a:pt x="73" y="195"/>
                    <a:pt x="90" y="216"/>
                  </a:cubicBezTo>
                  <a:cubicBezTo>
                    <a:pt x="106" y="235"/>
                    <a:pt x="134" y="220"/>
                    <a:pt x="152" y="212"/>
                  </a:cubicBezTo>
                  <a:cubicBezTo>
                    <a:pt x="177" y="199"/>
                    <a:pt x="199" y="195"/>
                    <a:pt x="211" y="168"/>
                  </a:cubicBezTo>
                  <a:cubicBezTo>
                    <a:pt x="213" y="166"/>
                    <a:pt x="216" y="163"/>
                    <a:pt x="218" y="161"/>
                  </a:cubicBezTo>
                  <a:cubicBezTo>
                    <a:pt x="219" y="160"/>
                    <a:pt x="220" y="158"/>
                    <a:pt x="218" y="156"/>
                  </a:cubicBezTo>
                  <a:close/>
                  <a:moveTo>
                    <a:pt x="85" y="51"/>
                  </a:moveTo>
                  <a:cubicBezTo>
                    <a:pt x="81" y="39"/>
                    <a:pt x="67" y="34"/>
                    <a:pt x="56" y="31"/>
                  </a:cubicBezTo>
                  <a:cubicBezTo>
                    <a:pt x="55" y="31"/>
                    <a:pt x="54" y="31"/>
                    <a:pt x="53" y="31"/>
                  </a:cubicBezTo>
                  <a:cubicBezTo>
                    <a:pt x="71" y="24"/>
                    <a:pt x="90" y="18"/>
                    <a:pt x="110" y="13"/>
                  </a:cubicBezTo>
                  <a:cubicBezTo>
                    <a:pt x="122" y="10"/>
                    <a:pt x="135" y="8"/>
                    <a:pt x="148" y="8"/>
                  </a:cubicBezTo>
                  <a:cubicBezTo>
                    <a:pt x="160" y="8"/>
                    <a:pt x="176" y="21"/>
                    <a:pt x="172" y="34"/>
                  </a:cubicBezTo>
                  <a:cubicBezTo>
                    <a:pt x="169" y="52"/>
                    <a:pt x="136" y="63"/>
                    <a:pt x="121" y="68"/>
                  </a:cubicBezTo>
                  <a:cubicBezTo>
                    <a:pt x="107" y="73"/>
                    <a:pt x="93" y="78"/>
                    <a:pt x="78" y="82"/>
                  </a:cubicBezTo>
                  <a:cubicBezTo>
                    <a:pt x="86" y="75"/>
                    <a:pt x="88" y="61"/>
                    <a:pt x="85" y="51"/>
                  </a:cubicBezTo>
                  <a:close/>
                  <a:moveTo>
                    <a:pt x="77" y="178"/>
                  </a:moveTo>
                  <a:cubicBezTo>
                    <a:pt x="74" y="173"/>
                    <a:pt x="72" y="168"/>
                    <a:pt x="70" y="163"/>
                  </a:cubicBezTo>
                  <a:cubicBezTo>
                    <a:pt x="70" y="162"/>
                    <a:pt x="71" y="162"/>
                    <a:pt x="71" y="161"/>
                  </a:cubicBezTo>
                  <a:cubicBezTo>
                    <a:pt x="71" y="157"/>
                    <a:pt x="72" y="153"/>
                    <a:pt x="73" y="149"/>
                  </a:cubicBezTo>
                  <a:cubicBezTo>
                    <a:pt x="74" y="159"/>
                    <a:pt x="75" y="169"/>
                    <a:pt x="77" y="178"/>
                  </a:cubicBezTo>
                  <a:close/>
                  <a:moveTo>
                    <a:pt x="87" y="198"/>
                  </a:moveTo>
                  <a:cubicBezTo>
                    <a:pt x="84" y="194"/>
                    <a:pt x="82" y="189"/>
                    <a:pt x="79" y="185"/>
                  </a:cubicBezTo>
                  <a:cubicBezTo>
                    <a:pt x="81" y="185"/>
                    <a:pt x="83" y="183"/>
                    <a:pt x="83" y="182"/>
                  </a:cubicBezTo>
                  <a:cubicBezTo>
                    <a:pt x="84" y="178"/>
                    <a:pt x="85" y="174"/>
                    <a:pt x="85" y="170"/>
                  </a:cubicBezTo>
                  <a:cubicBezTo>
                    <a:pt x="88" y="180"/>
                    <a:pt x="90" y="190"/>
                    <a:pt x="92" y="200"/>
                  </a:cubicBezTo>
                  <a:cubicBezTo>
                    <a:pt x="93" y="203"/>
                    <a:pt x="97" y="204"/>
                    <a:pt x="98" y="202"/>
                  </a:cubicBezTo>
                  <a:cubicBezTo>
                    <a:pt x="99" y="205"/>
                    <a:pt x="101" y="207"/>
                    <a:pt x="102" y="210"/>
                  </a:cubicBezTo>
                  <a:cubicBezTo>
                    <a:pt x="103" y="213"/>
                    <a:pt x="108" y="213"/>
                    <a:pt x="108" y="209"/>
                  </a:cubicBezTo>
                  <a:cubicBezTo>
                    <a:pt x="108" y="212"/>
                    <a:pt x="109" y="214"/>
                    <a:pt x="110" y="217"/>
                  </a:cubicBezTo>
                  <a:cubicBezTo>
                    <a:pt x="111" y="217"/>
                    <a:pt x="111" y="218"/>
                    <a:pt x="112" y="218"/>
                  </a:cubicBezTo>
                  <a:cubicBezTo>
                    <a:pt x="111" y="218"/>
                    <a:pt x="111" y="218"/>
                    <a:pt x="110" y="218"/>
                  </a:cubicBezTo>
                  <a:cubicBezTo>
                    <a:pt x="99" y="219"/>
                    <a:pt x="92" y="206"/>
                    <a:pt x="87" y="198"/>
                  </a:cubicBezTo>
                  <a:close/>
                  <a:moveTo>
                    <a:pt x="184" y="189"/>
                  </a:moveTo>
                  <a:cubicBezTo>
                    <a:pt x="174" y="195"/>
                    <a:pt x="162" y="198"/>
                    <a:pt x="152" y="203"/>
                  </a:cubicBezTo>
                  <a:cubicBezTo>
                    <a:pt x="140" y="209"/>
                    <a:pt x="128" y="216"/>
                    <a:pt x="114" y="218"/>
                  </a:cubicBezTo>
                  <a:cubicBezTo>
                    <a:pt x="114" y="217"/>
                    <a:pt x="115" y="217"/>
                    <a:pt x="116" y="216"/>
                  </a:cubicBezTo>
                  <a:cubicBezTo>
                    <a:pt x="114" y="214"/>
                    <a:pt x="114" y="214"/>
                    <a:pt x="114" y="214"/>
                  </a:cubicBezTo>
                  <a:cubicBezTo>
                    <a:pt x="116" y="217"/>
                    <a:pt x="120" y="213"/>
                    <a:pt x="118" y="210"/>
                  </a:cubicBezTo>
                  <a:cubicBezTo>
                    <a:pt x="118" y="209"/>
                    <a:pt x="117" y="209"/>
                    <a:pt x="117" y="209"/>
                  </a:cubicBezTo>
                  <a:cubicBezTo>
                    <a:pt x="116" y="208"/>
                    <a:pt x="114" y="207"/>
                    <a:pt x="113" y="208"/>
                  </a:cubicBezTo>
                  <a:cubicBezTo>
                    <a:pt x="113" y="209"/>
                    <a:pt x="112" y="209"/>
                    <a:pt x="112" y="209"/>
                  </a:cubicBezTo>
                  <a:cubicBezTo>
                    <a:pt x="111" y="206"/>
                    <a:pt x="109" y="203"/>
                    <a:pt x="106" y="203"/>
                  </a:cubicBezTo>
                  <a:cubicBezTo>
                    <a:pt x="104" y="199"/>
                    <a:pt x="102" y="195"/>
                    <a:pt x="100" y="190"/>
                  </a:cubicBezTo>
                  <a:cubicBezTo>
                    <a:pt x="99" y="189"/>
                    <a:pt x="98" y="189"/>
                    <a:pt x="96" y="189"/>
                  </a:cubicBezTo>
                  <a:cubicBezTo>
                    <a:pt x="94" y="178"/>
                    <a:pt x="92" y="167"/>
                    <a:pt x="88" y="157"/>
                  </a:cubicBezTo>
                  <a:cubicBezTo>
                    <a:pt x="87" y="155"/>
                    <a:pt x="82" y="155"/>
                    <a:pt x="82" y="158"/>
                  </a:cubicBezTo>
                  <a:cubicBezTo>
                    <a:pt x="82" y="160"/>
                    <a:pt x="81" y="161"/>
                    <a:pt x="80" y="163"/>
                  </a:cubicBezTo>
                  <a:cubicBezTo>
                    <a:pt x="79" y="153"/>
                    <a:pt x="78" y="142"/>
                    <a:pt x="75" y="132"/>
                  </a:cubicBezTo>
                  <a:cubicBezTo>
                    <a:pt x="75" y="129"/>
                    <a:pt x="70" y="129"/>
                    <a:pt x="70" y="132"/>
                  </a:cubicBezTo>
                  <a:cubicBezTo>
                    <a:pt x="69" y="136"/>
                    <a:pt x="68" y="139"/>
                    <a:pt x="67" y="143"/>
                  </a:cubicBezTo>
                  <a:cubicBezTo>
                    <a:pt x="65" y="127"/>
                    <a:pt x="63" y="112"/>
                    <a:pt x="60" y="97"/>
                  </a:cubicBezTo>
                  <a:cubicBezTo>
                    <a:pt x="59" y="94"/>
                    <a:pt x="54" y="95"/>
                    <a:pt x="55" y="97"/>
                  </a:cubicBezTo>
                  <a:cubicBezTo>
                    <a:pt x="55" y="105"/>
                    <a:pt x="56" y="114"/>
                    <a:pt x="56" y="122"/>
                  </a:cubicBezTo>
                  <a:cubicBezTo>
                    <a:pt x="53" y="108"/>
                    <a:pt x="50" y="93"/>
                    <a:pt x="48" y="79"/>
                  </a:cubicBezTo>
                  <a:cubicBezTo>
                    <a:pt x="51" y="83"/>
                    <a:pt x="58" y="87"/>
                    <a:pt x="65" y="87"/>
                  </a:cubicBezTo>
                  <a:cubicBezTo>
                    <a:pt x="68" y="131"/>
                    <a:pt x="95" y="167"/>
                    <a:pt x="116" y="205"/>
                  </a:cubicBezTo>
                  <a:cubicBezTo>
                    <a:pt x="116" y="206"/>
                    <a:pt x="118" y="207"/>
                    <a:pt x="119" y="206"/>
                  </a:cubicBezTo>
                  <a:cubicBezTo>
                    <a:pt x="145" y="199"/>
                    <a:pt x="172" y="192"/>
                    <a:pt x="196" y="178"/>
                  </a:cubicBezTo>
                  <a:cubicBezTo>
                    <a:pt x="193" y="182"/>
                    <a:pt x="189" y="186"/>
                    <a:pt x="184" y="189"/>
                  </a:cubicBezTo>
                  <a:close/>
                  <a:moveTo>
                    <a:pt x="208" y="161"/>
                  </a:moveTo>
                  <a:cubicBezTo>
                    <a:pt x="206" y="161"/>
                    <a:pt x="205" y="161"/>
                    <a:pt x="204" y="163"/>
                  </a:cubicBezTo>
                  <a:cubicBezTo>
                    <a:pt x="204" y="163"/>
                    <a:pt x="203" y="164"/>
                    <a:pt x="203" y="165"/>
                  </a:cubicBezTo>
                  <a:cubicBezTo>
                    <a:pt x="201" y="167"/>
                    <a:pt x="199" y="167"/>
                    <a:pt x="198" y="168"/>
                  </a:cubicBezTo>
                  <a:cubicBezTo>
                    <a:pt x="186" y="177"/>
                    <a:pt x="172" y="183"/>
                    <a:pt x="159" y="189"/>
                  </a:cubicBezTo>
                  <a:cubicBezTo>
                    <a:pt x="148" y="192"/>
                    <a:pt x="138" y="195"/>
                    <a:pt x="127" y="198"/>
                  </a:cubicBezTo>
                  <a:cubicBezTo>
                    <a:pt x="116" y="200"/>
                    <a:pt x="108" y="175"/>
                    <a:pt x="103" y="167"/>
                  </a:cubicBezTo>
                  <a:cubicBezTo>
                    <a:pt x="89" y="141"/>
                    <a:pt x="74" y="116"/>
                    <a:pt x="69" y="86"/>
                  </a:cubicBezTo>
                  <a:cubicBezTo>
                    <a:pt x="70" y="86"/>
                    <a:pt x="70" y="86"/>
                    <a:pt x="70" y="86"/>
                  </a:cubicBezTo>
                  <a:cubicBezTo>
                    <a:pt x="70" y="87"/>
                    <a:pt x="70" y="87"/>
                    <a:pt x="71" y="87"/>
                  </a:cubicBezTo>
                  <a:cubicBezTo>
                    <a:pt x="94" y="84"/>
                    <a:pt x="117" y="78"/>
                    <a:pt x="138" y="69"/>
                  </a:cubicBezTo>
                  <a:cubicBezTo>
                    <a:pt x="143" y="66"/>
                    <a:pt x="150" y="64"/>
                    <a:pt x="156" y="60"/>
                  </a:cubicBezTo>
                  <a:cubicBezTo>
                    <a:pt x="156" y="60"/>
                    <a:pt x="156" y="60"/>
                    <a:pt x="156" y="60"/>
                  </a:cubicBezTo>
                  <a:cubicBezTo>
                    <a:pt x="170" y="86"/>
                    <a:pt x="182" y="112"/>
                    <a:pt x="197" y="138"/>
                  </a:cubicBezTo>
                  <a:cubicBezTo>
                    <a:pt x="200" y="143"/>
                    <a:pt x="205" y="149"/>
                    <a:pt x="208" y="155"/>
                  </a:cubicBezTo>
                  <a:cubicBezTo>
                    <a:pt x="210" y="157"/>
                    <a:pt x="209" y="159"/>
                    <a:pt x="208" y="1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3" name="稻壳儿春秋广告/盗版必究"/>
            <p:cNvSpPr/>
            <p:nvPr>
              <p:custDataLst>
                <p:tags r:id="rId6"/>
              </p:custDataLst>
            </p:nvPr>
          </p:nvSpPr>
          <p:spPr bwMode="auto">
            <a:xfrm>
              <a:off x="1293813" y="2889257"/>
              <a:ext cx="228600" cy="84138"/>
            </a:xfrm>
            <a:custGeom>
              <a:avLst/>
              <a:gdLst>
                <a:gd name="T0" fmla="*/ 65 w 69"/>
                <a:gd name="T1" fmla="*/ 1 h 25"/>
                <a:gd name="T2" fmla="*/ 2 w 69"/>
                <a:gd name="T3" fmla="*/ 21 h 25"/>
                <a:gd name="T4" fmla="*/ 3 w 69"/>
                <a:gd name="T5" fmla="*/ 25 h 25"/>
                <a:gd name="T6" fmla="*/ 67 w 69"/>
                <a:gd name="T7" fmla="*/ 5 h 25"/>
                <a:gd name="T8" fmla="*/ 65 w 69"/>
                <a:gd name="T9" fmla="*/ 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25">
                  <a:moveTo>
                    <a:pt x="65" y="1"/>
                  </a:moveTo>
                  <a:cubicBezTo>
                    <a:pt x="44" y="5"/>
                    <a:pt x="24" y="15"/>
                    <a:pt x="2" y="21"/>
                  </a:cubicBezTo>
                  <a:cubicBezTo>
                    <a:pt x="0" y="21"/>
                    <a:pt x="1" y="25"/>
                    <a:pt x="3" y="25"/>
                  </a:cubicBezTo>
                  <a:cubicBezTo>
                    <a:pt x="24" y="20"/>
                    <a:pt x="47" y="14"/>
                    <a:pt x="67" y="5"/>
                  </a:cubicBezTo>
                  <a:cubicBezTo>
                    <a:pt x="69" y="4"/>
                    <a:pt x="67" y="0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4" name="稻壳儿春秋广告/盗版必究"/>
            <p:cNvSpPr/>
            <p:nvPr>
              <p:custDataLst>
                <p:tags r:id="rId7"/>
              </p:custDataLst>
            </p:nvPr>
          </p:nvSpPr>
          <p:spPr bwMode="auto">
            <a:xfrm>
              <a:off x="1312863" y="2952757"/>
              <a:ext cx="219075" cy="95250"/>
            </a:xfrm>
            <a:custGeom>
              <a:avLst/>
              <a:gdLst>
                <a:gd name="T0" fmla="*/ 62 w 66"/>
                <a:gd name="T1" fmla="*/ 0 h 28"/>
                <a:gd name="T2" fmla="*/ 3 w 66"/>
                <a:gd name="T3" fmla="*/ 23 h 28"/>
                <a:gd name="T4" fmla="*/ 4 w 66"/>
                <a:gd name="T5" fmla="*/ 28 h 28"/>
                <a:gd name="T6" fmla="*/ 63 w 66"/>
                <a:gd name="T7" fmla="*/ 6 h 28"/>
                <a:gd name="T8" fmla="*/ 62 w 66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28">
                  <a:moveTo>
                    <a:pt x="62" y="0"/>
                  </a:moveTo>
                  <a:cubicBezTo>
                    <a:pt x="42" y="3"/>
                    <a:pt x="23" y="15"/>
                    <a:pt x="3" y="23"/>
                  </a:cubicBezTo>
                  <a:cubicBezTo>
                    <a:pt x="0" y="24"/>
                    <a:pt x="1" y="28"/>
                    <a:pt x="4" y="28"/>
                  </a:cubicBezTo>
                  <a:cubicBezTo>
                    <a:pt x="24" y="20"/>
                    <a:pt x="44" y="12"/>
                    <a:pt x="63" y="6"/>
                  </a:cubicBezTo>
                  <a:cubicBezTo>
                    <a:pt x="66" y="4"/>
                    <a:pt x="65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5" name="稻壳儿春秋广告/盗版必究"/>
            <p:cNvSpPr/>
            <p:nvPr>
              <p:custDataLst>
                <p:tags r:id="rId8"/>
              </p:custDataLst>
            </p:nvPr>
          </p:nvSpPr>
          <p:spPr bwMode="auto">
            <a:xfrm>
              <a:off x="1366838" y="3006732"/>
              <a:ext cx="219075" cy="104775"/>
            </a:xfrm>
            <a:custGeom>
              <a:avLst/>
              <a:gdLst>
                <a:gd name="T0" fmla="*/ 60 w 66"/>
                <a:gd name="T1" fmla="*/ 1 h 31"/>
                <a:gd name="T2" fmla="*/ 25 w 66"/>
                <a:gd name="T3" fmla="*/ 15 h 31"/>
                <a:gd name="T4" fmla="*/ 1 w 66"/>
                <a:gd name="T5" fmla="*/ 28 h 31"/>
                <a:gd name="T6" fmla="*/ 4 w 66"/>
                <a:gd name="T7" fmla="*/ 30 h 31"/>
                <a:gd name="T8" fmla="*/ 30 w 66"/>
                <a:gd name="T9" fmla="*/ 19 h 31"/>
                <a:gd name="T10" fmla="*/ 63 w 66"/>
                <a:gd name="T11" fmla="*/ 5 h 31"/>
                <a:gd name="T12" fmla="*/ 60 w 66"/>
                <a:gd name="T13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31">
                  <a:moveTo>
                    <a:pt x="60" y="1"/>
                  </a:moveTo>
                  <a:cubicBezTo>
                    <a:pt x="49" y="6"/>
                    <a:pt x="37" y="10"/>
                    <a:pt x="25" y="15"/>
                  </a:cubicBezTo>
                  <a:cubicBezTo>
                    <a:pt x="18" y="18"/>
                    <a:pt x="6" y="21"/>
                    <a:pt x="1" y="28"/>
                  </a:cubicBezTo>
                  <a:cubicBezTo>
                    <a:pt x="0" y="29"/>
                    <a:pt x="2" y="31"/>
                    <a:pt x="4" y="30"/>
                  </a:cubicBezTo>
                  <a:cubicBezTo>
                    <a:pt x="11" y="25"/>
                    <a:pt x="23" y="22"/>
                    <a:pt x="30" y="19"/>
                  </a:cubicBezTo>
                  <a:cubicBezTo>
                    <a:pt x="41" y="15"/>
                    <a:pt x="52" y="11"/>
                    <a:pt x="63" y="5"/>
                  </a:cubicBezTo>
                  <a:cubicBezTo>
                    <a:pt x="66" y="3"/>
                    <a:pt x="63" y="0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6" name="稻壳儿春秋广告/盗版必究"/>
            <p:cNvSpPr/>
            <p:nvPr>
              <p:custDataLst>
                <p:tags r:id="rId9"/>
              </p:custDataLst>
            </p:nvPr>
          </p:nvSpPr>
          <p:spPr bwMode="auto">
            <a:xfrm>
              <a:off x="1376363" y="3090870"/>
              <a:ext cx="228600" cy="104775"/>
            </a:xfrm>
            <a:custGeom>
              <a:avLst/>
              <a:gdLst>
                <a:gd name="T0" fmla="*/ 62 w 69"/>
                <a:gd name="T1" fmla="*/ 2 h 31"/>
                <a:gd name="T2" fmla="*/ 3 w 69"/>
                <a:gd name="T3" fmla="*/ 26 h 31"/>
                <a:gd name="T4" fmla="*/ 5 w 69"/>
                <a:gd name="T5" fmla="*/ 31 h 31"/>
                <a:gd name="T6" fmla="*/ 66 w 69"/>
                <a:gd name="T7" fmla="*/ 7 h 31"/>
                <a:gd name="T8" fmla="*/ 62 w 69"/>
                <a:gd name="T9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31">
                  <a:moveTo>
                    <a:pt x="62" y="2"/>
                  </a:moveTo>
                  <a:cubicBezTo>
                    <a:pt x="42" y="10"/>
                    <a:pt x="24" y="20"/>
                    <a:pt x="3" y="26"/>
                  </a:cubicBezTo>
                  <a:cubicBezTo>
                    <a:pt x="0" y="27"/>
                    <a:pt x="1" y="31"/>
                    <a:pt x="5" y="31"/>
                  </a:cubicBezTo>
                  <a:cubicBezTo>
                    <a:pt x="25" y="26"/>
                    <a:pt x="47" y="17"/>
                    <a:pt x="66" y="7"/>
                  </a:cubicBezTo>
                  <a:cubicBezTo>
                    <a:pt x="69" y="5"/>
                    <a:pt x="66" y="0"/>
                    <a:pt x="6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7" name="稻壳儿春秋广告/盗版必究"/>
            <p:cNvSpPr/>
            <p:nvPr>
              <p:custDataLst>
                <p:tags r:id="rId10"/>
              </p:custDataLst>
            </p:nvPr>
          </p:nvSpPr>
          <p:spPr bwMode="auto">
            <a:xfrm>
              <a:off x="1430338" y="3154370"/>
              <a:ext cx="204788" cy="114300"/>
            </a:xfrm>
            <a:custGeom>
              <a:avLst/>
              <a:gdLst>
                <a:gd name="T0" fmla="*/ 58 w 62"/>
                <a:gd name="T1" fmla="*/ 0 h 34"/>
                <a:gd name="T2" fmla="*/ 33 w 62"/>
                <a:gd name="T3" fmla="*/ 12 h 34"/>
                <a:gd name="T4" fmla="*/ 2 w 62"/>
                <a:gd name="T5" fmla="*/ 28 h 34"/>
                <a:gd name="T6" fmla="*/ 5 w 62"/>
                <a:gd name="T7" fmla="*/ 33 h 34"/>
                <a:gd name="T8" fmla="*/ 34 w 62"/>
                <a:gd name="T9" fmla="*/ 18 h 34"/>
                <a:gd name="T10" fmla="*/ 60 w 62"/>
                <a:gd name="T11" fmla="*/ 6 h 34"/>
                <a:gd name="T12" fmla="*/ 58 w 62"/>
                <a:gd name="T1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" h="34">
                  <a:moveTo>
                    <a:pt x="58" y="0"/>
                  </a:moveTo>
                  <a:cubicBezTo>
                    <a:pt x="49" y="3"/>
                    <a:pt x="41" y="8"/>
                    <a:pt x="33" y="12"/>
                  </a:cubicBezTo>
                  <a:cubicBezTo>
                    <a:pt x="22" y="17"/>
                    <a:pt x="12" y="22"/>
                    <a:pt x="2" y="28"/>
                  </a:cubicBezTo>
                  <a:cubicBezTo>
                    <a:pt x="0" y="30"/>
                    <a:pt x="2" y="34"/>
                    <a:pt x="5" y="33"/>
                  </a:cubicBezTo>
                  <a:cubicBezTo>
                    <a:pt x="14" y="27"/>
                    <a:pt x="24" y="22"/>
                    <a:pt x="34" y="18"/>
                  </a:cubicBezTo>
                  <a:cubicBezTo>
                    <a:pt x="43" y="14"/>
                    <a:pt x="53" y="11"/>
                    <a:pt x="60" y="6"/>
                  </a:cubicBezTo>
                  <a:cubicBezTo>
                    <a:pt x="62" y="4"/>
                    <a:pt x="61" y="0"/>
                    <a:pt x="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5303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Minimum Spanning Tree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484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48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59DEA8-B481-469C-AF1D-8D3FAC9401F2}" type="slidenum">
              <a:rPr lang="en-US" altLang="zh-CN" sz="790"/>
              <a:pPr/>
              <a:t>4</a:t>
            </a:fld>
            <a:endParaRPr lang="en-US" altLang="zh-CN" sz="790"/>
          </a:p>
        </p:txBody>
      </p:sp>
      <p:sp>
        <p:nvSpPr>
          <p:cNvPr id="148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730" y="1613535"/>
            <a:ext cx="7886700" cy="1934845"/>
          </a:xfrm>
        </p:spPr>
        <p:txBody>
          <a:bodyPr>
            <a:normAutofit lnSpcReduction="10000"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Edges are weighted: find minimum cost spanning tree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Applications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Find cheapest way to wire your house</a:t>
            </a:r>
          </a:p>
          <a:p>
            <a:pPr lvl="1" fontAlgn="auto">
              <a:lnSpc>
                <a:spcPct val="100000"/>
              </a:lnSpc>
              <a:spcBef>
                <a:spcPts val="1800"/>
              </a:spcBef>
            </a:pPr>
            <a:r>
              <a:rPr lang="en-US" altLang="zh-CN" sz="1800" dirty="0">
                <a:ea typeface="宋体" panose="02010600030101010101" pitchFamily="2" charset="-122"/>
              </a:rPr>
              <a:t>Find minimum cost to send a message on the Internet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CCC39A-2BBD-434C-8A5C-A8D358A1E88D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sp>
        <p:nvSpPr>
          <p:cNvPr id="10" name="Oval 3"/>
          <p:cNvSpPr>
            <a:spLocks noChangeArrowheads="1"/>
          </p:cNvSpPr>
          <p:nvPr/>
        </p:nvSpPr>
        <p:spPr bwMode="auto">
          <a:xfrm>
            <a:off x="4031615" y="3475990"/>
            <a:ext cx="374015" cy="374015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16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Oval 5"/>
          <p:cNvSpPr>
            <a:spLocks noChangeArrowheads="1"/>
          </p:cNvSpPr>
          <p:nvPr/>
        </p:nvSpPr>
        <p:spPr bwMode="auto">
          <a:xfrm>
            <a:off x="2781300" y="5761990"/>
            <a:ext cx="374015" cy="37401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sz="16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4" name="AutoShape 7"/>
          <p:cNvCxnSpPr>
            <a:cxnSpLocks noChangeShapeType="1"/>
            <a:stCxn id="26" idx="2"/>
            <a:endCxn id="23" idx="6"/>
          </p:cNvCxnSpPr>
          <p:nvPr/>
        </p:nvCxnSpPr>
        <p:spPr bwMode="auto">
          <a:xfrm flipH="1" flipV="1">
            <a:off x="3156585" y="4839970"/>
            <a:ext cx="876300" cy="12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AutoShape 8"/>
          <p:cNvCxnSpPr>
            <a:cxnSpLocks noChangeShapeType="1"/>
            <a:stCxn id="10" idx="5"/>
            <a:endCxn id="16" idx="1"/>
          </p:cNvCxnSpPr>
          <p:nvPr/>
        </p:nvCxnSpPr>
        <p:spPr bwMode="auto">
          <a:xfrm>
            <a:off x="4351020" y="3795395"/>
            <a:ext cx="928370" cy="9137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9"/>
          <p:cNvSpPr>
            <a:spLocks noChangeArrowheads="1"/>
          </p:cNvSpPr>
          <p:nvPr/>
        </p:nvSpPr>
        <p:spPr bwMode="auto">
          <a:xfrm>
            <a:off x="5224145" y="4653915"/>
            <a:ext cx="374015" cy="37401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sz="16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Oval 10"/>
          <p:cNvSpPr>
            <a:spLocks noChangeArrowheads="1"/>
          </p:cNvSpPr>
          <p:nvPr/>
        </p:nvSpPr>
        <p:spPr bwMode="auto">
          <a:xfrm>
            <a:off x="4031615" y="5761990"/>
            <a:ext cx="374015" cy="37401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sz="16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8" name="AutoShape 11"/>
          <p:cNvCxnSpPr>
            <a:cxnSpLocks noChangeShapeType="1"/>
            <a:stCxn id="17" idx="0"/>
            <a:endCxn id="26" idx="4"/>
          </p:cNvCxnSpPr>
          <p:nvPr/>
        </p:nvCxnSpPr>
        <p:spPr bwMode="auto">
          <a:xfrm flipV="1">
            <a:off x="4218940" y="5027930"/>
            <a:ext cx="1905" cy="7340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12"/>
          <p:cNvCxnSpPr>
            <a:cxnSpLocks noChangeShapeType="1"/>
            <a:stCxn id="17" idx="7"/>
            <a:endCxn id="16" idx="3"/>
          </p:cNvCxnSpPr>
          <p:nvPr/>
        </p:nvCxnSpPr>
        <p:spPr bwMode="auto">
          <a:xfrm flipV="1">
            <a:off x="4351020" y="4973320"/>
            <a:ext cx="928370" cy="84328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AutoShape 14"/>
          <p:cNvCxnSpPr>
            <a:cxnSpLocks noChangeShapeType="1"/>
            <a:stCxn id="10" idx="4"/>
            <a:endCxn id="26" idx="0"/>
          </p:cNvCxnSpPr>
          <p:nvPr/>
        </p:nvCxnSpPr>
        <p:spPr bwMode="auto">
          <a:xfrm>
            <a:off x="4218940" y="3850005"/>
            <a:ext cx="1905" cy="80391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AutoShape 15"/>
          <p:cNvCxnSpPr>
            <a:cxnSpLocks noChangeShapeType="1"/>
            <a:stCxn id="16" idx="2"/>
            <a:endCxn id="26" idx="6"/>
          </p:cNvCxnSpPr>
          <p:nvPr/>
        </p:nvCxnSpPr>
        <p:spPr bwMode="auto">
          <a:xfrm flipH="1">
            <a:off x="4407535" y="4840605"/>
            <a:ext cx="817245" cy="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Oval 16"/>
          <p:cNvSpPr>
            <a:spLocks noChangeArrowheads="1"/>
          </p:cNvSpPr>
          <p:nvPr/>
        </p:nvSpPr>
        <p:spPr bwMode="auto">
          <a:xfrm>
            <a:off x="2782570" y="4652645"/>
            <a:ext cx="374015" cy="37401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16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4" name="AutoShape 17"/>
          <p:cNvCxnSpPr>
            <a:cxnSpLocks noChangeShapeType="1"/>
            <a:stCxn id="23" idx="7"/>
            <a:endCxn id="10" idx="3"/>
          </p:cNvCxnSpPr>
          <p:nvPr/>
        </p:nvCxnSpPr>
        <p:spPr bwMode="auto">
          <a:xfrm flipV="1">
            <a:off x="3101975" y="3795395"/>
            <a:ext cx="984250" cy="91249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18"/>
          <p:cNvCxnSpPr>
            <a:cxnSpLocks noChangeShapeType="1"/>
            <a:stCxn id="12" idx="0"/>
            <a:endCxn id="23" idx="4"/>
          </p:cNvCxnSpPr>
          <p:nvPr/>
        </p:nvCxnSpPr>
        <p:spPr bwMode="auto">
          <a:xfrm flipV="1">
            <a:off x="2967990" y="5026660"/>
            <a:ext cx="1905" cy="73469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19"/>
          <p:cNvSpPr>
            <a:spLocks noChangeArrowheads="1"/>
          </p:cNvSpPr>
          <p:nvPr/>
        </p:nvSpPr>
        <p:spPr bwMode="auto">
          <a:xfrm>
            <a:off x="4033520" y="4653915"/>
            <a:ext cx="374015" cy="37401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16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8" name="AutoShape 21"/>
          <p:cNvCxnSpPr>
            <a:cxnSpLocks noChangeShapeType="1"/>
            <a:stCxn id="12" idx="7"/>
            <a:endCxn id="26" idx="3"/>
          </p:cNvCxnSpPr>
          <p:nvPr/>
        </p:nvCxnSpPr>
        <p:spPr bwMode="auto">
          <a:xfrm flipV="1">
            <a:off x="3100705" y="4973320"/>
            <a:ext cx="987425" cy="84328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3199765" y="3924300"/>
            <a:ext cx="53213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3884295" y="4121150"/>
            <a:ext cx="3987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4691380" y="3947795"/>
            <a:ext cx="3987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32" name="Text Box 25"/>
          <p:cNvSpPr txBox="1">
            <a:spLocks noChangeArrowheads="1"/>
          </p:cNvSpPr>
          <p:nvPr/>
        </p:nvSpPr>
        <p:spPr bwMode="auto">
          <a:xfrm>
            <a:off x="3434080" y="5966460"/>
            <a:ext cx="3987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3" name="Text Box 26"/>
          <p:cNvSpPr txBox="1">
            <a:spLocks noChangeArrowheads="1"/>
          </p:cNvSpPr>
          <p:nvPr/>
        </p:nvSpPr>
        <p:spPr bwMode="auto">
          <a:xfrm>
            <a:off x="4511675" y="4497070"/>
            <a:ext cx="3987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6" name="Text Box 29"/>
          <p:cNvSpPr txBox="1">
            <a:spLocks noChangeArrowheads="1"/>
          </p:cNvSpPr>
          <p:nvPr/>
        </p:nvSpPr>
        <p:spPr bwMode="auto">
          <a:xfrm>
            <a:off x="4828540" y="5337175"/>
            <a:ext cx="343535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7" name="Text Box 30"/>
          <p:cNvSpPr txBox="1">
            <a:spLocks noChangeArrowheads="1"/>
          </p:cNvSpPr>
          <p:nvPr/>
        </p:nvSpPr>
        <p:spPr bwMode="auto">
          <a:xfrm>
            <a:off x="3412490" y="4545330"/>
            <a:ext cx="3987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38" name="Text Box 31"/>
          <p:cNvSpPr txBox="1">
            <a:spLocks noChangeArrowheads="1"/>
          </p:cNvSpPr>
          <p:nvPr/>
        </p:nvSpPr>
        <p:spPr bwMode="auto">
          <a:xfrm>
            <a:off x="3569335" y="4944745"/>
            <a:ext cx="3987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9" name="Text Box 32"/>
          <p:cNvSpPr txBox="1">
            <a:spLocks noChangeArrowheads="1"/>
          </p:cNvSpPr>
          <p:nvPr/>
        </p:nvSpPr>
        <p:spPr bwMode="auto">
          <a:xfrm>
            <a:off x="2548890" y="5180330"/>
            <a:ext cx="3987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148502" name="直接连接符 148501"/>
          <p:cNvCxnSpPr>
            <a:stCxn id="23" idx="5"/>
            <a:endCxn id="17" idx="1"/>
          </p:cNvCxnSpPr>
          <p:nvPr/>
        </p:nvCxnSpPr>
        <p:spPr>
          <a:xfrm>
            <a:off x="3101975" y="4972050"/>
            <a:ext cx="984250" cy="8445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516" name="直接连接符 148515"/>
          <p:cNvCxnSpPr>
            <a:stCxn id="12" idx="6"/>
            <a:endCxn id="17" idx="2"/>
          </p:cNvCxnSpPr>
          <p:nvPr/>
        </p:nvCxnSpPr>
        <p:spPr>
          <a:xfrm>
            <a:off x="3155315" y="5948680"/>
            <a:ext cx="876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1" name="Text Box 32"/>
          <p:cNvSpPr txBox="1">
            <a:spLocks noChangeArrowheads="1"/>
          </p:cNvSpPr>
          <p:nvPr/>
        </p:nvSpPr>
        <p:spPr bwMode="auto">
          <a:xfrm>
            <a:off x="3569335" y="5518785"/>
            <a:ext cx="39878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48517" name="矩形 148516"/>
          <p:cNvSpPr/>
          <p:nvPr/>
        </p:nvSpPr>
        <p:spPr>
          <a:xfrm>
            <a:off x="4900930" y="5872480"/>
            <a:ext cx="306070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latin typeface="Sitka Text" pitchFamily="2" charset="0"/>
              </a:rPr>
              <a:t>Has minimum total cost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7473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804035"/>
            <a:ext cx="8676640" cy="4434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83693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Strategy for </a:t>
            </a:r>
          </a:p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Minimum Spanning Tree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49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49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6A4129-7F55-4DAA-8529-2A3F63108F9F}" type="slidenum">
              <a:rPr lang="en-US" altLang="zh-CN" sz="790"/>
              <a:pPr/>
              <a:t>5</a:t>
            </a:fld>
            <a:endParaRPr lang="en-US" altLang="zh-CN" sz="790"/>
          </a:p>
        </p:txBody>
      </p:sp>
      <p:sp>
        <p:nvSpPr>
          <p:cNvPr id="149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1975" y="2187575"/>
            <a:ext cx="7886700" cy="3741420"/>
          </a:xfrm>
        </p:spPr>
        <p:txBody>
          <a:bodyPr/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For any spanning tree T, inserting an edge </a:t>
            </a:r>
            <a:r>
              <a:rPr lang="en-US" altLang="zh-CN" dirty="0" err="1">
                <a:solidFill>
                  <a:srgbClr val="263AF8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 err="1">
                <a:solidFill>
                  <a:srgbClr val="263AF8"/>
                </a:solidFill>
                <a:ea typeface="宋体" panose="02010600030101010101" pitchFamily="2" charset="-122"/>
              </a:rPr>
              <a:t>new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 not in T creates a cycle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olidFill>
                  <a:srgbClr val="CC0000"/>
                </a:solidFill>
                <a:ea typeface="宋体" panose="02010600030101010101" pitchFamily="2" charset="-122"/>
              </a:rPr>
              <a:t>But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Removing any edge </a:t>
            </a:r>
            <a:r>
              <a:rPr lang="en-US" altLang="zh-CN" dirty="0" err="1">
                <a:ea typeface="宋体" panose="02010600030101010101" pitchFamily="2" charset="-122"/>
              </a:rPr>
              <a:t>e</a:t>
            </a:r>
            <a:r>
              <a:rPr lang="en-US" altLang="zh-CN" baseline="-25000" dirty="0" err="1">
                <a:ea typeface="宋体" panose="02010600030101010101" pitchFamily="2" charset="-122"/>
              </a:rPr>
              <a:t>old</a:t>
            </a:r>
            <a:r>
              <a:rPr lang="en-US" altLang="zh-CN" baseline="-25000" dirty="0">
                <a:ea typeface="宋体" panose="02010600030101010101" pitchFamily="2" charset="-122"/>
              </a:rPr>
              <a:t>  </a:t>
            </a:r>
            <a:r>
              <a:rPr lang="en-US" altLang="zh-CN" dirty="0">
                <a:ea typeface="宋体" panose="02010600030101010101" pitchFamily="2" charset="-122"/>
              </a:rPr>
              <a:t>from the cycle gives back a spanning tree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If </a:t>
            </a:r>
            <a:r>
              <a:rPr lang="en-US" altLang="zh-CN" dirty="0" err="1">
                <a:ea typeface="宋体" panose="02010600030101010101" pitchFamily="2" charset="-122"/>
              </a:rPr>
              <a:t>e</a:t>
            </a:r>
            <a:r>
              <a:rPr lang="en-US" altLang="zh-CN" baseline="-25000" dirty="0" err="1">
                <a:ea typeface="宋体" panose="02010600030101010101" pitchFamily="2" charset="-122"/>
              </a:rPr>
              <a:t>new</a:t>
            </a:r>
            <a:r>
              <a:rPr lang="en-US" altLang="zh-CN" dirty="0">
                <a:ea typeface="宋体" panose="02010600030101010101" pitchFamily="2" charset="-122"/>
              </a:rPr>
              <a:t> has a lower cost than </a:t>
            </a:r>
            <a:r>
              <a:rPr lang="en-US" altLang="zh-CN" dirty="0" err="1">
                <a:ea typeface="宋体" panose="02010600030101010101" pitchFamily="2" charset="-122"/>
              </a:rPr>
              <a:t>e</a:t>
            </a:r>
            <a:r>
              <a:rPr lang="en-US" altLang="zh-CN" baseline="-25000" dirty="0" err="1">
                <a:ea typeface="宋体" panose="02010600030101010101" pitchFamily="2" charset="-122"/>
              </a:rPr>
              <a:t>old</a:t>
            </a:r>
            <a:r>
              <a:rPr lang="en-US" altLang="zh-CN" baseline="-25000" dirty="0">
                <a:ea typeface="宋体" panose="02010600030101010101" pitchFamily="2" charset="-122"/>
              </a:rPr>
              <a:t>  </a:t>
            </a:r>
            <a:r>
              <a:rPr lang="en-US" altLang="zh-CN" dirty="0">
                <a:ea typeface="宋体" panose="02010600030101010101" pitchFamily="2" charset="-122"/>
              </a:rPr>
              <a:t>we have progressed! 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91981D-B57B-4754-A61D-8A73456458E0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grpSp>
        <p:nvGrpSpPr>
          <p:cNvPr id="955" name="组合 954"/>
          <p:cNvGrpSpPr/>
          <p:nvPr/>
        </p:nvGrpSpPr>
        <p:grpSpPr>
          <a:xfrm rot="5640000">
            <a:off x="8165765" y="5552797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50000"/>
            </a:schemeClr>
          </a:solidFill>
        </p:grpSpPr>
        <p:sp>
          <p:nvSpPr>
            <p:cNvPr id="16550" name="Freeform 166"/>
            <p:cNvSpPr/>
            <p:nvPr>
              <p:custDataLst>
                <p:tags r:id="rId5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6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7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8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9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10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1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2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3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4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5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6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7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8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19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20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1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2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3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4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5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6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7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8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29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30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1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2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3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4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5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6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7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8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39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40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1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2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3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5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6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7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8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49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50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59715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Strategy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505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50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723CCD-0744-4C9B-9D35-AE9C99EDFEDF}" type="slidenum">
              <a:rPr lang="en-US" altLang="zh-CN" sz="790"/>
              <a:pPr/>
              <a:t>6</a:t>
            </a:fld>
            <a:endParaRPr lang="en-US" altLang="zh-CN" sz="790"/>
          </a:p>
        </p:txBody>
      </p:sp>
      <p:sp>
        <p:nvSpPr>
          <p:cNvPr id="150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3395" y="1972310"/>
            <a:ext cx="8027035" cy="387032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Strategy for construction: </a:t>
            </a:r>
          </a:p>
          <a:p>
            <a:pPr lvl="1"/>
            <a:r>
              <a:rPr lang="en-US" altLang="zh-CN" dirty="0">
                <a:solidFill>
                  <a:srgbClr val="CC0000"/>
                </a:solidFill>
                <a:ea typeface="宋体" panose="02010600030101010101" pitchFamily="2" charset="-122"/>
              </a:rPr>
              <a:t>Add an edge of minimum cost that does not create a cycle (greedy algorithm)</a:t>
            </a:r>
          </a:p>
          <a:p>
            <a:pPr lvl="1"/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Repeat |V| -1 times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Correct since if we could replace an edge with one of lower cost, the algorithm would have picked it up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CDE606-9C38-4031-861E-9620DCCBBAB4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grpSp>
        <p:nvGrpSpPr>
          <p:cNvPr id="955" name="组合 954"/>
          <p:cNvGrpSpPr/>
          <p:nvPr/>
        </p:nvGrpSpPr>
        <p:grpSpPr>
          <a:xfrm rot="5640000">
            <a:off x="8165765" y="5552797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50000"/>
            </a:schemeClr>
          </a:solidFill>
        </p:grpSpPr>
        <p:sp>
          <p:nvSpPr>
            <p:cNvPr id="16550" name="Freeform 166"/>
            <p:cNvSpPr/>
            <p:nvPr>
              <p:custDataLst>
                <p:tags r:id="rId5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6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7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8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9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10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1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2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3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4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5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6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7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8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19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20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1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2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3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4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5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6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7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8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29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30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1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2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3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4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5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6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7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8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39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40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1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2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3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5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6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7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8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49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50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3434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Two Algorithms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5155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51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3434E5E-D4FE-4C67-887A-2927A9352DA4}" type="slidenum">
              <a:rPr lang="en-US" altLang="zh-CN" sz="790"/>
              <a:pPr/>
              <a:t>7</a:t>
            </a:fld>
            <a:endParaRPr lang="en-US" altLang="zh-CN" sz="790"/>
          </a:p>
        </p:txBody>
      </p:sp>
      <p:sp>
        <p:nvSpPr>
          <p:cNvPr id="1515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6710" y="1828800"/>
            <a:ext cx="8452485" cy="4351020"/>
          </a:xfrm>
        </p:spPr>
        <p:txBody>
          <a:bodyPr>
            <a:noAutofit/>
          </a:bodyPr>
          <a:lstStyle/>
          <a:p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Prim</a:t>
            </a:r>
            <a:r>
              <a:rPr lang="en-US" altLang="zh-CN" sz="2800" dirty="0">
                <a:ea typeface="宋体" panose="02010600030101010101" pitchFamily="2" charset="-122"/>
              </a:rPr>
              <a:t>: (build tree incrementally)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Pick lower cost edge connected to known (incomplete) spanning tree that does not create a cycle and expand to include it in the tree</a:t>
            </a:r>
            <a:endParaRPr lang="en-US" altLang="zh-CN" sz="2800" dirty="0">
              <a:solidFill>
                <a:srgbClr val="263AF8"/>
              </a:solidFill>
              <a:ea typeface="宋体" panose="02010600030101010101" pitchFamily="2" charset="-122"/>
            </a:endParaRPr>
          </a:p>
          <a:p>
            <a:r>
              <a:rPr lang="en-US" altLang="zh-CN" sz="2800" dirty="0" err="1">
                <a:solidFill>
                  <a:srgbClr val="263AF8"/>
                </a:solidFill>
                <a:ea typeface="宋体" panose="02010600030101010101" pitchFamily="2" charset="-122"/>
              </a:rPr>
              <a:t>Kruskal</a:t>
            </a:r>
            <a:r>
              <a:rPr lang="en-US" altLang="zh-CN" sz="2800" dirty="0">
                <a:ea typeface="宋体" panose="02010600030101010101" pitchFamily="2" charset="-122"/>
              </a:rPr>
              <a:t>: (build forest that will finish as a tree)</a:t>
            </a: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Pick lower cost edge not yet in a tree that does not create a cycle and expand to include it somewhere in the forest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E38486-F708-4DCB-8A5D-C03E948AFDD7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grpSp>
        <p:nvGrpSpPr>
          <p:cNvPr id="955" name="组合 954"/>
          <p:cNvGrpSpPr/>
          <p:nvPr/>
        </p:nvGrpSpPr>
        <p:grpSpPr>
          <a:xfrm rot="5640000">
            <a:off x="8165765" y="5552797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50000"/>
            </a:schemeClr>
          </a:solidFill>
        </p:grpSpPr>
        <p:sp>
          <p:nvSpPr>
            <p:cNvPr id="16550" name="Freeform 166"/>
            <p:cNvSpPr/>
            <p:nvPr>
              <p:custDataLst>
                <p:tags r:id="rId5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6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7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8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9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10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1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2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3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4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5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6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7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8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19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20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1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2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3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4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5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6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7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8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29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30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1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2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3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4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5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6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7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8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39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40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1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2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3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5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6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7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8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49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50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5446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Prim’s algorithm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525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525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6F02D1-0802-4E11-A186-90EA8A7F314D}" type="slidenum">
              <a:rPr lang="en-US" altLang="zh-CN" sz="790"/>
              <a:pPr/>
              <a:t>8</a:t>
            </a:fld>
            <a:endParaRPr lang="en-US" altLang="zh-CN" sz="790"/>
          </a:p>
        </p:txBody>
      </p:sp>
      <p:sp>
        <p:nvSpPr>
          <p:cNvPr id="152583" name="Text Box 4"/>
          <p:cNvSpPr txBox="1">
            <a:spLocks noChangeArrowheads="1"/>
          </p:cNvSpPr>
          <p:nvPr/>
        </p:nvSpPr>
        <p:spPr bwMode="auto">
          <a:xfrm>
            <a:off x="1043940" y="2365375"/>
            <a:ext cx="2508885" cy="224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Starting from empty T, choose a vertex at random and initialize</a:t>
            </a:r>
          </a:p>
          <a:p>
            <a:endParaRPr lang="en-US" altLang="zh-CN" dirty="0">
              <a:latin typeface="Sitka Text" pitchFamily="2" charset="0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V = {1}</a:t>
            </a:r>
          </a:p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E’ ={}</a:t>
            </a:r>
          </a:p>
        </p:txBody>
      </p:sp>
      <p:sp>
        <p:nvSpPr>
          <p:cNvPr id="152584" name="Line 5"/>
          <p:cNvSpPr>
            <a:spLocks noChangeShapeType="1"/>
          </p:cNvSpPr>
          <p:nvPr/>
        </p:nvSpPr>
        <p:spPr bwMode="auto">
          <a:xfrm flipV="1">
            <a:off x="2982595" y="2132330"/>
            <a:ext cx="2919095" cy="48069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15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73FFDF-82EC-42C1-9192-6529EC94FBAB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sp>
        <p:nvSpPr>
          <p:cNvPr id="9" name="Oval 3"/>
          <p:cNvSpPr>
            <a:spLocks noChangeArrowheads="1"/>
          </p:cNvSpPr>
          <p:nvPr/>
        </p:nvSpPr>
        <p:spPr bwMode="auto">
          <a:xfrm>
            <a:off x="6023610" y="1767840"/>
            <a:ext cx="598170" cy="557530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1" baseline="-25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4023995" y="5176520"/>
            <a:ext cx="598170" cy="55753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1" name="AutoShape 7"/>
          <p:cNvCxnSpPr>
            <a:cxnSpLocks noChangeShapeType="1"/>
            <a:stCxn id="22" idx="2"/>
            <a:endCxn id="19" idx="6"/>
          </p:cNvCxnSpPr>
          <p:nvPr/>
        </p:nvCxnSpPr>
        <p:spPr bwMode="auto">
          <a:xfrm flipH="1" flipV="1">
            <a:off x="4624705" y="3801745"/>
            <a:ext cx="1402080" cy="12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AutoShape 8"/>
          <p:cNvCxnSpPr>
            <a:cxnSpLocks noChangeShapeType="1"/>
            <a:stCxn id="9" idx="5"/>
            <a:endCxn id="13" idx="1"/>
          </p:cNvCxnSpPr>
          <p:nvPr/>
        </p:nvCxnSpPr>
        <p:spPr bwMode="auto">
          <a:xfrm>
            <a:off x="6534150" y="2244090"/>
            <a:ext cx="1484630" cy="1362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9"/>
          <p:cNvSpPr>
            <a:spLocks noChangeArrowheads="1"/>
          </p:cNvSpPr>
          <p:nvPr/>
        </p:nvSpPr>
        <p:spPr bwMode="auto">
          <a:xfrm>
            <a:off x="7931150" y="3524250"/>
            <a:ext cx="598170" cy="55753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Oval 10"/>
          <p:cNvSpPr>
            <a:spLocks noChangeArrowheads="1"/>
          </p:cNvSpPr>
          <p:nvPr/>
        </p:nvSpPr>
        <p:spPr bwMode="auto">
          <a:xfrm>
            <a:off x="6023610" y="5176520"/>
            <a:ext cx="598170" cy="55753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6" name="AutoShape 12"/>
          <p:cNvCxnSpPr>
            <a:cxnSpLocks noChangeShapeType="1"/>
            <a:stCxn id="14" idx="7"/>
            <a:endCxn id="13" idx="3"/>
          </p:cNvCxnSpPr>
          <p:nvPr/>
        </p:nvCxnSpPr>
        <p:spPr bwMode="auto">
          <a:xfrm flipV="1">
            <a:off x="6534150" y="4000500"/>
            <a:ext cx="1484630" cy="125793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14"/>
          <p:cNvCxnSpPr>
            <a:cxnSpLocks noChangeShapeType="1"/>
            <a:stCxn id="9" idx="4"/>
            <a:endCxn id="22" idx="0"/>
          </p:cNvCxnSpPr>
          <p:nvPr/>
        </p:nvCxnSpPr>
        <p:spPr bwMode="auto">
          <a:xfrm>
            <a:off x="6322695" y="2325370"/>
            <a:ext cx="2540" cy="119888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15"/>
          <p:cNvCxnSpPr>
            <a:cxnSpLocks noChangeShapeType="1"/>
            <a:stCxn id="13" idx="2"/>
            <a:endCxn id="22" idx="6"/>
          </p:cNvCxnSpPr>
          <p:nvPr/>
        </p:nvCxnSpPr>
        <p:spPr bwMode="auto">
          <a:xfrm flipH="1">
            <a:off x="6624320" y="3803650"/>
            <a:ext cx="130683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026535" y="3522980"/>
            <a:ext cx="598170" cy="55753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0" name="AutoShape 17"/>
          <p:cNvCxnSpPr>
            <a:cxnSpLocks noChangeShapeType="1"/>
            <a:stCxn id="19" idx="7"/>
            <a:endCxn id="9" idx="3"/>
          </p:cNvCxnSpPr>
          <p:nvPr/>
        </p:nvCxnSpPr>
        <p:spPr bwMode="auto">
          <a:xfrm flipV="1">
            <a:off x="4537075" y="2244090"/>
            <a:ext cx="1574800" cy="13608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AutoShape 18"/>
          <p:cNvCxnSpPr>
            <a:cxnSpLocks noChangeShapeType="1"/>
            <a:stCxn id="10" idx="0"/>
            <a:endCxn id="19" idx="4"/>
          </p:cNvCxnSpPr>
          <p:nvPr/>
        </p:nvCxnSpPr>
        <p:spPr bwMode="auto">
          <a:xfrm flipV="1">
            <a:off x="4323080" y="4081145"/>
            <a:ext cx="2540" cy="109601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Oval 19"/>
          <p:cNvSpPr>
            <a:spLocks noChangeArrowheads="1"/>
          </p:cNvSpPr>
          <p:nvPr/>
        </p:nvSpPr>
        <p:spPr bwMode="auto">
          <a:xfrm>
            <a:off x="6026150" y="3524250"/>
            <a:ext cx="598170" cy="55753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3" name="AutoShape 21"/>
          <p:cNvCxnSpPr>
            <a:cxnSpLocks noChangeShapeType="1"/>
            <a:stCxn id="10" idx="7"/>
            <a:endCxn id="22" idx="3"/>
          </p:cNvCxnSpPr>
          <p:nvPr/>
        </p:nvCxnSpPr>
        <p:spPr bwMode="auto">
          <a:xfrm flipV="1">
            <a:off x="4534535" y="4000500"/>
            <a:ext cx="1579880" cy="12579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4693920" y="2490470"/>
            <a:ext cx="8509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5786755" y="2785110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7077710" y="2524760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5069205" y="5535930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6792595" y="3345815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7299325" y="4599305"/>
            <a:ext cx="5492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5033645" y="3416300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5284470" y="4013835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3651250" y="4364990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33" name="直接连接符 32"/>
          <p:cNvCxnSpPr>
            <a:stCxn id="19" idx="5"/>
            <a:endCxn id="14" idx="1"/>
          </p:cNvCxnSpPr>
          <p:nvPr/>
        </p:nvCxnSpPr>
        <p:spPr>
          <a:xfrm>
            <a:off x="4537075" y="3999230"/>
            <a:ext cx="1574800" cy="125920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直接连接符 33"/>
          <p:cNvCxnSpPr>
            <a:stCxn id="10" idx="6"/>
            <a:endCxn id="14" idx="2"/>
          </p:cNvCxnSpPr>
          <p:nvPr/>
        </p:nvCxnSpPr>
        <p:spPr>
          <a:xfrm>
            <a:off x="4622165" y="5455920"/>
            <a:ext cx="14020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5284470" y="4867910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3" grpId="0" animBg="1"/>
      <p:bldP spid="13" grpId="1" animBg="1"/>
      <p:bldP spid="14" grpId="0" animBg="1"/>
      <p:bldP spid="14" grpId="1" animBg="1"/>
      <p:bldP spid="19" grpId="0" animBg="1"/>
      <p:bldP spid="19" grpId="1" animBg="1"/>
      <p:bldP spid="22" grpId="0" animBg="1"/>
      <p:bldP spid="22" grpId="1" animBg="1"/>
      <p:bldP spid="24" grpId="0" bldLvl="0" animBg="1"/>
      <p:bldP spid="24" grpId="1" animBg="1"/>
      <p:bldP spid="25" grpId="0" bldLvl="0" animBg="1"/>
      <p:bldP spid="25" grpId="1" animBg="1"/>
      <p:bldP spid="26" grpId="0" bldLvl="0" animBg="1"/>
      <p:bldP spid="26" grpId="1" animBg="1"/>
      <p:bldP spid="27" grpId="0" bldLvl="0" animBg="1"/>
      <p:bldP spid="27" grpId="1" animBg="1"/>
      <p:bldP spid="28" grpId="0" bldLvl="0" animBg="1"/>
      <p:bldP spid="28" grpId="1" animBg="1"/>
      <p:bldP spid="29" grpId="0" bldLvl="0" animBg="1"/>
      <p:bldP spid="29" grpId="1" animBg="1"/>
      <p:bldP spid="30" grpId="0" bldLvl="0" animBg="1"/>
      <p:bldP spid="30" grpId="1" animBg="1"/>
      <p:bldP spid="31" grpId="0" bldLvl="0" animBg="1"/>
      <p:bldP spid="31" grpId="1" animBg="1"/>
      <p:bldP spid="32" grpId="0" bldLvl="0" animBg="1"/>
      <p:bldP spid="32" grpId="1" animBg="1"/>
      <p:bldP spid="35" grpId="0" bldLvl="0" animBg="1"/>
      <p:bldP spid="3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5446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Prim’s algorithm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525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525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6F02D1-0802-4E11-A186-90EA8A7F314D}" type="slidenum">
              <a:rPr lang="en-US" altLang="zh-CN" sz="790"/>
              <a:pPr/>
              <a:t>9</a:t>
            </a:fld>
            <a:endParaRPr lang="en-US" altLang="zh-CN" sz="790"/>
          </a:p>
        </p:txBody>
      </p:sp>
      <p:sp>
        <p:nvSpPr>
          <p:cNvPr id="152583" name="Text Box 4"/>
          <p:cNvSpPr txBox="1">
            <a:spLocks noChangeArrowheads="1"/>
          </p:cNvSpPr>
          <p:nvPr/>
        </p:nvSpPr>
        <p:spPr bwMode="auto">
          <a:xfrm>
            <a:off x="971550" y="2493010"/>
            <a:ext cx="2549525" cy="2707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latin typeface="Sitka Text" pitchFamily="2" charset="0"/>
              </a:rPr>
              <a:t>Choose the vertex u not in V such that edge weight from u to a vertex in V is minimal (greedy!)</a:t>
            </a:r>
          </a:p>
          <a:p>
            <a:pPr>
              <a:spcBef>
                <a:spcPct val="50000"/>
              </a:spcBef>
            </a:pPr>
            <a:endParaRPr lang="en-US" altLang="zh-CN" dirty="0">
              <a:latin typeface="Sitka Text" pitchFamily="2" charset="0"/>
            </a:endParaRPr>
          </a:p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V={1,3} </a:t>
            </a:r>
          </a:p>
          <a:p>
            <a:r>
              <a:rPr lang="en-US" altLang="zh-CN" dirty="0">
                <a:latin typeface="Sitka Text" pitchFamily="2" charset="0"/>
                <a:ea typeface="宋体" panose="02010600030101010101" pitchFamily="2" charset="-122"/>
              </a:rPr>
              <a:t>E’= {(1,3) } 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73FFDF-82EC-42C1-9192-6529EC94FBAB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grpSp>
        <p:nvGrpSpPr>
          <p:cNvPr id="8" name="组合 7"/>
          <p:cNvGrpSpPr/>
          <p:nvPr/>
        </p:nvGrpSpPr>
        <p:grpSpPr>
          <a:xfrm>
            <a:off x="3691890" y="1658620"/>
            <a:ext cx="4936490" cy="4417451"/>
            <a:chOff x="6631" y="4076"/>
            <a:chExt cx="3303" cy="3015"/>
          </a:xfrm>
        </p:grpSpPr>
        <p:sp>
          <p:nvSpPr>
            <p:cNvPr id="9" name="Oval 3"/>
            <p:cNvSpPr>
              <a:spLocks noChangeArrowheads="1"/>
            </p:cNvSpPr>
            <p:nvPr/>
          </p:nvSpPr>
          <p:spPr bwMode="auto">
            <a:xfrm>
              <a:off x="8238" y="4076"/>
              <a:ext cx="405" cy="405"/>
            </a:xfrm>
            <a:prstGeom prst="ellipse">
              <a:avLst/>
            </a:prstGeom>
            <a:solidFill>
              <a:srgbClr val="DDDDDD"/>
            </a:solidFill>
            <a:ln w="190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6883" y="6552"/>
              <a:ext cx="405" cy="405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1" name="AutoShape 7"/>
            <p:cNvCxnSpPr>
              <a:cxnSpLocks noChangeShapeType="1"/>
              <a:stCxn id="22" idx="2"/>
              <a:endCxn id="19" idx="6"/>
            </p:cNvCxnSpPr>
            <p:nvPr/>
          </p:nvCxnSpPr>
          <p:spPr bwMode="auto">
            <a:xfrm flipH="1" flipV="1">
              <a:off x="7290" y="5553"/>
              <a:ext cx="949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AutoShape 8"/>
            <p:cNvCxnSpPr>
              <a:cxnSpLocks noChangeShapeType="1"/>
              <a:stCxn id="9" idx="5"/>
              <a:endCxn id="13" idx="1"/>
            </p:cNvCxnSpPr>
            <p:nvPr/>
          </p:nvCxnSpPr>
          <p:spPr bwMode="auto">
            <a:xfrm>
              <a:off x="8583" y="4422"/>
              <a:ext cx="1005" cy="9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" name="Oval 9"/>
            <p:cNvSpPr>
              <a:spLocks noChangeArrowheads="1"/>
            </p:cNvSpPr>
            <p:nvPr/>
          </p:nvSpPr>
          <p:spPr bwMode="auto">
            <a:xfrm>
              <a:off x="9529" y="5352"/>
              <a:ext cx="405" cy="405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Oval 10"/>
            <p:cNvSpPr>
              <a:spLocks noChangeArrowheads="1"/>
            </p:cNvSpPr>
            <p:nvPr/>
          </p:nvSpPr>
          <p:spPr bwMode="auto">
            <a:xfrm>
              <a:off x="8238" y="6552"/>
              <a:ext cx="405" cy="405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6" name="AutoShape 12"/>
            <p:cNvCxnSpPr>
              <a:cxnSpLocks noChangeShapeType="1"/>
              <a:stCxn id="14" idx="7"/>
              <a:endCxn id="13" idx="3"/>
            </p:cNvCxnSpPr>
            <p:nvPr/>
          </p:nvCxnSpPr>
          <p:spPr bwMode="auto">
            <a:xfrm flipV="1">
              <a:off x="8583" y="5698"/>
              <a:ext cx="1005" cy="91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AutoShape 14"/>
            <p:cNvCxnSpPr>
              <a:cxnSpLocks noChangeShapeType="1"/>
              <a:stCxn id="9" idx="4"/>
              <a:endCxn id="22" idx="0"/>
            </p:cNvCxnSpPr>
            <p:nvPr/>
          </p:nvCxnSpPr>
          <p:spPr bwMode="auto">
            <a:xfrm>
              <a:off x="8440" y="4481"/>
              <a:ext cx="2" cy="870"/>
            </a:xfrm>
            <a:prstGeom prst="straightConnector1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AutoShape 15"/>
            <p:cNvCxnSpPr>
              <a:cxnSpLocks noChangeShapeType="1"/>
              <a:stCxn id="13" idx="2"/>
              <a:endCxn id="22" idx="6"/>
            </p:cNvCxnSpPr>
            <p:nvPr/>
          </p:nvCxnSpPr>
          <p:spPr bwMode="auto">
            <a:xfrm flipH="1">
              <a:off x="8644" y="5554"/>
              <a:ext cx="885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" name="Oval 16"/>
            <p:cNvSpPr>
              <a:spLocks noChangeArrowheads="1"/>
            </p:cNvSpPr>
            <p:nvPr/>
          </p:nvSpPr>
          <p:spPr bwMode="auto">
            <a:xfrm>
              <a:off x="6885" y="5351"/>
              <a:ext cx="405" cy="405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0" name="AutoShape 17"/>
            <p:cNvCxnSpPr>
              <a:cxnSpLocks noChangeShapeType="1"/>
              <a:stCxn id="19" idx="7"/>
              <a:endCxn id="9" idx="3"/>
            </p:cNvCxnSpPr>
            <p:nvPr/>
          </p:nvCxnSpPr>
          <p:spPr bwMode="auto">
            <a:xfrm flipV="1">
              <a:off x="7231" y="4422"/>
              <a:ext cx="1066" cy="9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AutoShape 18"/>
            <p:cNvCxnSpPr>
              <a:cxnSpLocks noChangeShapeType="1"/>
              <a:stCxn id="10" idx="0"/>
              <a:endCxn id="19" idx="4"/>
            </p:cNvCxnSpPr>
            <p:nvPr/>
          </p:nvCxnSpPr>
          <p:spPr bwMode="auto">
            <a:xfrm flipV="1">
              <a:off x="7086" y="5756"/>
              <a:ext cx="2" cy="79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" name="Oval 19"/>
            <p:cNvSpPr>
              <a:spLocks noChangeArrowheads="1"/>
            </p:cNvSpPr>
            <p:nvPr/>
          </p:nvSpPr>
          <p:spPr bwMode="auto">
            <a:xfrm>
              <a:off x="8239" y="5352"/>
              <a:ext cx="405" cy="405"/>
            </a:xfrm>
            <a:prstGeom prst="ellipse">
              <a:avLst/>
            </a:prstGeom>
            <a:solidFill>
              <a:srgbClr val="DDDDDD"/>
            </a:solidFill>
            <a:ln w="190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3" name="AutoShape 21"/>
            <p:cNvCxnSpPr>
              <a:cxnSpLocks noChangeShapeType="1"/>
              <a:stCxn id="10" idx="7"/>
              <a:endCxn id="22" idx="3"/>
            </p:cNvCxnSpPr>
            <p:nvPr/>
          </p:nvCxnSpPr>
          <p:spPr bwMode="auto">
            <a:xfrm flipV="1">
              <a:off x="7229" y="5698"/>
              <a:ext cx="1070" cy="9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7337" y="4608"/>
              <a:ext cx="576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8077" y="4822"/>
              <a:ext cx="43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8951" y="4633"/>
              <a:ext cx="43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7591" y="6819"/>
              <a:ext cx="43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8758" y="5229"/>
              <a:ext cx="43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9101" y="6139"/>
              <a:ext cx="37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7567" y="5280"/>
              <a:ext cx="43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31" name="Text Box 31"/>
            <p:cNvSpPr txBox="1">
              <a:spLocks noChangeArrowheads="1"/>
            </p:cNvSpPr>
            <p:nvPr/>
          </p:nvSpPr>
          <p:spPr bwMode="auto">
            <a:xfrm>
              <a:off x="7737" y="5714"/>
              <a:ext cx="43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6631" y="5969"/>
              <a:ext cx="43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33" name="直接连接符 32"/>
            <p:cNvCxnSpPr>
              <a:stCxn id="19" idx="5"/>
              <a:endCxn id="14" idx="1"/>
            </p:cNvCxnSpPr>
            <p:nvPr/>
          </p:nvCxnSpPr>
          <p:spPr>
            <a:xfrm>
              <a:off x="7231" y="5697"/>
              <a:ext cx="1066" cy="9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33"/>
            <p:cNvCxnSpPr>
              <a:stCxn id="10" idx="6"/>
              <a:endCxn id="14" idx="2"/>
            </p:cNvCxnSpPr>
            <p:nvPr/>
          </p:nvCxnSpPr>
          <p:spPr>
            <a:xfrm>
              <a:off x="7288" y="6754"/>
              <a:ext cx="9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" name="Text Box 32"/>
            <p:cNvSpPr txBox="1">
              <a:spLocks noChangeArrowheads="1"/>
            </p:cNvSpPr>
            <p:nvPr/>
          </p:nvSpPr>
          <p:spPr bwMode="auto">
            <a:xfrm>
              <a:off x="7737" y="6334"/>
              <a:ext cx="432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 dirty="0">
                  <a:latin typeface="Courier New" panose="02070309020205020404" pitchFamily="49" charset="0"/>
                  <a:ea typeface="宋体" panose="02010600030101010101" pitchFamily="2" charset="-122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5446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Prim’s algorithm</a:t>
            </a:r>
          </a:p>
        </p:txBody>
      </p:sp>
      <p:pic>
        <p:nvPicPr>
          <p:cNvPr id="9" name="图片 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525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525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6F02D1-0802-4E11-A186-90EA8A7F314D}" type="slidenum">
              <a:rPr lang="en-US" altLang="zh-CN" sz="790"/>
              <a:pPr/>
              <a:t>10</a:t>
            </a:fld>
            <a:endParaRPr lang="en-US" altLang="zh-CN" sz="790"/>
          </a:p>
        </p:txBody>
      </p:sp>
      <p:sp>
        <p:nvSpPr>
          <p:cNvPr id="152583" name="Text Box 4"/>
          <p:cNvSpPr txBox="1">
            <a:spLocks noChangeArrowheads="1"/>
          </p:cNvSpPr>
          <p:nvPr/>
        </p:nvSpPr>
        <p:spPr bwMode="auto">
          <a:xfrm>
            <a:off x="539750" y="1700530"/>
            <a:ext cx="2820670" cy="3553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latin typeface="Sitka Text" pitchFamily="2" charset="0"/>
              </a:rPr>
              <a:t>Repeat  until all vertices have been chosen</a:t>
            </a:r>
          </a:p>
          <a:p>
            <a:pPr>
              <a:spcBef>
                <a:spcPct val="50000"/>
              </a:spcBef>
            </a:pPr>
            <a:r>
              <a:rPr lang="en-US" altLang="zh-CN" sz="1800" dirty="0">
                <a:latin typeface="Sitka Text" pitchFamily="2" charset="0"/>
              </a:rPr>
              <a:t>Choose the vertex u not in V such that edge weight from v to a vertex in V is minimal (greedy!)</a:t>
            </a:r>
          </a:p>
          <a:p>
            <a:pPr>
              <a:spcBef>
                <a:spcPct val="50000"/>
              </a:spcBef>
            </a:pPr>
            <a:endParaRPr lang="en-US" altLang="zh-CN" sz="1800" dirty="0">
              <a:latin typeface="Sitka Text" pitchFamily="2" charset="0"/>
            </a:endParaRPr>
          </a:p>
          <a:p>
            <a:r>
              <a:rPr lang="en-US" altLang="zh-CN" sz="1800" dirty="0">
                <a:latin typeface="Sitka Text" pitchFamily="2" charset="0"/>
              </a:rPr>
              <a:t>V= {1,3,4} </a:t>
            </a:r>
          </a:p>
          <a:p>
            <a:r>
              <a:rPr lang="en-US" altLang="zh-CN" sz="1800" dirty="0">
                <a:latin typeface="Sitka Text" pitchFamily="2" charset="0"/>
              </a:rPr>
              <a:t>E’= {(1,3),(3,4)}</a:t>
            </a:r>
          </a:p>
          <a:p>
            <a:pPr>
              <a:spcBef>
                <a:spcPct val="50000"/>
              </a:spcBef>
            </a:pPr>
            <a:endParaRPr lang="en-US" altLang="zh-CN" sz="1800" dirty="0">
              <a:latin typeface="Sitka Text" pitchFamily="2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73FFDF-82EC-42C1-9192-6529EC94FBAB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sp>
        <p:nvSpPr>
          <p:cNvPr id="3" name="矩形 2"/>
          <p:cNvSpPr/>
          <p:nvPr/>
        </p:nvSpPr>
        <p:spPr>
          <a:xfrm>
            <a:off x="540425" y="4870465"/>
            <a:ext cx="2571750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Sitka Text" pitchFamily="2" charset="0"/>
              </a:rPr>
              <a:t>V={1,3,4,5} E’={(1,3),(3,4),(4,5)}</a:t>
            </a:r>
          </a:p>
        </p:txBody>
      </p:sp>
      <p:sp>
        <p:nvSpPr>
          <p:cNvPr id="4" name="矩形 3"/>
          <p:cNvSpPr/>
          <p:nvPr/>
        </p:nvSpPr>
        <p:spPr>
          <a:xfrm>
            <a:off x="520065" y="5570220"/>
            <a:ext cx="375666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V={1,3,4,5,2,6}</a:t>
            </a:r>
          </a:p>
          <a:p>
            <a:r>
              <a:rPr lang="en-US" altLang="zh-CN" dirty="0">
                <a:latin typeface="Sitka Text" pitchFamily="2" charset="0"/>
              </a:rPr>
              <a:t>E’={(1,3),(3,4),(4,5),(5,2),(2,6)}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628326" y="4432332"/>
            <a:ext cx="432048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50" dirty="0"/>
              <a:t>……</a:t>
            </a:r>
            <a:endParaRPr lang="zh-CN" altLang="en-US" sz="1350" dirty="0"/>
          </a:p>
        </p:txBody>
      </p:sp>
      <p:sp>
        <p:nvSpPr>
          <p:cNvPr id="38" name="Oval 3"/>
          <p:cNvSpPr>
            <a:spLocks noChangeArrowheads="1"/>
          </p:cNvSpPr>
          <p:nvPr/>
        </p:nvSpPr>
        <p:spPr bwMode="auto">
          <a:xfrm>
            <a:off x="6045835" y="1875155"/>
            <a:ext cx="567055" cy="50482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1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Oval 5"/>
          <p:cNvSpPr>
            <a:spLocks noChangeArrowheads="1"/>
          </p:cNvSpPr>
          <p:nvPr/>
        </p:nvSpPr>
        <p:spPr bwMode="auto">
          <a:xfrm>
            <a:off x="4148455" y="4960620"/>
            <a:ext cx="567055" cy="5048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0" name="AutoShape 7"/>
          <p:cNvCxnSpPr>
            <a:cxnSpLocks noChangeShapeType="1"/>
            <a:stCxn id="50" idx="2"/>
            <a:endCxn id="47" idx="6"/>
          </p:cNvCxnSpPr>
          <p:nvPr/>
        </p:nvCxnSpPr>
        <p:spPr bwMode="auto">
          <a:xfrm flipH="1" flipV="1">
            <a:off x="4718685" y="3716020"/>
            <a:ext cx="1329690" cy="12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AutoShape 8"/>
          <p:cNvCxnSpPr>
            <a:cxnSpLocks noChangeShapeType="1"/>
            <a:stCxn id="38" idx="5"/>
            <a:endCxn id="42" idx="1"/>
          </p:cNvCxnSpPr>
          <p:nvPr/>
        </p:nvCxnSpPr>
        <p:spPr bwMode="auto">
          <a:xfrm>
            <a:off x="6529705" y="2306320"/>
            <a:ext cx="1407795" cy="12331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Oval 9"/>
          <p:cNvSpPr>
            <a:spLocks noChangeArrowheads="1"/>
          </p:cNvSpPr>
          <p:nvPr/>
        </p:nvSpPr>
        <p:spPr bwMode="auto">
          <a:xfrm>
            <a:off x="7854950" y="3465195"/>
            <a:ext cx="567055" cy="50482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sz="1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Oval 10"/>
          <p:cNvSpPr>
            <a:spLocks noChangeArrowheads="1"/>
          </p:cNvSpPr>
          <p:nvPr/>
        </p:nvSpPr>
        <p:spPr bwMode="auto">
          <a:xfrm>
            <a:off x="6045835" y="4960620"/>
            <a:ext cx="567055" cy="5048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5" name="AutoShape 14"/>
          <p:cNvCxnSpPr>
            <a:cxnSpLocks noChangeShapeType="1"/>
            <a:stCxn id="38" idx="4"/>
            <a:endCxn id="50" idx="0"/>
          </p:cNvCxnSpPr>
          <p:nvPr/>
        </p:nvCxnSpPr>
        <p:spPr bwMode="auto">
          <a:xfrm>
            <a:off x="6329045" y="2379980"/>
            <a:ext cx="2540" cy="108521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AutoShape 15"/>
          <p:cNvCxnSpPr>
            <a:cxnSpLocks noChangeShapeType="1"/>
            <a:stCxn id="42" idx="2"/>
            <a:endCxn id="50" idx="6"/>
          </p:cNvCxnSpPr>
          <p:nvPr/>
        </p:nvCxnSpPr>
        <p:spPr bwMode="auto">
          <a:xfrm flipH="1">
            <a:off x="6615430" y="3717290"/>
            <a:ext cx="1239520" cy="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Oval 16"/>
          <p:cNvSpPr>
            <a:spLocks noChangeArrowheads="1"/>
          </p:cNvSpPr>
          <p:nvPr/>
        </p:nvSpPr>
        <p:spPr bwMode="auto">
          <a:xfrm>
            <a:off x="4150995" y="3463925"/>
            <a:ext cx="567055" cy="5048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8" name="AutoShape 17"/>
          <p:cNvCxnSpPr>
            <a:cxnSpLocks noChangeShapeType="1"/>
            <a:stCxn id="47" idx="7"/>
            <a:endCxn id="38" idx="3"/>
          </p:cNvCxnSpPr>
          <p:nvPr/>
        </p:nvCxnSpPr>
        <p:spPr bwMode="auto">
          <a:xfrm flipV="1">
            <a:off x="4635500" y="2306320"/>
            <a:ext cx="1493520" cy="1231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AutoShape 18"/>
          <p:cNvCxnSpPr>
            <a:cxnSpLocks noChangeShapeType="1"/>
            <a:stCxn id="39" idx="0"/>
            <a:endCxn id="47" idx="4"/>
          </p:cNvCxnSpPr>
          <p:nvPr/>
        </p:nvCxnSpPr>
        <p:spPr bwMode="auto">
          <a:xfrm flipV="1">
            <a:off x="4432300" y="3968750"/>
            <a:ext cx="2540" cy="99187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19"/>
          <p:cNvSpPr>
            <a:spLocks noChangeArrowheads="1"/>
          </p:cNvSpPr>
          <p:nvPr/>
        </p:nvSpPr>
        <p:spPr bwMode="auto">
          <a:xfrm>
            <a:off x="6048375" y="3465195"/>
            <a:ext cx="567055" cy="50482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1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1" name="AutoShape 21"/>
          <p:cNvCxnSpPr>
            <a:cxnSpLocks noChangeShapeType="1"/>
            <a:stCxn id="39" idx="7"/>
            <a:endCxn id="50" idx="3"/>
          </p:cNvCxnSpPr>
          <p:nvPr/>
        </p:nvCxnSpPr>
        <p:spPr bwMode="auto">
          <a:xfrm flipV="1">
            <a:off x="4632960" y="3895725"/>
            <a:ext cx="1497965" cy="113855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Text Box 22"/>
          <p:cNvSpPr txBox="1">
            <a:spLocks noChangeArrowheads="1"/>
          </p:cNvSpPr>
          <p:nvPr/>
        </p:nvSpPr>
        <p:spPr bwMode="auto">
          <a:xfrm>
            <a:off x="4784090" y="2524125"/>
            <a:ext cx="807085" cy="36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53" name="Text Box 23"/>
          <p:cNvSpPr txBox="1">
            <a:spLocks noChangeArrowheads="1"/>
          </p:cNvSpPr>
          <p:nvPr/>
        </p:nvSpPr>
        <p:spPr bwMode="auto">
          <a:xfrm>
            <a:off x="5821045" y="2790825"/>
            <a:ext cx="605155" cy="36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4" name="Text Box 24"/>
          <p:cNvSpPr txBox="1">
            <a:spLocks noChangeArrowheads="1"/>
          </p:cNvSpPr>
          <p:nvPr/>
        </p:nvSpPr>
        <p:spPr bwMode="auto">
          <a:xfrm>
            <a:off x="7045325" y="2556510"/>
            <a:ext cx="605155" cy="36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55" name="Text Box 25"/>
          <p:cNvSpPr txBox="1">
            <a:spLocks noChangeArrowheads="1"/>
          </p:cNvSpPr>
          <p:nvPr/>
        </p:nvSpPr>
        <p:spPr bwMode="auto">
          <a:xfrm>
            <a:off x="5140325" y="5281295"/>
            <a:ext cx="605155" cy="36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6" name="Text Box 26"/>
          <p:cNvSpPr txBox="1">
            <a:spLocks noChangeArrowheads="1"/>
          </p:cNvSpPr>
          <p:nvPr/>
        </p:nvSpPr>
        <p:spPr bwMode="auto">
          <a:xfrm>
            <a:off x="6774815" y="3298190"/>
            <a:ext cx="605155" cy="36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57" name="Text Box 29"/>
          <p:cNvSpPr txBox="1">
            <a:spLocks noChangeArrowheads="1"/>
          </p:cNvSpPr>
          <p:nvPr/>
        </p:nvSpPr>
        <p:spPr bwMode="auto">
          <a:xfrm>
            <a:off x="7255510" y="4432300"/>
            <a:ext cx="521335" cy="36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58" name="Text Box 30"/>
          <p:cNvSpPr txBox="1">
            <a:spLocks noChangeArrowheads="1"/>
          </p:cNvSpPr>
          <p:nvPr/>
        </p:nvSpPr>
        <p:spPr bwMode="auto">
          <a:xfrm>
            <a:off x="5106670" y="3362960"/>
            <a:ext cx="605155" cy="36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59" name="Text Box 31"/>
          <p:cNvSpPr txBox="1">
            <a:spLocks noChangeArrowheads="1"/>
          </p:cNvSpPr>
          <p:nvPr/>
        </p:nvSpPr>
        <p:spPr bwMode="auto">
          <a:xfrm>
            <a:off x="5344795" y="3902710"/>
            <a:ext cx="605155" cy="36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60" name="Text Box 32"/>
          <p:cNvSpPr txBox="1">
            <a:spLocks noChangeArrowheads="1"/>
          </p:cNvSpPr>
          <p:nvPr/>
        </p:nvSpPr>
        <p:spPr bwMode="auto">
          <a:xfrm>
            <a:off x="3795395" y="4220210"/>
            <a:ext cx="605155" cy="36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61" name="直接连接符 60"/>
          <p:cNvCxnSpPr>
            <a:stCxn id="47" idx="5"/>
            <a:endCxn id="43" idx="1"/>
          </p:cNvCxnSpPr>
          <p:nvPr/>
        </p:nvCxnSpPr>
        <p:spPr>
          <a:xfrm>
            <a:off x="4635500" y="3894455"/>
            <a:ext cx="1493520" cy="1139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>
            <a:stCxn id="39" idx="6"/>
            <a:endCxn id="43" idx="2"/>
          </p:cNvCxnSpPr>
          <p:nvPr/>
        </p:nvCxnSpPr>
        <p:spPr>
          <a:xfrm>
            <a:off x="4716145" y="5212715"/>
            <a:ext cx="132969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Text Box 32"/>
          <p:cNvSpPr txBox="1">
            <a:spLocks noChangeArrowheads="1"/>
          </p:cNvSpPr>
          <p:nvPr/>
        </p:nvSpPr>
        <p:spPr bwMode="auto">
          <a:xfrm>
            <a:off x="5344795" y="4676775"/>
            <a:ext cx="605155" cy="36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64" name="AutoShape 18"/>
          <p:cNvCxnSpPr>
            <a:cxnSpLocks noChangeShapeType="1"/>
          </p:cNvCxnSpPr>
          <p:nvPr/>
        </p:nvCxnSpPr>
        <p:spPr bwMode="auto">
          <a:xfrm flipV="1">
            <a:off x="4427855" y="3968115"/>
            <a:ext cx="2540" cy="99187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>
          <a:xfrm>
            <a:off x="4630420" y="3894455"/>
            <a:ext cx="1493520" cy="11398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Oval 5"/>
          <p:cNvSpPr>
            <a:spLocks noChangeArrowheads="1"/>
          </p:cNvSpPr>
          <p:nvPr/>
        </p:nvSpPr>
        <p:spPr bwMode="auto">
          <a:xfrm>
            <a:off x="4147185" y="4958715"/>
            <a:ext cx="567055" cy="50482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sz="18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" name="Oval 10"/>
          <p:cNvSpPr>
            <a:spLocks noChangeArrowheads="1"/>
          </p:cNvSpPr>
          <p:nvPr/>
        </p:nvSpPr>
        <p:spPr bwMode="auto">
          <a:xfrm>
            <a:off x="6048375" y="4959350"/>
            <a:ext cx="567055" cy="50482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sz="18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" name="Oval 16"/>
          <p:cNvSpPr>
            <a:spLocks noChangeArrowheads="1"/>
          </p:cNvSpPr>
          <p:nvPr/>
        </p:nvSpPr>
        <p:spPr bwMode="auto">
          <a:xfrm>
            <a:off x="4149725" y="3462020"/>
            <a:ext cx="567055" cy="50482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18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4" name="AutoShape 12"/>
          <p:cNvCxnSpPr>
            <a:cxnSpLocks noChangeShapeType="1"/>
          </p:cNvCxnSpPr>
          <p:nvPr/>
        </p:nvCxnSpPr>
        <p:spPr bwMode="auto">
          <a:xfrm flipV="1">
            <a:off x="6529705" y="3891915"/>
            <a:ext cx="1407795" cy="113855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AutoShape 12"/>
          <p:cNvCxnSpPr>
            <a:cxnSpLocks noChangeShapeType="1"/>
          </p:cNvCxnSpPr>
          <p:nvPr/>
        </p:nvCxnSpPr>
        <p:spPr bwMode="auto">
          <a:xfrm flipV="1">
            <a:off x="6537960" y="3889375"/>
            <a:ext cx="1407795" cy="113855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5446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Prim’s algorithm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525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525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6F02D1-0802-4E11-A186-90EA8A7F314D}" type="slidenum">
              <a:rPr lang="en-US" altLang="zh-CN" sz="790"/>
              <a:pPr/>
              <a:t>11</a:t>
            </a:fld>
            <a:endParaRPr lang="en-US" altLang="zh-CN" sz="790"/>
          </a:p>
        </p:txBody>
      </p:sp>
      <p:sp>
        <p:nvSpPr>
          <p:cNvPr id="152583" name="Text Box 4"/>
          <p:cNvSpPr txBox="1">
            <a:spLocks noChangeArrowheads="1"/>
          </p:cNvSpPr>
          <p:nvPr/>
        </p:nvSpPr>
        <p:spPr bwMode="auto">
          <a:xfrm>
            <a:off x="628650" y="2059940"/>
            <a:ext cx="281178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latin typeface="Sitka Text" pitchFamily="2" charset="0"/>
              </a:rPr>
              <a:t>Repeat  until all vertices have been chosen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Sitka Text" pitchFamily="2" charset="0"/>
              </a:rPr>
              <a:t>V={1,3,4,5,2,6}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Sitka Text" pitchFamily="2" charset="0"/>
              </a:rPr>
              <a:t>E’={(1,3),(3,4),(4,5),(5,2),(2,6)} </a:t>
            </a:r>
          </a:p>
          <a:p>
            <a:pPr>
              <a:spcBef>
                <a:spcPct val="50000"/>
              </a:spcBef>
            </a:pPr>
            <a:endParaRPr lang="en-US" altLang="zh-CN" dirty="0">
              <a:latin typeface="Sitka Text" pitchFamily="2" charset="0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Sitka Text" pitchFamily="2" charset="0"/>
              </a:rPr>
              <a:t>Final Cost: 1 + 3 + 4 + 1 + 1 = 10</a:t>
            </a:r>
          </a:p>
          <a:p>
            <a:pPr>
              <a:spcBef>
                <a:spcPct val="50000"/>
              </a:spcBef>
            </a:pPr>
            <a:endParaRPr lang="en-US" altLang="zh-CN" dirty="0">
              <a:latin typeface="Sitka Text" pitchFamily="2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73FFDF-82EC-42C1-9192-6529EC94FBAB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sp>
        <p:nvSpPr>
          <p:cNvPr id="38" name="Oval 3"/>
          <p:cNvSpPr>
            <a:spLocks noChangeArrowheads="1"/>
          </p:cNvSpPr>
          <p:nvPr/>
        </p:nvSpPr>
        <p:spPr bwMode="auto">
          <a:xfrm>
            <a:off x="5981065" y="1635760"/>
            <a:ext cx="619125" cy="61912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1" baseline="-25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Oval 5"/>
          <p:cNvSpPr>
            <a:spLocks noChangeArrowheads="1"/>
          </p:cNvSpPr>
          <p:nvPr/>
        </p:nvSpPr>
        <p:spPr bwMode="auto">
          <a:xfrm>
            <a:off x="3910330" y="5420360"/>
            <a:ext cx="619125" cy="6191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0" name="AutoShape 7"/>
          <p:cNvCxnSpPr>
            <a:cxnSpLocks noChangeShapeType="1"/>
            <a:stCxn id="50" idx="2"/>
            <a:endCxn id="47" idx="6"/>
          </p:cNvCxnSpPr>
          <p:nvPr/>
        </p:nvCxnSpPr>
        <p:spPr bwMode="auto">
          <a:xfrm flipH="1" flipV="1">
            <a:off x="4531995" y="3894455"/>
            <a:ext cx="1451610" cy="19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AutoShape 8"/>
          <p:cNvCxnSpPr>
            <a:cxnSpLocks noChangeShapeType="1"/>
            <a:stCxn id="38" idx="5"/>
            <a:endCxn id="42" idx="1"/>
          </p:cNvCxnSpPr>
          <p:nvPr/>
        </p:nvCxnSpPr>
        <p:spPr bwMode="auto">
          <a:xfrm>
            <a:off x="6510020" y="2164080"/>
            <a:ext cx="1537335" cy="15125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Oval 9"/>
          <p:cNvSpPr>
            <a:spLocks noChangeArrowheads="1"/>
          </p:cNvSpPr>
          <p:nvPr/>
        </p:nvSpPr>
        <p:spPr bwMode="auto">
          <a:xfrm>
            <a:off x="7956550" y="3586480"/>
            <a:ext cx="619125" cy="61912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b="1" baseline="-25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" name="Oval 10"/>
          <p:cNvSpPr>
            <a:spLocks noChangeArrowheads="1"/>
          </p:cNvSpPr>
          <p:nvPr/>
        </p:nvSpPr>
        <p:spPr bwMode="auto">
          <a:xfrm>
            <a:off x="5981065" y="5420360"/>
            <a:ext cx="619125" cy="6191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5" name="AutoShape 14"/>
          <p:cNvCxnSpPr>
            <a:cxnSpLocks noChangeShapeType="1"/>
            <a:stCxn id="38" idx="4"/>
            <a:endCxn id="50" idx="0"/>
          </p:cNvCxnSpPr>
          <p:nvPr/>
        </p:nvCxnSpPr>
        <p:spPr bwMode="auto">
          <a:xfrm>
            <a:off x="6290945" y="2254885"/>
            <a:ext cx="2540" cy="133096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AutoShape 15"/>
          <p:cNvCxnSpPr>
            <a:cxnSpLocks noChangeShapeType="1"/>
            <a:stCxn id="42" idx="2"/>
            <a:endCxn id="50" idx="6"/>
          </p:cNvCxnSpPr>
          <p:nvPr/>
        </p:nvCxnSpPr>
        <p:spPr bwMode="auto">
          <a:xfrm flipH="1">
            <a:off x="6603365" y="3895725"/>
            <a:ext cx="1353185" cy="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Oval 16"/>
          <p:cNvSpPr>
            <a:spLocks noChangeArrowheads="1"/>
          </p:cNvSpPr>
          <p:nvPr/>
        </p:nvSpPr>
        <p:spPr bwMode="auto">
          <a:xfrm>
            <a:off x="3912870" y="3584575"/>
            <a:ext cx="619125" cy="61912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8" name="AutoShape 17"/>
          <p:cNvCxnSpPr>
            <a:cxnSpLocks noChangeShapeType="1"/>
            <a:stCxn id="47" idx="7"/>
            <a:endCxn id="38" idx="3"/>
          </p:cNvCxnSpPr>
          <p:nvPr/>
        </p:nvCxnSpPr>
        <p:spPr bwMode="auto">
          <a:xfrm flipV="1">
            <a:off x="4441190" y="2164080"/>
            <a:ext cx="1630680" cy="15106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AutoShape 18"/>
          <p:cNvCxnSpPr>
            <a:cxnSpLocks noChangeShapeType="1"/>
            <a:stCxn id="39" idx="0"/>
            <a:endCxn id="47" idx="4"/>
          </p:cNvCxnSpPr>
          <p:nvPr/>
        </p:nvCxnSpPr>
        <p:spPr bwMode="auto">
          <a:xfrm flipV="1">
            <a:off x="4219575" y="4203700"/>
            <a:ext cx="2540" cy="121666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0" name="Oval 19"/>
          <p:cNvSpPr>
            <a:spLocks noChangeArrowheads="1"/>
          </p:cNvSpPr>
          <p:nvPr/>
        </p:nvSpPr>
        <p:spPr bwMode="auto">
          <a:xfrm>
            <a:off x="5983605" y="3586480"/>
            <a:ext cx="619125" cy="61912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b="1" baseline="-25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1" name="AutoShape 21"/>
          <p:cNvCxnSpPr>
            <a:cxnSpLocks noChangeShapeType="1"/>
            <a:stCxn id="39" idx="7"/>
            <a:endCxn id="50" idx="3"/>
          </p:cNvCxnSpPr>
          <p:nvPr/>
        </p:nvCxnSpPr>
        <p:spPr bwMode="auto">
          <a:xfrm flipV="1">
            <a:off x="4438650" y="4114800"/>
            <a:ext cx="1635760" cy="139636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Text Box 22"/>
          <p:cNvSpPr txBox="1">
            <a:spLocks noChangeArrowheads="1"/>
          </p:cNvSpPr>
          <p:nvPr/>
        </p:nvSpPr>
        <p:spPr bwMode="auto">
          <a:xfrm>
            <a:off x="4603750" y="2457450"/>
            <a:ext cx="880745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53" name="Text Box 23"/>
          <p:cNvSpPr txBox="1">
            <a:spLocks noChangeArrowheads="1"/>
          </p:cNvSpPr>
          <p:nvPr/>
        </p:nvSpPr>
        <p:spPr bwMode="auto">
          <a:xfrm>
            <a:off x="5735955" y="2785110"/>
            <a:ext cx="66040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4" name="Text Box 24"/>
          <p:cNvSpPr txBox="1">
            <a:spLocks noChangeArrowheads="1"/>
          </p:cNvSpPr>
          <p:nvPr/>
        </p:nvSpPr>
        <p:spPr bwMode="auto">
          <a:xfrm>
            <a:off x="7072630" y="2497455"/>
            <a:ext cx="66040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55" name="Text Box 25"/>
          <p:cNvSpPr txBox="1">
            <a:spLocks noChangeArrowheads="1"/>
          </p:cNvSpPr>
          <p:nvPr/>
        </p:nvSpPr>
        <p:spPr bwMode="auto">
          <a:xfrm>
            <a:off x="4992370" y="5840095"/>
            <a:ext cx="66040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6" name="Text Box 26"/>
          <p:cNvSpPr txBox="1">
            <a:spLocks noChangeArrowheads="1"/>
          </p:cNvSpPr>
          <p:nvPr/>
        </p:nvSpPr>
        <p:spPr bwMode="auto">
          <a:xfrm>
            <a:off x="6777355" y="3407410"/>
            <a:ext cx="66040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57" name="Text Box 29"/>
          <p:cNvSpPr txBox="1">
            <a:spLocks noChangeArrowheads="1"/>
          </p:cNvSpPr>
          <p:nvPr/>
        </p:nvSpPr>
        <p:spPr bwMode="auto">
          <a:xfrm>
            <a:off x="7301865" y="4798695"/>
            <a:ext cx="56896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58" name="Text Box 30"/>
          <p:cNvSpPr txBox="1">
            <a:spLocks noChangeArrowheads="1"/>
          </p:cNvSpPr>
          <p:nvPr/>
        </p:nvSpPr>
        <p:spPr bwMode="auto">
          <a:xfrm>
            <a:off x="4955540" y="3486785"/>
            <a:ext cx="66040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59" name="Text Box 31"/>
          <p:cNvSpPr txBox="1">
            <a:spLocks noChangeArrowheads="1"/>
          </p:cNvSpPr>
          <p:nvPr/>
        </p:nvSpPr>
        <p:spPr bwMode="auto">
          <a:xfrm>
            <a:off x="5215890" y="4149090"/>
            <a:ext cx="66040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60" name="Text Box 32"/>
          <p:cNvSpPr txBox="1">
            <a:spLocks noChangeArrowheads="1"/>
          </p:cNvSpPr>
          <p:nvPr/>
        </p:nvSpPr>
        <p:spPr bwMode="auto">
          <a:xfrm>
            <a:off x="3524250" y="4538980"/>
            <a:ext cx="66040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61" name="直接连接符 60"/>
          <p:cNvCxnSpPr>
            <a:stCxn id="47" idx="5"/>
            <a:endCxn id="43" idx="1"/>
          </p:cNvCxnSpPr>
          <p:nvPr/>
        </p:nvCxnSpPr>
        <p:spPr>
          <a:xfrm>
            <a:off x="4441190" y="4112895"/>
            <a:ext cx="1630680" cy="13982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>
            <a:stCxn id="39" idx="6"/>
            <a:endCxn id="43" idx="2"/>
          </p:cNvCxnSpPr>
          <p:nvPr/>
        </p:nvCxnSpPr>
        <p:spPr>
          <a:xfrm>
            <a:off x="4529455" y="5730240"/>
            <a:ext cx="14516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Text Box 32"/>
          <p:cNvSpPr txBox="1">
            <a:spLocks noChangeArrowheads="1"/>
          </p:cNvSpPr>
          <p:nvPr/>
        </p:nvSpPr>
        <p:spPr bwMode="auto">
          <a:xfrm>
            <a:off x="5215890" y="5098415"/>
            <a:ext cx="66040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64" name="AutoShape 18"/>
          <p:cNvCxnSpPr>
            <a:cxnSpLocks noChangeShapeType="1"/>
          </p:cNvCxnSpPr>
          <p:nvPr/>
        </p:nvCxnSpPr>
        <p:spPr bwMode="auto">
          <a:xfrm flipV="1">
            <a:off x="4214495" y="4203700"/>
            <a:ext cx="2540" cy="121666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>
          <a:xfrm>
            <a:off x="4436110" y="4112895"/>
            <a:ext cx="1630680" cy="139827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Oval 5"/>
          <p:cNvSpPr>
            <a:spLocks noChangeArrowheads="1"/>
          </p:cNvSpPr>
          <p:nvPr/>
        </p:nvSpPr>
        <p:spPr bwMode="auto">
          <a:xfrm>
            <a:off x="3908425" y="5418455"/>
            <a:ext cx="619125" cy="61912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7" name="Oval 10"/>
          <p:cNvSpPr>
            <a:spLocks noChangeArrowheads="1"/>
          </p:cNvSpPr>
          <p:nvPr/>
        </p:nvSpPr>
        <p:spPr bwMode="auto">
          <a:xfrm>
            <a:off x="5984240" y="5419090"/>
            <a:ext cx="619125" cy="61912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8" name="Oval 16"/>
          <p:cNvSpPr>
            <a:spLocks noChangeArrowheads="1"/>
          </p:cNvSpPr>
          <p:nvPr/>
        </p:nvSpPr>
        <p:spPr bwMode="auto">
          <a:xfrm>
            <a:off x="3910965" y="3582670"/>
            <a:ext cx="619125" cy="619125"/>
          </a:xfrm>
          <a:prstGeom prst="ellipse">
            <a:avLst/>
          </a:prstGeom>
          <a:solidFill>
            <a:srgbClr val="DDDDDD"/>
          </a:solidFill>
          <a:ln w="19050">
            <a:solidFill>
              <a:srgbClr val="FF0000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4" name="AutoShape 12"/>
          <p:cNvCxnSpPr>
            <a:cxnSpLocks noChangeShapeType="1"/>
          </p:cNvCxnSpPr>
          <p:nvPr/>
        </p:nvCxnSpPr>
        <p:spPr bwMode="auto">
          <a:xfrm flipV="1">
            <a:off x="6510020" y="4109720"/>
            <a:ext cx="1537335" cy="139636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AutoShape 12"/>
          <p:cNvCxnSpPr>
            <a:cxnSpLocks noChangeShapeType="1"/>
          </p:cNvCxnSpPr>
          <p:nvPr/>
        </p:nvCxnSpPr>
        <p:spPr bwMode="auto">
          <a:xfrm flipV="1">
            <a:off x="6518275" y="4106545"/>
            <a:ext cx="1537335" cy="1396365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28752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07010" y="1776730"/>
            <a:ext cx="8676640" cy="44621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83693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Prim’s Algorithm Implementation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5667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56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D7FA63-391D-415E-8951-58ACC6DB632D}" type="slidenum">
              <a:rPr lang="en-US" altLang="zh-CN" sz="790"/>
              <a:pPr/>
              <a:t>12</a:t>
            </a:fld>
            <a:endParaRPr lang="en-US" altLang="zh-CN" sz="790"/>
          </a:p>
        </p:txBody>
      </p:sp>
      <p:sp>
        <p:nvSpPr>
          <p:cNvPr id="156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847" y="1972312"/>
            <a:ext cx="7886700" cy="4351337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Assume adjacency list representation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/>
              <a:t>(1) Initialize connection cost of each node to “infinite” and “unmark” them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/>
              <a:t>(2) Choose one node, say v and set cost[v] = 0 and </a:t>
            </a:r>
            <a:r>
              <a:rPr lang="en-US" altLang="zh-CN" sz="2000" dirty="0" err="1"/>
              <a:t>prev</a:t>
            </a:r>
            <a:r>
              <a:rPr lang="en-US" altLang="zh-CN" sz="2000" dirty="0"/>
              <a:t>[v] =0</a:t>
            </a:r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/>
              <a:t>(3) While there are unmarked nodes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dirty="0">
                <a:solidFill>
                  <a:srgbClr val="CC0000"/>
                </a:solidFill>
              </a:rPr>
              <a:t>Select the unmarked node </a:t>
            </a:r>
            <a:r>
              <a:rPr lang="en-US" altLang="zh-CN" sz="1600" b="1" dirty="0">
                <a:solidFill>
                  <a:srgbClr val="CC0000"/>
                </a:solidFill>
              </a:rPr>
              <a:t>u</a:t>
            </a:r>
            <a:r>
              <a:rPr lang="en-US" altLang="zh-CN" sz="1600" dirty="0">
                <a:solidFill>
                  <a:srgbClr val="CC0000"/>
                </a:solidFill>
              </a:rPr>
              <a:t> with minimum cost; mark it</a:t>
            </a:r>
          </a:p>
          <a:p>
            <a:pPr lvl="1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dirty="0">
                <a:solidFill>
                  <a:srgbClr val="CC0000"/>
                </a:solidFill>
              </a:rPr>
              <a:t>For each unmarked node </a:t>
            </a:r>
            <a:r>
              <a:rPr lang="en-US" altLang="zh-CN" sz="1600" b="1" dirty="0">
                <a:solidFill>
                  <a:srgbClr val="CC0000"/>
                </a:solidFill>
              </a:rPr>
              <a:t>w</a:t>
            </a:r>
            <a:r>
              <a:rPr lang="en-US" altLang="zh-CN" sz="1600" dirty="0">
                <a:solidFill>
                  <a:srgbClr val="CC0000"/>
                </a:solidFill>
              </a:rPr>
              <a:t> adjacent to</a:t>
            </a:r>
            <a:r>
              <a:rPr lang="en-US" altLang="zh-CN" sz="1600" b="1" dirty="0">
                <a:solidFill>
                  <a:srgbClr val="CC0000"/>
                </a:solidFill>
              </a:rPr>
              <a:t> u</a:t>
            </a:r>
          </a:p>
          <a:p>
            <a:pPr lvl="2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b="1" dirty="0">
                <a:solidFill>
                  <a:srgbClr val="263AF8"/>
                </a:solidFill>
              </a:rPr>
              <a:t>if cost(</a:t>
            </a:r>
            <a:r>
              <a:rPr lang="en-US" altLang="zh-CN" sz="1600" b="1" dirty="0" err="1">
                <a:solidFill>
                  <a:srgbClr val="263AF8"/>
                </a:solidFill>
              </a:rPr>
              <a:t>u,w</a:t>
            </a:r>
            <a:r>
              <a:rPr lang="en-US" altLang="zh-CN" sz="1600" b="1" dirty="0">
                <a:solidFill>
                  <a:srgbClr val="263AF8"/>
                </a:solidFill>
              </a:rPr>
              <a:t>) &lt; cost(w) then cost(w) := cost (</a:t>
            </a:r>
            <a:r>
              <a:rPr lang="en-US" altLang="zh-CN" sz="1600" b="1" dirty="0" err="1">
                <a:solidFill>
                  <a:srgbClr val="263AF8"/>
                </a:solidFill>
              </a:rPr>
              <a:t>u,w</a:t>
            </a:r>
            <a:r>
              <a:rPr lang="en-US" altLang="zh-CN" sz="1600" b="1" dirty="0">
                <a:solidFill>
                  <a:srgbClr val="263AF8"/>
                </a:solidFill>
              </a:rPr>
              <a:t>)</a:t>
            </a:r>
          </a:p>
          <a:p>
            <a:pPr lvl="2"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b="1" dirty="0" err="1">
                <a:solidFill>
                  <a:srgbClr val="CC0000"/>
                </a:solidFill>
              </a:rPr>
              <a:t>prev</a:t>
            </a:r>
            <a:r>
              <a:rPr lang="en-US" altLang="zh-CN" sz="1600" b="1" dirty="0">
                <a:solidFill>
                  <a:srgbClr val="CC0000"/>
                </a:solidFill>
              </a:rPr>
              <a:t>[w] = u</a:t>
            </a:r>
            <a:endParaRPr lang="en-US" altLang="zh-CN" sz="1600" dirty="0"/>
          </a:p>
          <a:p>
            <a:pPr fontAlgn="auto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Looks a lot like </a:t>
            </a:r>
            <a:r>
              <a:rPr lang="en-US" altLang="zh-CN" sz="2000" dirty="0" err="1">
                <a:solidFill>
                  <a:srgbClr val="263AF8"/>
                </a:solidFill>
                <a:ea typeface="宋体" panose="02010600030101010101" pitchFamily="2" charset="-122"/>
              </a:rPr>
              <a:t>Dijkstra’s</a:t>
            </a:r>
            <a:r>
              <a:rPr lang="en-US" altLang="zh-CN" sz="2000" dirty="0">
                <a:solidFill>
                  <a:srgbClr val="263AF8"/>
                </a:solidFill>
                <a:ea typeface="宋体" panose="02010600030101010101" pitchFamily="2" charset="-122"/>
              </a:rPr>
              <a:t> algorithm!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E21E95-CFEF-4946-A15A-3429B0DD4F41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grpSp>
        <p:nvGrpSpPr>
          <p:cNvPr id="1425" name="组合 1424"/>
          <p:cNvGrpSpPr/>
          <p:nvPr/>
        </p:nvGrpSpPr>
        <p:grpSpPr>
          <a:xfrm rot="21000000">
            <a:off x="7894955" y="5231130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39268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07010" y="1641475"/>
            <a:ext cx="8676640" cy="471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765175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Prim’s Algorithm </a:t>
            </a:r>
          </a:p>
          <a:p>
            <a:r>
              <a:rPr lang="en-US" altLang="zh-CN" sz="32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Implementation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6019" name="Content Placeholder 2"/>
          <p:cNvSpPr>
            <a:spLocks noGrp="1"/>
          </p:cNvSpPr>
          <p:nvPr>
            <p:ph idx="1"/>
          </p:nvPr>
        </p:nvSpPr>
        <p:spPr>
          <a:xfrm>
            <a:off x="467995" y="1681480"/>
            <a:ext cx="7992745" cy="4817745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1400" dirty="0">
                <a:solidFill>
                  <a:srgbClr val="008000"/>
                </a:solidFill>
              </a:rPr>
              <a:t>//Implementation of Prim’s algorithm for MST</a:t>
            </a:r>
          </a:p>
          <a:p>
            <a:pPr lvl="2" eaLnBrk="1" hangingPunct="1">
              <a:lnSpc>
                <a:spcPct val="90000"/>
              </a:lnSpc>
              <a:spcBef>
                <a:spcPct val="0"/>
              </a:spcBef>
            </a:pPr>
            <a:endParaRPr lang="en-US" altLang="zh-CN" sz="7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void </a:t>
            </a:r>
            <a:r>
              <a:rPr lang="en-US" altLang="zh-CN" sz="1400" dirty="0">
                <a:solidFill>
                  <a:srgbClr val="FF0000"/>
                </a:solidFill>
              </a:rPr>
              <a:t>Prim</a:t>
            </a:r>
            <a:r>
              <a:rPr lang="en-US" altLang="zh-CN" sz="1400" dirty="0"/>
              <a:t>(Graph* G,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* </a:t>
            </a:r>
            <a:r>
              <a:rPr lang="en-US" altLang="zh-CN" sz="1400" b="1" dirty="0"/>
              <a:t>D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s)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b="1" dirty="0"/>
              <a:t>V[G-&gt;n()]</a:t>
            </a:r>
            <a:r>
              <a:rPr lang="en-US" altLang="zh-CN" sz="1400" dirty="0"/>
              <a:t>;  </a:t>
            </a:r>
            <a:r>
              <a:rPr lang="en-US" altLang="zh-CN" sz="1400" dirty="0">
                <a:solidFill>
                  <a:srgbClr val="008000"/>
                </a:solidFill>
              </a:rPr>
              <a:t>// store lowest cost vertex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, w;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 </a:t>
            </a:r>
            <a:r>
              <a:rPr lang="nn-NO" altLang="zh-CN" sz="1400" dirty="0"/>
              <a:t>for (int i=0; i&lt;G-&gt;n(); i++) // Initialize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1400" dirty="0"/>
              <a:t>    D[</a:t>
            </a:r>
            <a:r>
              <a:rPr lang="en-US" altLang="zh-CN" sz="1400" dirty="0" err="1"/>
              <a:t>i</a:t>
            </a:r>
            <a:r>
              <a:rPr lang="en-US" altLang="zh-CN" sz="1400" dirty="0"/>
              <a:t>] = INFINITY; </a:t>
            </a:r>
            <a:r>
              <a:rPr lang="en-US" altLang="zh-CN" sz="1400" dirty="0">
                <a:solidFill>
                  <a:srgbClr val="008000"/>
                </a:solidFill>
              </a:rPr>
              <a:t>// cost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1400" dirty="0"/>
              <a:t> D[s] = 0;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78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 for 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=0;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&lt;G-&gt;n();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++) { </a:t>
            </a:r>
            <a:endParaRPr lang="en-US" altLang="zh-CN" sz="1400" dirty="0">
              <a:solidFill>
                <a:srgbClr val="00B05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   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v = </a:t>
            </a:r>
            <a:r>
              <a:rPr lang="en-US" altLang="zh-CN" sz="1400" b="1" dirty="0" err="1">
                <a:solidFill>
                  <a:srgbClr val="FF0000"/>
                </a:solidFill>
              </a:rPr>
              <a:t>minVertex</a:t>
            </a:r>
            <a:r>
              <a:rPr lang="en-US" altLang="zh-CN" sz="1400" dirty="0"/>
              <a:t>(G, D);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    G-&gt;</a:t>
            </a:r>
            <a:r>
              <a:rPr lang="en-US" altLang="zh-CN" sz="1400" dirty="0" err="1"/>
              <a:t>setMark</a:t>
            </a:r>
            <a:r>
              <a:rPr lang="en-US" altLang="zh-CN" sz="1400" dirty="0"/>
              <a:t>(v, VISITED);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14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    if (v != s)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      </a:t>
            </a:r>
            <a:r>
              <a:rPr lang="en-US" altLang="zh-CN" sz="1400" dirty="0" err="1">
                <a:solidFill>
                  <a:srgbClr val="FF0000"/>
                </a:solidFill>
              </a:rPr>
              <a:t>AddEdgetoMST</a:t>
            </a:r>
            <a:r>
              <a:rPr lang="en-US" altLang="zh-CN" sz="1400" dirty="0"/>
              <a:t>(V[v], v); </a:t>
            </a:r>
            <a:r>
              <a:rPr lang="en-US" altLang="zh-CN" sz="1400" dirty="0">
                <a:solidFill>
                  <a:srgbClr val="008000"/>
                </a:solidFill>
              </a:rPr>
              <a:t>//add edge to MST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    if (D[v] == INFINITY) return; </a:t>
            </a:r>
            <a:r>
              <a:rPr lang="en-US" altLang="zh-CN" sz="1400" dirty="0">
                <a:solidFill>
                  <a:srgbClr val="008000"/>
                </a:solidFill>
              </a:rPr>
              <a:t>//unreachable vertices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    for (w=G-&gt;first(v); w&lt;G-&gt;n(); w=G-&gt;next(</a:t>
            </a:r>
            <a:r>
              <a:rPr lang="en-US" altLang="zh-CN" sz="1400" dirty="0" err="1"/>
              <a:t>v,w</a:t>
            </a:r>
            <a:r>
              <a:rPr lang="en-US" altLang="zh-CN" sz="1400" dirty="0"/>
              <a:t>))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1400" dirty="0">
                <a:cs typeface="Courier New" panose="02070309020205020404" pitchFamily="49" charset="0"/>
              </a:rPr>
              <a:t>     if (</a:t>
            </a:r>
            <a:r>
              <a:rPr lang="en-US" altLang="zh-CN" sz="1400" dirty="0"/>
              <a:t>G-&gt;</a:t>
            </a:r>
            <a:r>
              <a:rPr lang="en-US" altLang="zh-CN" sz="1400" dirty="0" err="1"/>
              <a:t>getMark</a:t>
            </a:r>
            <a:r>
              <a:rPr lang="en-US" altLang="zh-CN" sz="1400" dirty="0"/>
              <a:t>(w) == UNVISITED</a:t>
            </a:r>
            <a:r>
              <a:rPr lang="en-US" altLang="zh-CN" sz="1400" dirty="0">
                <a:cs typeface="Courier New" panose="02070309020205020404" pitchFamily="49" charset="0"/>
              </a:rPr>
              <a:t>)</a:t>
            </a:r>
            <a:endParaRPr lang="en-US" altLang="zh-CN" sz="14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      </a:t>
            </a:r>
            <a:r>
              <a:rPr lang="en-US" altLang="zh-CN" sz="1400" dirty="0">
                <a:solidFill>
                  <a:srgbClr val="263AF8"/>
                </a:solidFill>
              </a:rPr>
              <a:t>if (D[w] &gt; G-&gt;weight(</a:t>
            </a:r>
            <a:r>
              <a:rPr lang="en-US" altLang="zh-CN" sz="1400" dirty="0" err="1">
                <a:solidFill>
                  <a:srgbClr val="263AF8"/>
                </a:solidFill>
              </a:rPr>
              <a:t>v,w</a:t>
            </a:r>
            <a:r>
              <a:rPr lang="en-US" altLang="zh-CN" sz="1400" dirty="0">
                <a:solidFill>
                  <a:srgbClr val="263AF8"/>
                </a:solidFill>
              </a:rPr>
              <a:t>)) </a:t>
            </a:r>
            <a:r>
              <a:rPr lang="en-US" altLang="zh-CN" sz="1400" dirty="0"/>
              <a:t>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C00000"/>
                </a:solidFill>
              </a:rPr>
              <a:t>         </a:t>
            </a:r>
            <a:r>
              <a:rPr lang="en-US" altLang="zh-CN" sz="1400" dirty="0">
                <a:solidFill>
                  <a:srgbClr val="263AF8"/>
                </a:solidFill>
              </a:rPr>
              <a:t>D[w] = G-&gt;weight(</a:t>
            </a:r>
            <a:r>
              <a:rPr lang="en-US" altLang="zh-CN" sz="1400" dirty="0" err="1">
                <a:solidFill>
                  <a:srgbClr val="263AF8"/>
                </a:solidFill>
              </a:rPr>
              <a:t>v,w</a:t>
            </a:r>
            <a:r>
              <a:rPr lang="en-US" altLang="zh-CN" sz="1400" dirty="0">
                <a:solidFill>
                  <a:srgbClr val="263AF8"/>
                </a:solidFill>
              </a:rPr>
              <a:t>); </a:t>
            </a:r>
            <a:r>
              <a:rPr lang="en-US" altLang="zh-CN" sz="1400" dirty="0">
                <a:solidFill>
                  <a:srgbClr val="008000"/>
                </a:solidFill>
              </a:rPr>
              <a:t>//Update cost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         V[w] = v; </a:t>
            </a:r>
            <a:r>
              <a:rPr lang="en-US" altLang="zh-CN" sz="1400" dirty="0">
                <a:solidFill>
                  <a:srgbClr val="008000"/>
                </a:solidFill>
              </a:rPr>
              <a:t>// where it came from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   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 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1400" dirty="0"/>
              <a:t>}</a:t>
            </a:r>
          </a:p>
          <a:p>
            <a:endParaRPr lang="en-US" altLang="zh-CN" sz="1400" dirty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2AC09D3-E8C6-4A69-BE1F-9790B60E21E2}" type="slidenum">
              <a:rPr lang="en-US" altLang="zh-CN" sz="465" smtClean="0"/>
              <a:pPr/>
              <a:t>13</a:t>
            </a:fld>
            <a:endParaRPr lang="en-US" altLang="zh-CN" sz="465"/>
          </a:p>
        </p:txBody>
      </p:sp>
      <p:grpSp>
        <p:nvGrpSpPr>
          <p:cNvPr id="1425" name="组合 1424"/>
          <p:cNvGrpSpPr/>
          <p:nvPr/>
        </p:nvGrpSpPr>
        <p:grpSpPr>
          <a:xfrm rot="21000000">
            <a:off x="7894955" y="5231130"/>
            <a:ext cx="914400" cy="935355"/>
            <a:chOff x="6108700" y="2038350"/>
            <a:chExt cx="787400" cy="804863"/>
          </a:xfrm>
          <a:solidFill>
            <a:schemeClr val="accent1">
              <a:lumMod val="75000"/>
              <a:alpha val="36000"/>
            </a:schemeClr>
          </a:solidFill>
        </p:grpSpPr>
        <p:sp>
          <p:nvSpPr>
            <p:cNvPr id="1426" name="Freeform 757"/>
            <p:cNvSpPr/>
            <p:nvPr>
              <p:custDataLst>
                <p:tags r:id="rId5"/>
              </p:custDataLst>
            </p:nvPr>
          </p:nvSpPr>
          <p:spPr bwMode="auto">
            <a:xfrm>
              <a:off x="6137275" y="2403475"/>
              <a:ext cx="25400" cy="4603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9"/>
                </a:cxn>
                <a:cxn ang="0">
                  <a:pos x="35" y="14"/>
                </a:cxn>
                <a:cxn ang="0">
                  <a:pos x="31" y="24"/>
                </a:cxn>
                <a:cxn ang="0">
                  <a:pos x="20" y="43"/>
                </a:cxn>
                <a:cxn ang="0">
                  <a:pos x="20" y="43"/>
                </a:cxn>
                <a:cxn ang="0">
                  <a:pos x="9" y="60"/>
                </a:cxn>
                <a:cxn ang="0">
                  <a:pos x="5" y="68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4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4" y="71"/>
                </a:cxn>
                <a:cxn ang="0">
                  <a:pos x="20" y="61"/>
                </a:cxn>
                <a:cxn ang="0">
                  <a:pos x="26" y="50"/>
                </a:cxn>
                <a:cxn ang="0">
                  <a:pos x="32" y="39"/>
                </a:cxn>
                <a:cxn ang="0">
                  <a:pos x="32" y="39"/>
                </a:cxn>
                <a:cxn ang="0">
                  <a:pos x="41" y="23"/>
                </a:cxn>
                <a:cxn ang="0">
                  <a:pos x="46" y="13"/>
                </a:cxn>
                <a:cxn ang="0">
                  <a:pos x="47" y="9"/>
                </a:cxn>
                <a:cxn ang="0">
                  <a:pos x="48" y="4"/>
                </a:cxn>
                <a:cxn ang="0">
                  <a:pos x="48" y="4"/>
                </a:cxn>
                <a:cxn ang="0">
                  <a:pos x="48" y="2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8" h="85">
                  <a:moveTo>
                    <a:pt x="38" y="4"/>
                  </a:moveTo>
                  <a:lnTo>
                    <a:pt x="38" y="4"/>
                  </a:lnTo>
                  <a:lnTo>
                    <a:pt x="37" y="9"/>
                  </a:lnTo>
                  <a:lnTo>
                    <a:pt x="35" y="14"/>
                  </a:lnTo>
                  <a:lnTo>
                    <a:pt x="31" y="24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9" y="60"/>
                  </a:lnTo>
                  <a:lnTo>
                    <a:pt x="5" y="6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4"/>
                  </a:lnTo>
                  <a:lnTo>
                    <a:pt x="8" y="83"/>
                  </a:lnTo>
                  <a:lnTo>
                    <a:pt x="8" y="83"/>
                  </a:lnTo>
                  <a:lnTo>
                    <a:pt x="14" y="71"/>
                  </a:lnTo>
                  <a:lnTo>
                    <a:pt x="20" y="61"/>
                  </a:lnTo>
                  <a:lnTo>
                    <a:pt x="26" y="50"/>
                  </a:lnTo>
                  <a:lnTo>
                    <a:pt x="32" y="39"/>
                  </a:lnTo>
                  <a:lnTo>
                    <a:pt x="32" y="39"/>
                  </a:lnTo>
                  <a:lnTo>
                    <a:pt x="41" y="23"/>
                  </a:lnTo>
                  <a:lnTo>
                    <a:pt x="46" y="13"/>
                  </a:lnTo>
                  <a:lnTo>
                    <a:pt x="47" y="9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2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7" name="Freeform 758"/>
            <p:cNvSpPr/>
            <p:nvPr>
              <p:custDataLst>
                <p:tags r:id="rId6"/>
              </p:custDataLst>
            </p:nvPr>
          </p:nvSpPr>
          <p:spPr bwMode="auto">
            <a:xfrm>
              <a:off x="6156325" y="2433638"/>
              <a:ext cx="25400" cy="5715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8" y="3"/>
                </a:cxn>
                <a:cxn ang="0">
                  <a:pos x="27" y="27"/>
                </a:cxn>
                <a:cxn ang="0">
                  <a:pos x="17" y="51"/>
                </a:cxn>
                <a:cxn ang="0">
                  <a:pos x="7" y="76"/>
                </a:cxn>
                <a:cxn ang="0">
                  <a:pos x="3" y="88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6" y="107"/>
                </a:cxn>
                <a:cxn ang="0">
                  <a:pos x="8" y="106"/>
                </a:cxn>
                <a:cxn ang="0">
                  <a:pos x="10" y="103"/>
                </a:cxn>
                <a:cxn ang="0">
                  <a:pos x="10" y="103"/>
                </a:cxn>
                <a:cxn ang="0">
                  <a:pos x="13" y="91"/>
                </a:cxn>
                <a:cxn ang="0">
                  <a:pos x="16" y="79"/>
                </a:cxn>
                <a:cxn ang="0">
                  <a:pos x="26" y="54"/>
                </a:cxn>
                <a:cxn ang="0">
                  <a:pos x="36" y="30"/>
                </a:cxn>
                <a:cxn ang="0">
                  <a:pos x="47" y="5"/>
                </a:cxn>
                <a:cxn ang="0">
                  <a:pos x="47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8" y="3"/>
                </a:cxn>
                <a:cxn ang="0">
                  <a:pos x="38" y="3"/>
                </a:cxn>
              </a:cxnLst>
              <a:rect l="0" t="0" r="r" b="b"/>
              <a:pathLst>
                <a:path w="48" h="107">
                  <a:moveTo>
                    <a:pt x="38" y="3"/>
                  </a:moveTo>
                  <a:lnTo>
                    <a:pt x="38" y="3"/>
                  </a:lnTo>
                  <a:lnTo>
                    <a:pt x="27" y="27"/>
                  </a:lnTo>
                  <a:lnTo>
                    <a:pt x="17" y="51"/>
                  </a:lnTo>
                  <a:lnTo>
                    <a:pt x="7" y="76"/>
                  </a:lnTo>
                  <a:lnTo>
                    <a:pt x="3" y="88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6" y="107"/>
                  </a:lnTo>
                  <a:lnTo>
                    <a:pt x="8" y="106"/>
                  </a:lnTo>
                  <a:lnTo>
                    <a:pt x="10" y="103"/>
                  </a:lnTo>
                  <a:lnTo>
                    <a:pt x="10" y="103"/>
                  </a:lnTo>
                  <a:lnTo>
                    <a:pt x="13" y="91"/>
                  </a:lnTo>
                  <a:lnTo>
                    <a:pt x="16" y="79"/>
                  </a:lnTo>
                  <a:lnTo>
                    <a:pt x="26" y="54"/>
                  </a:lnTo>
                  <a:lnTo>
                    <a:pt x="36" y="30"/>
                  </a:lnTo>
                  <a:lnTo>
                    <a:pt x="47" y="5"/>
                  </a:lnTo>
                  <a:lnTo>
                    <a:pt x="47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8" y="3"/>
                  </a:lnTo>
                  <a:lnTo>
                    <a:pt x="38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8" name="Freeform 759"/>
            <p:cNvSpPr/>
            <p:nvPr>
              <p:custDataLst>
                <p:tags r:id="rId7"/>
              </p:custDataLst>
            </p:nvPr>
          </p:nvSpPr>
          <p:spPr bwMode="auto">
            <a:xfrm>
              <a:off x="6183313" y="2476500"/>
              <a:ext cx="17463" cy="42863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10" y="38"/>
                </a:cxn>
                <a:cxn ang="0">
                  <a:pos x="5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8" y="78"/>
                </a:cxn>
                <a:cxn ang="0">
                  <a:pos x="8" y="78"/>
                </a:cxn>
                <a:cxn ang="0">
                  <a:pos x="13" y="60"/>
                </a:cxn>
                <a:cxn ang="0">
                  <a:pos x="20" y="42"/>
                </a:cxn>
                <a:cxn ang="0">
                  <a:pos x="26" y="2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2"/>
                </a:cxn>
                <a:cxn ang="0">
                  <a:pos x="31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81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10" y="38"/>
                  </a:lnTo>
                  <a:lnTo>
                    <a:pt x="5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8" y="78"/>
                  </a:lnTo>
                  <a:lnTo>
                    <a:pt x="8" y="78"/>
                  </a:lnTo>
                  <a:lnTo>
                    <a:pt x="13" y="60"/>
                  </a:lnTo>
                  <a:lnTo>
                    <a:pt x="20" y="42"/>
                  </a:lnTo>
                  <a:lnTo>
                    <a:pt x="26" y="2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2"/>
                  </a:lnTo>
                  <a:lnTo>
                    <a:pt x="31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29" name="Freeform 760"/>
            <p:cNvSpPr/>
            <p:nvPr>
              <p:custDataLst>
                <p:tags r:id="rId8"/>
              </p:custDataLst>
            </p:nvPr>
          </p:nvSpPr>
          <p:spPr bwMode="auto">
            <a:xfrm>
              <a:off x="6203950" y="2500313"/>
              <a:ext cx="20638" cy="41275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29" y="3"/>
                </a:cxn>
                <a:cxn ang="0">
                  <a:pos x="23" y="20"/>
                </a:cxn>
                <a:cxn ang="0">
                  <a:pos x="17" y="37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25" y="41"/>
                </a:cxn>
                <a:cxn ang="0">
                  <a:pos x="33" y="23"/>
                </a:cxn>
                <a:cxn ang="0">
                  <a:pos x="39" y="7"/>
                </a:cxn>
                <a:cxn ang="0">
                  <a:pos x="39" y="7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2" y="0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39" h="76">
                  <a:moveTo>
                    <a:pt x="29" y="3"/>
                  </a:moveTo>
                  <a:lnTo>
                    <a:pt x="29" y="3"/>
                  </a:lnTo>
                  <a:lnTo>
                    <a:pt x="23" y="20"/>
                  </a:lnTo>
                  <a:lnTo>
                    <a:pt x="17" y="37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25" y="41"/>
                  </a:lnTo>
                  <a:lnTo>
                    <a:pt x="33" y="23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0" name="Freeform 761"/>
            <p:cNvSpPr/>
            <p:nvPr>
              <p:custDataLst>
                <p:tags r:id="rId9"/>
              </p:custDataLst>
            </p:nvPr>
          </p:nvSpPr>
          <p:spPr bwMode="auto">
            <a:xfrm>
              <a:off x="6373813" y="2681288"/>
              <a:ext cx="12700" cy="38100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3" y="6"/>
                </a:cxn>
                <a:cxn ang="0">
                  <a:pos x="12" y="13"/>
                </a:cxn>
                <a:cxn ang="0">
                  <a:pos x="10" y="21"/>
                </a:cxn>
                <a:cxn ang="0">
                  <a:pos x="6" y="36"/>
                </a:cxn>
                <a:cxn ang="0">
                  <a:pos x="2" y="50"/>
                </a:cxn>
                <a:cxn ang="0">
                  <a:pos x="1" y="58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1" y="68"/>
                </a:cxn>
                <a:cxn ang="0">
                  <a:pos x="2" y="69"/>
                </a:cxn>
                <a:cxn ang="0">
                  <a:pos x="3" y="70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0" y="58"/>
                </a:cxn>
                <a:cxn ang="0">
                  <a:pos x="12" y="50"/>
                </a:cxn>
                <a:cxn ang="0">
                  <a:pos x="16" y="36"/>
                </a:cxn>
                <a:cxn ang="0">
                  <a:pos x="20" y="21"/>
                </a:cxn>
                <a:cxn ang="0">
                  <a:pos x="21" y="1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6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3" y="6"/>
                </a:cxn>
                <a:cxn ang="0">
                  <a:pos x="13" y="6"/>
                </a:cxn>
              </a:cxnLst>
              <a:rect l="0" t="0" r="r" b="b"/>
              <a:pathLst>
                <a:path w="22" h="70">
                  <a:moveTo>
                    <a:pt x="13" y="6"/>
                  </a:moveTo>
                  <a:lnTo>
                    <a:pt x="13" y="6"/>
                  </a:lnTo>
                  <a:lnTo>
                    <a:pt x="12" y="13"/>
                  </a:lnTo>
                  <a:lnTo>
                    <a:pt x="10" y="21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1" y="5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68"/>
                  </a:lnTo>
                  <a:lnTo>
                    <a:pt x="2" y="69"/>
                  </a:lnTo>
                  <a:lnTo>
                    <a:pt x="3" y="70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58"/>
                  </a:lnTo>
                  <a:lnTo>
                    <a:pt x="12" y="50"/>
                  </a:lnTo>
                  <a:lnTo>
                    <a:pt x="16" y="36"/>
                  </a:lnTo>
                  <a:lnTo>
                    <a:pt x="20" y="21"/>
                  </a:lnTo>
                  <a:lnTo>
                    <a:pt x="21" y="1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6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1" name="Freeform 762"/>
            <p:cNvSpPr/>
            <p:nvPr>
              <p:custDataLst>
                <p:tags r:id="rId10"/>
              </p:custDataLst>
            </p:nvPr>
          </p:nvSpPr>
          <p:spPr bwMode="auto">
            <a:xfrm>
              <a:off x="6407150" y="2698750"/>
              <a:ext cx="30163" cy="42863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3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6" y="2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16" y="39"/>
                </a:cxn>
                <a:cxn ang="0">
                  <a:pos x="14" y="44"/>
                </a:cxn>
                <a:cxn ang="0">
                  <a:pos x="10" y="54"/>
                </a:cxn>
                <a:cxn ang="0">
                  <a:pos x="10" y="54"/>
                </a:cxn>
                <a:cxn ang="0">
                  <a:pos x="5" y="66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9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4" y="82"/>
                </a:cxn>
                <a:cxn ang="0">
                  <a:pos x="6" y="82"/>
                </a:cxn>
                <a:cxn ang="0">
                  <a:pos x="7" y="82"/>
                </a:cxn>
                <a:cxn ang="0">
                  <a:pos x="9" y="81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18" y="59"/>
                </a:cxn>
                <a:cxn ang="0">
                  <a:pos x="22" y="48"/>
                </a:cxn>
                <a:cxn ang="0">
                  <a:pos x="27" y="39"/>
                </a:cxn>
                <a:cxn ang="0">
                  <a:pos x="27" y="39"/>
                </a:cxn>
                <a:cxn ang="0">
                  <a:pos x="33" y="31"/>
                </a:cxn>
                <a:cxn ang="0">
                  <a:pos x="40" y="23"/>
                </a:cxn>
                <a:cxn ang="0">
                  <a:pos x="48" y="16"/>
                </a:cxn>
                <a:cxn ang="0">
                  <a:pos x="54" y="8"/>
                </a:cxn>
                <a:cxn ang="0">
                  <a:pos x="54" y="8"/>
                </a:cxn>
                <a:cxn ang="0">
                  <a:pos x="55" y="6"/>
                </a:cxn>
                <a:cxn ang="0">
                  <a:pos x="54" y="4"/>
                </a:cxn>
                <a:cxn ang="0">
                  <a:pos x="53" y="3"/>
                </a:cxn>
                <a:cxn ang="0">
                  <a:pos x="52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5" y="3"/>
                </a:cxn>
                <a:cxn ang="0">
                  <a:pos x="45" y="3"/>
                </a:cxn>
              </a:cxnLst>
              <a:rect l="0" t="0" r="r" b="b"/>
              <a:pathLst>
                <a:path w="55" h="82">
                  <a:moveTo>
                    <a:pt x="45" y="3"/>
                  </a:moveTo>
                  <a:lnTo>
                    <a:pt x="45" y="3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6" y="2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6" y="39"/>
                  </a:lnTo>
                  <a:lnTo>
                    <a:pt x="14" y="4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5" y="66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9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4" y="82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9" y="81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18" y="59"/>
                  </a:lnTo>
                  <a:lnTo>
                    <a:pt x="22" y="48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33" y="31"/>
                  </a:lnTo>
                  <a:lnTo>
                    <a:pt x="40" y="23"/>
                  </a:lnTo>
                  <a:lnTo>
                    <a:pt x="48" y="16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5" y="6"/>
                  </a:lnTo>
                  <a:lnTo>
                    <a:pt x="54" y="4"/>
                  </a:lnTo>
                  <a:lnTo>
                    <a:pt x="53" y="3"/>
                  </a:lnTo>
                  <a:lnTo>
                    <a:pt x="52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5" y="3"/>
                  </a:lnTo>
                  <a:lnTo>
                    <a:pt x="4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2" name="Freeform 763"/>
            <p:cNvSpPr/>
            <p:nvPr>
              <p:custDataLst>
                <p:tags r:id="rId11"/>
              </p:custDataLst>
            </p:nvPr>
          </p:nvSpPr>
          <p:spPr bwMode="auto">
            <a:xfrm>
              <a:off x="6430963" y="2728913"/>
              <a:ext cx="26988" cy="50800"/>
            </a:xfrm>
            <a:custGeom>
              <a:avLst/>
              <a:gdLst/>
              <a:ahLst/>
              <a:cxnLst>
                <a:cxn ang="0">
                  <a:pos x="43" y="3"/>
                </a:cxn>
                <a:cxn ang="0">
                  <a:pos x="43" y="3"/>
                </a:cxn>
                <a:cxn ang="0">
                  <a:pos x="32" y="22"/>
                </a:cxn>
                <a:cxn ang="0">
                  <a:pos x="22" y="43"/>
                </a:cxn>
                <a:cxn ang="0">
                  <a:pos x="22" y="43"/>
                </a:cxn>
                <a:cxn ang="0">
                  <a:pos x="17" y="54"/>
                </a:cxn>
                <a:cxn ang="0">
                  <a:pos x="11" y="66"/>
                </a:cxn>
                <a:cxn ang="0">
                  <a:pos x="6" y="77"/>
                </a:cxn>
                <a:cxn ang="0">
                  <a:pos x="1" y="90"/>
                </a:cxn>
                <a:cxn ang="0">
                  <a:pos x="1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6"/>
                </a:cxn>
                <a:cxn ang="0">
                  <a:pos x="8" y="95"/>
                </a:cxn>
                <a:cxn ang="0">
                  <a:pos x="9" y="94"/>
                </a:cxn>
                <a:cxn ang="0">
                  <a:pos x="10" y="92"/>
                </a:cxn>
                <a:cxn ang="0">
                  <a:pos x="10" y="92"/>
                </a:cxn>
                <a:cxn ang="0">
                  <a:pos x="14" y="81"/>
                </a:cxn>
                <a:cxn ang="0">
                  <a:pos x="18" y="71"/>
                </a:cxn>
                <a:cxn ang="0">
                  <a:pos x="22" y="62"/>
                </a:cxn>
                <a:cxn ang="0">
                  <a:pos x="28" y="52"/>
                </a:cxn>
                <a:cxn ang="0">
                  <a:pos x="28" y="52"/>
                </a:cxn>
                <a:cxn ang="0">
                  <a:pos x="32" y="47"/>
                </a:cxn>
                <a:cxn ang="0">
                  <a:pos x="34" y="42"/>
                </a:cxn>
                <a:cxn ang="0">
                  <a:pos x="38" y="33"/>
                </a:cxn>
                <a:cxn ang="0">
                  <a:pos x="38" y="33"/>
                </a:cxn>
                <a:cxn ang="0">
                  <a:pos x="44" y="20"/>
                </a:cxn>
                <a:cxn ang="0">
                  <a:pos x="51" y="8"/>
                </a:cxn>
                <a:cxn ang="0">
                  <a:pos x="51" y="8"/>
                </a:cxn>
                <a:cxn ang="0">
                  <a:pos x="51" y="6"/>
                </a:cxn>
                <a:cxn ang="0">
                  <a:pos x="51" y="4"/>
                </a:cxn>
                <a:cxn ang="0">
                  <a:pos x="50" y="3"/>
                </a:cxn>
                <a:cxn ang="0">
                  <a:pos x="49" y="2"/>
                </a:cxn>
                <a:cxn ang="0">
                  <a:pos x="47" y="0"/>
                </a:cxn>
                <a:cxn ang="0">
                  <a:pos x="46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3"/>
                </a:cxn>
              </a:cxnLst>
              <a:rect l="0" t="0" r="r" b="b"/>
              <a:pathLst>
                <a:path w="51" h="96">
                  <a:moveTo>
                    <a:pt x="43" y="3"/>
                  </a:moveTo>
                  <a:lnTo>
                    <a:pt x="43" y="3"/>
                  </a:lnTo>
                  <a:lnTo>
                    <a:pt x="32" y="22"/>
                  </a:lnTo>
                  <a:lnTo>
                    <a:pt x="22" y="43"/>
                  </a:lnTo>
                  <a:lnTo>
                    <a:pt x="22" y="43"/>
                  </a:lnTo>
                  <a:lnTo>
                    <a:pt x="17" y="54"/>
                  </a:lnTo>
                  <a:lnTo>
                    <a:pt x="11" y="66"/>
                  </a:lnTo>
                  <a:lnTo>
                    <a:pt x="6" y="77"/>
                  </a:lnTo>
                  <a:lnTo>
                    <a:pt x="1" y="90"/>
                  </a:lnTo>
                  <a:lnTo>
                    <a:pt x="1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6"/>
                  </a:lnTo>
                  <a:lnTo>
                    <a:pt x="8" y="95"/>
                  </a:lnTo>
                  <a:lnTo>
                    <a:pt x="9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4" y="81"/>
                  </a:lnTo>
                  <a:lnTo>
                    <a:pt x="18" y="71"/>
                  </a:lnTo>
                  <a:lnTo>
                    <a:pt x="22" y="6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32" y="47"/>
                  </a:lnTo>
                  <a:lnTo>
                    <a:pt x="34" y="42"/>
                  </a:lnTo>
                  <a:lnTo>
                    <a:pt x="38" y="33"/>
                  </a:lnTo>
                  <a:lnTo>
                    <a:pt x="38" y="33"/>
                  </a:lnTo>
                  <a:lnTo>
                    <a:pt x="44" y="20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0" y="3"/>
                  </a:lnTo>
                  <a:lnTo>
                    <a:pt x="49" y="2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3" name="Freeform 764"/>
            <p:cNvSpPr/>
            <p:nvPr>
              <p:custDataLst>
                <p:tags r:id="rId12"/>
              </p:custDataLst>
            </p:nvPr>
          </p:nvSpPr>
          <p:spPr bwMode="auto">
            <a:xfrm>
              <a:off x="6461125" y="2754313"/>
              <a:ext cx="25400" cy="49213"/>
            </a:xfrm>
            <a:custGeom>
              <a:avLst/>
              <a:gdLst/>
              <a:ahLst/>
              <a:cxnLst>
                <a:cxn ang="0">
                  <a:pos x="39" y="2"/>
                </a:cxn>
                <a:cxn ang="0">
                  <a:pos x="39" y="2"/>
                </a:cxn>
                <a:cxn ang="0">
                  <a:pos x="26" y="22"/>
                </a:cxn>
                <a:cxn ang="0">
                  <a:pos x="15" y="43"/>
                </a:cxn>
                <a:cxn ang="0">
                  <a:pos x="7" y="64"/>
                </a:cxn>
                <a:cxn ang="0">
                  <a:pos x="3" y="7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0" y="89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2"/>
                </a:cxn>
                <a:cxn ang="0">
                  <a:pos x="7" y="91"/>
                </a:cxn>
                <a:cxn ang="0">
                  <a:pos x="9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2" y="78"/>
                </a:cxn>
                <a:cxn ang="0">
                  <a:pos x="15" y="66"/>
                </a:cxn>
                <a:cxn ang="0">
                  <a:pos x="24" y="46"/>
                </a:cxn>
                <a:cxn ang="0">
                  <a:pos x="35" y="26"/>
                </a:cxn>
                <a:cxn ang="0">
                  <a:pos x="47" y="7"/>
                </a:cxn>
                <a:cxn ang="0">
                  <a:pos x="47" y="7"/>
                </a:cxn>
                <a:cxn ang="0">
                  <a:pos x="48" y="5"/>
                </a:cxn>
                <a:cxn ang="0">
                  <a:pos x="47" y="3"/>
                </a:cxn>
                <a:cxn ang="0">
                  <a:pos x="47" y="2"/>
                </a:cxn>
                <a:cxn ang="0">
                  <a:pos x="45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9" y="2"/>
                </a:cxn>
              </a:cxnLst>
              <a:rect l="0" t="0" r="r" b="b"/>
              <a:pathLst>
                <a:path w="48" h="92">
                  <a:moveTo>
                    <a:pt x="39" y="2"/>
                  </a:moveTo>
                  <a:lnTo>
                    <a:pt x="39" y="2"/>
                  </a:lnTo>
                  <a:lnTo>
                    <a:pt x="26" y="22"/>
                  </a:lnTo>
                  <a:lnTo>
                    <a:pt x="15" y="43"/>
                  </a:lnTo>
                  <a:lnTo>
                    <a:pt x="7" y="64"/>
                  </a:lnTo>
                  <a:lnTo>
                    <a:pt x="3" y="7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0" y="89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2"/>
                  </a:lnTo>
                  <a:lnTo>
                    <a:pt x="7" y="91"/>
                  </a:lnTo>
                  <a:lnTo>
                    <a:pt x="9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2" y="78"/>
                  </a:lnTo>
                  <a:lnTo>
                    <a:pt x="15" y="66"/>
                  </a:lnTo>
                  <a:lnTo>
                    <a:pt x="24" y="46"/>
                  </a:lnTo>
                  <a:lnTo>
                    <a:pt x="35" y="2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8" y="5"/>
                  </a:lnTo>
                  <a:lnTo>
                    <a:pt x="47" y="3"/>
                  </a:lnTo>
                  <a:lnTo>
                    <a:pt x="47" y="2"/>
                  </a:lnTo>
                  <a:lnTo>
                    <a:pt x="45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4" name="Freeform 765"/>
            <p:cNvSpPr/>
            <p:nvPr>
              <p:custDataLst>
                <p:tags r:id="rId13"/>
              </p:custDataLst>
            </p:nvPr>
          </p:nvSpPr>
          <p:spPr bwMode="auto">
            <a:xfrm>
              <a:off x="6499225" y="2765425"/>
              <a:ext cx="22225" cy="53975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9" y="13"/>
                </a:cxn>
                <a:cxn ang="0">
                  <a:pos x="24" y="25"/>
                </a:cxn>
                <a:cxn ang="0">
                  <a:pos x="20" y="36"/>
                </a:cxn>
                <a:cxn ang="0">
                  <a:pos x="15" y="49"/>
                </a:cxn>
                <a:cxn ang="0">
                  <a:pos x="8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0" y="99"/>
                </a:cxn>
                <a:cxn ang="0">
                  <a:pos x="1" y="100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7" y="76"/>
                </a:cxn>
                <a:cxn ang="0">
                  <a:pos x="24" y="52"/>
                </a:cxn>
                <a:cxn ang="0">
                  <a:pos x="32" y="29"/>
                </a:cxn>
                <a:cxn ang="0">
                  <a:pos x="37" y="19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4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4" h="101">
                  <a:moveTo>
                    <a:pt x="35" y="3"/>
                  </a:moveTo>
                  <a:lnTo>
                    <a:pt x="35" y="3"/>
                  </a:lnTo>
                  <a:lnTo>
                    <a:pt x="29" y="13"/>
                  </a:lnTo>
                  <a:lnTo>
                    <a:pt x="24" y="25"/>
                  </a:lnTo>
                  <a:lnTo>
                    <a:pt x="20" y="36"/>
                  </a:lnTo>
                  <a:lnTo>
                    <a:pt x="15" y="49"/>
                  </a:lnTo>
                  <a:lnTo>
                    <a:pt x="8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1" y="100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7" y="76"/>
                  </a:lnTo>
                  <a:lnTo>
                    <a:pt x="24" y="52"/>
                  </a:lnTo>
                  <a:lnTo>
                    <a:pt x="32" y="29"/>
                  </a:lnTo>
                  <a:lnTo>
                    <a:pt x="37" y="19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4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5" name="Freeform 766"/>
            <p:cNvSpPr/>
            <p:nvPr>
              <p:custDataLst>
                <p:tags r:id="rId14"/>
              </p:custDataLst>
            </p:nvPr>
          </p:nvSpPr>
          <p:spPr bwMode="auto">
            <a:xfrm>
              <a:off x="6540500" y="2767013"/>
              <a:ext cx="23813" cy="53975"/>
            </a:xfrm>
            <a:custGeom>
              <a:avLst/>
              <a:gdLst/>
              <a:ahLst/>
              <a:cxnLst>
                <a:cxn ang="0">
                  <a:pos x="35" y="4"/>
                </a:cxn>
                <a:cxn ang="0">
                  <a:pos x="35" y="4"/>
                </a:cxn>
                <a:cxn ang="0">
                  <a:pos x="29" y="27"/>
                </a:cxn>
                <a:cxn ang="0">
                  <a:pos x="20" y="50"/>
                </a:cxn>
                <a:cxn ang="0">
                  <a:pos x="11" y="73"/>
                </a:cxn>
                <a:cxn ang="0">
                  <a:pos x="1" y="94"/>
                </a:cxn>
                <a:cxn ang="0">
                  <a:pos x="1" y="94"/>
                </a:cxn>
                <a:cxn ang="0">
                  <a:pos x="0" y="96"/>
                </a:cxn>
                <a:cxn ang="0">
                  <a:pos x="1" y="98"/>
                </a:cxn>
                <a:cxn ang="0">
                  <a:pos x="2" y="101"/>
                </a:cxn>
                <a:cxn ang="0">
                  <a:pos x="3" y="102"/>
                </a:cxn>
                <a:cxn ang="0">
                  <a:pos x="4" y="102"/>
                </a:cxn>
                <a:cxn ang="0">
                  <a:pos x="6" y="102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9" y="77"/>
                </a:cxn>
                <a:cxn ang="0">
                  <a:pos x="29" y="54"/>
                </a:cxn>
                <a:cxn ang="0">
                  <a:pos x="37" y="30"/>
                </a:cxn>
                <a:cxn ang="0">
                  <a:pos x="44" y="6"/>
                </a:cxn>
                <a:cxn ang="0">
                  <a:pos x="44" y="6"/>
                </a:cxn>
                <a:cxn ang="0">
                  <a:pos x="44" y="4"/>
                </a:cxn>
                <a:cxn ang="0">
                  <a:pos x="43" y="3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2"/>
                </a:cxn>
                <a:cxn ang="0">
                  <a:pos x="35" y="4"/>
                </a:cxn>
                <a:cxn ang="0">
                  <a:pos x="35" y="4"/>
                </a:cxn>
              </a:cxnLst>
              <a:rect l="0" t="0" r="r" b="b"/>
              <a:pathLst>
                <a:path w="44" h="102">
                  <a:moveTo>
                    <a:pt x="35" y="4"/>
                  </a:moveTo>
                  <a:lnTo>
                    <a:pt x="35" y="4"/>
                  </a:lnTo>
                  <a:lnTo>
                    <a:pt x="29" y="27"/>
                  </a:lnTo>
                  <a:lnTo>
                    <a:pt x="20" y="50"/>
                  </a:lnTo>
                  <a:lnTo>
                    <a:pt x="11" y="73"/>
                  </a:lnTo>
                  <a:lnTo>
                    <a:pt x="1" y="94"/>
                  </a:lnTo>
                  <a:lnTo>
                    <a:pt x="1" y="94"/>
                  </a:lnTo>
                  <a:lnTo>
                    <a:pt x="0" y="96"/>
                  </a:lnTo>
                  <a:lnTo>
                    <a:pt x="1" y="98"/>
                  </a:lnTo>
                  <a:lnTo>
                    <a:pt x="2" y="101"/>
                  </a:lnTo>
                  <a:lnTo>
                    <a:pt x="3" y="102"/>
                  </a:lnTo>
                  <a:lnTo>
                    <a:pt x="4" y="102"/>
                  </a:lnTo>
                  <a:lnTo>
                    <a:pt x="6" y="102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9" y="77"/>
                  </a:lnTo>
                  <a:lnTo>
                    <a:pt x="29" y="54"/>
                  </a:lnTo>
                  <a:lnTo>
                    <a:pt x="37" y="30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4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5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6" name="Freeform 767"/>
            <p:cNvSpPr/>
            <p:nvPr>
              <p:custDataLst>
                <p:tags r:id="rId15"/>
              </p:custDataLst>
            </p:nvPr>
          </p:nvSpPr>
          <p:spPr bwMode="auto">
            <a:xfrm>
              <a:off x="6386513" y="2139950"/>
              <a:ext cx="15875" cy="36513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22" y="4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4" y="32"/>
                </a:cxn>
                <a:cxn ang="0">
                  <a:pos x="14" y="32"/>
                </a:cxn>
                <a:cxn ang="0">
                  <a:pos x="9" y="48"/>
                </a:cxn>
                <a:cxn ang="0">
                  <a:pos x="5" y="5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2" y="68"/>
                </a:cxn>
                <a:cxn ang="0">
                  <a:pos x="3" y="69"/>
                </a:cxn>
                <a:cxn ang="0">
                  <a:pos x="5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8"/>
                </a:cxn>
                <a:cxn ang="0">
                  <a:pos x="13" y="60"/>
                </a:cxn>
                <a:cxn ang="0">
                  <a:pos x="16" y="53"/>
                </a:cxn>
                <a:cxn ang="0">
                  <a:pos x="22" y="38"/>
                </a:cxn>
                <a:cxn ang="0">
                  <a:pos x="22" y="38"/>
                </a:cxn>
                <a:cxn ang="0">
                  <a:pos x="28" y="22"/>
                </a:cxn>
                <a:cxn ang="0">
                  <a:pos x="31" y="14"/>
                </a:cxn>
                <a:cxn ang="0">
                  <a:pos x="32" y="4"/>
                </a:cxn>
                <a:cxn ang="0">
                  <a:pos x="32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4"/>
                </a:cxn>
                <a:cxn ang="0">
                  <a:pos x="22" y="4"/>
                </a:cxn>
              </a:cxnLst>
              <a:rect l="0" t="0" r="r" b="b"/>
              <a:pathLst>
                <a:path w="32" h="70">
                  <a:moveTo>
                    <a:pt x="22" y="4"/>
                  </a:moveTo>
                  <a:lnTo>
                    <a:pt x="22" y="4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9" y="48"/>
                  </a:lnTo>
                  <a:lnTo>
                    <a:pt x="5" y="55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2" y="68"/>
                  </a:lnTo>
                  <a:lnTo>
                    <a:pt x="3" y="69"/>
                  </a:lnTo>
                  <a:lnTo>
                    <a:pt x="5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13" y="60"/>
                  </a:lnTo>
                  <a:lnTo>
                    <a:pt x="16" y="53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8" y="22"/>
                  </a:lnTo>
                  <a:lnTo>
                    <a:pt x="31" y="14"/>
                  </a:lnTo>
                  <a:lnTo>
                    <a:pt x="32" y="4"/>
                  </a:lnTo>
                  <a:lnTo>
                    <a:pt x="32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7" name="Freeform 768"/>
            <p:cNvSpPr/>
            <p:nvPr>
              <p:custDataLst>
                <p:tags r:id="rId16"/>
              </p:custDataLst>
            </p:nvPr>
          </p:nvSpPr>
          <p:spPr bwMode="auto">
            <a:xfrm>
              <a:off x="6429375" y="2155825"/>
              <a:ext cx="9525" cy="33338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7" y="4"/>
                </a:cxn>
                <a:cxn ang="0">
                  <a:pos x="6" y="18"/>
                </a:cxn>
                <a:cxn ang="0">
                  <a:pos x="3" y="31"/>
                </a:cxn>
                <a:cxn ang="0">
                  <a:pos x="1" y="45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1"/>
                </a:cxn>
                <a:cxn ang="0">
                  <a:pos x="3" y="63"/>
                </a:cxn>
                <a:cxn ang="0">
                  <a:pos x="6" y="63"/>
                </a:cxn>
                <a:cxn ang="0">
                  <a:pos x="7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58"/>
                </a:cxn>
                <a:cxn ang="0">
                  <a:pos x="10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6" y="18"/>
                </a:cxn>
                <a:cxn ang="0">
                  <a:pos x="17" y="4"/>
                </a:cxn>
                <a:cxn ang="0">
                  <a:pos x="17" y="4"/>
                </a:cxn>
                <a:cxn ang="0">
                  <a:pos x="16" y="2"/>
                </a:cxn>
                <a:cxn ang="0">
                  <a:pos x="15" y="1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17" h="63">
                  <a:moveTo>
                    <a:pt x="7" y="4"/>
                  </a:moveTo>
                  <a:lnTo>
                    <a:pt x="7" y="4"/>
                  </a:lnTo>
                  <a:lnTo>
                    <a:pt x="6" y="18"/>
                  </a:lnTo>
                  <a:lnTo>
                    <a:pt x="3" y="31"/>
                  </a:lnTo>
                  <a:lnTo>
                    <a:pt x="1" y="45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1"/>
                  </a:lnTo>
                  <a:lnTo>
                    <a:pt x="3" y="63"/>
                  </a:lnTo>
                  <a:lnTo>
                    <a:pt x="6" y="63"/>
                  </a:lnTo>
                  <a:lnTo>
                    <a:pt x="7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10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6" y="18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6" y="2"/>
                  </a:lnTo>
                  <a:lnTo>
                    <a:pt x="15" y="1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8" name="Freeform 769"/>
            <p:cNvSpPr/>
            <p:nvPr>
              <p:custDataLst>
                <p:tags r:id="rId17"/>
              </p:custDataLst>
            </p:nvPr>
          </p:nvSpPr>
          <p:spPr bwMode="auto">
            <a:xfrm>
              <a:off x="6461125" y="2173288"/>
              <a:ext cx="14288" cy="36513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17" y="2"/>
                </a:cxn>
                <a:cxn ang="0">
                  <a:pos x="14" y="9"/>
                </a:cxn>
                <a:cxn ang="0">
                  <a:pos x="11" y="17"/>
                </a:cxn>
                <a:cxn ang="0">
                  <a:pos x="7" y="32"/>
                </a:cxn>
                <a:cxn ang="0">
                  <a:pos x="5" y="47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6"/>
                </a:cxn>
                <a:cxn ang="0">
                  <a:pos x="1" y="67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7" y="69"/>
                </a:cxn>
                <a:cxn ang="0">
                  <a:pos x="8" y="69"/>
                </a:cxn>
                <a:cxn ang="0">
                  <a:pos x="10" y="68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4" y="51"/>
                </a:cxn>
                <a:cxn ang="0">
                  <a:pos x="16" y="36"/>
                </a:cxn>
                <a:cxn ang="0">
                  <a:pos x="19" y="21"/>
                </a:cxn>
                <a:cxn ang="0">
                  <a:pos x="22" y="14"/>
                </a:cxn>
                <a:cxn ang="0">
                  <a:pos x="25" y="7"/>
                </a:cxn>
                <a:cxn ang="0">
                  <a:pos x="25" y="7"/>
                </a:cxn>
                <a:cxn ang="0">
                  <a:pos x="26" y="5"/>
                </a:cxn>
                <a:cxn ang="0">
                  <a:pos x="26" y="3"/>
                </a:cxn>
                <a:cxn ang="0">
                  <a:pos x="25" y="2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20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2"/>
                </a:cxn>
              </a:cxnLst>
              <a:rect l="0" t="0" r="r" b="b"/>
              <a:pathLst>
                <a:path w="26" h="69">
                  <a:moveTo>
                    <a:pt x="17" y="2"/>
                  </a:moveTo>
                  <a:lnTo>
                    <a:pt x="17" y="2"/>
                  </a:lnTo>
                  <a:lnTo>
                    <a:pt x="14" y="9"/>
                  </a:lnTo>
                  <a:lnTo>
                    <a:pt x="11" y="17"/>
                  </a:lnTo>
                  <a:lnTo>
                    <a:pt x="7" y="32"/>
                  </a:lnTo>
                  <a:lnTo>
                    <a:pt x="5" y="47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6"/>
                  </a:lnTo>
                  <a:lnTo>
                    <a:pt x="1" y="67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7" y="69"/>
                  </a:lnTo>
                  <a:lnTo>
                    <a:pt x="8" y="69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4" y="51"/>
                  </a:lnTo>
                  <a:lnTo>
                    <a:pt x="16" y="36"/>
                  </a:lnTo>
                  <a:lnTo>
                    <a:pt x="19" y="21"/>
                  </a:lnTo>
                  <a:lnTo>
                    <a:pt x="22" y="14"/>
                  </a:lnTo>
                  <a:lnTo>
                    <a:pt x="25" y="7"/>
                  </a:lnTo>
                  <a:lnTo>
                    <a:pt x="25" y="7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5" y="2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39" name="Freeform 770"/>
            <p:cNvSpPr/>
            <p:nvPr>
              <p:custDataLst>
                <p:tags r:id="rId18"/>
              </p:custDataLst>
            </p:nvPr>
          </p:nvSpPr>
          <p:spPr bwMode="auto">
            <a:xfrm>
              <a:off x="6475413" y="2203450"/>
              <a:ext cx="19050" cy="50800"/>
            </a:xfrm>
            <a:custGeom>
              <a:avLst/>
              <a:gdLst/>
              <a:ahLst/>
              <a:cxnLst>
                <a:cxn ang="0">
                  <a:pos x="30" y="2"/>
                </a:cxn>
                <a:cxn ang="0">
                  <a:pos x="30" y="2"/>
                </a:cxn>
                <a:cxn ang="0">
                  <a:pos x="23" y="11"/>
                </a:cxn>
                <a:cxn ang="0">
                  <a:pos x="18" y="21"/>
                </a:cxn>
                <a:cxn ang="0">
                  <a:pos x="13" y="32"/>
                </a:cxn>
                <a:cxn ang="0">
                  <a:pos x="9" y="43"/>
                </a:cxn>
                <a:cxn ang="0">
                  <a:pos x="6" y="54"/>
                </a:cxn>
                <a:cxn ang="0">
                  <a:pos x="3" y="67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1" y="94"/>
                </a:cxn>
                <a:cxn ang="0">
                  <a:pos x="2" y="95"/>
                </a:cxn>
                <a:cxn ang="0">
                  <a:pos x="5" y="95"/>
                </a:cxn>
                <a:cxn ang="0">
                  <a:pos x="8" y="94"/>
                </a:cxn>
                <a:cxn ang="0">
                  <a:pos x="9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13" y="68"/>
                </a:cxn>
                <a:cxn ang="0">
                  <a:pos x="15" y="58"/>
                </a:cxn>
                <a:cxn ang="0">
                  <a:pos x="18" y="47"/>
                </a:cxn>
                <a:cxn ang="0">
                  <a:pos x="21" y="37"/>
                </a:cxn>
                <a:cxn ang="0">
                  <a:pos x="25" y="26"/>
                </a:cxn>
                <a:cxn ang="0">
                  <a:pos x="30" y="17"/>
                </a:cxn>
                <a:cxn ang="0">
                  <a:pos x="37" y="8"/>
                </a:cxn>
                <a:cxn ang="0">
                  <a:pos x="37" y="8"/>
                </a:cxn>
                <a:cxn ang="0">
                  <a:pos x="38" y="6"/>
                </a:cxn>
                <a:cxn ang="0">
                  <a:pos x="38" y="4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30" y="2"/>
                </a:cxn>
                <a:cxn ang="0">
                  <a:pos x="30" y="2"/>
                </a:cxn>
              </a:cxnLst>
              <a:rect l="0" t="0" r="r" b="b"/>
              <a:pathLst>
                <a:path w="38" h="95">
                  <a:moveTo>
                    <a:pt x="30" y="2"/>
                  </a:moveTo>
                  <a:lnTo>
                    <a:pt x="30" y="2"/>
                  </a:lnTo>
                  <a:lnTo>
                    <a:pt x="23" y="11"/>
                  </a:lnTo>
                  <a:lnTo>
                    <a:pt x="18" y="21"/>
                  </a:lnTo>
                  <a:lnTo>
                    <a:pt x="13" y="32"/>
                  </a:lnTo>
                  <a:lnTo>
                    <a:pt x="9" y="43"/>
                  </a:lnTo>
                  <a:lnTo>
                    <a:pt x="6" y="54"/>
                  </a:lnTo>
                  <a:lnTo>
                    <a:pt x="3" y="6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1" y="94"/>
                  </a:lnTo>
                  <a:lnTo>
                    <a:pt x="2" y="95"/>
                  </a:lnTo>
                  <a:lnTo>
                    <a:pt x="5" y="95"/>
                  </a:lnTo>
                  <a:lnTo>
                    <a:pt x="8" y="94"/>
                  </a:lnTo>
                  <a:lnTo>
                    <a:pt x="9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13" y="68"/>
                  </a:lnTo>
                  <a:lnTo>
                    <a:pt x="15" y="58"/>
                  </a:lnTo>
                  <a:lnTo>
                    <a:pt x="18" y="47"/>
                  </a:lnTo>
                  <a:lnTo>
                    <a:pt x="21" y="37"/>
                  </a:lnTo>
                  <a:lnTo>
                    <a:pt x="25" y="26"/>
                  </a:lnTo>
                  <a:lnTo>
                    <a:pt x="30" y="17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30" y="2"/>
                  </a:ln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0" name="Freeform 771"/>
            <p:cNvSpPr/>
            <p:nvPr>
              <p:custDataLst>
                <p:tags r:id="rId19"/>
              </p:custDataLst>
            </p:nvPr>
          </p:nvSpPr>
          <p:spPr bwMode="auto">
            <a:xfrm>
              <a:off x="6481763" y="2241550"/>
              <a:ext cx="26988" cy="55563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4" y="13"/>
                </a:cxn>
                <a:cxn ang="0">
                  <a:pos x="28" y="25"/>
                </a:cxn>
                <a:cxn ang="0">
                  <a:pos x="23" y="37"/>
                </a:cxn>
                <a:cxn ang="0">
                  <a:pos x="17" y="50"/>
                </a:cxn>
                <a:cxn ang="0">
                  <a:pos x="8" y="7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6"/>
                </a:cxn>
                <a:cxn ang="0">
                  <a:pos x="3" y="107"/>
                </a:cxn>
                <a:cxn ang="0">
                  <a:pos x="5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7" y="79"/>
                </a:cxn>
                <a:cxn ang="0">
                  <a:pos x="26" y="54"/>
                </a:cxn>
                <a:cxn ang="0">
                  <a:pos x="31" y="41"/>
                </a:cxn>
                <a:cxn ang="0">
                  <a:pos x="36" y="29"/>
                </a:cxn>
                <a:cxn ang="0">
                  <a:pos x="42" y="18"/>
                </a:cxn>
                <a:cxn ang="0">
                  <a:pos x="50" y="6"/>
                </a:cxn>
                <a:cxn ang="0">
                  <a:pos x="50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9" y="1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107">
                  <a:moveTo>
                    <a:pt x="42" y="2"/>
                  </a:moveTo>
                  <a:lnTo>
                    <a:pt x="42" y="2"/>
                  </a:lnTo>
                  <a:lnTo>
                    <a:pt x="34" y="13"/>
                  </a:lnTo>
                  <a:lnTo>
                    <a:pt x="28" y="25"/>
                  </a:lnTo>
                  <a:lnTo>
                    <a:pt x="23" y="37"/>
                  </a:lnTo>
                  <a:lnTo>
                    <a:pt x="17" y="50"/>
                  </a:lnTo>
                  <a:lnTo>
                    <a:pt x="8" y="76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6"/>
                  </a:lnTo>
                  <a:lnTo>
                    <a:pt x="3" y="107"/>
                  </a:lnTo>
                  <a:lnTo>
                    <a:pt x="5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7" y="79"/>
                  </a:lnTo>
                  <a:lnTo>
                    <a:pt x="26" y="54"/>
                  </a:lnTo>
                  <a:lnTo>
                    <a:pt x="31" y="41"/>
                  </a:lnTo>
                  <a:lnTo>
                    <a:pt x="36" y="29"/>
                  </a:lnTo>
                  <a:lnTo>
                    <a:pt x="42" y="18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9" y="1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1" name="Freeform 772"/>
            <p:cNvSpPr/>
            <p:nvPr>
              <p:custDataLst>
                <p:tags r:id="rId20"/>
              </p:custDataLst>
            </p:nvPr>
          </p:nvSpPr>
          <p:spPr bwMode="auto">
            <a:xfrm>
              <a:off x="6770688" y="2238375"/>
              <a:ext cx="12700" cy="47625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7" y="4"/>
                </a:cxn>
                <a:cxn ang="0">
                  <a:pos x="12" y="25"/>
                </a:cxn>
                <a:cxn ang="0">
                  <a:pos x="7" y="45"/>
                </a:cxn>
                <a:cxn ang="0">
                  <a:pos x="3" y="65"/>
                </a:cxn>
                <a:cxn ang="0">
                  <a:pos x="1" y="75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2" y="90"/>
                </a:cxn>
                <a:cxn ang="0">
                  <a:pos x="3" y="91"/>
                </a:cxn>
                <a:cxn ang="0">
                  <a:pos x="5" y="91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0" y="75"/>
                </a:cxn>
                <a:cxn ang="0">
                  <a:pos x="12" y="65"/>
                </a:cxn>
                <a:cxn ang="0">
                  <a:pos x="17" y="45"/>
                </a:cxn>
                <a:cxn ang="0">
                  <a:pos x="22" y="25"/>
                </a:cxn>
                <a:cxn ang="0">
                  <a:pos x="26" y="4"/>
                </a:cxn>
                <a:cxn ang="0">
                  <a:pos x="26" y="4"/>
                </a:cxn>
                <a:cxn ang="0">
                  <a:pos x="26" y="2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19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26" h="91">
                  <a:moveTo>
                    <a:pt x="17" y="4"/>
                  </a:moveTo>
                  <a:lnTo>
                    <a:pt x="17" y="4"/>
                  </a:lnTo>
                  <a:lnTo>
                    <a:pt x="12" y="25"/>
                  </a:lnTo>
                  <a:lnTo>
                    <a:pt x="7" y="45"/>
                  </a:lnTo>
                  <a:lnTo>
                    <a:pt x="3" y="65"/>
                  </a:lnTo>
                  <a:lnTo>
                    <a:pt x="1" y="75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1" y="88"/>
                  </a:lnTo>
                  <a:lnTo>
                    <a:pt x="2" y="90"/>
                  </a:lnTo>
                  <a:lnTo>
                    <a:pt x="3" y="91"/>
                  </a:lnTo>
                  <a:lnTo>
                    <a:pt x="5" y="91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0" y="75"/>
                  </a:lnTo>
                  <a:lnTo>
                    <a:pt x="12" y="65"/>
                  </a:lnTo>
                  <a:lnTo>
                    <a:pt x="17" y="45"/>
                  </a:lnTo>
                  <a:lnTo>
                    <a:pt x="22" y="25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9" y="1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2" name="Freeform 773"/>
            <p:cNvSpPr/>
            <p:nvPr>
              <p:custDataLst>
                <p:tags r:id="rId21"/>
              </p:custDataLst>
            </p:nvPr>
          </p:nvSpPr>
          <p:spPr bwMode="auto">
            <a:xfrm>
              <a:off x="6811963" y="2214563"/>
              <a:ext cx="17463" cy="50800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3" y="3"/>
                </a:cxn>
                <a:cxn ang="0">
                  <a:pos x="14" y="25"/>
                </a:cxn>
                <a:cxn ang="0">
                  <a:pos x="9" y="47"/>
                </a:cxn>
                <a:cxn ang="0">
                  <a:pos x="4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1" y="96"/>
                </a:cxn>
                <a:cxn ang="0">
                  <a:pos x="3" y="98"/>
                </a:cxn>
                <a:cxn ang="0">
                  <a:pos x="6" y="98"/>
                </a:cxn>
                <a:cxn ang="0">
                  <a:pos x="7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9" y="95"/>
                </a:cxn>
                <a:cxn ang="0">
                  <a:pos x="9" y="95"/>
                </a:cxn>
                <a:cxn ang="0">
                  <a:pos x="11" y="94"/>
                </a:cxn>
                <a:cxn ang="0">
                  <a:pos x="12" y="91"/>
                </a:cxn>
                <a:cxn ang="0">
                  <a:pos x="12" y="88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4" y="66"/>
                </a:cxn>
                <a:cxn ang="0">
                  <a:pos x="18" y="46"/>
                </a:cxn>
                <a:cxn ang="0">
                  <a:pos x="25" y="25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2" y="3"/>
                </a:cxn>
                <a:cxn ang="0">
                  <a:pos x="31" y="2"/>
                </a:cxn>
                <a:cxn ang="0">
                  <a:pos x="30" y="1"/>
                </a:cxn>
                <a:cxn ang="0">
                  <a:pos x="29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32" h="98">
                  <a:moveTo>
                    <a:pt x="23" y="3"/>
                  </a:moveTo>
                  <a:lnTo>
                    <a:pt x="23" y="3"/>
                  </a:lnTo>
                  <a:lnTo>
                    <a:pt x="14" y="25"/>
                  </a:lnTo>
                  <a:lnTo>
                    <a:pt x="9" y="47"/>
                  </a:lnTo>
                  <a:lnTo>
                    <a:pt x="4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1" y="96"/>
                  </a:lnTo>
                  <a:lnTo>
                    <a:pt x="3" y="98"/>
                  </a:lnTo>
                  <a:lnTo>
                    <a:pt x="6" y="98"/>
                  </a:lnTo>
                  <a:lnTo>
                    <a:pt x="7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4"/>
                  </a:lnTo>
                  <a:lnTo>
                    <a:pt x="12" y="91"/>
                  </a:lnTo>
                  <a:lnTo>
                    <a:pt x="12" y="88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4" y="66"/>
                  </a:lnTo>
                  <a:lnTo>
                    <a:pt x="18" y="46"/>
                  </a:lnTo>
                  <a:lnTo>
                    <a:pt x="25" y="25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2" y="3"/>
                  </a:lnTo>
                  <a:lnTo>
                    <a:pt x="31" y="2"/>
                  </a:lnTo>
                  <a:lnTo>
                    <a:pt x="30" y="1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3" name="Freeform 774"/>
            <p:cNvSpPr/>
            <p:nvPr>
              <p:custDataLst>
                <p:tags r:id="rId22"/>
              </p:custDataLst>
            </p:nvPr>
          </p:nvSpPr>
          <p:spPr bwMode="auto">
            <a:xfrm>
              <a:off x="6848475" y="2211388"/>
              <a:ext cx="19050" cy="46038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2" y="23"/>
                </a:cxn>
                <a:cxn ang="0">
                  <a:pos x="17" y="44"/>
                </a:cxn>
                <a:cxn ang="0">
                  <a:pos x="11" y="62"/>
                </a:cxn>
                <a:cxn ang="0">
                  <a:pos x="6" y="72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3" y="87"/>
                </a:cxn>
                <a:cxn ang="0">
                  <a:pos x="4" y="88"/>
                </a:cxn>
                <a:cxn ang="0">
                  <a:pos x="6" y="88"/>
                </a:cxn>
                <a:cxn ang="0">
                  <a:pos x="8" y="87"/>
                </a:cxn>
                <a:cxn ang="0">
                  <a:pos x="10" y="86"/>
                </a:cxn>
                <a:cxn ang="0">
                  <a:pos x="10" y="86"/>
                </a:cxn>
                <a:cxn ang="0">
                  <a:pos x="15" y="77"/>
                </a:cxn>
                <a:cxn ang="0">
                  <a:pos x="19" y="66"/>
                </a:cxn>
                <a:cxn ang="0">
                  <a:pos x="25" y="47"/>
                </a:cxn>
                <a:cxn ang="0">
                  <a:pos x="30" y="26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88">
                  <a:moveTo>
                    <a:pt x="26" y="3"/>
                  </a:moveTo>
                  <a:lnTo>
                    <a:pt x="26" y="3"/>
                  </a:lnTo>
                  <a:lnTo>
                    <a:pt x="22" y="23"/>
                  </a:lnTo>
                  <a:lnTo>
                    <a:pt x="17" y="44"/>
                  </a:lnTo>
                  <a:lnTo>
                    <a:pt x="11" y="62"/>
                  </a:lnTo>
                  <a:lnTo>
                    <a:pt x="6" y="72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3" y="87"/>
                  </a:lnTo>
                  <a:lnTo>
                    <a:pt x="4" y="88"/>
                  </a:lnTo>
                  <a:lnTo>
                    <a:pt x="6" y="88"/>
                  </a:lnTo>
                  <a:lnTo>
                    <a:pt x="8" y="87"/>
                  </a:lnTo>
                  <a:lnTo>
                    <a:pt x="10" y="86"/>
                  </a:lnTo>
                  <a:lnTo>
                    <a:pt x="10" y="86"/>
                  </a:lnTo>
                  <a:lnTo>
                    <a:pt x="15" y="77"/>
                  </a:lnTo>
                  <a:lnTo>
                    <a:pt x="19" y="66"/>
                  </a:lnTo>
                  <a:lnTo>
                    <a:pt x="25" y="47"/>
                  </a:lnTo>
                  <a:lnTo>
                    <a:pt x="30" y="26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4" name="Freeform 775"/>
            <p:cNvSpPr/>
            <p:nvPr>
              <p:custDataLst>
                <p:tags r:id="rId23"/>
              </p:custDataLst>
            </p:nvPr>
          </p:nvSpPr>
          <p:spPr bwMode="auto">
            <a:xfrm>
              <a:off x="6586538" y="2754313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6" y="24"/>
                </a:cxn>
                <a:cxn ang="0">
                  <a:pos x="5" y="44"/>
                </a:cxn>
                <a:cxn ang="0">
                  <a:pos x="3" y="63"/>
                </a:cxn>
                <a:cxn ang="0">
                  <a:pos x="0" y="83"/>
                </a:cxn>
                <a:cxn ang="0">
                  <a:pos x="0" y="83"/>
                </a:cxn>
                <a:cxn ang="0">
                  <a:pos x="0" y="85"/>
                </a:cxn>
                <a:cxn ang="0">
                  <a:pos x="1" y="86"/>
                </a:cxn>
                <a:cxn ang="0">
                  <a:pos x="2" y="88"/>
                </a:cxn>
                <a:cxn ang="0">
                  <a:pos x="3" y="88"/>
                </a:cxn>
                <a:cxn ang="0">
                  <a:pos x="5" y="88"/>
                </a:cxn>
                <a:cxn ang="0">
                  <a:pos x="7" y="88"/>
                </a:cxn>
                <a:cxn ang="0">
                  <a:pos x="8" y="87"/>
                </a:cxn>
                <a:cxn ang="0">
                  <a:pos x="9" y="85"/>
                </a:cxn>
                <a:cxn ang="0">
                  <a:pos x="9" y="85"/>
                </a:cxn>
                <a:cxn ang="0">
                  <a:pos x="12" y="65"/>
                </a:cxn>
                <a:cxn ang="0">
                  <a:pos x="14" y="46"/>
                </a:cxn>
                <a:cxn ang="0">
                  <a:pos x="15" y="2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8">
                  <a:moveTo>
                    <a:pt x="6" y="4"/>
                  </a:moveTo>
                  <a:lnTo>
                    <a:pt x="6" y="4"/>
                  </a:lnTo>
                  <a:lnTo>
                    <a:pt x="6" y="24"/>
                  </a:lnTo>
                  <a:lnTo>
                    <a:pt x="5" y="44"/>
                  </a:lnTo>
                  <a:lnTo>
                    <a:pt x="3" y="63"/>
                  </a:lnTo>
                  <a:lnTo>
                    <a:pt x="0" y="83"/>
                  </a:lnTo>
                  <a:lnTo>
                    <a:pt x="0" y="83"/>
                  </a:lnTo>
                  <a:lnTo>
                    <a:pt x="0" y="85"/>
                  </a:lnTo>
                  <a:lnTo>
                    <a:pt x="1" y="86"/>
                  </a:lnTo>
                  <a:lnTo>
                    <a:pt x="2" y="88"/>
                  </a:lnTo>
                  <a:lnTo>
                    <a:pt x="3" y="88"/>
                  </a:lnTo>
                  <a:lnTo>
                    <a:pt x="5" y="88"/>
                  </a:lnTo>
                  <a:lnTo>
                    <a:pt x="7" y="88"/>
                  </a:lnTo>
                  <a:lnTo>
                    <a:pt x="8" y="87"/>
                  </a:lnTo>
                  <a:lnTo>
                    <a:pt x="9" y="85"/>
                  </a:lnTo>
                  <a:lnTo>
                    <a:pt x="9" y="85"/>
                  </a:lnTo>
                  <a:lnTo>
                    <a:pt x="12" y="65"/>
                  </a:lnTo>
                  <a:lnTo>
                    <a:pt x="14" y="46"/>
                  </a:lnTo>
                  <a:lnTo>
                    <a:pt x="15" y="2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5" name="Freeform 776"/>
            <p:cNvSpPr/>
            <p:nvPr>
              <p:custDataLst>
                <p:tags r:id="rId24"/>
              </p:custDataLst>
            </p:nvPr>
          </p:nvSpPr>
          <p:spPr bwMode="auto">
            <a:xfrm>
              <a:off x="6623050" y="2711450"/>
              <a:ext cx="12700" cy="47625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6" y="2"/>
                </a:cxn>
                <a:cxn ang="0">
                  <a:pos x="13" y="4"/>
                </a:cxn>
                <a:cxn ang="0">
                  <a:pos x="9" y="8"/>
                </a:cxn>
                <a:cxn ang="0">
                  <a:pos x="8" y="11"/>
                </a:cxn>
                <a:cxn ang="0">
                  <a:pos x="6" y="19"/>
                </a:cxn>
                <a:cxn ang="0">
                  <a:pos x="5" y="27"/>
                </a:cxn>
                <a:cxn ang="0">
                  <a:pos x="5" y="27"/>
                </a:cxn>
                <a:cxn ang="0">
                  <a:pos x="6" y="55"/>
                </a:cxn>
                <a:cxn ang="0">
                  <a:pos x="6" y="63"/>
                </a:cxn>
                <a:cxn ang="0">
                  <a:pos x="5" y="69"/>
                </a:cxn>
                <a:cxn ang="0">
                  <a:pos x="4" y="76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1" y="87"/>
                </a:cxn>
                <a:cxn ang="0">
                  <a:pos x="3" y="88"/>
                </a:cxn>
                <a:cxn ang="0">
                  <a:pos x="4" y="89"/>
                </a:cxn>
                <a:cxn ang="0">
                  <a:pos x="6" y="89"/>
                </a:cxn>
                <a:cxn ang="0">
                  <a:pos x="7" y="88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3" y="78"/>
                </a:cxn>
                <a:cxn ang="0">
                  <a:pos x="15" y="68"/>
                </a:cxn>
                <a:cxn ang="0">
                  <a:pos x="16" y="57"/>
                </a:cxn>
                <a:cxn ang="0">
                  <a:pos x="17" y="48"/>
                </a:cxn>
                <a:cxn ang="0">
                  <a:pos x="17" y="48"/>
                </a:cxn>
                <a:cxn ang="0">
                  <a:pos x="16" y="39"/>
                </a:cxn>
                <a:cxn ang="0">
                  <a:pos x="15" y="26"/>
                </a:cxn>
                <a:cxn ang="0">
                  <a:pos x="15" y="21"/>
                </a:cxn>
                <a:cxn ang="0">
                  <a:pos x="16" y="16"/>
                </a:cxn>
                <a:cxn ang="0">
                  <a:pos x="19" y="13"/>
                </a:cxn>
                <a:cxn ang="0">
                  <a:pos x="22" y="10"/>
                </a:cxn>
                <a:cxn ang="0">
                  <a:pos x="22" y="10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5" y="4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6" h="89">
                  <a:moveTo>
                    <a:pt x="20" y="1"/>
                  </a:moveTo>
                  <a:lnTo>
                    <a:pt x="20" y="1"/>
                  </a:lnTo>
                  <a:lnTo>
                    <a:pt x="16" y="2"/>
                  </a:lnTo>
                  <a:lnTo>
                    <a:pt x="13" y="4"/>
                  </a:lnTo>
                  <a:lnTo>
                    <a:pt x="9" y="8"/>
                  </a:lnTo>
                  <a:lnTo>
                    <a:pt x="8" y="11"/>
                  </a:lnTo>
                  <a:lnTo>
                    <a:pt x="6" y="19"/>
                  </a:lnTo>
                  <a:lnTo>
                    <a:pt x="5" y="27"/>
                  </a:lnTo>
                  <a:lnTo>
                    <a:pt x="5" y="27"/>
                  </a:lnTo>
                  <a:lnTo>
                    <a:pt x="6" y="55"/>
                  </a:lnTo>
                  <a:lnTo>
                    <a:pt x="6" y="63"/>
                  </a:lnTo>
                  <a:lnTo>
                    <a:pt x="5" y="69"/>
                  </a:lnTo>
                  <a:lnTo>
                    <a:pt x="4" y="76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1" y="87"/>
                  </a:lnTo>
                  <a:lnTo>
                    <a:pt x="3" y="88"/>
                  </a:lnTo>
                  <a:lnTo>
                    <a:pt x="4" y="89"/>
                  </a:lnTo>
                  <a:lnTo>
                    <a:pt x="6" y="89"/>
                  </a:lnTo>
                  <a:lnTo>
                    <a:pt x="7" y="88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78"/>
                  </a:lnTo>
                  <a:lnTo>
                    <a:pt x="15" y="68"/>
                  </a:lnTo>
                  <a:lnTo>
                    <a:pt x="16" y="57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6" y="39"/>
                  </a:lnTo>
                  <a:lnTo>
                    <a:pt x="15" y="26"/>
                  </a:lnTo>
                  <a:lnTo>
                    <a:pt x="15" y="21"/>
                  </a:lnTo>
                  <a:lnTo>
                    <a:pt x="16" y="16"/>
                  </a:lnTo>
                  <a:lnTo>
                    <a:pt x="19" y="13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6" name="Freeform 777"/>
            <p:cNvSpPr/>
            <p:nvPr>
              <p:custDataLst>
                <p:tags r:id="rId25"/>
              </p:custDataLst>
            </p:nvPr>
          </p:nvSpPr>
          <p:spPr bwMode="auto">
            <a:xfrm>
              <a:off x="6661150" y="2678113"/>
              <a:ext cx="23813" cy="50800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29" y="13"/>
                </a:cxn>
                <a:cxn ang="0">
                  <a:pos x="23" y="23"/>
                </a:cxn>
                <a:cxn ang="0">
                  <a:pos x="18" y="33"/>
                </a:cxn>
                <a:cxn ang="0">
                  <a:pos x="13" y="45"/>
                </a:cxn>
                <a:cxn ang="0">
                  <a:pos x="6" y="66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0" y="93"/>
                </a:cxn>
                <a:cxn ang="0">
                  <a:pos x="1" y="94"/>
                </a:cxn>
                <a:cxn ang="0">
                  <a:pos x="3" y="95"/>
                </a:cxn>
                <a:cxn ang="0">
                  <a:pos x="5" y="95"/>
                </a:cxn>
                <a:cxn ang="0">
                  <a:pos x="6" y="94"/>
                </a:cxn>
                <a:cxn ang="0">
                  <a:pos x="8" y="93"/>
                </a:cxn>
                <a:cxn ang="0">
                  <a:pos x="9" y="92"/>
                </a:cxn>
                <a:cxn ang="0">
                  <a:pos x="9" y="92"/>
                </a:cxn>
                <a:cxn ang="0">
                  <a:pos x="15" y="70"/>
                </a:cxn>
                <a:cxn ang="0">
                  <a:pos x="23" y="48"/>
                </a:cxn>
                <a:cxn ang="0">
                  <a:pos x="27" y="37"/>
                </a:cxn>
                <a:cxn ang="0">
                  <a:pos x="32" y="27"/>
                </a:cxn>
                <a:cxn ang="0">
                  <a:pos x="37" y="17"/>
                </a:cxn>
                <a:cxn ang="0">
                  <a:pos x="43" y="7"/>
                </a:cxn>
                <a:cxn ang="0">
                  <a:pos x="43" y="7"/>
                </a:cxn>
                <a:cxn ang="0">
                  <a:pos x="44" y="5"/>
                </a:cxn>
                <a:cxn ang="0">
                  <a:pos x="43" y="4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4" h="95">
                  <a:moveTo>
                    <a:pt x="35" y="2"/>
                  </a:moveTo>
                  <a:lnTo>
                    <a:pt x="35" y="2"/>
                  </a:lnTo>
                  <a:lnTo>
                    <a:pt x="29" y="13"/>
                  </a:lnTo>
                  <a:lnTo>
                    <a:pt x="23" y="23"/>
                  </a:lnTo>
                  <a:lnTo>
                    <a:pt x="18" y="33"/>
                  </a:lnTo>
                  <a:lnTo>
                    <a:pt x="13" y="45"/>
                  </a:lnTo>
                  <a:lnTo>
                    <a:pt x="6" y="66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0" y="93"/>
                  </a:lnTo>
                  <a:lnTo>
                    <a:pt x="1" y="94"/>
                  </a:lnTo>
                  <a:lnTo>
                    <a:pt x="3" y="95"/>
                  </a:lnTo>
                  <a:lnTo>
                    <a:pt x="5" y="95"/>
                  </a:lnTo>
                  <a:lnTo>
                    <a:pt x="6" y="94"/>
                  </a:lnTo>
                  <a:lnTo>
                    <a:pt x="8" y="93"/>
                  </a:lnTo>
                  <a:lnTo>
                    <a:pt x="9" y="92"/>
                  </a:lnTo>
                  <a:lnTo>
                    <a:pt x="9" y="92"/>
                  </a:lnTo>
                  <a:lnTo>
                    <a:pt x="15" y="70"/>
                  </a:lnTo>
                  <a:lnTo>
                    <a:pt x="23" y="48"/>
                  </a:lnTo>
                  <a:lnTo>
                    <a:pt x="27" y="37"/>
                  </a:lnTo>
                  <a:lnTo>
                    <a:pt x="32" y="27"/>
                  </a:lnTo>
                  <a:lnTo>
                    <a:pt x="37" y="1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4" y="5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7" name="Freeform 778"/>
            <p:cNvSpPr/>
            <p:nvPr>
              <p:custDataLst>
                <p:tags r:id="rId26"/>
              </p:custDataLst>
            </p:nvPr>
          </p:nvSpPr>
          <p:spPr bwMode="auto">
            <a:xfrm>
              <a:off x="6719888" y="2638425"/>
              <a:ext cx="15875" cy="53975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5" y="14"/>
                </a:cxn>
                <a:cxn ang="0">
                  <a:pos x="12" y="25"/>
                </a:cxn>
                <a:cxn ang="0">
                  <a:pos x="9" y="49"/>
                </a:cxn>
                <a:cxn ang="0">
                  <a:pos x="6" y="73"/>
                </a:cxn>
                <a:cxn ang="0">
                  <a:pos x="3" y="8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98"/>
                </a:cxn>
                <a:cxn ang="0">
                  <a:pos x="0" y="99"/>
                </a:cxn>
                <a:cxn ang="0">
                  <a:pos x="1" y="101"/>
                </a:cxn>
                <a:cxn ang="0">
                  <a:pos x="3" y="101"/>
                </a:cxn>
                <a:cxn ang="0">
                  <a:pos x="6" y="101"/>
                </a:cxn>
                <a:cxn ang="0">
                  <a:pos x="8" y="100"/>
                </a:cxn>
                <a:cxn ang="0">
                  <a:pos x="9" y="98"/>
                </a:cxn>
                <a:cxn ang="0">
                  <a:pos x="9" y="98"/>
                </a:cxn>
                <a:cxn ang="0">
                  <a:pos x="12" y="88"/>
                </a:cxn>
                <a:cxn ang="0">
                  <a:pos x="14" y="76"/>
                </a:cxn>
                <a:cxn ang="0">
                  <a:pos x="17" y="52"/>
                </a:cxn>
                <a:cxn ang="0">
                  <a:pos x="20" y="29"/>
                </a:cxn>
                <a:cxn ang="0">
                  <a:pos x="23" y="18"/>
                </a:cxn>
                <a:cxn ang="0">
                  <a:pos x="28" y="8"/>
                </a:cxn>
                <a:cxn ang="0">
                  <a:pos x="28" y="8"/>
                </a:cxn>
                <a:cxn ang="0">
                  <a:pos x="28" y="6"/>
                </a:cxn>
                <a:cxn ang="0">
                  <a:pos x="28" y="4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0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8" h="101">
                  <a:moveTo>
                    <a:pt x="19" y="3"/>
                  </a:moveTo>
                  <a:lnTo>
                    <a:pt x="19" y="3"/>
                  </a:lnTo>
                  <a:lnTo>
                    <a:pt x="15" y="14"/>
                  </a:lnTo>
                  <a:lnTo>
                    <a:pt x="12" y="25"/>
                  </a:lnTo>
                  <a:lnTo>
                    <a:pt x="9" y="49"/>
                  </a:lnTo>
                  <a:lnTo>
                    <a:pt x="6" y="73"/>
                  </a:lnTo>
                  <a:lnTo>
                    <a:pt x="3" y="84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98"/>
                  </a:lnTo>
                  <a:lnTo>
                    <a:pt x="0" y="99"/>
                  </a:lnTo>
                  <a:lnTo>
                    <a:pt x="1" y="101"/>
                  </a:lnTo>
                  <a:lnTo>
                    <a:pt x="3" y="101"/>
                  </a:lnTo>
                  <a:lnTo>
                    <a:pt x="6" y="101"/>
                  </a:lnTo>
                  <a:lnTo>
                    <a:pt x="8" y="100"/>
                  </a:lnTo>
                  <a:lnTo>
                    <a:pt x="9" y="98"/>
                  </a:lnTo>
                  <a:lnTo>
                    <a:pt x="9" y="98"/>
                  </a:lnTo>
                  <a:lnTo>
                    <a:pt x="12" y="88"/>
                  </a:lnTo>
                  <a:lnTo>
                    <a:pt x="14" y="76"/>
                  </a:lnTo>
                  <a:lnTo>
                    <a:pt x="17" y="52"/>
                  </a:lnTo>
                  <a:lnTo>
                    <a:pt x="20" y="29"/>
                  </a:lnTo>
                  <a:lnTo>
                    <a:pt x="23" y="18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28" y="4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0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8" name="Freeform 779"/>
            <p:cNvSpPr/>
            <p:nvPr>
              <p:custDataLst>
                <p:tags r:id="rId27"/>
              </p:custDataLst>
            </p:nvPr>
          </p:nvSpPr>
          <p:spPr bwMode="auto">
            <a:xfrm>
              <a:off x="6767513" y="2584450"/>
              <a:ext cx="15875" cy="5715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31"/>
                </a:cxn>
                <a:cxn ang="0">
                  <a:pos x="18" y="44"/>
                </a:cxn>
                <a:cxn ang="0">
                  <a:pos x="16" y="57"/>
                </a:cxn>
                <a:cxn ang="0">
                  <a:pos x="16" y="57"/>
                </a:cxn>
                <a:cxn ang="0">
                  <a:pos x="9" y="80"/>
                </a:cxn>
                <a:cxn ang="0">
                  <a:pos x="1" y="101"/>
                </a:cxn>
                <a:cxn ang="0">
                  <a:pos x="1" y="101"/>
                </a:cxn>
                <a:cxn ang="0">
                  <a:pos x="0" y="104"/>
                </a:cxn>
                <a:cxn ang="0">
                  <a:pos x="1" y="105"/>
                </a:cxn>
                <a:cxn ang="0">
                  <a:pos x="2" y="107"/>
                </a:cxn>
                <a:cxn ang="0">
                  <a:pos x="3" y="107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9" y="79"/>
                </a:cxn>
                <a:cxn ang="0">
                  <a:pos x="28" y="53"/>
                </a:cxn>
                <a:cxn ang="0">
                  <a:pos x="28" y="53"/>
                </a:cxn>
                <a:cxn ang="0">
                  <a:pos x="30" y="40"/>
                </a:cxn>
                <a:cxn ang="0">
                  <a:pos x="30" y="29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30" h="107">
                  <a:moveTo>
                    <a:pt x="29" y="4"/>
                  </a:move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31"/>
                  </a:lnTo>
                  <a:lnTo>
                    <a:pt x="18" y="44"/>
                  </a:lnTo>
                  <a:lnTo>
                    <a:pt x="16" y="57"/>
                  </a:lnTo>
                  <a:lnTo>
                    <a:pt x="16" y="57"/>
                  </a:lnTo>
                  <a:lnTo>
                    <a:pt x="9" y="80"/>
                  </a:lnTo>
                  <a:lnTo>
                    <a:pt x="1" y="101"/>
                  </a:lnTo>
                  <a:lnTo>
                    <a:pt x="1" y="101"/>
                  </a:lnTo>
                  <a:lnTo>
                    <a:pt x="0" y="104"/>
                  </a:lnTo>
                  <a:lnTo>
                    <a:pt x="1" y="105"/>
                  </a:lnTo>
                  <a:lnTo>
                    <a:pt x="2" y="107"/>
                  </a:lnTo>
                  <a:lnTo>
                    <a:pt x="3" y="107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9" y="79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30" y="40"/>
                  </a:lnTo>
                  <a:lnTo>
                    <a:pt x="30" y="29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49" name="Freeform 780"/>
            <p:cNvSpPr/>
            <p:nvPr>
              <p:custDataLst>
                <p:tags r:id="rId28"/>
              </p:custDataLst>
            </p:nvPr>
          </p:nvSpPr>
          <p:spPr bwMode="auto">
            <a:xfrm>
              <a:off x="6805613" y="2538413"/>
              <a:ext cx="15875" cy="63500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9"/>
                </a:cxn>
                <a:cxn ang="0">
                  <a:pos x="20" y="33"/>
                </a:cxn>
                <a:cxn ang="0">
                  <a:pos x="15" y="62"/>
                </a:cxn>
                <a:cxn ang="0">
                  <a:pos x="15" y="62"/>
                </a:cxn>
                <a:cxn ang="0">
                  <a:pos x="14" y="75"/>
                </a:cxn>
                <a:cxn ang="0">
                  <a:pos x="12" y="88"/>
                </a:cxn>
                <a:cxn ang="0">
                  <a:pos x="11" y="95"/>
                </a:cxn>
                <a:cxn ang="0">
                  <a:pos x="9" y="101"/>
                </a:cxn>
                <a:cxn ang="0">
                  <a:pos x="6" y="106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4"/>
                </a:cxn>
                <a:cxn ang="0">
                  <a:pos x="0" y="116"/>
                </a:cxn>
                <a:cxn ang="0">
                  <a:pos x="2" y="119"/>
                </a:cxn>
                <a:cxn ang="0">
                  <a:pos x="3" y="120"/>
                </a:cxn>
                <a:cxn ang="0">
                  <a:pos x="4" y="121"/>
                </a:cxn>
                <a:cxn ang="0">
                  <a:pos x="7" y="120"/>
                </a:cxn>
                <a:cxn ang="0">
                  <a:pos x="9" y="119"/>
                </a:cxn>
                <a:cxn ang="0">
                  <a:pos x="9" y="119"/>
                </a:cxn>
                <a:cxn ang="0">
                  <a:pos x="14" y="110"/>
                </a:cxn>
                <a:cxn ang="0">
                  <a:pos x="18" y="100"/>
                </a:cxn>
                <a:cxn ang="0">
                  <a:pos x="21" y="90"/>
                </a:cxn>
                <a:cxn ang="0">
                  <a:pos x="22" y="80"/>
                </a:cxn>
                <a:cxn ang="0">
                  <a:pos x="22" y="80"/>
                </a:cxn>
                <a:cxn ang="0">
                  <a:pos x="28" y="42"/>
                </a:cxn>
                <a:cxn ang="0">
                  <a:pos x="30" y="24"/>
                </a:cxn>
                <a:cxn ang="0">
                  <a:pos x="31" y="5"/>
                </a:cxn>
                <a:cxn ang="0">
                  <a:pos x="31" y="5"/>
                </a:cxn>
                <a:cxn ang="0">
                  <a:pos x="31" y="3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1" h="121">
                  <a:moveTo>
                    <a:pt x="22" y="5"/>
                  </a:moveTo>
                  <a:lnTo>
                    <a:pt x="22" y="5"/>
                  </a:lnTo>
                  <a:lnTo>
                    <a:pt x="21" y="19"/>
                  </a:lnTo>
                  <a:lnTo>
                    <a:pt x="20" y="33"/>
                  </a:lnTo>
                  <a:lnTo>
                    <a:pt x="15" y="62"/>
                  </a:lnTo>
                  <a:lnTo>
                    <a:pt x="15" y="62"/>
                  </a:lnTo>
                  <a:lnTo>
                    <a:pt x="14" y="75"/>
                  </a:lnTo>
                  <a:lnTo>
                    <a:pt x="12" y="88"/>
                  </a:lnTo>
                  <a:lnTo>
                    <a:pt x="11" y="95"/>
                  </a:lnTo>
                  <a:lnTo>
                    <a:pt x="9" y="101"/>
                  </a:lnTo>
                  <a:lnTo>
                    <a:pt x="6" y="106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2" y="119"/>
                  </a:lnTo>
                  <a:lnTo>
                    <a:pt x="3" y="120"/>
                  </a:lnTo>
                  <a:lnTo>
                    <a:pt x="4" y="121"/>
                  </a:lnTo>
                  <a:lnTo>
                    <a:pt x="7" y="120"/>
                  </a:lnTo>
                  <a:lnTo>
                    <a:pt x="9" y="119"/>
                  </a:lnTo>
                  <a:lnTo>
                    <a:pt x="9" y="119"/>
                  </a:lnTo>
                  <a:lnTo>
                    <a:pt x="14" y="110"/>
                  </a:lnTo>
                  <a:lnTo>
                    <a:pt x="18" y="100"/>
                  </a:lnTo>
                  <a:lnTo>
                    <a:pt x="21" y="9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8" y="42"/>
                  </a:lnTo>
                  <a:lnTo>
                    <a:pt x="30" y="24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31" y="3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0" name="Freeform 781"/>
            <p:cNvSpPr/>
            <p:nvPr>
              <p:custDataLst>
                <p:tags r:id="rId29"/>
              </p:custDataLst>
            </p:nvPr>
          </p:nvSpPr>
          <p:spPr bwMode="auto">
            <a:xfrm>
              <a:off x="6854825" y="2497138"/>
              <a:ext cx="6350" cy="444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23"/>
                </a:cxn>
                <a:cxn ang="0">
                  <a:pos x="2" y="40"/>
                </a:cxn>
                <a:cxn ang="0">
                  <a:pos x="1" y="59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1" y="80"/>
                </a:cxn>
                <a:cxn ang="0">
                  <a:pos x="2" y="81"/>
                </a:cxn>
                <a:cxn ang="0">
                  <a:pos x="3" y="82"/>
                </a:cxn>
                <a:cxn ang="0">
                  <a:pos x="5" y="82"/>
                </a:cxn>
                <a:cxn ang="0">
                  <a:pos x="7" y="82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8"/>
                </a:cxn>
                <a:cxn ang="0">
                  <a:pos x="10" y="78"/>
                </a:cxn>
                <a:cxn ang="0">
                  <a:pos x="10" y="59"/>
                </a:cxn>
                <a:cxn ang="0">
                  <a:pos x="11" y="40"/>
                </a:cxn>
                <a:cxn ang="0">
                  <a:pos x="12" y="23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2">
                  <a:moveTo>
                    <a:pt x="4" y="4"/>
                  </a:moveTo>
                  <a:lnTo>
                    <a:pt x="4" y="4"/>
                  </a:lnTo>
                  <a:lnTo>
                    <a:pt x="3" y="23"/>
                  </a:lnTo>
                  <a:lnTo>
                    <a:pt x="2" y="40"/>
                  </a:lnTo>
                  <a:lnTo>
                    <a:pt x="1" y="59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1" y="80"/>
                  </a:lnTo>
                  <a:lnTo>
                    <a:pt x="2" y="81"/>
                  </a:lnTo>
                  <a:lnTo>
                    <a:pt x="3" y="82"/>
                  </a:lnTo>
                  <a:lnTo>
                    <a:pt x="5" y="82"/>
                  </a:lnTo>
                  <a:lnTo>
                    <a:pt x="7" y="82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8"/>
                  </a:lnTo>
                  <a:lnTo>
                    <a:pt x="10" y="78"/>
                  </a:lnTo>
                  <a:lnTo>
                    <a:pt x="10" y="59"/>
                  </a:lnTo>
                  <a:lnTo>
                    <a:pt x="11" y="40"/>
                  </a:lnTo>
                  <a:lnTo>
                    <a:pt x="12" y="23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1" name="Freeform 782"/>
            <p:cNvSpPr/>
            <p:nvPr>
              <p:custDataLst>
                <p:tags r:id="rId30"/>
              </p:custDataLst>
            </p:nvPr>
          </p:nvSpPr>
          <p:spPr bwMode="auto">
            <a:xfrm>
              <a:off x="6578600" y="2328863"/>
              <a:ext cx="12700" cy="523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2" y="17"/>
                </a:cxn>
                <a:cxn ang="0">
                  <a:pos x="8" y="31"/>
                </a:cxn>
                <a:cxn ang="0">
                  <a:pos x="8" y="31"/>
                </a:cxn>
                <a:cxn ang="0">
                  <a:pos x="3" y="39"/>
                </a:cxn>
                <a:cxn ang="0">
                  <a:pos x="1" y="44"/>
                </a:cxn>
                <a:cxn ang="0">
                  <a:pos x="0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8"/>
                </a:cxn>
                <a:cxn ang="0">
                  <a:pos x="4" y="98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9" y="95"/>
                </a:cxn>
                <a:cxn ang="0">
                  <a:pos x="10" y="93"/>
                </a:cxn>
                <a:cxn ang="0">
                  <a:pos x="10" y="93"/>
                </a:cxn>
                <a:cxn ang="0">
                  <a:pos x="8" y="70"/>
                </a:cxn>
                <a:cxn ang="0">
                  <a:pos x="9" y="58"/>
                </a:cxn>
                <a:cxn ang="0">
                  <a:pos x="10" y="52"/>
                </a:cxn>
                <a:cxn ang="0">
                  <a:pos x="11" y="48"/>
                </a:cxn>
                <a:cxn ang="0">
                  <a:pos x="11" y="48"/>
                </a:cxn>
                <a:cxn ang="0">
                  <a:pos x="16" y="37"/>
                </a:cxn>
                <a:cxn ang="0">
                  <a:pos x="19" y="27"/>
                </a:cxn>
                <a:cxn ang="0">
                  <a:pos x="21" y="16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22" h="98">
                  <a:moveTo>
                    <a:pt x="22" y="5"/>
                  </a:move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2" y="1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3" y="39"/>
                  </a:lnTo>
                  <a:lnTo>
                    <a:pt x="1" y="44"/>
                  </a:lnTo>
                  <a:lnTo>
                    <a:pt x="0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8"/>
                  </a:lnTo>
                  <a:lnTo>
                    <a:pt x="4" y="98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9" y="95"/>
                  </a:lnTo>
                  <a:lnTo>
                    <a:pt x="10" y="93"/>
                  </a:lnTo>
                  <a:lnTo>
                    <a:pt x="10" y="93"/>
                  </a:lnTo>
                  <a:lnTo>
                    <a:pt x="8" y="70"/>
                  </a:lnTo>
                  <a:lnTo>
                    <a:pt x="9" y="58"/>
                  </a:lnTo>
                  <a:lnTo>
                    <a:pt x="10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6" y="37"/>
                  </a:lnTo>
                  <a:lnTo>
                    <a:pt x="19" y="27"/>
                  </a:lnTo>
                  <a:lnTo>
                    <a:pt x="21" y="16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2" name="Freeform 783"/>
            <p:cNvSpPr/>
            <p:nvPr>
              <p:custDataLst>
                <p:tags r:id="rId31"/>
              </p:custDataLst>
            </p:nvPr>
          </p:nvSpPr>
          <p:spPr bwMode="auto">
            <a:xfrm>
              <a:off x="6613525" y="2352675"/>
              <a:ext cx="14288" cy="44450"/>
            </a:xfrm>
            <a:custGeom>
              <a:avLst/>
              <a:gdLst/>
              <a:ahLst/>
              <a:cxnLst>
                <a:cxn ang="0">
                  <a:pos x="18" y="6"/>
                </a:cxn>
                <a:cxn ang="0">
                  <a:pos x="18" y="6"/>
                </a:cxn>
                <a:cxn ang="0">
                  <a:pos x="17" y="15"/>
                </a:cxn>
                <a:cxn ang="0">
                  <a:pos x="16" y="24"/>
                </a:cxn>
                <a:cxn ang="0">
                  <a:pos x="11" y="43"/>
                </a:cxn>
                <a:cxn ang="0">
                  <a:pos x="5" y="6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2"/>
                </a:cxn>
                <a:cxn ang="0">
                  <a:pos x="1" y="83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14" y="64"/>
                </a:cxn>
                <a:cxn ang="0">
                  <a:pos x="20" y="44"/>
                </a:cxn>
                <a:cxn ang="0">
                  <a:pos x="25" y="25"/>
                </a:cxn>
                <a:cxn ang="0">
                  <a:pos x="27" y="15"/>
                </a:cxn>
                <a:cxn ang="0">
                  <a:pos x="27" y="6"/>
                </a:cxn>
                <a:cxn ang="0">
                  <a:pos x="27" y="6"/>
                </a:cxn>
                <a:cxn ang="0">
                  <a:pos x="27" y="4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18" y="6"/>
                </a:cxn>
                <a:cxn ang="0">
                  <a:pos x="18" y="6"/>
                </a:cxn>
              </a:cxnLst>
              <a:rect l="0" t="0" r="r" b="b"/>
              <a:pathLst>
                <a:path w="27" h="86">
                  <a:moveTo>
                    <a:pt x="18" y="6"/>
                  </a:moveTo>
                  <a:lnTo>
                    <a:pt x="18" y="6"/>
                  </a:lnTo>
                  <a:lnTo>
                    <a:pt x="17" y="15"/>
                  </a:lnTo>
                  <a:lnTo>
                    <a:pt x="16" y="24"/>
                  </a:lnTo>
                  <a:lnTo>
                    <a:pt x="11" y="43"/>
                  </a:lnTo>
                  <a:lnTo>
                    <a:pt x="5" y="6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1" y="83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4" y="64"/>
                  </a:lnTo>
                  <a:lnTo>
                    <a:pt x="20" y="44"/>
                  </a:lnTo>
                  <a:lnTo>
                    <a:pt x="25" y="25"/>
                  </a:lnTo>
                  <a:lnTo>
                    <a:pt x="27" y="15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4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8" y="6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3" name="Freeform 784"/>
            <p:cNvSpPr/>
            <p:nvPr>
              <p:custDataLst>
                <p:tags r:id="rId32"/>
              </p:custDataLst>
            </p:nvPr>
          </p:nvSpPr>
          <p:spPr bwMode="auto">
            <a:xfrm>
              <a:off x="6656388" y="2373313"/>
              <a:ext cx="38100" cy="58738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56" y="14"/>
                </a:cxn>
                <a:cxn ang="0">
                  <a:pos x="48" y="26"/>
                </a:cxn>
                <a:cxn ang="0">
                  <a:pos x="32" y="48"/>
                </a:cxn>
                <a:cxn ang="0">
                  <a:pos x="32" y="48"/>
                </a:cxn>
                <a:cxn ang="0">
                  <a:pos x="23" y="62"/>
                </a:cxn>
                <a:cxn ang="0">
                  <a:pos x="15" y="75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8"/>
                </a:cxn>
                <a:cxn ang="0">
                  <a:pos x="1" y="109"/>
                </a:cxn>
                <a:cxn ang="0">
                  <a:pos x="2" y="110"/>
                </a:cxn>
                <a:cxn ang="0">
                  <a:pos x="5" y="111"/>
                </a:cxn>
                <a:cxn ang="0">
                  <a:pos x="6" y="111"/>
                </a:cxn>
                <a:cxn ang="0">
                  <a:pos x="8" y="110"/>
                </a:cxn>
                <a:cxn ang="0">
                  <a:pos x="9" y="109"/>
                </a:cxn>
                <a:cxn ang="0">
                  <a:pos x="9" y="109"/>
                </a:cxn>
                <a:cxn ang="0">
                  <a:pos x="24" y="77"/>
                </a:cxn>
                <a:cxn ang="0">
                  <a:pos x="34" y="63"/>
                </a:cxn>
                <a:cxn ang="0">
                  <a:pos x="43" y="50"/>
                </a:cxn>
                <a:cxn ang="0">
                  <a:pos x="43" y="50"/>
                </a:cxn>
                <a:cxn ang="0">
                  <a:pos x="58" y="29"/>
                </a:cxn>
                <a:cxn ang="0">
                  <a:pos x="66" y="18"/>
                </a:cxn>
                <a:cxn ang="0">
                  <a:pos x="72" y="7"/>
                </a:cxn>
                <a:cxn ang="0">
                  <a:pos x="72" y="7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0" y="0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111">
                  <a:moveTo>
                    <a:pt x="64" y="2"/>
                  </a:moveTo>
                  <a:lnTo>
                    <a:pt x="64" y="2"/>
                  </a:lnTo>
                  <a:lnTo>
                    <a:pt x="56" y="14"/>
                  </a:lnTo>
                  <a:lnTo>
                    <a:pt x="48" y="26"/>
                  </a:lnTo>
                  <a:lnTo>
                    <a:pt x="32" y="48"/>
                  </a:lnTo>
                  <a:lnTo>
                    <a:pt x="32" y="48"/>
                  </a:lnTo>
                  <a:lnTo>
                    <a:pt x="23" y="62"/>
                  </a:lnTo>
                  <a:lnTo>
                    <a:pt x="15" y="75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8"/>
                  </a:lnTo>
                  <a:lnTo>
                    <a:pt x="1" y="109"/>
                  </a:lnTo>
                  <a:lnTo>
                    <a:pt x="2" y="110"/>
                  </a:lnTo>
                  <a:lnTo>
                    <a:pt x="5" y="111"/>
                  </a:lnTo>
                  <a:lnTo>
                    <a:pt x="6" y="111"/>
                  </a:lnTo>
                  <a:lnTo>
                    <a:pt x="8" y="110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24" y="77"/>
                  </a:lnTo>
                  <a:lnTo>
                    <a:pt x="34" y="63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58" y="29"/>
                  </a:lnTo>
                  <a:lnTo>
                    <a:pt x="66" y="18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4" name="Freeform 785"/>
            <p:cNvSpPr/>
            <p:nvPr>
              <p:custDataLst>
                <p:tags r:id="rId33"/>
              </p:custDataLst>
            </p:nvPr>
          </p:nvSpPr>
          <p:spPr bwMode="auto">
            <a:xfrm>
              <a:off x="6532563" y="2520950"/>
              <a:ext cx="17463" cy="47625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20" y="23"/>
                </a:cxn>
                <a:cxn ang="0">
                  <a:pos x="13" y="44"/>
                </a:cxn>
                <a:cxn ang="0">
                  <a:pos x="5" y="65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0" y="88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2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8" y="90"/>
                </a:cxn>
                <a:cxn ang="0">
                  <a:pos x="9" y="88"/>
                </a:cxn>
                <a:cxn ang="0">
                  <a:pos x="9" y="88"/>
                </a:cxn>
                <a:cxn ang="0">
                  <a:pos x="15" y="67"/>
                </a:cxn>
                <a:cxn ang="0">
                  <a:pos x="22" y="46"/>
                </a:cxn>
                <a:cxn ang="0">
                  <a:pos x="28" y="27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5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5" h="92">
                  <a:moveTo>
                    <a:pt x="26" y="3"/>
                  </a:moveTo>
                  <a:lnTo>
                    <a:pt x="26" y="3"/>
                  </a:lnTo>
                  <a:lnTo>
                    <a:pt x="20" y="23"/>
                  </a:lnTo>
                  <a:lnTo>
                    <a:pt x="13" y="44"/>
                  </a:lnTo>
                  <a:lnTo>
                    <a:pt x="5" y="6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8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2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8" y="90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15" y="67"/>
                  </a:lnTo>
                  <a:lnTo>
                    <a:pt x="22" y="46"/>
                  </a:lnTo>
                  <a:lnTo>
                    <a:pt x="28" y="2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5" name="Freeform 786"/>
            <p:cNvSpPr/>
            <p:nvPr>
              <p:custDataLst>
                <p:tags r:id="rId34"/>
              </p:custDataLst>
            </p:nvPr>
          </p:nvSpPr>
          <p:spPr bwMode="auto">
            <a:xfrm>
              <a:off x="6569075" y="2543175"/>
              <a:ext cx="11113" cy="25400"/>
            </a:xfrm>
            <a:custGeom>
              <a:avLst/>
              <a:gdLst/>
              <a:ahLst/>
              <a:cxnLst>
                <a:cxn ang="0">
                  <a:pos x="14" y="1"/>
                </a:cxn>
                <a:cxn ang="0">
                  <a:pos x="14" y="1"/>
                </a:cxn>
                <a:cxn ang="0">
                  <a:pos x="11" y="5"/>
                </a:cxn>
                <a:cxn ang="0">
                  <a:pos x="8" y="11"/>
                </a:cxn>
                <a:cxn ang="0">
                  <a:pos x="4" y="21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7"/>
                </a:cxn>
                <a:cxn ang="0">
                  <a:pos x="5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3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2" y="24"/>
                </a:cxn>
                <a:cxn ang="0">
                  <a:pos x="16" y="16"/>
                </a:cxn>
                <a:cxn ang="0">
                  <a:pos x="18" y="12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1" y="6"/>
                </a:cxn>
                <a:cxn ang="0">
                  <a:pos x="22" y="4"/>
                </a:cxn>
                <a:cxn ang="0">
                  <a:pos x="21" y="3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4" y="1"/>
                </a:cxn>
              </a:cxnLst>
              <a:rect l="0" t="0" r="r" b="b"/>
              <a:pathLst>
                <a:path w="22" h="48">
                  <a:moveTo>
                    <a:pt x="14" y="1"/>
                  </a:moveTo>
                  <a:lnTo>
                    <a:pt x="14" y="1"/>
                  </a:lnTo>
                  <a:lnTo>
                    <a:pt x="11" y="5"/>
                  </a:lnTo>
                  <a:lnTo>
                    <a:pt x="8" y="11"/>
                  </a:lnTo>
                  <a:lnTo>
                    <a:pt x="4" y="21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7"/>
                  </a:lnTo>
                  <a:lnTo>
                    <a:pt x="5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2" y="24"/>
                  </a:lnTo>
                  <a:lnTo>
                    <a:pt x="16" y="16"/>
                  </a:lnTo>
                  <a:lnTo>
                    <a:pt x="18" y="12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1" y="6"/>
                  </a:lnTo>
                  <a:lnTo>
                    <a:pt x="22" y="4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4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6" name="Freeform 787"/>
            <p:cNvSpPr/>
            <p:nvPr>
              <p:custDataLst>
                <p:tags r:id="rId35"/>
              </p:custDataLst>
            </p:nvPr>
          </p:nvSpPr>
          <p:spPr bwMode="auto">
            <a:xfrm>
              <a:off x="6665913" y="2536825"/>
              <a:ext cx="9525" cy="3492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9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1"/>
                </a:cxn>
                <a:cxn ang="0">
                  <a:pos x="0" y="45"/>
                </a:cxn>
                <a:cxn ang="0">
                  <a:pos x="1" y="61"/>
                </a:cxn>
                <a:cxn ang="0">
                  <a:pos x="1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9" y="65"/>
                </a:cxn>
                <a:cxn ang="0">
                  <a:pos x="10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9" y="47"/>
                </a:cxn>
                <a:cxn ang="0">
                  <a:pos x="9" y="33"/>
                </a:cxn>
                <a:cxn ang="0">
                  <a:pos x="9" y="27"/>
                </a:cxn>
                <a:cxn ang="0">
                  <a:pos x="10" y="19"/>
                </a:cxn>
                <a:cxn ang="0">
                  <a:pos x="12" y="13"/>
                </a:cxn>
                <a:cxn ang="0">
                  <a:pos x="16" y="7"/>
                </a:cxn>
                <a:cxn ang="0">
                  <a:pos x="16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6">
                  <a:moveTo>
                    <a:pt x="8" y="2"/>
                  </a:moveTo>
                  <a:lnTo>
                    <a:pt x="8" y="2"/>
                  </a:lnTo>
                  <a:lnTo>
                    <a:pt x="4" y="9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1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1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9" y="65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9" y="47"/>
                  </a:lnTo>
                  <a:lnTo>
                    <a:pt x="9" y="33"/>
                  </a:lnTo>
                  <a:lnTo>
                    <a:pt x="9" y="27"/>
                  </a:lnTo>
                  <a:lnTo>
                    <a:pt x="10" y="19"/>
                  </a:lnTo>
                  <a:lnTo>
                    <a:pt x="12" y="13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7" name="Freeform 788"/>
            <p:cNvSpPr/>
            <p:nvPr>
              <p:custDataLst>
                <p:tags r:id="rId36"/>
              </p:custDataLst>
            </p:nvPr>
          </p:nvSpPr>
          <p:spPr bwMode="auto">
            <a:xfrm>
              <a:off x="6735763" y="2103438"/>
              <a:ext cx="9525" cy="49213"/>
            </a:xfrm>
            <a:custGeom>
              <a:avLst/>
              <a:gdLst/>
              <a:ahLst/>
              <a:cxnLst>
                <a:cxn ang="0">
                  <a:pos x="16" y="85"/>
                </a:cxn>
                <a:cxn ang="0">
                  <a:pos x="16" y="85"/>
                </a:cxn>
                <a:cxn ang="0">
                  <a:pos x="13" y="76"/>
                </a:cxn>
                <a:cxn ang="0">
                  <a:pos x="10" y="65"/>
                </a:cxn>
                <a:cxn ang="0">
                  <a:pos x="9" y="56"/>
                </a:cxn>
                <a:cxn ang="0">
                  <a:pos x="9" y="45"/>
                </a:cxn>
                <a:cxn ang="0">
                  <a:pos x="10" y="2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1" y="27"/>
                </a:cxn>
                <a:cxn ang="0">
                  <a:pos x="0" y="48"/>
                </a:cxn>
                <a:cxn ang="0">
                  <a:pos x="1" y="58"/>
                </a:cxn>
                <a:cxn ang="0">
                  <a:pos x="2" y="69"/>
                </a:cxn>
                <a:cxn ang="0">
                  <a:pos x="4" y="80"/>
                </a:cxn>
                <a:cxn ang="0">
                  <a:pos x="8" y="90"/>
                </a:cxn>
                <a:cxn ang="0">
                  <a:pos x="8" y="90"/>
                </a:cxn>
                <a:cxn ang="0">
                  <a:pos x="9" y="91"/>
                </a:cxn>
                <a:cxn ang="0">
                  <a:pos x="11" y="92"/>
                </a:cxn>
                <a:cxn ang="0">
                  <a:pos x="12" y="92"/>
                </a:cxn>
                <a:cxn ang="0">
                  <a:pos x="14" y="91"/>
                </a:cxn>
                <a:cxn ang="0">
                  <a:pos x="16" y="89"/>
                </a:cxn>
                <a:cxn ang="0">
                  <a:pos x="16" y="87"/>
                </a:cxn>
                <a:cxn ang="0">
                  <a:pos x="16" y="85"/>
                </a:cxn>
                <a:cxn ang="0">
                  <a:pos x="16" y="85"/>
                </a:cxn>
              </a:cxnLst>
              <a:rect l="0" t="0" r="r" b="b"/>
              <a:pathLst>
                <a:path w="16" h="92">
                  <a:moveTo>
                    <a:pt x="16" y="85"/>
                  </a:moveTo>
                  <a:lnTo>
                    <a:pt x="16" y="85"/>
                  </a:lnTo>
                  <a:lnTo>
                    <a:pt x="13" y="76"/>
                  </a:lnTo>
                  <a:lnTo>
                    <a:pt x="10" y="65"/>
                  </a:lnTo>
                  <a:lnTo>
                    <a:pt x="9" y="56"/>
                  </a:lnTo>
                  <a:lnTo>
                    <a:pt x="9" y="45"/>
                  </a:lnTo>
                  <a:lnTo>
                    <a:pt x="10" y="2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27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2" y="69"/>
                  </a:lnTo>
                  <a:lnTo>
                    <a:pt x="4" y="80"/>
                  </a:lnTo>
                  <a:lnTo>
                    <a:pt x="8" y="90"/>
                  </a:lnTo>
                  <a:lnTo>
                    <a:pt x="8" y="90"/>
                  </a:lnTo>
                  <a:lnTo>
                    <a:pt x="9" y="91"/>
                  </a:lnTo>
                  <a:lnTo>
                    <a:pt x="11" y="92"/>
                  </a:lnTo>
                  <a:lnTo>
                    <a:pt x="12" y="92"/>
                  </a:lnTo>
                  <a:lnTo>
                    <a:pt x="14" y="91"/>
                  </a:lnTo>
                  <a:lnTo>
                    <a:pt x="16" y="89"/>
                  </a:lnTo>
                  <a:lnTo>
                    <a:pt x="16" y="87"/>
                  </a:lnTo>
                  <a:lnTo>
                    <a:pt x="16" y="85"/>
                  </a:lnTo>
                  <a:lnTo>
                    <a:pt x="16" y="8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8" name="Freeform 789"/>
            <p:cNvSpPr/>
            <p:nvPr>
              <p:custDataLst>
                <p:tags r:id="rId37"/>
              </p:custDataLst>
            </p:nvPr>
          </p:nvSpPr>
          <p:spPr bwMode="auto">
            <a:xfrm>
              <a:off x="6777038" y="2109788"/>
              <a:ext cx="14288" cy="36513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20" y="1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3" y="4"/>
                </a:cxn>
                <a:cxn ang="0">
                  <a:pos x="13" y="7"/>
                </a:cxn>
                <a:cxn ang="0">
                  <a:pos x="14" y="9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11"/>
                </a:cxn>
                <a:cxn ang="0">
                  <a:pos x="18" y="14"/>
                </a:cxn>
                <a:cxn ang="0">
                  <a:pos x="18" y="19"/>
                </a:cxn>
                <a:cxn ang="0">
                  <a:pos x="16" y="26"/>
                </a:cxn>
                <a:cxn ang="0">
                  <a:pos x="13" y="35"/>
                </a:cxn>
                <a:cxn ang="0">
                  <a:pos x="6" y="50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1" y="66"/>
                </a:cxn>
                <a:cxn ang="0">
                  <a:pos x="3" y="67"/>
                </a:cxn>
                <a:cxn ang="0">
                  <a:pos x="5" y="68"/>
                </a:cxn>
                <a:cxn ang="0">
                  <a:pos x="7" y="68"/>
                </a:cxn>
                <a:cxn ang="0">
                  <a:pos x="8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16" y="51"/>
                </a:cxn>
                <a:cxn ang="0">
                  <a:pos x="20" y="42"/>
                </a:cxn>
                <a:cxn ang="0">
                  <a:pos x="24" y="32"/>
                </a:cxn>
                <a:cxn ang="0">
                  <a:pos x="26" y="23"/>
                </a:cxn>
                <a:cxn ang="0">
                  <a:pos x="27" y="15"/>
                </a:cxn>
                <a:cxn ang="0">
                  <a:pos x="26" y="11"/>
                </a:cxn>
                <a:cxn ang="0">
                  <a:pos x="25" y="7"/>
                </a:cxn>
                <a:cxn ang="0">
                  <a:pos x="23" y="3"/>
                </a:cxn>
                <a:cxn ang="0">
                  <a:pos x="20" y="1"/>
                </a:cxn>
                <a:cxn ang="0">
                  <a:pos x="20" y="1"/>
                </a:cxn>
              </a:cxnLst>
              <a:rect l="0" t="0" r="r" b="b"/>
              <a:pathLst>
                <a:path w="27" h="68">
                  <a:moveTo>
                    <a:pt x="20" y="1"/>
                  </a:moveTo>
                  <a:lnTo>
                    <a:pt x="20" y="1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3" y="4"/>
                  </a:lnTo>
                  <a:lnTo>
                    <a:pt x="13" y="7"/>
                  </a:lnTo>
                  <a:lnTo>
                    <a:pt x="14" y="9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11"/>
                  </a:lnTo>
                  <a:lnTo>
                    <a:pt x="18" y="14"/>
                  </a:lnTo>
                  <a:lnTo>
                    <a:pt x="18" y="19"/>
                  </a:lnTo>
                  <a:lnTo>
                    <a:pt x="16" y="26"/>
                  </a:lnTo>
                  <a:lnTo>
                    <a:pt x="13" y="35"/>
                  </a:lnTo>
                  <a:lnTo>
                    <a:pt x="6" y="5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1" y="66"/>
                  </a:lnTo>
                  <a:lnTo>
                    <a:pt x="3" y="67"/>
                  </a:lnTo>
                  <a:lnTo>
                    <a:pt x="5" y="68"/>
                  </a:lnTo>
                  <a:lnTo>
                    <a:pt x="7" y="68"/>
                  </a:lnTo>
                  <a:lnTo>
                    <a:pt x="8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6" y="51"/>
                  </a:lnTo>
                  <a:lnTo>
                    <a:pt x="20" y="42"/>
                  </a:lnTo>
                  <a:lnTo>
                    <a:pt x="24" y="32"/>
                  </a:lnTo>
                  <a:lnTo>
                    <a:pt x="26" y="23"/>
                  </a:lnTo>
                  <a:lnTo>
                    <a:pt x="27" y="15"/>
                  </a:lnTo>
                  <a:lnTo>
                    <a:pt x="26" y="11"/>
                  </a:lnTo>
                  <a:lnTo>
                    <a:pt x="25" y="7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20" y="1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59" name="Freeform 790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108700" y="2038350"/>
              <a:ext cx="787400" cy="804863"/>
            </a:xfrm>
            <a:custGeom>
              <a:avLst/>
              <a:gdLst/>
              <a:ahLst/>
              <a:cxnLst>
                <a:cxn ang="0">
                  <a:pos x="578" y="1404"/>
                </a:cxn>
                <a:cxn ang="0">
                  <a:pos x="407" y="1195"/>
                </a:cxn>
                <a:cxn ang="0">
                  <a:pos x="531" y="1138"/>
                </a:cxn>
                <a:cxn ang="0">
                  <a:pos x="680" y="1150"/>
                </a:cxn>
                <a:cxn ang="0">
                  <a:pos x="645" y="932"/>
                </a:cxn>
                <a:cxn ang="0">
                  <a:pos x="408" y="748"/>
                </a:cxn>
                <a:cxn ang="0">
                  <a:pos x="309" y="884"/>
                </a:cxn>
                <a:cxn ang="0">
                  <a:pos x="256" y="1027"/>
                </a:cxn>
                <a:cxn ang="0">
                  <a:pos x="27" y="808"/>
                </a:cxn>
                <a:cxn ang="0">
                  <a:pos x="28" y="580"/>
                </a:cxn>
                <a:cxn ang="0">
                  <a:pos x="237" y="380"/>
                </a:cxn>
                <a:cxn ang="0">
                  <a:pos x="342" y="519"/>
                </a:cxn>
                <a:cxn ang="0">
                  <a:pos x="488" y="635"/>
                </a:cxn>
                <a:cxn ang="0">
                  <a:pos x="644" y="548"/>
                </a:cxn>
                <a:cxn ang="0">
                  <a:pos x="628" y="366"/>
                </a:cxn>
                <a:cxn ang="0">
                  <a:pos x="492" y="300"/>
                </a:cxn>
                <a:cxn ang="0">
                  <a:pos x="415" y="290"/>
                </a:cxn>
                <a:cxn ang="0">
                  <a:pos x="435" y="200"/>
                </a:cxn>
                <a:cxn ang="0">
                  <a:pos x="676" y="5"/>
                </a:cxn>
                <a:cxn ang="0">
                  <a:pos x="880" y="97"/>
                </a:cxn>
                <a:cxn ang="0">
                  <a:pos x="996" y="212"/>
                </a:cxn>
                <a:cxn ang="0">
                  <a:pos x="1057" y="40"/>
                </a:cxn>
                <a:cxn ang="0">
                  <a:pos x="1286" y="30"/>
                </a:cxn>
                <a:cxn ang="0">
                  <a:pos x="1459" y="212"/>
                </a:cxn>
                <a:cxn ang="0">
                  <a:pos x="1441" y="427"/>
                </a:cxn>
                <a:cxn ang="0">
                  <a:pos x="1284" y="473"/>
                </a:cxn>
                <a:cxn ang="0">
                  <a:pos x="1353" y="601"/>
                </a:cxn>
                <a:cxn ang="0">
                  <a:pos x="1487" y="856"/>
                </a:cxn>
                <a:cxn ang="0">
                  <a:pos x="1299" y="1117"/>
                </a:cxn>
                <a:cxn ang="0">
                  <a:pos x="1017" y="1376"/>
                </a:cxn>
                <a:cxn ang="0">
                  <a:pos x="789" y="1521"/>
                </a:cxn>
                <a:cxn ang="0">
                  <a:pos x="453" y="1210"/>
                </a:cxn>
                <a:cxn ang="0">
                  <a:pos x="633" y="1401"/>
                </a:cxn>
                <a:cxn ang="0">
                  <a:pos x="800" y="1483"/>
                </a:cxn>
                <a:cxn ang="0">
                  <a:pos x="1004" y="1338"/>
                </a:cxn>
                <a:cxn ang="0">
                  <a:pos x="1270" y="1096"/>
                </a:cxn>
                <a:cxn ang="0">
                  <a:pos x="1454" y="851"/>
                </a:cxn>
                <a:cxn ang="0">
                  <a:pos x="1336" y="635"/>
                </a:cxn>
                <a:cxn ang="0">
                  <a:pos x="1274" y="564"/>
                </a:cxn>
                <a:cxn ang="0">
                  <a:pos x="1278" y="427"/>
                </a:cxn>
                <a:cxn ang="0">
                  <a:pos x="1442" y="370"/>
                </a:cxn>
                <a:cxn ang="0">
                  <a:pos x="1397" y="175"/>
                </a:cxn>
                <a:cxn ang="0">
                  <a:pos x="1211" y="37"/>
                </a:cxn>
                <a:cxn ang="0">
                  <a:pos x="1064" y="102"/>
                </a:cxn>
                <a:cxn ang="0">
                  <a:pos x="999" y="246"/>
                </a:cxn>
                <a:cxn ang="0">
                  <a:pos x="939" y="213"/>
                </a:cxn>
                <a:cxn ang="0">
                  <a:pos x="716" y="34"/>
                </a:cxn>
                <a:cxn ang="0">
                  <a:pos x="480" y="208"/>
                </a:cxn>
                <a:cxn ang="0">
                  <a:pos x="502" y="262"/>
                </a:cxn>
                <a:cxn ang="0">
                  <a:pos x="695" y="412"/>
                </a:cxn>
                <a:cxn ang="0">
                  <a:pos x="640" y="610"/>
                </a:cxn>
                <a:cxn ang="0">
                  <a:pos x="420" y="655"/>
                </a:cxn>
                <a:cxn ang="0">
                  <a:pos x="277" y="462"/>
                </a:cxn>
                <a:cxn ang="0">
                  <a:pos x="213" y="447"/>
                </a:cxn>
                <a:cxn ang="0">
                  <a:pos x="43" y="639"/>
                </a:cxn>
                <a:cxn ang="0">
                  <a:pos x="210" y="963"/>
                </a:cxn>
                <a:cxn ang="0">
                  <a:pos x="265" y="982"/>
                </a:cxn>
                <a:cxn ang="0">
                  <a:pos x="280" y="792"/>
                </a:cxn>
                <a:cxn ang="0">
                  <a:pos x="469" y="724"/>
                </a:cxn>
                <a:cxn ang="0">
                  <a:pos x="730" y="1027"/>
                </a:cxn>
                <a:cxn ang="0">
                  <a:pos x="672" y="1200"/>
                </a:cxn>
                <a:cxn ang="0">
                  <a:pos x="499" y="1166"/>
                </a:cxn>
              </a:cxnLst>
              <a:rect l="0" t="0" r="r" b="b"/>
              <a:pathLst>
                <a:path w="1489" h="1521">
                  <a:moveTo>
                    <a:pt x="789" y="1521"/>
                  </a:moveTo>
                  <a:lnTo>
                    <a:pt x="789" y="1521"/>
                  </a:lnTo>
                  <a:lnTo>
                    <a:pt x="778" y="1521"/>
                  </a:lnTo>
                  <a:lnTo>
                    <a:pt x="778" y="1521"/>
                  </a:lnTo>
                  <a:lnTo>
                    <a:pt x="762" y="1519"/>
                  </a:lnTo>
                  <a:lnTo>
                    <a:pt x="747" y="1516"/>
                  </a:lnTo>
                  <a:lnTo>
                    <a:pt x="733" y="1512"/>
                  </a:lnTo>
                  <a:lnTo>
                    <a:pt x="718" y="1507"/>
                  </a:lnTo>
                  <a:lnTo>
                    <a:pt x="705" y="1501"/>
                  </a:lnTo>
                  <a:lnTo>
                    <a:pt x="691" y="1494"/>
                  </a:lnTo>
                  <a:lnTo>
                    <a:pt x="678" y="1486"/>
                  </a:lnTo>
                  <a:lnTo>
                    <a:pt x="663" y="1476"/>
                  </a:lnTo>
                  <a:lnTo>
                    <a:pt x="663" y="1476"/>
                  </a:lnTo>
                  <a:lnTo>
                    <a:pt x="643" y="1461"/>
                  </a:lnTo>
                  <a:lnTo>
                    <a:pt x="621" y="1444"/>
                  </a:lnTo>
                  <a:lnTo>
                    <a:pt x="599" y="1425"/>
                  </a:lnTo>
                  <a:lnTo>
                    <a:pt x="578" y="1404"/>
                  </a:lnTo>
                  <a:lnTo>
                    <a:pt x="578" y="1404"/>
                  </a:lnTo>
                  <a:lnTo>
                    <a:pt x="552" y="1378"/>
                  </a:lnTo>
                  <a:lnTo>
                    <a:pt x="529" y="1352"/>
                  </a:lnTo>
                  <a:lnTo>
                    <a:pt x="505" y="1326"/>
                  </a:lnTo>
                  <a:lnTo>
                    <a:pt x="484" y="1300"/>
                  </a:lnTo>
                  <a:lnTo>
                    <a:pt x="484" y="1300"/>
                  </a:lnTo>
                  <a:lnTo>
                    <a:pt x="475" y="1289"/>
                  </a:lnTo>
                  <a:lnTo>
                    <a:pt x="463" y="1277"/>
                  </a:lnTo>
                  <a:lnTo>
                    <a:pt x="442" y="1256"/>
                  </a:lnTo>
                  <a:lnTo>
                    <a:pt x="442" y="1256"/>
                  </a:lnTo>
                  <a:lnTo>
                    <a:pt x="436" y="1251"/>
                  </a:lnTo>
                  <a:lnTo>
                    <a:pt x="439" y="1249"/>
                  </a:lnTo>
                  <a:lnTo>
                    <a:pt x="434" y="1244"/>
                  </a:lnTo>
                  <a:lnTo>
                    <a:pt x="434" y="1244"/>
                  </a:lnTo>
                  <a:lnTo>
                    <a:pt x="426" y="1233"/>
                  </a:lnTo>
                  <a:lnTo>
                    <a:pt x="419" y="1223"/>
                  </a:lnTo>
                  <a:lnTo>
                    <a:pt x="414" y="1213"/>
                  </a:lnTo>
                  <a:lnTo>
                    <a:pt x="409" y="1204"/>
                  </a:lnTo>
                  <a:lnTo>
                    <a:pt x="407" y="1195"/>
                  </a:lnTo>
                  <a:lnTo>
                    <a:pt x="407" y="1186"/>
                  </a:lnTo>
                  <a:lnTo>
                    <a:pt x="409" y="1178"/>
                  </a:lnTo>
                  <a:lnTo>
                    <a:pt x="413" y="1171"/>
                  </a:lnTo>
                  <a:lnTo>
                    <a:pt x="413" y="1171"/>
                  </a:lnTo>
                  <a:lnTo>
                    <a:pt x="419" y="1161"/>
                  </a:lnTo>
                  <a:lnTo>
                    <a:pt x="426" y="1153"/>
                  </a:lnTo>
                  <a:lnTo>
                    <a:pt x="434" y="1147"/>
                  </a:lnTo>
                  <a:lnTo>
                    <a:pt x="444" y="1141"/>
                  </a:lnTo>
                  <a:lnTo>
                    <a:pt x="454" y="1135"/>
                  </a:lnTo>
                  <a:lnTo>
                    <a:pt x="465" y="1132"/>
                  </a:lnTo>
                  <a:lnTo>
                    <a:pt x="477" y="1130"/>
                  </a:lnTo>
                  <a:lnTo>
                    <a:pt x="489" y="1129"/>
                  </a:lnTo>
                  <a:lnTo>
                    <a:pt x="489" y="1129"/>
                  </a:lnTo>
                  <a:lnTo>
                    <a:pt x="501" y="1130"/>
                  </a:lnTo>
                  <a:lnTo>
                    <a:pt x="511" y="1131"/>
                  </a:lnTo>
                  <a:lnTo>
                    <a:pt x="521" y="1134"/>
                  </a:lnTo>
                  <a:lnTo>
                    <a:pt x="531" y="1138"/>
                  </a:lnTo>
                  <a:lnTo>
                    <a:pt x="531" y="1138"/>
                  </a:lnTo>
                  <a:lnTo>
                    <a:pt x="553" y="1148"/>
                  </a:lnTo>
                  <a:lnTo>
                    <a:pt x="553" y="1148"/>
                  </a:lnTo>
                  <a:lnTo>
                    <a:pt x="571" y="1156"/>
                  </a:lnTo>
                  <a:lnTo>
                    <a:pt x="591" y="1165"/>
                  </a:lnTo>
                  <a:lnTo>
                    <a:pt x="600" y="1168"/>
                  </a:lnTo>
                  <a:lnTo>
                    <a:pt x="609" y="1170"/>
                  </a:lnTo>
                  <a:lnTo>
                    <a:pt x="619" y="1171"/>
                  </a:lnTo>
                  <a:lnTo>
                    <a:pt x="629" y="1172"/>
                  </a:lnTo>
                  <a:lnTo>
                    <a:pt x="631" y="1172"/>
                  </a:lnTo>
                  <a:lnTo>
                    <a:pt x="631" y="1172"/>
                  </a:lnTo>
                  <a:lnTo>
                    <a:pt x="638" y="1171"/>
                  </a:lnTo>
                  <a:lnTo>
                    <a:pt x="646" y="1170"/>
                  </a:lnTo>
                  <a:lnTo>
                    <a:pt x="652" y="1168"/>
                  </a:lnTo>
                  <a:lnTo>
                    <a:pt x="658" y="1166"/>
                  </a:lnTo>
                  <a:lnTo>
                    <a:pt x="664" y="1162"/>
                  </a:lnTo>
                  <a:lnTo>
                    <a:pt x="671" y="1158"/>
                  </a:lnTo>
                  <a:lnTo>
                    <a:pt x="676" y="1154"/>
                  </a:lnTo>
                  <a:lnTo>
                    <a:pt x="680" y="1150"/>
                  </a:lnTo>
                  <a:lnTo>
                    <a:pt x="680" y="1150"/>
                  </a:lnTo>
                  <a:lnTo>
                    <a:pt x="686" y="1143"/>
                  </a:lnTo>
                  <a:lnTo>
                    <a:pt x="690" y="1134"/>
                  </a:lnTo>
                  <a:lnTo>
                    <a:pt x="694" y="1125"/>
                  </a:lnTo>
                  <a:lnTo>
                    <a:pt x="698" y="1116"/>
                  </a:lnTo>
                  <a:lnTo>
                    <a:pt x="700" y="1105"/>
                  </a:lnTo>
                  <a:lnTo>
                    <a:pt x="702" y="1095"/>
                  </a:lnTo>
                  <a:lnTo>
                    <a:pt x="702" y="1085"/>
                  </a:lnTo>
                  <a:lnTo>
                    <a:pt x="702" y="1073"/>
                  </a:lnTo>
                  <a:lnTo>
                    <a:pt x="702" y="1073"/>
                  </a:lnTo>
                  <a:lnTo>
                    <a:pt x="700" y="1061"/>
                  </a:lnTo>
                  <a:lnTo>
                    <a:pt x="698" y="1048"/>
                  </a:lnTo>
                  <a:lnTo>
                    <a:pt x="694" y="1036"/>
                  </a:lnTo>
                  <a:lnTo>
                    <a:pt x="690" y="1024"/>
                  </a:lnTo>
                  <a:lnTo>
                    <a:pt x="682" y="1000"/>
                  </a:lnTo>
                  <a:lnTo>
                    <a:pt x="671" y="976"/>
                  </a:lnTo>
                  <a:lnTo>
                    <a:pt x="658" y="954"/>
                  </a:lnTo>
                  <a:lnTo>
                    <a:pt x="645" y="932"/>
                  </a:lnTo>
                  <a:lnTo>
                    <a:pt x="630" y="911"/>
                  </a:lnTo>
                  <a:lnTo>
                    <a:pt x="616" y="891"/>
                  </a:lnTo>
                  <a:lnTo>
                    <a:pt x="616" y="891"/>
                  </a:lnTo>
                  <a:lnTo>
                    <a:pt x="596" y="865"/>
                  </a:lnTo>
                  <a:lnTo>
                    <a:pt x="574" y="840"/>
                  </a:lnTo>
                  <a:lnTo>
                    <a:pt x="562" y="828"/>
                  </a:lnTo>
                  <a:lnTo>
                    <a:pt x="549" y="816"/>
                  </a:lnTo>
                  <a:lnTo>
                    <a:pt x="537" y="805"/>
                  </a:lnTo>
                  <a:lnTo>
                    <a:pt x="523" y="794"/>
                  </a:lnTo>
                  <a:lnTo>
                    <a:pt x="510" y="785"/>
                  </a:lnTo>
                  <a:lnTo>
                    <a:pt x="495" y="776"/>
                  </a:lnTo>
                  <a:lnTo>
                    <a:pt x="481" y="768"/>
                  </a:lnTo>
                  <a:lnTo>
                    <a:pt x="467" y="761"/>
                  </a:lnTo>
                  <a:lnTo>
                    <a:pt x="453" y="755"/>
                  </a:lnTo>
                  <a:lnTo>
                    <a:pt x="438" y="751"/>
                  </a:lnTo>
                  <a:lnTo>
                    <a:pt x="423" y="749"/>
                  </a:lnTo>
                  <a:lnTo>
                    <a:pt x="408" y="748"/>
                  </a:lnTo>
                  <a:lnTo>
                    <a:pt x="408" y="748"/>
                  </a:lnTo>
                  <a:lnTo>
                    <a:pt x="404" y="748"/>
                  </a:lnTo>
                  <a:lnTo>
                    <a:pt x="404" y="748"/>
                  </a:lnTo>
                  <a:lnTo>
                    <a:pt x="393" y="748"/>
                  </a:lnTo>
                  <a:lnTo>
                    <a:pt x="382" y="749"/>
                  </a:lnTo>
                  <a:lnTo>
                    <a:pt x="372" y="751"/>
                  </a:lnTo>
                  <a:lnTo>
                    <a:pt x="363" y="754"/>
                  </a:lnTo>
                  <a:lnTo>
                    <a:pt x="354" y="758"/>
                  </a:lnTo>
                  <a:lnTo>
                    <a:pt x="346" y="763"/>
                  </a:lnTo>
                  <a:lnTo>
                    <a:pt x="339" y="770"/>
                  </a:lnTo>
                  <a:lnTo>
                    <a:pt x="333" y="776"/>
                  </a:lnTo>
                  <a:lnTo>
                    <a:pt x="333" y="776"/>
                  </a:lnTo>
                  <a:lnTo>
                    <a:pt x="324" y="786"/>
                  </a:lnTo>
                  <a:lnTo>
                    <a:pt x="318" y="799"/>
                  </a:lnTo>
                  <a:lnTo>
                    <a:pt x="313" y="813"/>
                  </a:lnTo>
                  <a:lnTo>
                    <a:pt x="310" y="829"/>
                  </a:lnTo>
                  <a:lnTo>
                    <a:pt x="308" y="845"/>
                  </a:lnTo>
                  <a:lnTo>
                    <a:pt x="308" y="864"/>
                  </a:lnTo>
                  <a:lnTo>
                    <a:pt x="309" y="884"/>
                  </a:lnTo>
                  <a:lnTo>
                    <a:pt x="311" y="905"/>
                  </a:lnTo>
                  <a:lnTo>
                    <a:pt x="311" y="905"/>
                  </a:lnTo>
                  <a:lnTo>
                    <a:pt x="313" y="922"/>
                  </a:lnTo>
                  <a:lnTo>
                    <a:pt x="315" y="938"/>
                  </a:lnTo>
                  <a:lnTo>
                    <a:pt x="315" y="952"/>
                  </a:lnTo>
                  <a:lnTo>
                    <a:pt x="313" y="966"/>
                  </a:lnTo>
                  <a:lnTo>
                    <a:pt x="312" y="972"/>
                  </a:lnTo>
                  <a:lnTo>
                    <a:pt x="310" y="978"/>
                  </a:lnTo>
                  <a:lnTo>
                    <a:pt x="307" y="984"/>
                  </a:lnTo>
                  <a:lnTo>
                    <a:pt x="303" y="990"/>
                  </a:lnTo>
                  <a:lnTo>
                    <a:pt x="299" y="997"/>
                  </a:lnTo>
                  <a:lnTo>
                    <a:pt x="294" y="1002"/>
                  </a:lnTo>
                  <a:lnTo>
                    <a:pt x="288" y="1008"/>
                  </a:lnTo>
                  <a:lnTo>
                    <a:pt x="281" y="1013"/>
                  </a:lnTo>
                  <a:lnTo>
                    <a:pt x="281" y="1013"/>
                  </a:lnTo>
                  <a:lnTo>
                    <a:pt x="273" y="1019"/>
                  </a:lnTo>
                  <a:lnTo>
                    <a:pt x="264" y="1024"/>
                  </a:lnTo>
                  <a:lnTo>
                    <a:pt x="256" y="1027"/>
                  </a:lnTo>
                  <a:lnTo>
                    <a:pt x="248" y="1028"/>
                  </a:lnTo>
                  <a:lnTo>
                    <a:pt x="248" y="1028"/>
                  </a:lnTo>
                  <a:lnTo>
                    <a:pt x="239" y="1027"/>
                  </a:lnTo>
                  <a:lnTo>
                    <a:pt x="232" y="1024"/>
                  </a:lnTo>
                  <a:lnTo>
                    <a:pt x="224" y="1019"/>
                  </a:lnTo>
                  <a:lnTo>
                    <a:pt x="216" y="1014"/>
                  </a:lnTo>
                  <a:lnTo>
                    <a:pt x="213" y="1010"/>
                  </a:lnTo>
                  <a:lnTo>
                    <a:pt x="209" y="1013"/>
                  </a:lnTo>
                  <a:lnTo>
                    <a:pt x="164" y="968"/>
                  </a:lnTo>
                  <a:lnTo>
                    <a:pt x="164" y="968"/>
                  </a:lnTo>
                  <a:lnTo>
                    <a:pt x="125" y="929"/>
                  </a:lnTo>
                  <a:lnTo>
                    <a:pt x="108" y="911"/>
                  </a:lnTo>
                  <a:lnTo>
                    <a:pt x="90" y="891"/>
                  </a:lnTo>
                  <a:lnTo>
                    <a:pt x="73" y="871"/>
                  </a:lnTo>
                  <a:lnTo>
                    <a:pt x="57" y="851"/>
                  </a:lnTo>
                  <a:lnTo>
                    <a:pt x="41" y="830"/>
                  </a:lnTo>
                  <a:lnTo>
                    <a:pt x="27" y="808"/>
                  </a:lnTo>
                  <a:lnTo>
                    <a:pt x="27" y="808"/>
                  </a:lnTo>
                  <a:lnTo>
                    <a:pt x="22" y="798"/>
                  </a:lnTo>
                  <a:lnTo>
                    <a:pt x="17" y="786"/>
                  </a:lnTo>
                  <a:lnTo>
                    <a:pt x="11" y="776"/>
                  </a:lnTo>
                  <a:lnTo>
                    <a:pt x="8" y="764"/>
                  </a:lnTo>
                  <a:lnTo>
                    <a:pt x="5" y="752"/>
                  </a:lnTo>
                  <a:lnTo>
                    <a:pt x="2" y="741"/>
                  </a:lnTo>
                  <a:lnTo>
                    <a:pt x="1" y="728"/>
                  </a:lnTo>
                  <a:lnTo>
                    <a:pt x="0" y="716"/>
                  </a:lnTo>
                  <a:lnTo>
                    <a:pt x="0" y="702"/>
                  </a:lnTo>
                  <a:lnTo>
                    <a:pt x="0" y="689"/>
                  </a:lnTo>
                  <a:lnTo>
                    <a:pt x="2" y="675"/>
                  </a:lnTo>
                  <a:lnTo>
                    <a:pt x="4" y="662"/>
                  </a:lnTo>
                  <a:lnTo>
                    <a:pt x="6" y="647"/>
                  </a:lnTo>
                  <a:lnTo>
                    <a:pt x="9" y="633"/>
                  </a:lnTo>
                  <a:lnTo>
                    <a:pt x="19" y="602"/>
                  </a:lnTo>
                  <a:lnTo>
                    <a:pt x="19" y="602"/>
                  </a:lnTo>
                  <a:lnTo>
                    <a:pt x="23" y="590"/>
                  </a:lnTo>
                  <a:lnTo>
                    <a:pt x="28" y="580"/>
                  </a:lnTo>
                  <a:lnTo>
                    <a:pt x="33" y="570"/>
                  </a:lnTo>
                  <a:lnTo>
                    <a:pt x="39" y="560"/>
                  </a:lnTo>
                  <a:lnTo>
                    <a:pt x="53" y="541"/>
                  </a:lnTo>
                  <a:lnTo>
                    <a:pt x="68" y="523"/>
                  </a:lnTo>
                  <a:lnTo>
                    <a:pt x="85" y="506"/>
                  </a:lnTo>
                  <a:lnTo>
                    <a:pt x="104" y="490"/>
                  </a:lnTo>
                  <a:lnTo>
                    <a:pt x="141" y="459"/>
                  </a:lnTo>
                  <a:lnTo>
                    <a:pt x="141" y="459"/>
                  </a:lnTo>
                  <a:lnTo>
                    <a:pt x="156" y="446"/>
                  </a:lnTo>
                  <a:lnTo>
                    <a:pt x="156" y="446"/>
                  </a:lnTo>
                  <a:lnTo>
                    <a:pt x="178" y="428"/>
                  </a:lnTo>
                  <a:lnTo>
                    <a:pt x="202" y="405"/>
                  </a:lnTo>
                  <a:lnTo>
                    <a:pt x="205" y="408"/>
                  </a:lnTo>
                  <a:lnTo>
                    <a:pt x="209" y="404"/>
                  </a:lnTo>
                  <a:lnTo>
                    <a:pt x="209" y="404"/>
                  </a:lnTo>
                  <a:lnTo>
                    <a:pt x="220" y="393"/>
                  </a:lnTo>
                  <a:lnTo>
                    <a:pt x="231" y="384"/>
                  </a:lnTo>
                  <a:lnTo>
                    <a:pt x="237" y="380"/>
                  </a:lnTo>
                  <a:lnTo>
                    <a:pt x="244" y="377"/>
                  </a:lnTo>
                  <a:lnTo>
                    <a:pt x="249" y="375"/>
                  </a:lnTo>
                  <a:lnTo>
                    <a:pt x="255" y="375"/>
                  </a:lnTo>
                  <a:lnTo>
                    <a:pt x="255" y="375"/>
                  </a:lnTo>
                  <a:lnTo>
                    <a:pt x="261" y="376"/>
                  </a:lnTo>
                  <a:lnTo>
                    <a:pt x="267" y="378"/>
                  </a:lnTo>
                  <a:lnTo>
                    <a:pt x="274" y="381"/>
                  </a:lnTo>
                  <a:lnTo>
                    <a:pt x="280" y="386"/>
                  </a:lnTo>
                  <a:lnTo>
                    <a:pt x="280" y="386"/>
                  </a:lnTo>
                  <a:lnTo>
                    <a:pt x="290" y="399"/>
                  </a:lnTo>
                  <a:lnTo>
                    <a:pt x="300" y="411"/>
                  </a:lnTo>
                  <a:lnTo>
                    <a:pt x="307" y="422"/>
                  </a:lnTo>
                  <a:lnTo>
                    <a:pt x="314" y="435"/>
                  </a:lnTo>
                  <a:lnTo>
                    <a:pt x="319" y="447"/>
                  </a:lnTo>
                  <a:lnTo>
                    <a:pt x="324" y="461"/>
                  </a:lnTo>
                  <a:lnTo>
                    <a:pt x="333" y="489"/>
                  </a:lnTo>
                  <a:lnTo>
                    <a:pt x="333" y="489"/>
                  </a:lnTo>
                  <a:lnTo>
                    <a:pt x="342" y="519"/>
                  </a:lnTo>
                  <a:lnTo>
                    <a:pt x="345" y="527"/>
                  </a:lnTo>
                  <a:lnTo>
                    <a:pt x="345" y="527"/>
                  </a:lnTo>
                  <a:lnTo>
                    <a:pt x="352" y="549"/>
                  </a:lnTo>
                  <a:lnTo>
                    <a:pt x="357" y="559"/>
                  </a:lnTo>
                  <a:lnTo>
                    <a:pt x="362" y="570"/>
                  </a:lnTo>
                  <a:lnTo>
                    <a:pt x="368" y="580"/>
                  </a:lnTo>
                  <a:lnTo>
                    <a:pt x="375" y="588"/>
                  </a:lnTo>
                  <a:lnTo>
                    <a:pt x="385" y="595"/>
                  </a:lnTo>
                  <a:lnTo>
                    <a:pt x="395" y="602"/>
                  </a:lnTo>
                  <a:lnTo>
                    <a:pt x="395" y="602"/>
                  </a:lnTo>
                  <a:lnTo>
                    <a:pt x="411" y="610"/>
                  </a:lnTo>
                  <a:lnTo>
                    <a:pt x="411" y="610"/>
                  </a:lnTo>
                  <a:lnTo>
                    <a:pt x="428" y="617"/>
                  </a:lnTo>
                  <a:lnTo>
                    <a:pt x="446" y="625"/>
                  </a:lnTo>
                  <a:lnTo>
                    <a:pt x="462" y="631"/>
                  </a:lnTo>
                  <a:lnTo>
                    <a:pt x="480" y="635"/>
                  </a:lnTo>
                  <a:lnTo>
                    <a:pt x="480" y="635"/>
                  </a:lnTo>
                  <a:lnTo>
                    <a:pt x="488" y="635"/>
                  </a:lnTo>
                  <a:lnTo>
                    <a:pt x="488" y="635"/>
                  </a:lnTo>
                  <a:lnTo>
                    <a:pt x="498" y="635"/>
                  </a:lnTo>
                  <a:lnTo>
                    <a:pt x="507" y="633"/>
                  </a:lnTo>
                  <a:lnTo>
                    <a:pt x="517" y="631"/>
                  </a:lnTo>
                  <a:lnTo>
                    <a:pt x="528" y="627"/>
                  </a:lnTo>
                  <a:lnTo>
                    <a:pt x="547" y="619"/>
                  </a:lnTo>
                  <a:lnTo>
                    <a:pt x="566" y="611"/>
                  </a:lnTo>
                  <a:lnTo>
                    <a:pt x="574" y="607"/>
                  </a:lnTo>
                  <a:lnTo>
                    <a:pt x="574" y="607"/>
                  </a:lnTo>
                  <a:lnTo>
                    <a:pt x="584" y="603"/>
                  </a:lnTo>
                  <a:lnTo>
                    <a:pt x="592" y="598"/>
                  </a:lnTo>
                  <a:lnTo>
                    <a:pt x="599" y="593"/>
                  </a:lnTo>
                  <a:lnTo>
                    <a:pt x="605" y="588"/>
                  </a:lnTo>
                  <a:lnTo>
                    <a:pt x="618" y="577"/>
                  </a:lnTo>
                  <a:lnTo>
                    <a:pt x="629" y="564"/>
                  </a:lnTo>
                  <a:lnTo>
                    <a:pt x="629" y="564"/>
                  </a:lnTo>
                  <a:lnTo>
                    <a:pt x="644" y="548"/>
                  </a:lnTo>
                  <a:lnTo>
                    <a:pt x="644" y="548"/>
                  </a:lnTo>
                  <a:lnTo>
                    <a:pt x="652" y="538"/>
                  </a:lnTo>
                  <a:lnTo>
                    <a:pt x="659" y="529"/>
                  </a:lnTo>
                  <a:lnTo>
                    <a:pt x="664" y="519"/>
                  </a:lnTo>
                  <a:lnTo>
                    <a:pt x="667" y="508"/>
                  </a:lnTo>
                  <a:lnTo>
                    <a:pt x="671" y="497"/>
                  </a:lnTo>
                  <a:lnTo>
                    <a:pt x="673" y="486"/>
                  </a:lnTo>
                  <a:lnTo>
                    <a:pt x="673" y="474"/>
                  </a:lnTo>
                  <a:lnTo>
                    <a:pt x="673" y="463"/>
                  </a:lnTo>
                  <a:lnTo>
                    <a:pt x="671" y="451"/>
                  </a:lnTo>
                  <a:lnTo>
                    <a:pt x="669" y="440"/>
                  </a:lnTo>
                  <a:lnTo>
                    <a:pt x="665" y="430"/>
                  </a:lnTo>
                  <a:lnTo>
                    <a:pt x="661" y="418"/>
                  </a:lnTo>
                  <a:lnTo>
                    <a:pt x="656" y="408"/>
                  </a:lnTo>
                  <a:lnTo>
                    <a:pt x="651" y="398"/>
                  </a:lnTo>
                  <a:lnTo>
                    <a:pt x="645" y="388"/>
                  </a:lnTo>
                  <a:lnTo>
                    <a:pt x="637" y="379"/>
                  </a:lnTo>
                  <a:lnTo>
                    <a:pt x="637" y="379"/>
                  </a:lnTo>
                  <a:lnTo>
                    <a:pt x="628" y="366"/>
                  </a:lnTo>
                  <a:lnTo>
                    <a:pt x="628" y="366"/>
                  </a:lnTo>
                  <a:lnTo>
                    <a:pt x="619" y="355"/>
                  </a:lnTo>
                  <a:lnTo>
                    <a:pt x="609" y="344"/>
                  </a:lnTo>
                  <a:lnTo>
                    <a:pt x="597" y="332"/>
                  </a:lnTo>
                  <a:lnTo>
                    <a:pt x="591" y="328"/>
                  </a:lnTo>
                  <a:lnTo>
                    <a:pt x="584" y="324"/>
                  </a:lnTo>
                  <a:lnTo>
                    <a:pt x="584" y="324"/>
                  </a:lnTo>
                  <a:lnTo>
                    <a:pt x="570" y="316"/>
                  </a:lnTo>
                  <a:lnTo>
                    <a:pt x="570" y="316"/>
                  </a:lnTo>
                  <a:lnTo>
                    <a:pt x="563" y="311"/>
                  </a:lnTo>
                  <a:lnTo>
                    <a:pt x="555" y="307"/>
                  </a:lnTo>
                  <a:lnTo>
                    <a:pt x="546" y="304"/>
                  </a:lnTo>
                  <a:lnTo>
                    <a:pt x="537" y="301"/>
                  </a:lnTo>
                  <a:lnTo>
                    <a:pt x="537" y="301"/>
                  </a:lnTo>
                  <a:lnTo>
                    <a:pt x="520" y="300"/>
                  </a:lnTo>
                  <a:lnTo>
                    <a:pt x="506" y="300"/>
                  </a:lnTo>
                  <a:lnTo>
                    <a:pt x="492" y="300"/>
                  </a:lnTo>
                  <a:lnTo>
                    <a:pt x="492" y="300"/>
                  </a:lnTo>
                  <a:lnTo>
                    <a:pt x="483" y="298"/>
                  </a:lnTo>
                  <a:lnTo>
                    <a:pt x="483" y="298"/>
                  </a:lnTo>
                  <a:lnTo>
                    <a:pt x="473" y="296"/>
                  </a:lnTo>
                  <a:lnTo>
                    <a:pt x="471" y="296"/>
                  </a:lnTo>
                  <a:lnTo>
                    <a:pt x="469" y="297"/>
                  </a:lnTo>
                  <a:lnTo>
                    <a:pt x="469" y="297"/>
                  </a:lnTo>
                  <a:lnTo>
                    <a:pt x="464" y="300"/>
                  </a:lnTo>
                  <a:lnTo>
                    <a:pt x="460" y="302"/>
                  </a:lnTo>
                  <a:lnTo>
                    <a:pt x="451" y="303"/>
                  </a:lnTo>
                  <a:lnTo>
                    <a:pt x="450" y="303"/>
                  </a:lnTo>
                  <a:lnTo>
                    <a:pt x="450" y="303"/>
                  </a:lnTo>
                  <a:lnTo>
                    <a:pt x="445" y="304"/>
                  </a:lnTo>
                  <a:lnTo>
                    <a:pt x="445" y="304"/>
                  </a:lnTo>
                  <a:lnTo>
                    <a:pt x="437" y="303"/>
                  </a:lnTo>
                  <a:lnTo>
                    <a:pt x="429" y="300"/>
                  </a:lnTo>
                  <a:lnTo>
                    <a:pt x="422" y="296"/>
                  </a:lnTo>
                  <a:lnTo>
                    <a:pt x="415" y="290"/>
                  </a:lnTo>
                  <a:lnTo>
                    <a:pt x="415" y="290"/>
                  </a:lnTo>
                  <a:lnTo>
                    <a:pt x="408" y="282"/>
                  </a:lnTo>
                  <a:lnTo>
                    <a:pt x="403" y="275"/>
                  </a:lnTo>
                  <a:lnTo>
                    <a:pt x="400" y="268"/>
                  </a:lnTo>
                  <a:lnTo>
                    <a:pt x="400" y="261"/>
                  </a:lnTo>
                  <a:lnTo>
                    <a:pt x="400" y="252"/>
                  </a:lnTo>
                  <a:lnTo>
                    <a:pt x="402" y="244"/>
                  </a:lnTo>
                  <a:lnTo>
                    <a:pt x="406" y="235"/>
                  </a:lnTo>
                  <a:lnTo>
                    <a:pt x="410" y="225"/>
                  </a:lnTo>
                  <a:lnTo>
                    <a:pt x="413" y="220"/>
                  </a:lnTo>
                  <a:lnTo>
                    <a:pt x="411" y="220"/>
                  </a:lnTo>
                  <a:lnTo>
                    <a:pt x="415" y="218"/>
                  </a:lnTo>
                  <a:lnTo>
                    <a:pt x="419" y="209"/>
                  </a:lnTo>
                  <a:lnTo>
                    <a:pt x="419" y="209"/>
                  </a:lnTo>
                  <a:lnTo>
                    <a:pt x="423" y="204"/>
                  </a:lnTo>
                  <a:lnTo>
                    <a:pt x="426" y="202"/>
                  </a:lnTo>
                  <a:lnTo>
                    <a:pt x="430" y="200"/>
                  </a:lnTo>
                  <a:lnTo>
                    <a:pt x="433" y="200"/>
                  </a:lnTo>
                  <a:lnTo>
                    <a:pt x="435" y="200"/>
                  </a:lnTo>
                  <a:lnTo>
                    <a:pt x="438" y="199"/>
                  </a:lnTo>
                  <a:lnTo>
                    <a:pt x="438" y="199"/>
                  </a:lnTo>
                  <a:lnTo>
                    <a:pt x="459" y="180"/>
                  </a:lnTo>
                  <a:lnTo>
                    <a:pt x="479" y="163"/>
                  </a:lnTo>
                  <a:lnTo>
                    <a:pt x="495" y="147"/>
                  </a:lnTo>
                  <a:lnTo>
                    <a:pt x="511" y="131"/>
                  </a:lnTo>
                  <a:lnTo>
                    <a:pt x="522" y="119"/>
                  </a:lnTo>
                  <a:lnTo>
                    <a:pt x="522" y="119"/>
                  </a:lnTo>
                  <a:lnTo>
                    <a:pt x="541" y="99"/>
                  </a:lnTo>
                  <a:lnTo>
                    <a:pt x="560" y="80"/>
                  </a:lnTo>
                  <a:lnTo>
                    <a:pt x="578" y="63"/>
                  </a:lnTo>
                  <a:lnTo>
                    <a:pt x="597" y="47"/>
                  </a:lnTo>
                  <a:lnTo>
                    <a:pt x="618" y="32"/>
                  </a:lnTo>
                  <a:lnTo>
                    <a:pt x="629" y="25"/>
                  </a:lnTo>
                  <a:lnTo>
                    <a:pt x="640" y="19"/>
                  </a:lnTo>
                  <a:lnTo>
                    <a:pt x="651" y="14"/>
                  </a:lnTo>
                  <a:lnTo>
                    <a:pt x="663" y="9"/>
                  </a:lnTo>
                  <a:lnTo>
                    <a:pt x="676" y="5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701" y="0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723" y="0"/>
                  </a:lnTo>
                  <a:lnTo>
                    <a:pt x="734" y="1"/>
                  </a:lnTo>
                  <a:lnTo>
                    <a:pt x="744" y="3"/>
                  </a:lnTo>
                  <a:lnTo>
                    <a:pt x="755" y="6"/>
                  </a:lnTo>
                  <a:lnTo>
                    <a:pt x="765" y="10"/>
                  </a:lnTo>
                  <a:lnTo>
                    <a:pt x="775" y="14"/>
                  </a:lnTo>
                  <a:lnTo>
                    <a:pt x="795" y="23"/>
                  </a:lnTo>
                  <a:lnTo>
                    <a:pt x="813" y="35"/>
                  </a:lnTo>
                  <a:lnTo>
                    <a:pt x="829" y="47"/>
                  </a:lnTo>
                  <a:lnTo>
                    <a:pt x="845" y="61"/>
                  </a:lnTo>
                  <a:lnTo>
                    <a:pt x="857" y="73"/>
                  </a:lnTo>
                  <a:lnTo>
                    <a:pt x="857" y="73"/>
                  </a:lnTo>
                  <a:lnTo>
                    <a:pt x="880" y="97"/>
                  </a:lnTo>
                  <a:lnTo>
                    <a:pt x="903" y="120"/>
                  </a:lnTo>
                  <a:lnTo>
                    <a:pt x="903" y="120"/>
                  </a:lnTo>
                  <a:lnTo>
                    <a:pt x="923" y="142"/>
                  </a:lnTo>
                  <a:lnTo>
                    <a:pt x="945" y="164"/>
                  </a:lnTo>
                  <a:lnTo>
                    <a:pt x="945" y="164"/>
                  </a:lnTo>
                  <a:lnTo>
                    <a:pt x="956" y="177"/>
                  </a:lnTo>
                  <a:lnTo>
                    <a:pt x="966" y="188"/>
                  </a:lnTo>
                  <a:lnTo>
                    <a:pt x="966" y="188"/>
                  </a:lnTo>
                  <a:lnTo>
                    <a:pt x="978" y="204"/>
                  </a:lnTo>
                  <a:lnTo>
                    <a:pt x="978" y="205"/>
                  </a:lnTo>
                  <a:lnTo>
                    <a:pt x="979" y="205"/>
                  </a:lnTo>
                  <a:lnTo>
                    <a:pt x="979" y="205"/>
                  </a:lnTo>
                  <a:lnTo>
                    <a:pt x="983" y="208"/>
                  </a:lnTo>
                  <a:lnTo>
                    <a:pt x="986" y="210"/>
                  </a:lnTo>
                  <a:lnTo>
                    <a:pt x="990" y="212"/>
                  </a:lnTo>
                  <a:lnTo>
                    <a:pt x="993" y="212"/>
                  </a:lnTo>
                  <a:lnTo>
                    <a:pt x="993" y="212"/>
                  </a:lnTo>
                  <a:lnTo>
                    <a:pt x="996" y="212"/>
                  </a:lnTo>
                  <a:lnTo>
                    <a:pt x="999" y="210"/>
                  </a:lnTo>
                  <a:lnTo>
                    <a:pt x="1002" y="209"/>
                  </a:lnTo>
                  <a:lnTo>
                    <a:pt x="1004" y="206"/>
                  </a:lnTo>
                  <a:lnTo>
                    <a:pt x="1008" y="200"/>
                  </a:lnTo>
                  <a:lnTo>
                    <a:pt x="1013" y="190"/>
                  </a:lnTo>
                  <a:lnTo>
                    <a:pt x="1015" y="181"/>
                  </a:lnTo>
                  <a:lnTo>
                    <a:pt x="1017" y="169"/>
                  </a:lnTo>
                  <a:lnTo>
                    <a:pt x="1019" y="147"/>
                  </a:lnTo>
                  <a:lnTo>
                    <a:pt x="1019" y="147"/>
                  </a:lnTo>
                  <a:lnTo>
                    <a:pt x="1021" y="130"/>
                  </a:lnTo>
                  <a:lnTo>
                    <a:pt x="1023" y="114"/>
                  </a:lnTo>
                  <a:lnTo>
                    <a:pt x="1027" y="97"/>
                  </a:lnTo>
                  <a:lnTo>
                    <a:pt x="1032" y="80"/>
                  </a:lnTo>
                  <a:lnTo>
                    <a:pt x="1032" y="80"/>
                  </a:lnTo>
                  <a:lnTo>
                    <a:pt x="1034" y="73"/>
                  </a:lnTo>
                  <a:lnTo>
                    <a:pt x="1037" y="66"/>
                  </a:lnTo>
                  <a:lnTo>
                    <a:pt x="1047" y="52"/>
                  </a:lnTo>
                  <a:lnTo>
                    <a:pt x="1057" y="40"/>
                  </a:lnTo>
                  <a:lnTo>
                    <a:pt x="1069" y="30"/>
                  </a:lnTo>
                  <a:lnTo>
                    <a:pt x="1082" y="20"/>
                  </a:lnTo>
                  <a:lnTo>
                    <a:pt x="1097" y="12"/>
                  </a:lnTo>
                  <a:lnTo>
                    <a:pt x="1112" y="7"/>
                  </a:lnTo>
                  <a:lnTo>
                    <a:pt x="1128" y="4"/>
                  </a:lnTo>
                  <a:lnTo>
                    <a:pt x="1128" y="4"/>
                  </a:lnTo>
                  <a:lnTo>
                    <a:pt x="1153" y="1"/>
                  </a:lnTo>
                  <a:lnTo>
                    <a:pt x="1176" y="1"/>
                  </a:lnTo>
                  <a:lnTo>
                    <a:pt x="1176" y="1"/>
                  </a:lnTo>
                  <a:lnTo>
                    <a:pt x="1192" y="1"/>
                  </a:lnTo>
                  <a:lnTo>
                    <a:pt x="1207" y="2"/>
                  </a:lnTo>
                  <a:lnTo>
                    <a:pt x="1222" y="5"/>
                  </a:lnTo>
                  <a:lnTo>
                    <a:pt x="1235" y="8"/>
                  </a:lnTo>
                  <a:lnTo>
                    <a:pt x="1249" y="12"/>
                  </a:lnTo>
                  <a:lnTo>
                    <a:pt x="1262" y="17"/>
                  </a:lnTo>
                  <a:lnTo>
                    <a:pt x="1274" y="22"/>
                  </a:lnTo>
                  <a:lnTo>
                    <a:pt x="1286" y="30"/>
                  </a:lnTo>
                  <a:lnTo>
                    <a:pt x="1286" y="30"/>
                  </a:lnTo>
                  <a:lnTo>
                    <a:pt x="1298" y="38"/>
                  </a:lnTo>
                  <a:lnTo>
                    <a:pt x="1309" y="47"/>
                  </a:lnTo>
                  <a:lnTo>
                    <a:pt x="1331" y="67"/>
                  </a:lnTo>
                  <a:lnTo>
                    <a:pt x="1331" y="67"/>
                  </a:lnTo>
                  <a:lnTo>
                    <a:pt x="1343" y="79"/>
                  </a:lnTo>
                  <a:lnTo>
                    <a:pt x="1357" y="91"/>
                  </a:lnTo>
                  <a:lnTo>
                    <a:pt x="1357" y="91"/>
                  </a:lnTo>
                  <a:lnTo>
                    <a:pt x="1373" y="104"/>
                  </a:lnTo>
                  <a:lnTo>
                    <a:pt x="1373" y="104"/>
                  </a:lnTo>
                  <a:lnTo>
                    <a:pt x="1387" y="116"/>
                  </a:lnTo>
                  <a:lnTo>
                    <a:pt x="1400" y="128"/>
                  </a:lnTo>
                  <a:lnTo>
                    <a:pt x="1413" y="140"/>
                  </a:lnTo>
                  <a:lnTo>
                    <a:pt x="1425" y="154"/>
                  </a:lnTo>
                  <a:lnTo>
                    <a:pt x="1425" y="154"/>
                  </a:lnTo>
                  <a:lnTo>
                    <a:pt x="1433" y="166"/>
                  </a:lnTo>
                  <a:lnTo>
                    <a:pt x="1443" y="180"/>
                  </a:lnTo>
                  <a:lnTo>
                    <a:pt x="1451" y="195"/>
                  </a:lnTo>
                  <a:lnTo>
                    <a:pt x="1459" y="212"/>
                  </a:lnTo>
                  <a:lnTo>
                    <a:pt x="1468" y="230"/>
                  </a:lnTo>
                  <a:lnTo>
                    <a:pt x="1474" y="248"/>
                  </a:lnTo>
                  <a:lnTo>
                    <a:pt x="1480" y="267"/>
                  </a:lnTo>
                  <a:lnTo>
                    <a:pt x="1484" y="286"/>
                  </a:lnTo>
                  <a:lnTo>
                    <a:pt x="1487" y="305"/>
                  </a:lnTo>
                  <a:lnTo>
                    <a:pt x="1488" y="324"/>
                  </a:lnTo>
                  <a:lnTo>
                    <a:pt x="1487" y="343"/>
                  </a:lnTo>
                  <a:lnTo>
                    <a:pt x="1484" y="360"/>
                  </a:lnTo>
                  <a:lnTo>
                    <a:pt x="1482" y="368"/>
                  </a:lnTo>
                  <a:lnTo>
                    <a:pt x="1479" y="378"/>
                  </a:lnTo>
                  <a:lnTo>
                    <a:pt x="1476" y="386"/>
                  </a:lnTo>
                  <a:lnTo>
                    <a:pt x="1472" y="393"/>
                  </a:lnTo>
                  <a:lnTo>
                    <a:pt x="1467" y="401"/>
                  </a:lnTo>
                  <a:lnTo>
                    <a:pt x="1461" y="408"/>
                  </a:lnTo>
                  <a:lnTo>
                    <a:pt x="1455" y="415"/>
                  </a:lnTo>
                  <a:lnTo>
                    <a:pt x="1448" y="421"/>
                  </a:lnTo>
                  <a:lnTo>
                    <a:pt x="1448" y="421"/>
                  </a:lnTo>
                  <a:lnTo>
                    <a:pt x="1441" y="427"/>
                  </a:lnTo>
                  <a:lnTo>
                    <a:pt x="1432" y="431"/>
                  </a:lnTo>
                  <a:lnTo>
                    <a:pt x="1424" y="433"/>
                  </a:lnTo>
                  <a:lnTo>
                    <a:pt x="1416" y="435"/>
                  </a:lnTo>
                  <a:lnTo>
                    <a:pt x="1406" y="436"/>
                  </a:lnTo>
                  <a:lnTo>
                    <a:pt x="1397" y="437"/>
                  </a:lnTo>
                  <a:lnTo>
                    <a:pt x="1377" y="437"/>
                  </a:lnTo>
                  <a:lnTo>
                    <a:pt x="1377" y="437"/>
                  </a:lnTo>
                  <a:lnTo>
                    <a:pt x="1359" y="437"/>
                  </a:lnTo>
                  <a:lnTo>
                    <a:pt x="1339" y="439"/>
                  </a:lnTo>
                  <a:lnTo>
                    <a:pt x="1331" y="441"/>
                  </a:lnTo>
                  <a:lnTo>
                    <a:pt x="1321" y="443"/>
                  </a:lnTo>
                  <a:lnTo>
                    <a:pt x="1313" y="447"/>
                  </a:lnTo>
                  <a:lnTo>
                    <a:pt x="1305" y="452"/>
                  </a:lnTo>
                  <a:lnTo>
                    <a:pt x="1305" y="452"/>
                  </a:lnTo>
                  <a:lnTo>
                    <a:pt x="1298" y="458"/>
                  </a:lnTo>
                  <a:lnTo>
                    <a:pt x="1292" y="463"/>
                  </a:lnTo>
                  <a:lnTo>
                    <a:pt x="1287" y="468"/>
                  </a:lnTo>
                  <a:lnTo>
                    <a:pt x="1284" y="473"/>
                  </a:lnTo>
                  <a:lnTo>
                    <a:pt x="1281" y="478"/>
                  </a:lnTo>
                  <a:lnTo>
                    <a:pt x="1280" y="484"/>
                  </a:lnTo>
                  <a:lnTo>
                    <a:pt x="1279" y="488"/>
                  </a:lnTo>
                  <a:lnTo>
                    <a:pt x="1279" y="493"/>
                  </a:lnTo>
                  <a:lnTo>
                    <a:pt x="1281" y="501"/>
                  </a:lnTo>
                  <a:lnTo>
                    <a:pt x="1284" y="510"/>
                  </a:lnTo>
                  <a:lnTo>
                    <a:pt x="1289" y="518"/>
                  </a:lnTo>
                  <a:lnTo>
                    <a:pt x="1295" y="526"/>
                  </a:lnTo>
                  <a:lnTo>
                    <a:pt x="1295" y="526"/>
                  </a:lnTo>
                  <a:lnTo>
                    <a:pt x="1302" y="537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08" y="549"/>
                  </a:lnTo>
                  <a:lnTo>
                    <a:pt x="1316" y="559"/>
                  </a:lnTo>
                  <a:lnTo>
                    <a:pt x="1316" y="559"/>
                  </a:lnTo>
                  <a:lnTo>
                    <a:pt x="1333" y="581"/>
                  </a:lnTo>
                  <a:lnTo>
                    <a:pt x="1342" y="591"/>
                  </a:lnTo>
                  <a:lnTo>
                    <a:pt x="1353" y="601"/>
                  </a:lnTo>
                  <a:lnTo>
                    <a:pt x="1353" y="601"/>
                  </a:lnTo>
                  <a:lnTo>
                    <a:pt x="1367" y="614"/>
                  </a:lnTo>
                  <a:lnTo>
                    <a:pt x="1367" y="614"/>
                  </a:lnTo>
                  <a:lnTo>
                    <a:pt x="1400" y="644"/>
                  </a:lnTo>
                  <a:lnTo>
                    <a:pt x="1416" y="660"/>
                  </a:lnTo>
                  <a:lnTo>
                    <a:pt x="1431" y="677"/>
                  </a:lnTo>
                  <a:lnTo>
                    <a:pt x="1446" y="694"/>
                  </a:lnTo>
                  <a:lnTo>
                    <a:pt x="1459" y="713"/>
                  </a:lnTo>
                  <a:lnTo>
                    <a:pt x="1464" y="721"/>
                  </a:lnTo>
                  <a:lnTo>
                    <a:pt x="1470" y="730"/>
                  </a:lnTo>
                  <a:lnTo>
                    <a:pt x="1474" y="741"/>
                  </a:lnTo>
                  <a:lnTo>
                    <a:pt x="1477" y="750"/>
                  </a:lnTo>
                  <a:lnTo>
                    <a:pt x="1477" y="750"/>
                  </a:lnTo>
                  <a:lnTo>
                    <a:pt x="1483" y="773"/>
                  </a:lnTo>
                  <a:lnTo>
                    <a:pt x="1487" y="794"/>
                  </a:lnTo>
                  <a:lnTo>
                    <a:pt x="1489" y="816"/>
                  </a:lnTo>
                  <a:lnTo>
                    <a:pt x="1489" y="836"/>
                  </a:lnTo>
                  <a:lnTo>
                    <a:pt x="1487" y="856"/>
                  </a:lnTo>
                  <a:lnTo>
                    <a:pt x="1483" y="876"/>
                  </a:lnTo>
                  <a:lnTo>
                    <a:pt x="1476" y="896"/>
                  </a:lnTo>
                  <a:lnTo>
                    <a:pt x="1467" y="918"/>
                  </a:lnTo>
                  <a:lnTo>
                    <a:pt x="1467" y="918"/>
                  </a:lnTo>
                  <a:lnTo>
                    <a:pt x="1458" y="933"/>
                  </a:lnTo>
                  <a:lnTo>
                    <a:pt x="1448" y="949"/>
                  </a:lnTo>
                  <a:lnTo>
                    <a:pt x="1437" y="963"/>
                  </a:lnTo>
                  <a:lnTo>
                    <a:pt x="1425" y="978"/>
                  </a:lnTo>
                  <a:lnTo>
                    <a:pt x="1425" y="978"/>
                  </a:lnTo>
                  <a:lnTo>
                    <a:pt x="1404" y="1004"/>
                  </a:lnTo>
                  <a:lnTo>
                    <a:pt x="1404" y="1004"/>
                  </a:lnTo>
                  <a:lnTo>
                    <a:pt x="1389" y="1024"/>
                  </a:lnTo>
                  <a:lnTo>
                    <a:pt x="1373" y="1041"/>
                  </a:lnTo>
                  <a:lnTo>
                    <a:pt x="1340" y="1075"/>
                  </a:lnTo>
                  <a:lnTo>
                    <a:pt x="1340" y="1075"/>
                  </a:lnTo>
                  <a:lnTo>
                    <a:pt x="1320" y="1096"/>
                  </a:lnTo>
                  <a:lnTo>
                    <a:pt x="1320" y="1096"/>
                  </a:lnTo>
                  <a:lnTo>
                    <a:pt x="1299" y="1117"/>
                  </a:lnTo>
                  <a:lnTo>
                    <a:pt x="1278" y="1137"/>
                  </a:lnTo>
                  <a:lnTo>
                    <a:pt x="1233" y="1175"/>
                  </a:lnTo>
                  <a:lnTo>
                    <a:pt x="1233" y="1175"/>
                  </a:lnTo>
                  <a:lnTo>
                    <a:pt x="1194" y="1209"/>
                  </a:lnTo>
                  <a:lnTo>
                    <a:pt x="1174" y="1227"/>
                  </a:lnTo>
                  <a:lnTo>
                    <a:pt x="1155" y="1245"/>
                  </a:lnTo>
                  <a:lnTo>
                    <a:pt x="1155" y="1245"/>
                  </a:lnTo>
                  <a:lnTo>
                    <a:pt x="1134" y="1266"/>
                  </a:lnTo>
                  <a:lnTo>
                    <a:pt x="1112" y="1286"/>
                  </a:lnTo>
                  <a:lnTo>
                    <a:pt x="1112" y="1286"/>
                  </a:lnTo>
                  <a:lnTo>
                    <a:pt x="1089" y="1305"/>
                  </a:lnTo>
                  <a:lnTo>
                    <a:pt x="1068" y="1326"/>
                  </a:lnTo>
                  <a:lnTo>
                    <a:pt x="1063" y="1330"/>
                  </a:lnTo>
                  <a:lnTo>
                    <a:pt x="1063" y="1330"/>
                  </a:lnTo>
                  <a:lnTo>
                    <a:pt x="1041" y="1352"/>
                  </a:lnTo>
                  <a:lnTo>
                    <a:pt x="1018" y="1374"/>
                  </a:lnTo>
                  <a:lnTo>
                    <a:pt x="1017" y="1375"/>
                  </a:lnTo>
                  <a:lnTo>
                    <a:pt x="1017" y="1376"/>
                  </a:lnTo>
                  <a:lnTo>
                    <a:pt x="1017" y="1376"/>
                  </a:lnTo>
                  <a:lnTo>
                    <a:pt x="1013" y="1381"/>
                  </a:lnTo>
                  <a:lnTo>
                    <a:pt x="1013" y="1381"/>
                  </a:lnTo>
                  <a:lnTo>
                    <a:pt x="988" y="1404"/>
                  </a:lnTo>
                  <a:lnTo>
                    <a:pt x="962" y="1427"/>
                  </a:lnTo>
                  <a:lnTo>
                    <a:pt x="935" y="1447"/>
                  </a:lnTo>
                  <a:lnTo>
                    <a:pt x="909" y="1468"/>
                  </a:lnTo>
                  <a:lnTo>
                    <a:pt x="909" y="1468"/>
                  </a:lnTo>
                  <a:lnTo>
                    <a:pt x="883" y="1489"/>
                  </a:lnTo>
                  <a:lnTo>
                    <a:pt x="883" y="1489"/>
                  </a:lnTo>
                  <a:lnTo>
                    <a:pt x="873" y="1496"/>
                  </a:lnTo>
                  <a:lnTo>
                    <a:pt x="861" y="1502"/>
                  </a:lnTo>
                  <a:lnTo>
                    <a:pt x="850" y="1509"/>
                  </a:lnTo>
                  <a:lnTo>
                    <a:pt x="839" y="1513"/>
                  </a:lnTo>
                  <a:lnTo>
                    <a:pt x="826" y="1517"/>
                  </a:lnTo>
                  <a:lnTo>
                    <a:pt x="814" y="1519"/>
                  </a:lnTo>
                  <a:lnTo>
                    <a:pt x="801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lnTo>
                    <a:pt x="789" y="1521"/>
                  </a:lnTo>
                  <a:close/>
                  <a:moveTo>
                    <a:pt x="490" y="1165"/>
                  </a:moveTo>
                  <a:lnTo>
                    <a:pt x="490" y="1165"/>
                  </a:lnTo>
                  <a:lnTo>
                    <a:pt x="484" y="1165"/>
                  </a:lnTo>
                  <a:lnTo>
                    <a:pt x="478" y="1166"/>
                  </a:lnTo>
                  <a:lnTo>
                    <a:pt x="473" y="1168"/>
                  </a:lnTo>
                  <a:lnTo>
                    <a:pt x="467" y="1171"/>
                  </a:lnTo>
                  <a:lnTo>
                    <a:pt x="467" y="1171"/>
                  </a:lnTo>
                  <a:lnTo>
                    <a:pt x="460" y="1176"/>
                  </a:lnTo>
                  <a:lnTo>
                    <a:pt x="454" y="1181"/>
                  </a:lnTo>
                  <a:lnTo>
                    <a:pt x="450" y="1187"/>
                  </a:lnTo>
                  <a:lnTo>
                    <a:pt x="449" y="1194"/>
                  </a:lnTo>
                  <a:lnTo>
                    <a:pt x="449" y="1194"/>
                  </a:lnTo>
                  <a:lnTo>
                    <a:pt x="449" y="1200"/>
                  </a:lnTo>
                  <a:lnTo>
                    <a:pt x="450" y="1205"/>
                  </a:lnTo>
                  <a:lnTo>
                    <a:pt x="453" y="1210"/>
                  </a:lnTo>
                  <a:lnTo>
                    <a:pt x="456" y="1215"/>
                  </a:lnTo>
                  <a:lnTo>
                    <a:pt x="465" y="1226"/>
                  </a:lnTo>
                  <a:lnTo>
                    <a:pt x="476" y="1236"/>
                  </a:lnTo>
                  <a:lnTo>
                    <a:pt x="476" y="1236"/>
                  </a:lnTo>
                  <a:lnTo>
                    <a:pt x="485" y="1244"/>
                  </a:lnTo>
                  <a:lnTo>
                    <a:pt x="485" y="1244"/>
                  </a:lnTo>
                  <a:lnTo>
                    <a:pt x="487" y="1247"/>
                  </a:lnTo>
                  <a:lnTo>
                    <a:pt x="489" y="1252"/>
                  </a:lnTo>
                  <a:lnTo>
                    <a:pt x="489" y="1253"/>
                  </a:lnTo>
                  <a:lnTo>
                    <a:pt x="504" y="1268"/>
                  </a:lnTo>
                  <a:lnTo>
                    <a:pt x="504" y="1268"/>
                  </a:lnTo>
                  <a:lnTo>
                    <a:pt x="545" y="1312"/>
                  </a:lnTo>
                  <a:lnTo>
                    <a:pt x="545" y="1312"/>
                  </a:lnTo>
                  <a:lnTo>
                    <a:pt x="567" y="1334"/>
                  </a:lnTo>
                  <a:lnTo>
                    <a:pt x="567" y="1334"/>
                  </a:lnTo>
                  <a:lnTo>
                    <a:pt x="598" y="1369"/>
                  </a:lnTo>
                  <a:lnTo>
                    <a:pt x="615" y="1385"/>
                  </a:lnTo>
                  <a:lnTo>
                    <a:pt x="633" y="1401"/>
                  </a:lnTo>
                  <a:lnTo>
                    <a:pt x="633" y="1401"/>
                  </a:lnTo>
                  <a:lnTo>
                    <a:pt x="646" y="1412"/>
                  </a:lnTo>
                  <a:lnTo>
                    <a:pt x="658" y="1424"/>
                  </a:lnTo>
                  <a:lnTo>
                    <a:pt x="658" y="1424"/>
                  </a:lnTo>
                  <a:lnTo>
                    <a:pt x="676" y="1440"/>
                  </a:lnTo>
                  <a:lnTo>
                    <a:pt x="685" y="1447"/>
                  </a:lnTo>
                  <a:lnTo>
                    <a:pt x="694" y="1455"/>
                  </a:lnTo>
                  <a:lnTo>
                    <a:pt x="705" y="1462"/>
                  </a:lnTo>
                  <a:lnTo>
                    <a:pt x="715" y="1468"/>
                  </a:lnTo>
                  <a:lnTo>
                    <a:pt x="727" y="1472"/>
                  </a:lnTo>
                  <a:lnTo>
                    <a:pt x="739" y="1476"/>
                  </a:lnTo>
                  <a:lnTo>
                    <a:pt x="739" y="1476"/>
                  </a:lnTo>
                  <a:lnTo>
                    <a:pt x="752" y="1480"/>
                  </a:lnTo>
                  <a:lnTo>
                    <a:pt x="765" y="1482"/>
                  </a:lnTo>
                  <a:lnTo>
                    <a:pt x="776" y="1483"/>
                  </a:lnTo>
                  <a:lnTo>
                    <a:pt x="787" y="1483"/>
                  </a:lnTo>
                  <a:lnTo>
                    <a:pt x="787" y="1483"/>
                  </a:lnTo>
                  <a:lnTo>
                    <a:pt x="800" y="1483"/>
                  </a:lnTo>
                  <a:lnTo>
                    <a:pt x="813" y="1481"/>
                  </a:lnTo>
                  <a:lnTo>
                    <a:pt x="824" y="1478"/>
                  </a:lnTo>
                  <a:lnTo>
                    <a:pt x="836" y="1473"/>
                  </a:lnTo>
                  <a:lnTo>
                    <a:pt x="848" y="1467"/>
                  </a:lnTo>
                  <a:lnTo>
                    <a:pt x="859" y="1460"/>
                  </a:lnTo>
                  <a:lnTo>
                    <a:pt x="872" y="1452"/>
                  </a:lnTo>
                  <a:lnTo>
                    <a:pt x="883" y="1442"/>
                  </a:lnTo>
                  <a:lnTo>
                    <a:pt x="883" y="1442"/>
                  </a:lnTo>
                  <a:lnTo>
                    <a:pt x="905" y="1424"/>
                  </a:lnTo>
                  <a:lnTo>
                    <a:pt x="928" y="1405"/>
                  </a:lnTo>
                  <a:lnTo>
                    <a:pt x="928" y="1405"/>
                  </a:lnTo>
                  <a:lnTo>
                    <a:pt x="945" y="1391"/>
                  </a:lnTo>
                  <a:lnTo>
                    <a:pt x="949" y="1388"/>
                  </a:lnTo>
                  <a:lnTo>
                    <a:pt x="946" y="1384"/>
                  </a:lnTo>
                  <a:lnTo>
                    <a:pt x="959" y="1376"/>
                  </a:lnTo>
                  <a:lnTo>
                    <a:pt x="959" y="1376"/>
                  </a:lnTo>
                  <a:lnTo>
                    <a:pt x="982" y="1357"/>
                  </a:lnTo>
                  <a:lnTo>
                    <a:pt x="1004" y="1338"/>
                  </a:lnTo>
                  <a:lnTo>
                    <a:pt x="1025" y="1317"/>
                  </a:lnTo>
                  <a:lnTo>
                    <a:pt x="1047" y="1296"/>
                  </a:lnTo>
                  <a:lnTo>
                    <a:pt x="1053" y="1289"/>
                  </a:lnTo>
                  <a:lnTo>
                    <a:pt x="1053" y="1289"/>
                  </a:lnTo>
                  <a:lnTo>
                    <a:pt x="1070" y="1274"/>
                  </a:lnTo>
                  <a:lnTo>
                    <a:pt x="1086" y="1260"/>
                  </a:lnTo>
                  <a:lnTo>
                    <a:pt x="1086" y="1260"/>
                  </a:lnTo>
                  <a:lnTo>
                    <a:pt x="1102" y="1246"/>
                  </a:lnTo>
                  <a:lnTo>
                    <a:pt x="1118" y="1231"/>
                  </a:lnTo>
                  <a:lnTo>
                    <a:pt x="1118" y="1231"/>
                  </a:lnTo>
                  <a:lnTo>
                    <a:pt x="1136" y="1214"/>
                  </a:lnTo>
                  <a:lnTo>
                    <a:pt x="1155" y="1198"/>
                  </a:lnTo>
                  <a:lnTo>
                    <a:pt x="1192" y="1166"/>
                  </a:lnTo>
                  <a:lnTo>
                    <a:pt x="1192" y="1166"/>
                  </a:lnTo>
                  <a:lnTo>
                    <a:pt x="1231" y="1132"/>
                  </a:lnTo>
                  <a:lnTo>
                    <a:pt x="1251" y="1115"/>
                  </a:lnTo>
                  <a:lnTo>
                    <a:pt x="1270" y="1096"/>
                  </a:lnTo>
                  <a:lnTo>
                    <a:pt x="1270" y="1096"/>
                  </a:lnTo>
                  <a:lnTo>
                    <a:pt x="1307" y="1057"/>
                  </a:lnTo>
                  <a:lnTo>
                    <a:pt x="1343" y="1017"/>
                  </a:lnTo>
                  <a:lnTo>
                    <a:pt x="1377" y="977"/>
                  </a:lnTo>
                  <a:lnTo>
                    <a:pt x="1410" y="936"/>
                  </a:lnTo>
                  <a:lnTo>
                    <a:pt x="1410" y="936"/>
                  </a:lnTo>
                  <a:lnTo>
                    <a:pt x="1419" y="924"/>
                  </a:lnTo>
                  <a:lnTo>
                    <a:pt x="1427" y="911"/>
                  </a:lnTo>
                  <a:lnTo>
                    <a:pt x="1431" y="903"/>
                  </a:lnTo>
                  <a:lnTo>
                    <a:pt x="1434" y="896"/>
                  </a:lnTo>
                  <a:lnTo>
                    <a:pt x="1438" y="888"/>
                  </a:lnTo>
                  <a:lnTo>
                    <a:pt x="1440" y="878"/>
                  </a:lnTo>
                  <a:lnTo>
                    <a:pt x="1440" y="878"/>
                  </a:lnTo>
                  <a:lnTo>
                    <a:pt x="1442" y="874"/>
                  </a:lnTo>
                  <a:lnTo>
                    <a:pt x="1443" y="871"/>
                  </a:lnTo>
                  <a:lnTo>
                    <a:pt x="1448" y="864"/>
                  </a:lnTo>
                  <a:lnTo>
                    <a:pt x="1448" y="864"/>
                  </a:lnTo>
                  <a:lnTo>
                    <a:pt x="1451" y="858"/>
                  </a:lnTo>
                  <a:lnTo>
                    <a:pt x="1454" y="851"/>
                  </a:lnTo>
                  <a:lnTo>
                    <a:pt x="1456" y="843"/>
                  </a:lnTo>
                  <a:lnTo>
                    <a:pt x="1457" y="834"/>
                  </a:lnTo>
                  <a:lnTo>
                    <a:pt x="1457" y="834"/>
                  </a:lnTo>
                  <a:lnTo>
                    <a:pt x="1455" y="816"/>
                  </a:lnTo>
                  <a:lnTo>
                    <a:pt x="1452" y="800"/>
                  </a:lnTo>
                  <a:lnTo>
                    <a:pt x="1449" y="783"/>
                  </a:lnTo>
                  <a:lnTo>
                    <a:pt x="1444" y="769"/>
                  </a:lnTo>
                  <a:lnTo>
                    <a:pt x="1439" y="755"/>
                  </a:lnTo>
                  <a:lnTo>
                    <a:pt x="1431" y="743"/>
                  </a:lnTo>
                  <a:lnTo>
                    <a:pt x="1424" y="730"/>
                  </a:lnTo>
                  <a:lnTo>
                    <a:pt x="1415" y="719"/>
                  </a:lnTo>
                  <a:lnTo>
                    <a:pt x="1410" y="713"/>
                  </a:lnTo>
                  <a:lnTo>
                    <a:pt x="1410" y="713"/>
                  </a:lnTo>
                  <a:lnTo>
                    <a:pt x="1381" y="678"/>
                  </a:lnTo>
                  <a:lnTo>
                    <a:pt x="1366" y="663"/>
                  </a:lnTo>
                  <a:lnTo>
                    <a:pt x="1349" y="647"/>
                  </a:lnTo>
                  <a:lnTo>
                    <a:pt x="1349" y="647"/>
                  </a:lnTo>
                  <a:lnTo>
                    <a:pt x="1336" y="635"/>
                  </a:lnTo>
                  <a:lnTo>
                    <a:pt x="1336" y="635"/>
                  </a:lnTo>
                  <a:lnTo>
                    <a:pt x="1323" y="623"/>
                  </a:lnTo>
                  <a:lnTo>
                    <a:pt x="1310" y="612"/>
                  </a:lnTo>
                  <a:lnTo>
                    <a:pt x="1300" y="600"/>
                  </a:lnTo>
                  <a:lnTo>
                    <a:pt x="1295" y="593"/>
                  </a:lnTo>
                  <a:lnTo>
                    <a:pt x="1290" y="586"/>
                  </a:lnTo>
                  <a:lnTo>
                    <a:pt x="1290" y="586"/>
                  </a:lnTo>
                  <a:lnTo>
                    <a:pt x="1288" y="582"/>
                  </a:lnTo>
                  <a:lnTo>
                    <a:pt x="1286" y="580"/>
                  </a:lnTo>
                  <a:lnTo>
                    <a:pt x="1285" y="579"/>
                  </a:lnTo>
                  <a:lnTo>
                    <a:pt x="1285" y="579"/>
                  </a:lnTo>
                  <a:lnTo>
                    <a:pt x="1281" y="577"/>
                  </a:lnTo>
                  <a:lnTo>
                    <a:pt x="1279" y="574"/>
                  </a:lnTo>
                  <a:lnTo>
                    <a:pt x="1277" y="571"/>
                  </a:lnTo>
                  <a:lnTo>
                    <a:pt x="1276" y="566"/>
                  </a:lnTo>
                  <a:lnTo>
                    <a:pt x="1275" y="565"/>
                  </a:lnTo>
                  <a:lnTo>
                    <a:pt x="1274" y="564"/>
                  </a:lnTo>
                  <a:lnTo>
                    <a:pt x="1274" y="564"/>
                  </a:lnTo>
                  <a:lnTo>
                    <a:pt x="1263" y="552"/>
                  </a:lnTo>
                  <a:lnTo>
                    <a:pt x="1263" y="552"/>
                  </a:lnTo>
                  <a:lnTo>
                    <a:pt x="1259" y="547"/>
                  </a:lnTo>
                  <a:lnTo>
                    <a:pt x="1257" y="543"/>
                  </a:lnTo>
                  <a:lnTo>
                    <a:pt x="1257" y="543"/>
                  </a:lnTo>
                  <a:lnTo>
                    <a:pt x="1248" y="527"/>
                  </a:lnTo>
                  <a:lnTo>
                    <a:pt x="1244" y="520"/>
                  </a:lnTo>
                  <a:lnTo>
                    <a:pt x="1242" y="514"/>
                  </a:lnTo>
                  <a:lnTo>
                    <a:pt x="1240" y="506"/>
                  </a:lnTo>
                  <a:lnTo>
                    <a:pt x="1239" y="500"/>
                  </a:lnTo>
                  <a:lnTo>
                    <a:pt x="1239" y="493"/>
                  </a:lnTo>
                  <a:lnTo>
                    <a:pt x="1240" y="487"/>
                  </a:lnTo>
                  <a:lnTo>
                    <a:pt x="1240" y="487"/>
                  </a:lnTo>
                  <a:lnTo>
                    <a:pt x="1244" y="473"/>
                  </a:lnTo>
                  <a:lnTo>
                    <a:pt x="1250" y="460"/>
                  </a:lnTo>
                  <a:lnTo>
                    <a:pt x="1257" y="447"/>
                  </a:lnTo>
                  <a:lnTo>
                    <a:pt x="1267" y="436"/>
                  </a:lnTo>
                  <a:lnTo>
                    <a:pt x="1278" y="427"/>
                  </a:lnTo>
                  <a:lnTo>
                    <a:pt x="1289" y="418"/>
                  </a:lnTo>
                  <a:lnTo>
                    <a:pt x="1302" y="412"/>
                  </a:lnTo>
                  <a:lnTo>
                    <a:pt x="1315" y="408"/>
                  </a:lnTo>
                  <a:lnTo>
                    <a:pt x="1315" y="408"/>
                  </a:lnTo>
                  <a:lnTo>
                    <a:pt x="1324" y="407"/>
                  </a:lnTo>
                  <a:lnTo>
                    <a:pt x="1333" y="406"/>
                  </a:lnTo>
                  <a:lnTo>
                    <a:pt x="1353" y="405"/>
                  </a:lnTo>
                  <a:lnTo>
                    <a:pt x="1353" y="405"/>
                  </a:lnTo>
                  <a:lnTo>
                    <a:pt x="1368" y="404"/>
                  </a:lnTo>
                  <a:lnTo>
                    <a:pt x="1383" y="403"/>
                  </a:lnTo>
                  <a:lnTo>
                    <a:pt x="1397" y="401"/>
                  </a:lnTo>
                  <a:lnTo>
                    <a:pt x="1412" y="396"/>
                  </a:lnTo>
                  <a:lnTo>
                    <a:pt x="1418" y="393"/>
                  </a:lnTo>
                  <a:lnTo>
                    <a:pt x="1423" y="390"/>
                  </a:lnTo>
                  <a:lnTo>
                    <a:pt x="1429" y="386"/>
                  </a:lnTo>
                  <a:lnTo>
                    <a:pt x="1433" y="382"/>
                  </a:lnTo>
                  <a:lnTo>
                    <a:pt x="1439" y="376"/>
                  </a:lnTo>
                  <a:lnTo>
                    <a:pt x="1442" y="370"/>
                  </a:lnTo>
                  <a:lnTo>
                    <a:pt x="1445" y="362"/>
                  </a:lnTo>
                  <a:lnTo>
                    <a:pt x="1447" y="354"/>
                  </a:lnTo>
                  <a:lnTo>
                    <a:pt x="1447" y="354"/>
                  </a:lnTo>
                  <a:lnTo>
                    <a:pt x="1449" y="343"/>
                  </a:lnTo>
                  <a:lnTo>
                    <a:pt x="1449" y="331"/>
                  </a:lnTo>
                  <a:lnTo>
                    <a:pt x="1449" y="319"/>
                  </a:lnTo>
                  <a:lnTo>
                    <a:pt x="1449" y="306"/>
                  </a:lnTo>
                  <a:lnTo>
                    <a:pt x="1447" y="294"/>
                  </a:lnTo>
                  <a:lnTo>
                    <a:pt x="1445" y="280"/>
                  </a:lnTo>
                  <a:lnTo>
                    <a:pt x="1442" y="268"/>
                  </a:lnTo>
                  <a:lnTo>
                    <a:pt x="1438" y="254"/>
                  </a:lnTo>
                  <a:lnTo>
                    <a:pt x="1433" y="242"/>
                  </a:lnTo>
                  <a:lnTo>
                    <a:pt x="1429" y="230"/>
                  </a:lnTo>
                  <a:lnTo>
                    <a:pt x="1424" y="217"/>
                  </a:lnTo>
                  <a:lnTo>
                    <a:pt x="1418" y="206"/>
                  </a:lnTo>
                  <a:lnTo>
                    <a:pt x="1412" y="194"/>
                  </a:lnTo>
                  <a:lnTo>
                    <a:pt x="1404" y="184"/>
                  </a:lnTo>
                  <a:lnTo>
                    <a:pt x="1397" y="175"/>
                  </a:lnTo>
                  <a:lnTo>
                    <a:pt x="1389" y="166"/>
                  </a:lnTo>
                  <a:lnTo>
                    <a:pt x="1389" y="166"/>
                  </a:lnTo>
                  <a:lnTo>
                    <a:pt x="1381" y="158"/>
                  </a:lnTo>
                  <a:lnTo>
                    <a:pt x="1371" y="150"/>
                  </a:lnTo>
                  <a:lnTo>
                    <a:pt x="1354" y="134"/>
                  </a:lnTo>
                  <a:lnTo>
                    <a:pt x="1354" y="134"/>
                  </a:lnTo>
                  <a:lnTo>
                    <a:pt x="1336" y="121"/>
                  </a:lnTo>
                  <a:lnTo>
                    <a:pt x="1320" y="106"/>
                  </a:lnTo>
                  <a:lnTo>
                    <a:pt x="1320" y="106"/>
                  </a:lnTo>
                  <a:lnTo>
                    <a:pt x="1302" y="88"/>
                  </a:lnTo>
                  <a:lnTo>
                    <a:pt x="1282" y="72"/>
                  </a:lnTo>
                  <a:lnTo>
                    <a:pt x="1273" y="65"/>
                  </a:lnTo>
                  <a:lnTo>
                    <a:pt x="1263" y="59"/>
                  </a:lnTo>
                  <a:lnTo>
                    <a:pt x="1253" y="52"/>
                  </a:lnTo>
                  <a:lnTo>
                    <a:pt x="1242" y="47"/>
                  </a:lnTo>
                  <a:lnTo>
                    <a:pt x="1242" y="47"/>
                  </a:lnTo>
                  <a:lnTo>
                    <a:pt x="1227" y="41"/>
                  </a:lnTo>
                  <a:lnTo>
                    <a:pt x="1211" y="37"/>
                  </a:lnTo>
                  <a:lnTo>
                    <a:pt x="1195" y="35"/>
                  </a:lnTo>
                  <a:lnTo>
                    <a:pt x="1177" y="34"/>
                  </a:lnTo>
                  <a:lnTo>
                    <a:pt x="1177" y="34"/>
                  </a:lnTo>
                  <a:lnTo>
                    <a:pt x="1167" y="34"/>
                  </a:lnTo>
                  <a:lnTo>
                    <a:pt x="1157" y="35"/>
                  </a:lnTo>
                  <a:lnTo>
                    <a:pt x="1146" y="37"/>
                  </a:lnTo>
                  <a:lnTo>
                    <a:pt x="1137" y="39"/>
                  </a:lnTo>
                  <a:lnTo>
                    <a:pt x="1128" y="42"/>
                  </a:lnTo>
                  <a:lnTo>
                    <a:pt x="1119" y="45"/>
                  </a:lnTo>
                  <a:lnTo>
                    <a:pt x="1111" y="49"/>
                  </a:lnTo>
                  <a:lnTo>
                    <a:pt x="1103" y="54"/>
                  </a:lnTo>
                  <a:lnTo>
                    <a:pt x="1096" y="60"/>
                  </a:lnTo>
                  <a:lnTo>
                    <a:pt x="1088" y="66"/>
                  </a:lnTo>
                  <a:lnTo>
                    <a:pt x="1082" y="72"/>
                  </a:lnTo>
                  <a:lnTo>
                    <a:pt x="1077" y="79"/>
                  </a:lnTo>
                  <a:lnTo>
                    <a:pt x="1072" y="87"/>
                  </a:lnTo>
                  <a:lnTo>
                    <a:pt x="1068" y="94"/>
                  </a:lnTo>
                  <a:lnTo>
                    <a:pt x="1064" y="102"/>
                  </a:lnTo>
                  <a:lnTo>
                    <a:pt x="1061" y="111"/>
                  </a:lnTo>
                  <a:lnTo>
                    <a:pt x="1061" y="111"/>
                  </a:lnTo>
                  <a:lnTo>
                    <a:pt x="1058" y="123"/>
                  </a:lnTo>
                  <a:lnTo>
                    <a:pt x="1057" y="134"/>
                  </a:lnTo>
                  <a:lnTo>
                    <a:pt x="1055" y="157"/>
                  </a:lnTo>
                  <a:lnTo>
                    <a:pt x="1055" y="157"/>
                  </a:lnTo>
                  <a:lnTo>
                    <a:pt x="1054" y="175"/>
                  </a:lnTo>
                  <a:lnTo>
                    <a:pt x="1053" y="184"/>
                  </a:lnTo>
                  <a:lnTo>
                    <a:pt x="1051" y="192"/>
                  </a:lnTo>
                  <a:lnTo>
                    <a:pt x="1049" y="201"/>
                  </a:lnTo>
                  <a:lnTo>
                    <a:pt x="1045" y="209"/>
                  </a:lnTo>
                  <a:lnTo>
                    <a:pt x="1040" y="216"/>
                  </a:lnTo>
                  <a:lnTo>
                    <a:pt x="1032" y="224"/>
                  </a:lnTo>
                  <a:lnTo>
                    <a:pt x="1032" y="224"/>
                  </a:lnTo>
                  <a:lnTo>
                    <a:pt x="1021" y="235"/>
                  </a:lnTo>
                  <a:lnTo>
                    <a:pt x="1011" y="242"/>
                  </a:lnTo>
                  <a:lnTo>
                    <a:pt x="1004" y="244"/>
                  </a:lnTo>
                  <a:lnTo>
                    <a:pt x="999" y="246"/>
                  </a:lnTo>
                  <a:lnTo>
                    <a:pt x="994" y="247"/>
                  </a:lnTo>
                  <a:lnTo>
                    <a:pt x="989" y="248"/>
                  </a:lnTo>
                  <a:lnTo>
                    <a:pt x="989" y="248"/>
                  </a:lnTo>
                  <a:lnTo>
                    <a:pt x="984" y="247"/>
                  </a:lnTo>
                  <a:lnTo>
                    <a:pt x="978" y="246"/>
                  </a:lnTo>
                  <a:lnTo>
                    <a:pt x="973" y="244"/>
                  </a:lnTo>
                  <a:lnTo>
                    <a:pt x="968" y="242"/>
                  </a:lnTo>
                  <a:lnTo>
                    <a:pt x="964" y="239"/>
                  </a:lnTo>
                  <a:lnTo>
                    <a:pt x="963" y="240"/>
                  </a:lnTo>
                  <a:lnTo>
                    <a:pt x="963" y="240"/>
                  </a:lnTo>
                  <a:lnTo>
                    <a:pt x="959" y="235"/>
                  </a:lnTo>
                  <a:lnTo>
                    <a:pt x="959" y="235"/>
                  </a:lnTo>
                  <a:lnTo>
                    <a:pt x="954" y="231"/>
                  </a:lnTo>
                  <a:lnTo>
                    <a:pt x="954" y="231"/>
                  </a:lnTo>
                  <a:lnTo>
                    <a:pt x="950" y="225"/>
                  </a:lnTo>
                  <a:lnTo>
                    <a:pt x="949" y="224"/>
                  </a:lnTo>
                  <a:lnTo>
                    <a:pt x="939" y="213"/>
                  </a:lnTo>
                  <a:lnTo>
                    <a:pt x="939" y="213"/>
                  </a:lnTo>
                  <a:lnTo>
                    <a:pt x="927" y="199"/>
                  </a:lnTo>
                  <a:lnTo>
                    <a:pt x="914" y="184"/>
                  </a:lnTo>
                  <a:lnTo>
                    <a:pt x="887" y="157"/>
                  </a:lnTo>
                  <a:lnTo>
                    <a:pt x="887" y="157"/>
                  </a:lnTo>
                  <a:lnTo>
                    <a:pt x="875" y="145"/>
                  </a:lnTo>
                  <a:lnTo>
                    <a:pt x="875" y="145"/>
                  </a:lnTo>
                  <a:lnTo>
                    <a:pt x="854" y="124"/>
                  </a:lnTo>
                  <a:lnTo>
                    <a:pt x="854" y="124"/>
                  </a:lnTo>
                  <a:lnTo>
                    <a:pt x="825" y="93"/>
                  </a:lnTo>
                  <a:lnTo>
                    <a:pt x="808" y="78"/>
                  </a:lnTo>
                  <a:lnTo>
                    <a:pt x="792" y="64"/>
                  </a:lnTo>
                  <a:lnTo>
                    <a:pt x="774" y="52"/>
                  </a:lnTo>
                  <a:lnTo>
                    <a:pt x="765" y="47"/>
                  </a:lnTo>
                  <a:lnTo>
                    <a:pt x="756" y="43"/>
                  </a:lnTo>
                  <a:lnTo>
                    <a:pt x="745" y="39"/>
                  </a:lnTo>
                  <a:lnTo>
                    <a:pt x="736" y="37"/>
                  </a:lnTo>
                  <a:lnTo>
                    <a:pt x="726" y="35"/>
                  </a:lnTo>
                  <a:lnTo>
                    <a:pt x="716" y="34"/>
                  </a:lnTo>
                  <a:lnTo>
                    <a:pt x="716" y="34"/>
                  </a:lnTo>
                  <a:lnTo>
                    <a:pt x="708" y="35"/>
                  </a:lnTo>
                  <a:lnTo>
                    <a:pt x="700" y="36"/>
                  </a:lnTo>
                  <a:lnTo>
                    <a:pt x="692" y="38"/>
                  </a:lnTo>
                  <a:lnTo>
                    <a:pt x="684" y="40"/>
                  </a:lnTo>
                  <a:lnTo>
                    <a:pt x="684" y="40"/>
                  </a:lnTo>
                  <a:lnTo>
                    <a:pt x="664" y="48"/>
                  </a:lnTo>
                  <a:lnTo>
                    <a:pt x="646" y="59"/>
                  </a:lnTo>
                  <a:lnTo>
                    <a:pt x="628" y="70"/>
                  </a:lnTo>
                  <a:lnTo>
                    <a:pt x="612" y="82"/>
                  </a:lnTo>
                  <a:lnTo>
                    <a:pt x="597" y="95"/>
                  </a:lnTo>
                  <a:lnTo>
                    <a:pt x="581" y="109"/>
                  </a:lnTo>
                  <a:lnTo>
                    <a:pt x="552" y="138"/>
                  </a:lnTo>
                  <a:lnTo>
                    <a:pt x="552" y="138"/>
                  </a:lnTo>
                  <a:lnTo>
                    <a:pt x="535" y="158"/>
                  </a:lnTo>
                  <a:lnTo>
                    <a:pt x="515" y="177"/>
                  </a:lnTo>
                  <a:lnTo>
                    <a:pt x="515" y="177"/>
                  </a:lnTo>
                  <a:lnTo>
                    <a:pt x="480" y="208"/>
                  </a:lnTo>
                  <a:lnTo>
                    <a:pt x="448" y="235"/>
                  </a:lnTo>
                  <a:lnTo>
                    <a:pt x="447" y="236"/>
                  </a:lnTo>
                  <a:lnTo>
                    <a:pt x="447" y="236"/>
                  </a:lnTo>
                  <a:lnTo>
                    <a:pt x="444" y="247"/>
                  </a:lnTo>
                  <a:lnTo>
                    <a:pt x="444" y="247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8" y="268"/>
                  </a:lnTo>
                  <a:lnTo>
                    <a:pt x="448" y="268"/>
                  </a:lnTo>
                  <a:lnTo>
                    <a:pt x="451" y="265"/>
                  </a:lnTo>
                  <a:lnTo>
                    <a:pt x="455" y="264"/>
                  </a:lnTo>
                  <a:lnTo>
                    <a:pt x="463" y="261"/>
                  </a:lnTo>
                  <a:lnTo>
                    <a:pt x="463" y="261"/>
                  </a:lnTo>
                  <a:lnTo>
                    <a:pt x="470" y="260"/>
                  </a:lnTo>
                  <a:lnTo>
                    <a:pt x="477" y="260"/>
                  </a:lnTo>
                  <a:lnTo>
                    <a:pt x="477" y="260"/>
                  </a:lnTo>
                  <a:lnTo>
                    <a:pt x="489" y="260"/>
                  </a:lnTo>
                  <a:lnTo>
                    <a:pt x="502" y="262"/>
                  </a:lnTo>
                  <a:lnTo>
                    <a:pt x="502" y="262"/>
                  </a:lnTo>
                  <a:lnTo>
                    <a:pt x="514" y="263"/>
                  </a:lnTo>
                  <a:lnTo>
                    <a:pt x="526" y="264"/>
                  </a:lnTo>
                  <a:lnTo>
                    <a:pt x="526" y="264"/>
                  </a:lnTo>
                  <a:lnTo>
                    <a:pt x="541" y="265"/>
                  </a:lnTo>
                  <a:lnTo>
                    <a:pt x="557" y="268"/>
                  </a:lnTo>
                  <a:lnTo>
                    <a:pt x="572" y="273"/>
                  </a:lnTo>
                  <a:lnTo>
                    <a:pt x="588" y="280"/>
                  </a:lnTo>
                  <a:lnTo>
                    <a:pt x="603" y="291"/>
                  </a:lnTo>
                  <a:lnTo>
                    <a:pt x="618" y="301"/>
                  </a:lnTo>
                  <a:lnTo>
                    <a:pt x="632" y="315"/>
                  </a:lnTo>
                  <a:lnTo>
                    <a:pt x="646" y="329"/>
                  </a:lnTo>
                  <a:lnTo>
                    <a:pt x="646" y="329"/>
                  </a:lnTo>
                  <a:lnTo>
                    <a:pt x="658" y="345"/>
                  </a:lnTo>
                  <a:lnTo>
                    <a:pt x="670" y="361"/>
                  </a:lnTo>
                  <a:lnTo>
                    <a:pt x="679" y="378"/>
                  </a:lnTo>
                  <a:lnTo>
                    <a:pt x="687" y="394"/>
                  </a:lnTo>
                  <a:lnTo>
                    <a:pt x="695" y="412"/>
                  </a:lnTo>
                  <a:lnTo>
                    <a:pt x="702" y="431"/>
                  </a:lnTo>
                  <a:lnTo>
                    <a:pt x="706" y="449"/>
                  </a:lnTo>
                  <a:lnTo>
                    <a:pt x="710" y="469"/>
                  </a:lnTo>
                  <a:lnTo>
                    <a:pt x="710" y="469"/>
                  </a:lnTo>
                  <a:lnTo>
                    <a:pt x="711" y="484"/>
                  </a:lnTo>
                  <a:lnTo>
                    <a:pt x="710" y="497"/>
                  </a:lnTo>
                  <a:lnTo>
                    <a:pt x="708" y="508"/>
                  </a:lnTo>
                  <a:lnTo>
                    <a:pt x="704" y="521"/>
                  </a:lnTo>
                  <a:lnTo>
                    <a:pt x="698" y="532"/>
                  </a:lnTo>
                  <a:lnTo>
                    <a:pt x="691" y="543"/>
                  </a:lnTo>
                  <a:lnTo>
                    <a:pt x="676" y="565"/>
                  </a:lnTo>
                  <a:lnTo>
                    <a:pt x="676" y="565"/>
                  </a:lnTo>
                  <a:lnTo>
                    <a:pt x="664" y="581"/>
                  </a:lnTo>
                  <a:lnTo>
                    <a:pt x="664" y="581"/>
                  </a:lnTo>
                  <a:lnTo>
                    <a:pt x="659" y="589"/>
                  </a:lnTo>
                  <a:lnTo>
                    <a:pt x="653" y="597"/>
                  </a:lnTo>
                  <a:lnTo>
                    <a:pt x="646" y="604"/>
                  </a:lnTo>
                  <a:lnTo>
                    <a:pt x="640" y="610"/>
                  </a:lnTo>
                  <a:lnTo>
                    <a:pt x="624" y="621"/>
                  </a:lnTo>
                  <a:lnTo>
                    <a:pt x="608" y="631"/>
                  </a:lnTo>
                  <a:lnTo>
                    <a:pt x="592" y="639"/>
                  </a:lnTo>
                  <a:lnTo>
                    <a:pt x="574" y="645"/>
                  </a:lnTo>
                  <a:lnTo>
                    <a:pt x="538" y="659"/>
                  </a:lnTo>
                  <a:lnTo>
                    <a:pt x="535" y="660"/>
                  </a:lnTo>
                  <a:lnTo>
                    <a:pt x="535" y="660"/>
                  </a:lnTo>
                  <a:lnTo>
                    <a:pt x="521" y="663"/>
                  </a:lnTo>
                  <a:lnTo>
                    <a:pt x="508" y="666"/>
                  </a:lnTo>
                  <a:lnTo>
                    <a:pt x="495" y="668"/>
                  </a:lnTo>
                  <a:lnTo>
                    <a:pt x="482" y="668"/>
                  </a:lnTo>
                  <a:lnTo>
                    <a:pt x="482" y="668"/>
                  </a:lnTo>
                  <a:lnTo>
                    <a:pt x="472" y="668"/>
                  </a:lnTo>
                  <a:lnTo>
                    <a:pt x="461" y="667"/>
                  </a:lnTo>
                  <a:lnTo>
                    <a:pt x="451" y="665"/>
                  </a:lnTo>
                  <a:lnTo>
                    <a:pt x="441" y="663"/>
                  </a:lnTo>
                  <a:lnTo>
                    <a:pt x="430" y="659"/>
                  </a:lnTo>
                  <a:lnTo>
                    <a:pt x="420" y="655"/>
                  </a:lnTo>
                  <a:lnTo>
                    <a:pt x="409" y="649"/>
                  </a:lnTo>
                  <a:lnTo>
                    <a:pt x="398" y="644"/>
                  </a:lnTo>
                  <a:lnTo>
                    <a:pt x="398" y="644"/>
                  </a:lnTo>
                  <a:lnTo>
                    <a:pt x="381" y="634"/>
                  </a:lnTo>
                  <a:lnTo>
                    <a:pt x="367" y="623"/>
                  </a:lnTo>
                  <a:lnTo>
                    <a:pt x="354" y="613"/>
                  </a:lnTo>
                  <a:lnTo>
                    <a:pt x="343" y="602"/>
                  </a:lnTo>
                  <a:lnTo>
                    <a:pt x="334" y="589"/>
                  </a:lnTo>
                  <a:lnTo>
                    <a:pt x="325" y="575"/>
                  </a:lnTo>
                  <a:lnTo>
                    <a:pt x="318" y="559"/>
                  </a:lnTo>
                  <a:lnTo>
                    <a:pt x="312" y="543"/>
                  </a:lnTo>
                  <a:lnTo>
                    <a:pt x="312" y="543"/>
                  </a:lnTo>
                  <a:lnTo>
                    <a:pt x="306" y="521"/>
                  </a:lnTo>
                  <a:lnTo>
                    <a:pt x="300" y="499"/>
                  </a:lnTo>
                  <a:lnTo>
                    <a:pt x="300" y="499"/>
                  </a:lnTo>
                  <a:lnTo>
                    <a:pt x="294" y="478"/>
                  </a:lnTo>
                  <a:lnTo>
                    <a:pt x="288" y="459"/>
                  </a:lnTo>
                  <a:lnTo>
                    <a:pt x="277" y="462"/>
                  </a:lnTo>
                  <a:lnTo>
                    <a:pt x="278" y="457"/>
                  </a:lnTo>
                  <a:lnTo>
                    <a:pt x="282" y="455"/>
                  </a:lnTo>
                  <a:lnTo>
                    <a:pt x="287" y="457"/>
                  </a:lnTo>
                  <a:lnTo>
                    <a:pt x="287" y="457"/>
                  </a:lnTo>
                  <a:lnTo>
                    <a:pt x="283" y="450"/>
                  </a:lnTo>
                  <a:lnTo>
                    <a:pt x="283" y="450"/>
                  </a:lnTo>
                  <a:lnTo>
                    <a:pt x="273" y="433"/>
                  </a:lnTo>
                  <a:lnTo>
                    <a:pt x="265" y="421"/>
                  </a:lnTo>
                  <a:lnTo>
                    <a:pt x="259" y="415"/>
                  </a:lnTo>
                  <a:lnTo>
                    <a:pt x="256" y="414"/>
                  </a:lnTo>
                  <a:lnTo>
                    <a:pt x="254" y="413"/>
                  </a:lnTo>
                  <a:lnTo>
                    <a:pt x="254" y="413"/>
                  </a:lnTo>
                  <a:lnTo>
                    <a:pt x="252" y="414"/>
                  </a:lnTo>
                  <a:lnTo>
                    <a:pt x="249" y="415"/>
                  </a:lnTo>
                  <a:lnTo>
                    <a:pt x="222" y="442"/>
                  </a:lnTo>
                  <a:lnTo>
                    <a:pt x="222" y="442"/>
                  </a:lnTo>
                  <a:lnTo>
                    <a:pt x="218" y="446"/>
                  </a:lnTo>
                  <a:lnTo>
                    <a:pt x="213" y="447"/>
                  </a:lnTo>
                  <a:lnTo>
                    <a:pt x="210" y="447"/>
                  </a:lnTo>
                  <a:lnTo>
                    <a:pt x="208" y="449"/>
                  </a:lnTo>
                  <a:lnTo>
                    <a:pt x="208" y="449"/>
                  </a:lnTo>
                  <a:lnTo>
                    <a:pt x="196" y="461"/>
                  </a:lnTo>
                  <a:lnTo>
                    <a:pt x="182" y="472"/>
                  </a:lnTo>
                  <a:lnTo>
                    <a:pt x="157" y="494"/>
                  </a:lnTo>
                  <a:lnTo>
                    <a:pt x="157" y="494"/>
                  </a:lnTo>
                  <a:lnTo>
                    <a:pt x="136" y="510"/>
                  </a:lnTo>
                  <a:lnTo>
                    <a:pt x="115" y="528"/>
                  </a:lnTo>
                  <a:lnTo>
                    <a:pt x="95" y="548"/>
                  </a:lnTo>
                  <a:lnTo>
                    <a:pt x="86" y="558"/>
                  </a:lnTo>
                  <a:lnTo>
                    <a:pt x="77" y="569"/>
                  </a:lnTo>
                  <a:lnTo>
                    <a:pt x="77" y="569"/>
                  </a:lnTo>
                  <a:lnTo>
                    <a:pt x="68" y="581"/>
                  </a:lnTo>
                  <a:lnTo>
                    <a:pt x="60" y="594"/>
                  </a:lnTo>
                  <a:lnTo>
                    <a:pt x="53" y="609"/>
                  </a:lnTo>
                  <a:lnTo>
                    <a:pt x="48" y="623"/>
                  </a:lnTo>
                  <a:lnTo>
                    <a:pt x="43" y="639"/>
                  </a:lnTo>
                  <a:lnTo>
                    <a:pt x="39" y="655"/>
                  </a:lnTo>
                  <a:lnTo>
                    <a:pt x="36" y="670"/>
                  </a:lnTo>
                  <a:lnTo>
                    <a:pt x="35" y="687"/>
                  </a:lnTo>
                  <a:lnTo>
                    <a:pt x="35" y="702"/>
                  </a:lnTo>
                  <a:lnTo>
                    <a:pt x="36" y="718"/>
                  </a:lnTo>
                  <a:lnTo>
                    <a:pt x="38" y="733"/>
                  </a:lnTo>
                  <a:lnTo>
                    <a:pt x="41" y="748"/>
                  </a:lnTo>
                  <a:lnTo>
                    <a:pt x="47" y="762"/>
                  </a:lnTo>
                  <a:lnTo>
                    <a:pt x="52" y="776"/>
                  </a:lnTo>
                  <a:lnTo>
                    <a:pt x="59" y="789"/>
                  </a:lnTo>
                  <a:lnTo>
                    <a:pt x="66" y="801"/>
                  </a:lnTo>
                  <a:lnTo>
                    <a:pt x="66" y="801"/>
                  </a:lnTo>
                  <a:lnTo>
                    <a:pt x="94" y="837"/>
                  </a:lnTo>
                  <a:lnTo>
                    <a:pt x="124" y="873"/>
                  </a:lnTo>
                  <a:lnTo>
                    <a:pt x="159" y="911"/>
                  </a:lnTo>
                  <a:lnTo>
                    <a:pt x="199" y="952"/>
                  </a:lnTo>
                  <a:lnTo>
                    <a:pt x="199" y="952"/>
                  </a:lnTo>
                  <a:lnTo>
                    <a:pt x="210" y="963"/>
                  </a:lnTo>
                  <a:lnTo>
                    <a:pt x="216" y="969"/>
                  </a:lnTo>
                  <a:lnTo>
                    <a:pt x="218" y="969"/>
                  </a:lnTo>
                  <a:lnTo>
                    <a:pt x="218" y="969"/>
                  </a:lnTo>
                  <a:lnTo>
                    <a:pt x="221" y="970"/>
                  </a:lnTo>
                  <a:lnTo>
                    <a:pt x="224" y="971"/>
                  </a:lnTo>
                  <a:lnTo>
                    <a:pt x="226" y="973"/>
                  </a:lnTo>
                  <a:lnTo>
                    <a:pt x="229" y="975"/>
                  </a:lnTo>
                  <a:lnTo>
                    <a:pt x="229" y="975"/>
                  </a:lnTo>
                  <a:lnTo>
                    <a:pt x="234" y="981"/>
                  </a:lnTo>
                  <a:lnTo>
                    <a:pt x="240" y="985"/>
                  </a:lnTo>
                  <a:lnTo>
                    <a:pt x="246" y="988"/>
                  </a:lnTo>
                  <a:lnTo>
                    <a:pt x="251" y="989"/>
                  </a:lnTo>
                  <a:lnTo>
                    <a:pt x="251" y="989"/>
                  </a:lnTo>
                  <a:lnTo>
                    <a:pt x="254" y="988"/>
                  </a:lnTo>
                  <a:lnTo>
                    <a:pt x="257" y="987"/>
                  </a:lnTo>
                  <a:lnTo>
                    <a:pt x="261" y="985"/>
                  </a:lnTo>
                  <a:lnTo>
                    <a:pt x="265" y="982"/>
                  </a:lnTo>
                  <a:lnTo>
                    <a:pt x="265" y="982"/>
                  </a:lnTo>
                  <a:lnTo>
                    <a:pt x="268" y="977"/>
                  </a:lnTo>
                  <a:lnTo>
                    <a:pt x="272" y="971"/>
                  </a:lnTo>
                  <a:lnTo>
                    <a:pt x="275" y="963"/>
                  </a:lnTo>
                  <a:lnTo>
                    <a:pt x="276" y="956"/>
                  </a:lnTo>
                  <a:lnTo>
                    <a:pt x="278" y="942"/>
                  </a:lnTo>
                  <a:lnTo>
                    <a:pt x="277" y="928"/>
                  </a:lnTo>
                  <a:lnTo>
                    <a:pt x="277" y="928"/>
                  </a:lnTo>
                  <a:lnTo>
                    <a:pt x="275" y="915"/>
                  </a:lnTo>
                  <a:lnTo>
                    <a:pt x="275" y="915"/>
                  </a:lnTo>
                  <a:lnTo>
                    <a:pt x="271" y="882"/>
                  </a:lnTo>
                  <a:lnTo>
                    <a:pt x="270" y="865"/>
                  </a:lnTo>
                  <a:lnTo>
                    <a:pt x="268" y="848"/>
                  </a:lnTo>
                  <a:lnTo>
                    <a:pt x="268" y="848"/>
                  </a:lnTo>
                  <a:lnTo>
                    <a:pt x="270" y="838"/>
                  </a:lnTo>
                  <a:lnTo>
                    <a:pt x="271" y="828"/>
                  </a:lnTo>
                  <a:lnTo>
                    <a:pt x="273" y="818"/>
                  </a:lnTo>
                  <a:lnTo>
                    <a:pt x="275" y="809"/>
                  </a:lnTo>
                  <a:lnTo>
                    <a:pt x="280" y="792"/>
                  </a:lnTo>
                  <a:lnTo>
                    <a:pt x="288" y="777"/>
                  </a:lnTo>
                  <a:lnTo>
                    <a:pt x="297" y="762"/>
                  </a:lnTo>
                  <a:lnTo>
                    <a:pt x="309" y="748"/>
                  </a:lnTo>
                  <a:lnTo>
                    <a:pt x="322" y="735"/>
                  </a:lnTo>
                  <a:lnTo>
                    <a:pt x="337" y="722"/>
                  </a:lnTo>
                  <a:lnTo>
                    <a:pt x="337" y="722"/>
                  </a:lnTo>
                  <a:lnTo>
                    <a:pt x="341" y="719"/>
                  </a:lnTo>
                  <a:lnTo>
                    <a:pt x="346" y="716"/>
                  </a:lnTo>
                  <a:lnTo>
                    <a:pt x="352" y="714"/>
                  </a:lnTo>
                  <a:lnTo>
                    <a:pt x="359" y="712"/>
                  </a:lnTo>
                  <a:lnTo>
                    <a:pt x="373" y="708"/>
                  </a:lnTo>
                  <a:lnTo>
                    <a:pt x="391" y="707"/>
                  </a:lnTo>
                  <a:lnTo>
                    <a:pt x="391" y="707"/>
                  </a:lnTo>
                  <a:lnTo>
                    <a:pt x="402" y="708"/>
                  </a:lnTo>
                  <a:lnTo>
                    <a:pt x="414" y="709"/>
                  </a:lnTo>
                  <a:lnTo>
                    <a:pt x="434" y="713"/>
                  </a:lnTo>
                  <a:lnTo>
                    <a:pt x="453" y="718"/>
                  </a:lnTo>
                  <a:lnTo>
                    <a:pt x="469" y="724"/>
                  </a:lnTo>
                  <a:lnTo>
                    <a:pt x="469" y="724"/>
                  </a:lnTo>
                  <a:lnTo>
                    <a:pt x="495" y="737"/>
                  </a:lnTo>
                  <a:lnTo>
                    <a:pt x="520" y="752"/>
                  </a:lnTo>
                  <a:lnTo>
                    <a:pt x="543" y="767"/>
                  </a:lnTo>
                  <a:lnTo>
                    <a:pt x="564" y="782"/>
                  </a:lnTo>
                  <a:lnTo>
                    <a:pt x="584" y="799"/>
                  </a:lnTo>
                  <a:lnTo>
                    <a:pt x="601" y="815"/>
                  </a:lnTo>
                  <a:lnTo>
                    <a:pt x="617" y="833"/>
                  </a:lnTo>
                  <a:lnTo>
                    <a:pt x="631" y="850"/>
                  </a:lnTo>
                  <a:lnTo>
                    <a:pt x="642" y="865"/>
                  </a:lnTo>
                  <a:lnTo>
                    <a:pt x="642" y="865"/>
                  </a:lnTo>
                  <a:lnTo>
                    <a:pt x="669" y="902"/>
                  </a:lnTo>
                  <a:lnTo>
                    <a:pt x="681" y="922"/>
                  </a:lnTo>
                  <a:lnTo>
                    <a:pt x="693" y="942"/>
                  </a:lnTo>
                  <a:lnTo>
                    <a:pt x="705" y="962"/>
                  </a:lnTo>
                  <a:lnTo>
                    <a:pt x="715" y="983"/>
                  </a:lnTo>
                  <a:lnTo>
                    <a:pt x="723" y="1005"/>
                  </a:lnTo>
                  <a:lnTo>
                    <a:pt x="730" y="1027"/>
                  </a:lnTo>
                  <a:lnTo>
                    <a:pt x="730" y="1027"/>
                  </a:lnTo>
                  <a:lnTo>
                    <a:pt x="733" y="1040"/>
                  </a:lnTo>
                  <a:lnTo>
                    <a:pt x="735" y="1057"/>
                  </a:lnTo>
                  <a:lnTo>
                    <a:pt x="737" y="1076"/>
                  </a:lnTo>
                  <a:lnTo>
                    <a:pt x="737" y="1097"/>
                  </a:lnTo>
                  <a:lnTo>
                    <a:pt x="736" y="1108"/>
                  </a:lnTo>
                  <a:lnTo>
                    <a:pt x="735" y="1118"/>
                  </a:lnTo>
                  <a:lnTo>
                    <a:pt x="733" y="1129"/>
                  </a:lnTo>
                  <a:lnTo>
                    <a:pt x="730" y="1140"/>
                  </a:lnTo>
                  <a:lnTo>
                    <a:pt x="726" y="1149"/>
                  </a:lnTo>
                  <a:lnTo>
                    <a:pt x="720" y="1158"/>
                  </a:lnTo>
                  <a:lnTo>
                    <a:pt x="714" y="1168"/>
                  </a:lnTo>
                  <a:lnTo>
                    <a:pt x="707" y="1176"/>
                  </a:lnTo>
                  <a:lnTo>
                    <a:pt x="707" y="1176"/>
                  </a:lnTo>
                  <a:lnTo>
                    <a:pt x="699" y="1183"/>
                  </a:lnTo>
                  <a:lnTo>
                    <a:pt x="689" y="1189"/>
                  </a:lnTo>
                  <a:lnTo>
                    <a:pt x="681" y="1196"/>
                  </a:lnTo>
                  <a:lnTo>
                    <a:pt x="672" y="1200"/>
                  </a:lnTo>
                  <a:lnTo>
                    <a:pt x="662" y="1203"/>
                  </a:lnTo>
                  <a:lnTo>
                    <a:pt x="653" y="1206"/>
                  </a:lnTo>
                  <a:lnTo>
                    <a:pt x="643" y="1207"/>
                  </a:lnTo>
                  <a:lnTo>
                    <a:pt x="633" y="1208"/>
                  </a:lnTo>
                  <a:lnTo>
                    <a:pt x="633" y="1208"/>
                  </a:lnTo>
                  <a:lnTo>
                    <a:pt x="620" y="1207"/>
                  </a:lnTo>
                  <a:lnTo>
                    <a:pt x="607" y="1205"/>
                  </a:lnTo>
                  <a:lnTo>
                    <a:pt x="593" y="1202"/>
                  </a:lnTo>
                  <a:lnTo>
                    <a:pt x="578" y="1197"/>
                  </a:lnTo>
                  <a:lnTo>
                    <a:pt x="578" y="1197"/>
                  </a:lnTo>
                  <a:lnTo>
                    <a:pt x="568" y="1192"/>
                  </a:lnTo>
                  <a:lnTo>
                    <a:pt x="557" y="1186"/>
                  </a:lnTo>
                  <a:lnTo>
                    <a:pt x="557" y="1186"/>
                  </a:lnTo>
                  <a:lnTo>
                    <a:pt x="540" y="1179"/>
                  </a:lnTo>
                  <a:lnTo>
                    <a:pt x="523" y="1172"/>
                  </a:lnTo>
                  <a:lnTo>
                    <a:pt x="515" y="1169"/>
                  </a:lnTo>
                  <a:lnTo>
                    <a:pt x="507" y="1167"/>
                  </a:lnTo>
                  <a:lnTo>
                    <a:pt x="499" y="1166"/>
                  </a:lnTo>
                  <a:lnTo>
                    <a:pt x="490" y="1165"/>
                  </a:lnTo>
                  <a:lnTo>
                    <a:pt x="490" y="1165"/>
                  </a:lnTo>
                  <a:close/>
                </a:path>
              </a:pathLst>
            </a:custGeom>
            <a:grpFill/>
            <a:ln w="6350">
              <a:solidFill>
                <a:schemeClr val="accent1">
                  <a:lumMod val="75000"/>
                  <a:alpha val="16000"/>
                </a:schemeClr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6719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Prim’s algorithm Analysis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5769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5770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940F44-349D-47F7-A01A-D7FC00C53E08}" type="slidenum">
              <a:rPr lang="en-US" altLang="zh-CN" sz="790"/>
              <a:pPr/>
              <a:t>14</a:t>
            </a:fld>
            <a:endParaRPr lang="en-US" altLang="zh-CN" sz="790"/>
          </a:p>
        </p:txBody>
      </p:sp>
      <p:sp>
        <p:nvSpPr>
          <p:cNvPr id="157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3730" y="1972310"/>
            <a:ext cx="7886700" cy="3554730"/>
          </a:xfr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Like </a:t>
            </a:r>
            <a:r>
              <a:rPr lang="en-US" altLang="zh-CN" dirty="0" err="1">
                <a:ea typeface="宋体" panose="02010600030101010101" pitchFamily="2" charset="-122"/>
              </a:rPr>
              <a:t>Dijkstra’s</a:t>
            </a:r>
            <a:r>
              <a:rPr lang="en-US" altLang="zh-CN" dirty="0">
                <a:ea typeface="宋体" panose="02010600030101010101" pitchFamily="2" charset="-122"/>
              </a:rPr>
              <a:t> algorithm</a:t>
            </a:r>
          </a:p>
          <a:p>
            <a:pPr fontAlgn="auto">
              <a:lnSpc>
                <a:spcPct val="150000"/>
              </a:lnSpc>
              <a:spcBef>
                <a:spcPts val="2400"/>
              </a:spcBef>
            </a:pPr>
            <a:r>
              <a:rPr lang="en-US" altLang="zh-CN" dirty="0">
                <a:ea typeface="宋体" panose="02010600030101010101" pitchFamily="2" charset="-122"/>
              </a:rPr>
              <a:t>If the “</a:t>
            </a:r>
            <a:r>
              <a:rPr lang="en-US" altLang="zh-CN" b="1" dirty="0">
                <a:solidFill>
                  <a:srgbClr val="263AF8"/>
                </a:solidFill>
                <a:ea typeface="宋体" panose="02010600030101010101" pitchFamily="2" charset="-122"/>
              </a:rPr>
              <a:t>Select the unmarked node u with minimum cost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” is done with binary heap then 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O((</a:t>
            </a:r>
            <a:r>
              <a:rPr lang="en-US" altLang="zh-CN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n+m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dirty="0" err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logn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fontAlgn="auto">
              <a:lnSpc>
                <a:spcPct val="150000"/>
              </a:lnSpc>
              <a:spcBef>
                <a:spcPts val="2400"/>
              </a:spcBef>
            </a:pPr>
            <a:endParaRPr lang="en-US" altLang="zh-CN" sz="1125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51F5CC-00A5-49FB-A6E2-E93EDA68C0AA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grpSp>
        <p:nvGrpSpPr>
          <p:cNvPr id="56" name="Group 4"/>
          <p:cNvGrpSpPr>
            <a:grpSpLocks noChangeAspect="1"/>
          </p:cNvGrpSpPr>
          <p:nvPr/>
        </p:nvGrpSpPr>
        <p:grpSpPr bwMode="auto">
          <a:xfrm rot="960000">
            <a:off x="8012430" y="5226685"/>
            <a:ext cx="780415" cy="911860"/>
            <a:chOff x="3082" y="1214"/>
            <a:chExt cx="1623" cy="1896"/>
          </a:xfrm>
          <a:solidFill>
            <a:srgbClr val="345F86">
              <a:alpha val="57000"/>
            </a:srgbClr>
          </a:solidFill>
        </p:grpSpPr>
        <p:grpSp>
          <p:nvGrpSpPr>
            <p:cNvPr id="57" name="Group 205"/>
            <p:cNvGrpSpPr/>
            <p:nvPr/>
          </p:nvGrpSpPr>
          <p:grpSpPr bwMode="auto">
            <a:xfrm>
              <a:off x="3082" y="1214"/>
              <a:ext cx="1623" cy="1603"/>
              <a:chOff x="3082" y="1214"/>
              <a:chExt cx="1623" cy="1603"/>
            </a:xfrm>
            <a:grpFill/>
          </p:grpSpPr>
          <p:sp>
            <p:nvSpPr>
              <p:cNvPr id="330" name="Freeform 5"/>
              <p:cNvSpPr/>
              <p:nvPr>
                <p:custDataLst>
                  <p:tags r:id="rId251"/>
                </p:custDataLst>
              </p:nvPr>
            </p:nvSpPr>
            <p:spPr bwMode="auto">
              <a:xfrm>
                <a:off x="3608" y="2103"/>
                <a:ext cx="13" cy="0"/>
              </a:xfrm>
              <a:custGeom>
                <a:avLst/>
                <a:gdLst>
                  <a:gd name="T0" fmla="*/ 0 w 6"/>
                  <a:gd name="T1" fmla="*/ 6 w 6"/>
                  <a:gd name="T2" fmla="*/ 0 w 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">
                    <a:moveTo>
                      <a:pt x="0" y="0"/>
                    </a:moveTo>
                    <a:cubicBezTo>
                      <a:pt x="1" y="0"/>
                      <a:pt x="3" y="0"/>
                      <a:pt x="6" y="0"/>
                    </a:cubicBezTo>
                    <a:cubicBezTo>
                      <a:pt x="3" y="0"/>
                      <a:pt x="2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1" name="Freeform 6"/>
              <p:cNvSpPr/>
              <p:nvPr>
                <p:custDataLst>
                  <p:tags r:id="rId252"/>
                </p:custDataLst>
              </p:nvPr>
            </p:nvSpPr>
            <p:spPr bwMode="auto">
              <a:xfrm>
                <a:off x="3576" y="1893"/>
                <a:ext cx="5" cy="0"/>
              </a:xfrm>
              <a:custGeom>
                <a:avLst/>
                <a:gdLst>
                  <a:gd name="T0" fmla="*/ 0 w 2"/>
                  <a:gd name="T1" fmla="*/ 0 w 2"/>
                  <a:gd name="T2" fmla="*/ 0 w 2"/>
                  <a:gd name="T3" fmla="*/ 0 w 2"/>
                  <a:gd name="T4" fmla="*/ 2 w 2"/>
                  <a:gd name="T5" fmla="*/ 2 w 2"/>
                  <a:gd name="T6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2" name="Freeform 7"/>
              <p:cNvSpPr/>
              <p:nvPr>
                <p:custDataLst>
                  <p:tags r:id="rId253"/>
                </p:custDataLst>
              </p:nvPr>
            </p:nvSpPr>
            <p:spPr bwMode="auto">
              <a:xfrm>
                <a:off x="3615" y="1903"/>
                <a:ext cx="0" cy="5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3" name="Freeform 8"/>
              <p:cNvSpPr/>
              <p:nvPr>
                <p:custDataLst>
                  <p:tags r:id="rId254"/>
                </p:custDataLst>
              </p:nvPr>
            </p:nvSpPr>
            <p:spPr bwMode="auto">
              <a:xfrm>
                <a:off x="3566" y="1893"/>
                <a:ext cx="6" cy="0"/>
              </a:xfrm>
              <a:custGeom>
                <a:avLst/>
                <a:gdLst>
                  <a:gd name="T0" fmla="*/ 3 w 3"/>
                  <a:gd name="T1" fmla="*/ 3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0" y="0"/>
                      <a:pt x="1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4" name="Freeform 9"/>
              <p:cNvSpPr/>
              <p:nvPr>
                <p:custDataLst>
                  <p:tags r:id="rId255"/>
                </p:custDataLst>
              </p:nvPr>
            </p:nvSpPr>
            <p:spPr bwMode="auto">
              <a:xfrm>
                <a:off x="3820" y="23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5" name="Freeform 10"/>
              <p:cNvSpPr/>
              <p:nvPr>
                <p:custDataLst>
                  <p:tags r:id="rId256"/>
                </p:custDataLst>
              </p:nvPr>
            </p:nvSpPr>
            <p:spPr bwMode="auto">
              <a:xfrm>
                <a:off x="3642" y="2209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6" name="Freeform 11"/>
              <p:cNvSpPr/>
              <p:nvPr>
                <p:custDataLst>
                  <p:tags r:id="rId257"/>
                </p:custDataLst>
              </p:nvPr>
            </p:nvSpPr>
            <p:spPr bwMode="auto">
              <a:xfrm>
                <a:off x="3549" y="2154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7" name="Freeform 12"/>
              <p:cNvSpPr/>
              <p:nvPr>
                <p:custDataLst>
                  <p:tags r:id="rId258"/>
                </p:custDataLst>
              </p:nvPr>
            </p:nvSpPr>
            <p:spPr bwMode="auto">
              <a:xfrm>
                <a:off x="3610" y="1895"/>
                <a:ext cx="9" cy="8"/>
              </a:xfrm>
              <a:custGeom>
                <a:avLst/>
                <a:gdLst>
                  <a:gd name="T0" fmla="*/ 1 w 4"/>
                  <a:gd name="T1" fmla="*/ 1 h 4"/>
                  <a:gd name="T2" fmla="*/ 1 w 4"/>
                  <a:gd name="T3" fmla="*/ 2 h 4"/>
                  <a:gd name="T4" fmla="*/ 0 w 4"/>
                  <a:gd name="T5" fmla="*/ 2 h 4"/>
                  <a:gd name="T6" fmla="*/ 2 w 4"/>
                  <a:gd name="T7" fmla="*/ 4 h 4"/>
                  <a:gd name="T8" fmla="*/ 2 w 4"/>
                  <a:gd name="T9" fmla="*/ 2 h 4"/>
                  <a:gd name="T10" fmla="*/ 3 w 4"/>
                  <a:gd name="T11" fmla="*/ 1 h 4"/>
                  <a:gd name="T12" fmla="*/ 4 w 4"/>
                  <a:gd name="T13" fmla="*/ 0 h 4"/>
                  <a:gd name="T14" fmla="*/ 4 w 4"/>
                  <a:gd name="T15" fmla="*/ 0 h 4"/>
                  <a:gd name="T16" fmla="*/ 4 w 4"/>
                  <a:gd name="T17" fmla="*/ 0 h 4"/>
                  <a:gd name="T18" fmla="*/ 2 w 4"/>
                  <a:gd name="T19" fmla="*/ 0 h 4"/>
                  <a:gd name="T20" fmla="*/ 2 w 4"/>
                  <a:gd name="T21" fmla="*/ 0 h 4"/>
                  <a:gd name="T22" fmla="*/ 1 w 4"/>
                  <a:gd name="T2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4">
                    <a:moveTo>
                      <a:pt x="1" y="1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1" y="2"/>
                      <a:pt x="2" y="3"/>
                      <a:pt x="2" y="4"/>
                    </a:cubicBezTo>
                    <a:cubicBezTo>
                      <a:pt x="2" y="3"/>
                      <a:pt x="2" y="3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8" name="Freeform 13"/>
              <p:cNvSpPr/>
              <p:nvPr>
                <p:custDataLst>
                  <p:tags r:id="rId259"/>
                </p:custDataLst>
              </p:nvPr>
            </p:nvSpPr>
            <p:spPr bwMode="auto">
              <a:xfrm>
                <a:off x="3926" y="1914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9" name="Freeform 14"/>
              <p:cNvSpPr/>
              <p:nvPr>
                <p:custDataLst>
                  <p:tags r:id="rId260"/>
                </p:custDataLst>
              </p:nvPr>
            </p:nvSpPr>
            <p:spPr bwMode="auto">
              <a:xfrm>
                <a:off x="3810" y="177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1 w 1"/>
                  <a:gd name="T5" fmla="*/ 2 h 2"/>
                  <a:gd name="T6" fmla="*/ 0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0" name="Freeform 15"/>
              <p:cNvSpPr/>
              <p:nvPr>
                <p:custDataLst>
                  <p:tags r:id="rId261"/>
                </p:custDataLst>
              </p:nvPr>
            </p:nvSpPr>
            <p:spPr bwMode="auto">
              <a:xfrm>
                <a:off x="3846" y="2474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1" name="Freeform 16"/>
              <p:cNvSpPr/>
              <p:nvPr>
                <p:custDataLst>
                  <p:tags r:id="rId262"/>
                </p:custDataLst>
              </p:nvPr>
            </p:nvSpPr>
            <p:spPr bwMode="auto">
              <a:xfrm>
                <a:off x="3943" y="2546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2" name="Freeform 17"/>
              <p:cNvSpPr/>
              <p:nvPr>
                <p:custDataLst>
                  <p:tags r:id="rId263"/>
                </p:custDataLst>
              </p:nvPr>
            </p:nvSpPr>
            <p:spPr bwMode="auto">
              <a:xfrm>
                <a:off x="3846" y="2474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3" name="Freeform 18"/>
              <p:cNvSpPr/>
              <p:nvPr>
                <p:custDataLst>
                  <p:tags r:id="rId264"/>
                </p:custDataLst>
              </p:nvPr>
            </p:nvSpPr>
            <p:spPr bwMode="auto">
              <a:xfrm>
                <a:off x="4156" y="220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4" name="Freeform 19"/>
              <p:cNvSpPr/>
              <p:nvPr>
                <p:custDataLst>
                  <p:tags r:id="rId265"/>
                </p:custDataLst>
              </p:nvPr>
            </p:nvSpPr>
            <p:spPr bwMode="auto">
              <a:xfrm>
                <a:off x="4056" y="221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5" name="Freeform 20"/>
              <p:cNvSpPr/>
              <p:nvPr>
                <p:custDataLst>
                  <p:tags r:id="rId266"/>
                </p:custDataLst>
              </p:nvPr>
            </p:nvSpPr>
            <p:spPr bwMode="auto">
              <a:xfrm>
                <a:off x="3837" y="2470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6" name="Freeform 21"/>
              <p:cNvSpPr/>
              <p:nvPr>
                <p:custDataLst>
                  <p:tags r:id="rId267"/>
                </p:custDataLst>
              </p:nvPr>
            </p:nvSpPr>
            <p:spPr bwMode="auto">
              <a:xfrm>
                <a:off x="3954" y="2311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7" name="Freeform 22"/>
              <p:cNvSpPr/>
              <p:nvPr>
                <p:custDataLst>
                  <p:tags r:id="rId268"/>
                </p:custDataLst>
              </p:nvPr>
            </p:nvSpPr>
            <p:spPr bwMode="auto">
              <a:xfrm>
                <a:off x="3576" y="189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8" name="Freeform 23"/>
              <p:cNvSpPr/>
              <p:nvPr>
                <p:custDataLst>
                  <p:tags r:id="rId269"/>
                </p:custDataLst>
              </p:nvPr>
            </p:nvSpPr>
            <p:spPr bwMode="auto">
              <a:xfrm>
                <a:off x="3281" y="254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9" name="Freeform 24"/>
              <p:cNvSpPr/>
              <p:nvPr>
                <p:custDataLst>
                  <p:tags r:id="rId270"/>
                </p:custDataLst>
              </p:nvPr>
            </p:nvSpPr>
            <p:spPr bwMode="auto">
              <a:xfrm>
                <a:off x="3364" y="2470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1 h 2"/>
                  <a:gd name="T6" fmla="*/ 1 w 1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0" name="Freeform 25"/>
              <p:cNvSpPr/>
              <p:nvPr>
                <p:custDataLst>
                  <p:tags r:id="rId271"/>
                </p:custDataLst>
              </p:nvPr>
            </p:nvSpPr>
            <p:spPr bwMode="auto">
              <a:xfrm>
                <a:off x="3360" y="2470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1" name="Freeform 26"/>
              <p:cNvSpPr/>
              <p:nvPr>
                <p:custDataLst>
                  <p:tags r:id="rId272"/>
                </p:custDataLst>
              </p:nvPr>
            </p:nvSpPr>
            <p:spPr bwMode="auto">
              <a:xfrm>
                <a:off x="3353" y="2470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0" y="0"/>
                      <a:pt x="1" y="1"/>
                      <a:pt x="0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2" name="Freeform 27"/>
              <p:cNvSpPr/>
              <p:nvPr>
                <p:custDataLst>
                  <p:tags r:id="rId273"/>
                </p:custDataLst>
              </p:nvPr>
            </p:nvSpPr>
            <p:spPr bwMode="auto">
              <a:xfrm>
                <a:off x="3392" y="2482"/>
                <a:ext cx="2" cy="5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3" name="Freeform 28"/>
              <p:cNvSpPr/>
              <p:nvPr>
                <p:custDataLst>
                  <p:tags r:id="rId274"/>
                </p:custDataLst>
              </p:nvPr>
            </p:nvSpPr>
            <p:spPr bwMode="auto">
              <a:xfrm>
                <a:off x="3390" y="2480"/>
                <a:ext cx="2" cy="7"/>
              </a:xfrm>
              <a:custGeom>
                <a:avLst/>
                <a:gdLst>
                  <a:gd name="T0" fmla="*/ 1 w 1"/>
                  <a:gd name="T1" fmla="*/ 3 h 3"/>
                  <a:gd name="T2" fmla="*/ 0 w 1"/>
                  <a:gd name="T3" fmla="*/ 0 h 3"/>
                  <a:gd name="T4" fmla="*/ 1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1" y="2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4" name="Freeform 29"/>
              <p:cNvSpPr/>
              <p:nvPr>
                <p:custDataLst>
                  <p:tags r:id="rId275"/>
                </p:custDataLst>
              </p:nvPr>
            </p:nvSpPr>
            <p:spPr bwMode="auto">
              <a:xfrm>
                <a:off x="3341" y="247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5" name="Freeform 30"/>
              <p:cNvSpPr/>
              <p:nvPr>
                <p:custDataLst>
                  <p:tags r:id="rId276"/>
                </p:custDataLst>
              </p:nvPr>
            </p:nvSpPr>
            <p:spPr bwMode="auto">
              <a:xfrm>
                <a:off x="3822" y="2279"/>
                <a:ext cx="5" cy="4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1 h 2"/>
                  <a:gd name="T4" fmla="*/ 0 w 2"/>
                  <a:gd name="T5" fmla="*/ 2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6" name="Freeform 31"/>
              <p:cNvSpPr/>
              <p:nvPr>
                <p:custDataLst>
                  <p:tags r:id="rId277"/>
                </p:custDataLst>
              </p:nvPr>
            </p:nvSpPr>
            <p:spPr bwMode="auto">
              <a:xfrm>
                <a:off x="3292" y="252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7" name="Freeform 32"/>
              <p:cNvSpPr/>
              <p:nvPr>
                <p:custDataLst>
                  <p:tags r:id="rId278"/>
                </p:custDataLst>
              </p:nvPr>
            </p:nvSpPr>
            <p:spPr bwMode="auto">
              <a:xfrm>
                <a:off x="3699" y="2796"/>
                <a:ext cx="7" cy="5"/>
              </a:xfrm>
              <a:custGeom>
                <a:avLst/>
                <a:gdLst>
                  <a:gd name="T0" fmla="*/ 2 w 3"/>
                  <a:gd name="T1" fmla="*/ 2 h 2"/>
                  <a:gd name="T2" fmla="*/ 2 w 3"/>
                  <a:gd name="T3" fmla="*/ 0 h 2"/>
                  <a:gd name="T4" fmla="*/ 2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3" y="1"/>
                      <a:pt x="2" y="0"/>
                      <a:pt x="2" y="0"/>
                    </a:cubicBezTo>
                    <a:cubicBezTo>
                      <a:pt x="0" y="0"/>
                      <a:pt x="3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8" name="Freeform 33"/>
              <p:cNvSpPr/>
              <p:nvPr>
                <p:custDataLst>
                  <p:tags r:id="rId279"/>
                </p:custDataLst>
              </p:nvPr>
            </p:nvSpPr>
            <p:spPr bwMode="auto">
              <a:xfrm>
                <a:off x="4616" y="18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9" name="Freeform 34"/>
              <p:cNvSpPr/>
              <p:nvPr>
                <p:custDataLst>
                  <p:tags r:id="rId280"/>
                </p:custDataLst>
              </p:nvPr>
            </p:nvSpPr>
            <p:spPr bwMode="auto">
              <a:xfrm>
                <a:off x="3262" y="2567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4 w 4"/>
                  <a:gd name="T3" fmla="*/ 4 h 4"/>
                  <a:gd name="T4" fmla="*/ 0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4" y="4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0" name="Freeform 35"/>
              <p:cNvSpPr/>
              <p:nvPr>
                <p:custDataLst>
                  <p:tags r:id="rId281"/>
                </p:custDataLst>
              </p:nvPr>
            </p:nvSpPr>
            <p:spPr bwMode="auto">
              <a:xfrm>
                <a:off x="3570" y="1893"/>
                <a:ext cx="6" cy="6"/>
              </a:xfrm>
              <a:custGeom>
                <a:avLst/>
                <a:gdLst>
                  <a:gd name="T0" fmla="*/ 1 w 3"/>
                  <a:gd name="T1" fmla="*/ 0 h 3"/>
                  <a:gd name="T2" fmla="*/ 1 w 3"/>
                  <a:gd name="T3" fmla="*/ 0 h 3"/>
                  <a:gd name="T4" fmla="*/ 1 w 3"/>
                  <a:gd name="T5" fmla="*/ 0 h 3"/>
                  <a:gd name="T6" fmla="*/ 1 w 3"/>
                  <a:gd name="T7" fmla="*/ 0 h 3"/>
                  <a:gd name="T8" fmla="*/ 1 w 3"/>
                  <a:gd name="T9" fmla="*/ 0 h 3"/>
                  <a:gd name="T10" fmla="*/ 2 w 3"/>
                  <a:gd name="T11" fmla="*/ 1 h 3"/>
                  <a:gd name="T12" fmla="*/ 0 w 3"/>
                  <a:gd name="T13" fmla="*/ 2 h 3"/>
                  <a:gd name="T14" fmla="*/ 2 w 3"/>
                  <a:gd name="T15" fmla="*/ 2 h 3"/>
                  <a:gd name="T16" fmla="*/ 3 w 3"/>
                  <a:gd name="T17" fmla="*/ 0 h 3"/>
                  <a:gd name="T18" fmla="*/ 1 w 3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2"/>
                      <a:pt x="0" y="0"/>
                      <a:pt x="0" y="2"/>
                    </a:cubicBezTo>
                    <a:cubicBezTo>
                      <a:pt x="0" y="3"/>
                      <a:pt x="1" y="3"/>
                      <a:pt x="2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1" name="Freeform 36"/>
              <p:cNvSpPr/>
              <p:nvPr>
                <p:custDataLst>
                  <p:tags r:id="rId282"/>
                </p:custDataLst>
              </p:nvPr>
            </p:nvSpPr>
            <p:spPr bwMode="auto">
              <a:xfrm>
                <a:off x="3207" y="2465"/>
                <a:ext cx="183" cy="174"/>
              </a:xfrm>
              <a:custGeom>
                <a:avLst/>
                <a:gdLst>
                  <a:gd name="T0" fmla="*/ 83 w 86"/>
                  <a:gd name="T1" fmla="*/ 5 h 82"/>
                  <a:gd name="T2" fmla="*/ 80 w 86"/>
                  <a:gd name="T3" fmla="*/ 4 h 82"/>
                  <a:gd name="T4" fmla="*/ 77 w 86"/>
                  <a:gd name="T5" fmla="*/ 8 h 82"/>
                  <a:gd name="T6" fmla="*/ 76 w 86"/>
                  <a:gd name="T7" fmla="*/ 6 h 82"/>
                  <a:gd name="T8" fmla="*/ 72 w 86"/>
                  <a:gd name="T9" fmla="*/ 7 h 82"/>
                  <a:gd name="T10" fmla="*/ 70 w 86"/>
                  <a:gd name="T11" fmla="*/ 4 h 82"/>
                  <a:gd name="T12" fmla="*/ 67 w 86"/>
                  <a:gd name="T13" fmla="*/ 1 h 82"/>
                  <a:gd name="T14" fmla="*/ 68 w 86"/>
                  <a:gd name="T15" fmla="*/ 6 h 82"/>
                  <a:gd name="T16" fmla="*/ 70 w 86"/>
                  <a:gd name="T17" fmla="*/ 10 h 82"/>
                  <a:gd name="T18" fmla="*/ 65 w 86"/>
                  <a:gd name="T19" fmla="*/ 6 h 82"/>
                  <a:gd name="T20" fmla="*/ 65 w 86"/>
                  <a:gd name="T21" fmla="*/ 8 h 82"/>
                  <a:gd name="T22" fmla="*/ 62 w 86"/>
                  <a:gd name="T23" fmla="*/ 6 h 82"/>
                  <a:gd name="T24" fmla="*/ 61 w 86"/>
                  <a:gd name="T25" fmla="*/ 8 h 82"/>
                  <a:gd name="T26" fmla="*/ 59 w 86"/>
                  <a:gd name="T27" fmla="*/ 9 h 82"/>
                  <a:gd name="T28" fmla="*/ 62 w 86"/>
                  <a:gd name="T29" fmla="*/ 15 h 82"/>
                  <a:gd name="T30" fmla="*/ 58 w 86"/>
                  <a:gd name="T31" fmla="*/ 10 h 82"/>
                  <a:gd name="T32" fmla="*/ 57 w 86"/>
                  <a:gd name="T33" fmla="*/ 12 h 82"/>
                  <a:gd name="T34" fmla="*/ 53 w 86"/>
                  <a:gd name="T35" fmla="*/ 17 h 82"/>
                  <a:gd name="T36" fmla="*/ 51 w 86"/>
                  <a:gd name="T37" fmla="*/ 19 h 82"/>
                  <a:gd name="T38" fmla="*/ 48 w 86"/>
                  <a:gd name="T39" fmla="*/ 22 h 82"/>
                  <a:gd name="T40" fmla="*/ 48 w 86"/>
                  <a:gd name="T41" fmla="*/ 24 h 82"/>
                  <a:gd name="T42" fmla="*/ 46 w 86"/>
                  <a:gd name="T43" fmla="*/ 24 h 82"/>
                  <a:gd name="T44" fmla="*/ 45 w 86"/>
                  <a:gd name="T45" fmla="*/ 25 h 82"/>
                  <a:gd name="T46" fmla="*/ 46 w 86"/>
                  <a:gd name="T47" fmla="*/ 27 h 82"/>
                  <a:gd name="T48" fmla="*/ 43 w 86"/>
                  <a:gd name="T49" fmla="*/ 28 h 82"/>
                  <a:gd name="T50" fmla="*/ 40 w 86"/>
                  <a:gd name="T51" fmla="*/ 30 h 82"/>
                  <a:gd name="T52" fmla="*/ 38 w 86"/>
                  <a:gd name="T53" fmla="*/ 32 h 82"/>
                  <a:gd name="T54" fmla="*/ 36 w 86"/>
                  <a:gd name="T55" fmla="*/ 34 h 82"/>
                  <a:gd name="T56" fmla="*/ 36 w 86"/>
                  <a:gd name="T57" fmla="*/ 37 h 82"/>
                  <a:gd name="T58" fmla="*/ 34 w 86"/>
                  <a:gd name="T59" fmla="*/ 36 h 82"/>
                  <a:gd name="T60" fmla="*/ 34 w 86"/>
                  <a:gd name="T61" fmla="*/ 37 h 82"/>
                  <a:gd name="T62" fmla="*/ 31 w 86"/>
                  <a:gd name="T63" fmla="*/ 41 h 82"/>
                  <a:gd name="T64" fmla="*/ 32 w 86"/>
                  <a:gd name="T65" fmla="*/ 45 h 82"/>
                  <a:gd name="T66" fmla="*/ 31 w 86"/>
                  <a:gd name="T67" fmla="*/ 48 h 82"/>
                  <a:gd name="T68" fmla="*/ 28 w 86"/>
                  <a:gd name="T69" fmla="*/ 47 h 82"/>
                  <a:gd name="T70" fmla="*/ 25 w 86"/>
                  <a:gd name="T71" fmla="*/ 53 h 82"/>
                  <a:gd name="T72" fmla="*/ 24 w 86"/>
                  <a:gd name="T73" fmla="*/ 55 h 82"/>
                  <a:gd name="T74" fmla="*/ 18 w 86"/>
                  <a:gd name="T75" fmla="*/ 59 h 82"/>
                  <a:gd name="T76" fmla="*/ 15 w 86"/>
                  <a:gd name="T77" fmla="*/ 59 h 82"/>
                  <a:gd name="T78" fmla="*/ 14 w 86"/>
                  <a:gd name="T79" fmla="*/ 60 h 82"/>
                  <a:gd name="T80" fmla="*/ 11 w 86"/>
                  <a:gd name="T81" fmla="*/ 69 h 82"/>
                  <a:gd name="T82" fmla="*/ 2 w 86"/>
                  <a:gd name="T83" fmla="*/ 75 h 82"/>
                  <a:gd name="T84" fmla="*/ 23 w 86"/>
                  <a:gd name="T85" fmla="*/ 72 h 82"/>
                  <a:gd name="T86" fmla="*/ 28 w 86"/>
                  <a:gd name="T87" fmla="*/ 68 h 82"/>
                  <a:gd name="T88" fmla="*/ 42 w 86"/>
                  <a:gd name="T89" fmla="*/ 48 h 82"/>
                  <a:gd name="T90" fmla="*/ 49 w 86"/>
                  <a:gd name="T91" fmla="*/ 45 h 82"/>
                  <a:gd name="T92" fmla="*/ 55 w 86"/>
                  <a:gd name="T93" fmla="*/ 43 h 82"/>
                  <a:gd name="T94" fmla="*/ 63 w 86"/>
                  <a:gd name="T95" fmla="*/ 35 h 82"/>
                  <a:gd name="T96" fmla="*/ 68 w 86"/>
                  <a:gd name="T97" fmla="*/ 31 h 82"/>
                  <a:gd name="T98" fmla="*/ 74 w 86"/>
                  <a:gd name="T99" fmla="*/ 23 h 82"/>
                  <a:gd name="T100" fmla="*/ 75 w 86"/>
                  <a:gd name="T101" fmla="*/ 16 h 82"/>
                  <a:gd name="T102" fmla="*/ 82 w 86"/>
                  <a:gd name="T103" fmla="*/ 14 h 82"/>
                  <a:gd name="T104" fmla="*/ 84 w 86"/>
                  <a:gd name="T105" fmla="*/ 13 h 82"/>
                  <a:gd name="T106" fmla="*/ 84 w 86"/>
                  <a:gd name="T107" fmla="*/ 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6" h="82">
                    <a:moveTo>
                      <a:pt x="84" y="7"/>
                    </a:moveTo>
                    <a:cubicBezTo>
                      <a:pt x="85" y="8"/>
                      <a:pt x="85" y="9"/>
                      <a:pt x="86" y="10"/>
                    </a:cubicBezTo>
                    <a:cubicBezTo>
                      <a:pt x="85" y="6"/>
                      <a:pt x="85" y="6"/>
                      <a:pt x="85" y="6"/>
                    </a:cubicBezTo>
                    <a:cubicBezTo>
                      <a:pt x="85" y="7"/>
                      <a:pt x="85" y="6"/>
                      <a:pt x="84" y="5"/>
                    </a:cubicBezTo>
                    <a:cubicBezTo>
                      <a:pt x="84" y="6"/>
                      <a:pt x="84" y="6"/>
                      <a:pt x="84" y="6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3" y="5"/>
                      <a:pt x="82" y="4"/>
                      <a:pt x="82" y="6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83" y="7"/>
                      <a:pt x="84" y="9"/>
                      <a:pt x="83" y="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2" y="7"/>
                      <a:pt x="80" y="5"/>
                      <a:pt x="81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79" y="5"/>
                      <a:pt x="81" y="7"/>
                      <a:pt x="81" y="7"/>
                    </a:cubicBezTo>
                    <a:cubicBezTo>
                      <a:pt x="80" y="7"/>
                      <a:pt x="79" y="5"/>
                      <a:pt x="79" y="4"/>
                    </a:cubicBezTo>
                    <a:cubicBezTo>
                      <a:pt x="78" y="4"/>
                      <a:pt x="79" y="6"/>
                      <a:pt x="77" y="5"/>
                    </a:cubicBezTo>
                    <a:cubicBezTo>
                      <a:pt x="77" y="5"/>
                      <a:pt x="77" y="6"/>
                      <a:pt x="77" y="8"/>
                    </a:cubicBezTo>
                    <a:cubicBezTo>
                      <a:pt x="77" y="8"/>
                      <a:pt x="76" y="5"/>
                      <a:pt x="76" y="6"/>
                    </a:cubicBezTo>
                    <a:cubicBezTo>
                      <a:pt x="75" y="5"/>
                      <a:pt x="74" y="3"/>
                      <a:pt x="74" y="2"/>
                    </a:cubicBezTo>
                    <a:cubicBezTo>
                      <a:pt x="74" y="2"/>
                      <a:pt x="73" y="1"/>
                      <a:pt x="73" y="2"/>
                    </a:cubicBezTo>
                    <a:cubicBezTo>
                      <a:pt x="73" y="1"/>
                      <a:pt x="72" y="0"/>
                      <a:pt x="72" y="0"/>
                    </a:cubicBezTo>
                    <a:cubicBezTo>
                      <a:pt x="73" y="1"/>
                      <a:pt x="74" y="3"/>
                      <a:pt x="74" y="3"/>
                    </a:cubicBezTo>
                    <a:cubicBezTo>
                      <a:pt x="76" y="5"/>
                      <a:pt x="74" y="4"/>
                      <a:pt x="76" y="6"/>
                    </a:cubicBezTo>
                    <a:cubicBezTo>
                      <a:pt x="75" y="6"/>
                      <a:pt x="74" y="6"/>
                      <a:pt x="74" y="7"/>
                    </a:cubicBezTo>
                    <a:cubicBezTo>
                      <a:pt x="74" y="7"/>
                      <a:pt x="73" y="5"/>
                      <a:pt x="73" y="4"/>
                    </a:cubicBezTo>
                    <a:cubicBezTo>
                      <a:pt x="73" y="6"/>
                      <a:pt x="73" y="7"/>
                      <a:pt x="73" y="7"/>
                    </a:cubicBezTo>
                    <a:cubicBezTo>
                      <a:pt x="74" y="8"/>
                      <a:pt x="74" y="8"/>
                      <a:pt x="75" y="10"/>
                    </a:cubicBezTo>
                    <a:cubicBezTo>
                      <a:pt x="75" y="10"/>
                      <a:pt x="75" y="11"/>
                      <a:pt x="75" y="11"/>
                    </a:cubicBezTo>
                    <a:cubicBezTo>
                      <a:pt x="74" y="9"/>
                      <a:pt x="72" y="7"/>
                      <a:pt x="72" y="7"/>
                    </a:cubicBezTo>
                    <a:cubicBezTo>
                      <a:pt x="71" y="5"/>
                      <a:pt x="73" y="7"/>
                      <a:pt x="71" y="5"/>
                    </a:cubicBezTo>
                    <a:cubicBezTo>
                      <a:pt x="70" y="3"/>
                      <a:pt x="71" y="2"/>
                      <a:pt x="72" y="3"/>
                    </a:cubicBezTo>
                    <a:cubicBezTo>
                      <a:pt x="71" y="1"/>
                      <a:pt x="71" y="3"/>
                      <a:pt x="70" y="1"/>
                    </a:cubicBezTo>
                    <a:cubicBezTo>
                      <a:pt x="70" y="1"/>
                      <a:pt x="70" y="3"/>
                      <a:pt x="70" y="3"/>
                    </a:cubicBezTo>
                    <a:cubicBezTo>
                      <a:pt x="71" y="4"/>
                      <a:pt x="71" y="4"/>
                      <a:pt x="71" y="5"/>
                    </a:cubicBezTo>
                    <a:cubicBezTo>
                      <a:pt x="72" y="8"/>
                      <a:pt x="70" y="4"/>
                      <a:pt x="70" y="4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9" y="3"/>
                      <a:pt x="69" y="4"/>
                      <a:pt x="69" y="4"/>
                    </a:cubicBezTo>
                    <a:cubicBezTo>
                      <a:pt x="67" y="2"/>
                      <a:pt x="69" y="4"/>
                      <a:pt x="68" y="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6" y="0"/>
                      <a:pt x="68" y="2"/>
                      <a:pt x="67" y="2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68" y="3"/>
                      <a:pt x="69" y="4"/>
                      <a:pt x="69" y="4"/>
                    </a:cubicBezTo>
                    <a:cubicBezTo>
                      <a:pt x="70" y="7"/>
                      <a:pt x="69" y="4"/>
                      <a:pt x="69" y="5"/>
                    </a:cubicBezTo>
                    <a:cubicBezTo>
                      <a:pt x="69" y="7"/>
                      <a:pt x="69" y="5"/>
                      <a:pt x="70" y="6"/>
                    </a:cubicBezTo>
                    <a:cubicBezTo>
                      <a:pt x="71" y="8"/>
                      <a:pt x="70" y="8"/>
                      <a:pt x="70" y="8"/>
                    </a:cubicBezTo>
                    <a:cubicBezTo>
                      <a:pt x="70" y="9"/>
                      <a:pt x="69" y="7"/>
                      <a:pt x="68" y="6"/>
                    </a:cubicBezTo>
                    <a:cubicBezTo>
                      <a:pt x="68" y="6"/>
                      <a:pt x="68" y="5"/>
                      <a:pt x="69" y="6"/>
                    </a:cubicBezTo>
                    <a:cubicBezTo>
                      <a:pt x="68" y="4"/>
                      <a:pt x="67" y="3"/>
                      <a:pt x="66" y="2"/>
                    </a:cubicBezTo>
                    <a:cubicBezTo>
                      <a:pt x="65" y="1"/>
                      <a:pt x="67" y="4"/>
                      <a:pt x="67" y="4"/>
                    </a:cubicBezTo>
                    <a:cubicBezTo>
                      <a:pt x="67" y="3"/>
                      <a:pt x="68" y="5"/>
                      <a:pt x="68" y="6"/>
                    </a:cubicBezTo>
                    <a:cubicBezTo>
                      <a:pt x="70" y="10"/>
                      <a:pt x="66" y="3"/>
                      <a:pt x="66" y="4"/>
                    </a:cubicBezTo>
                    <a:cubicBezTo>
                      <a:pt x="68" y="6"/>
                      <a:pt x="67" y="8"/>
                      <a:pt x="70" y="10"/>
                    </a:cubicBezTo>
                    <a:cubicBezTo>
                      <a:pt x="70" y="11"/>
                      <a:pt x="70" y="12"/>
                      <a:pt x="70" y="12"/>
                    </a:cubicBezTo>
                    <a:cubicBezTo>
                      <a:pt x="69" y="10"/>
                      <a:pt x="69" y="10"/>
                      <a:pt x="68" y="8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4"/>
                      <a:pt x="65" y="5"/>
                      <a:pt x="65" y="6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5"/>
                      <a:pt x="65" y="7"/>
                      <a:pt x="65" y="7"/>
                    </a:cubicBezTo>
                    <a:cubicBezTo>
                      <a:pt x="65" y="7"/>
                      <a:pt x="64" y="6"/>
                      <a:pt x="63" y="5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63" y="5"/>
                      <a:pt x="62" y="3"/>
                      <a:pt x="62" y="4"/>
                    </a:cubicBezTo>
                    <a:cubicBezTo>
                      <a:pt x="63" y="5"/>
                      <a:pt x="64" y="6"/>
                      <a:pt x="65" y="8"/>
                    </a:cubicBezTo>
                    <a:cubicBezTo>
                      <a:pt x="65" y="8"/>
                      <a:pt x="64" y="7"/>
                      <a:pt x="64" y="7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7"/>
                      <a:pt x="62" y="4"/>
                      <a:pt x="62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2" y="6"/>
                      <a:pt x="62" y="5"/>
                      <a:pt x="61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1" y="5"/>
                      <a:pt x="61" y="5"/>
                      <a:pt x="61" y="5"/>
                    </a:cubicBezTo>
                    <a:cubicBezTo>
                      <a:pt x="62" y="6"/>
                      <a:pt x="63" y="8"/>
                      <a:pt x="61" y="6"/>
                    </a:cubicBezTo>
                    <a:cubicBezTo>
                      <a:pt x="63" y="8"/>
                      <a:pt x="61" y="6"/>
                      <a:pt x="62" y="7"/>
                    </a:cubicBezTo>
                    <a:cubicBezTo>
                      <a:pt x="64" y="9"/>
                      <a:pt x="63" y="9"/>
                      <a:pt x="63" y="9"/>
                    </a:cubicBezTo>
                    <a:cubicBezTo>
                      <a:pt x="62" y="7"/>
                      <a:pt x="63" y="9"/>
                      <a:pt x="63" y="9"/>
                    </a:cubicBezTo>
                    <a:cubicBezTo>
                      <a:pt x="61" y="8"/>
                      <a:pt x="61" y="8"/>
                      <a:pt x="61" y="8"/>
                    </a:cubicBezTo>
                    <a:cubicBezTo>
                      <a:pt x="62" y="9"/>
                      <a:pt x="62" y="9"/>
                      <a:pt x="62" y="9"/>
                    </a:cubicBezTo>
                    <a:cubicBezTo>
                      <a:pt x="60" y="6"/>
                      <a:pt x="62" y="10"/>
                      <a:pt x="61" y="10"/>
                    </a:cubicBezTo>
                    <a:cubicBezTo>
                      <a:pt x="61" y="9"/>
                      <a:pt x="60" y="7"/>
                      <a:pt x="60" y="7"/>
                    </a:cubicBezTo>
                    <a:cubicBezTo>
                      <a:pt x="61" y="9"/>
                      <a:pt x="61" y="10"/>
                      <a:pt x="62" y="11"/>
                    </a:cubicBezTo>
                    <a:cubicBezTo>
                      <a:pt x="61" y="11"/>
                      <a:pt x="60" y="9"/>
                      <a:pt x="59" y="7"/>
                    </a:cubicBezTo>
                    <a:cubicBezTo>
                      <a:pt x="60" y="9"/>
                      <a:pt x="58" y="7"/>
                      <a:pt x="59" y="9"/>
                    </a:cubicBezTo>
                    <a:cubicBezTo>
                      <a:pt x="60" y="9"/>
                      <a:pt x="60" y="10"/>
                      <a:pt x="61" y="11"/>
                    </a:cubicBezTo>
                    <a:cubicBezTo>
                      <a:pt x="61" y="11"/>
                      <a:pt x="60" y="10"/>
                      <a:pt x="60" y="10"/>
                    </a:cubicBezTo>
                    <a:cubicBezTo>
                      <a:pt x="60" y="10"/>
                      <a:pt x="61" y="12"/>
                      <a:pt x="61" y="12"/>
                    </a:cubicBezTo>
                    <a:cubicBezTo>
                      <a:pt x="61" y="12"/>
                      <a:pt x="62" y="14"/>
                      <a:pt x="61" y="13"/>
                    </a:cubicBezTo>
                    <a:cubicBezTo>
                      <a:pt x="60" y="12"/>
                      <a:pt x="61" y="12"/>
                      <a:pt x="60" y="11"/>
                    </a:cubicBezTo>
                    <a:cubicBezTo>
                      <a:pt x="60" y="11"/>
                      <a:pt x="62" y="15"/>
                      <a:pt x="62" y="15"/>
                    </a:cubicBezTo>
                    <a:cubicBezTo>
                      <a:pt x="63" y="16"/>
                      <a:pt x="65" y="18"/>
                      <a:pt x="65" y="19"/>
                    </a:cubicBezTo>
                    <a:cubicBezTo>
                      <a:pt x="64" y="19"/>
                      <a:pt x="65" y="18"/>
                      <a:pt x="63" y="17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1" y="15"/>
                      <a:pt x="61" y="13"/>
                      <a:pt x="59" y="11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59" y="12"/>
                      <a:pt x="58" y="10"/>
                      <a:pt x="58" y="10"/>
                    </a:cubicBezTo>
                    <a:cubicBezTo>
                      <a:pt x="59" y="12"/>
                      <a:pt x="57" y="11"/>
                      <a:pt x="58" y="11"/>
                    </a:cubicBezTo>
                    <a:cubicBezTo>
                      <a:pt x="59" y="12"/>
                      <a:pt x="58" y="11"/>
                      <a:pt x="58" y="12"/>
                    </a:cubicBezTo>
                    <a:cubicBezTo>
                      <a:pt x="58" y="12"/>
                      <a:pt x="60" y="14"/>
                      <a:pt x="59" y="14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6" y="11"/>
                      <a:pt x="58" y="13"/>
                      <a:pt x="57" y="12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56" y="12"/>
                      <a:pt x="55" y="13"/>
                      <a:pt x="57" y="17"/>
                    </a:cubicBezTo>
                    <a:cubicBezTo>
                      <a:pt x="56" y="16"/>
                      <a:pt x="55" y="16"/>
                      <a:pt x="54" y="15"/>
                    </a:cubicBezTo>
                    <a:cubicBezTo>
                      <a:pt x="55" y="16"/>
                      <a:pt x="55" y="17"/>
                      <a:pt x="55" y="17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5"/>
                      <a:pt x="54" y="17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4" y="18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19"/>
                      <a:pt x="53" y="19"/>
                      <a:pt x="52" y="17"/>
                    </a:cubicBezTo>
                    <a:cubicBezTo>
                      <a:pt x="53" y="18"/>
                      <a:pt x="53" y="18"/>
                      <a:pt x="53" y="18"/>
                    </a:cubicBezTo>
                    <a:cubicBezTo>
                      <a:pt x="52" y="18"/>
                      <a:pt x="51" y="18"/>
                      <a:pt x="51" y="19"/>
                    </a:cubicBezTo>
                    <a:cubicBezTo>
                      <a:pt x="52" y="19"/>
                      <a:pt x="52" y="20"/>
                      <a:pt x="53" y="21"/>
                    </a:cubicBezTo>
                    <a:cubicBezTo>
                      <a:pt x="55" y="22"/>
                      <a:pt x="53" y="20"/>
                      <a:pt x="54" y="22"/>
                    </a:cubicBezTo>
                    <a:cubicBezTo>
                      <a:pt x="53" y="21"/>
                      <a:pt x="52" y="20"/>
                      <a:pt x="52" y="20"/>
                    </a:cubicBezTo>
                    <a:cubicBezTo>
                      <a:pt x="49" y="18"/>
                      <a:pt x="50" y="21"/>
                      <a:pt x="50" y="20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48" y="20"/>
                      <a:pt x="50" y="22"/>
                      <a:pt x="48" y="22"/>
                    </a:cubicBezTo>
                    <a:cubicBezTo>
                      <a:pt x="49" y="22"/>
                      <a:pt x="51" y="25"/>
                      <a:pt x="51" y="25"/>
                    </a:cubicBezTo>
                    <a:cubicBezTo>
                      <a:pt x="52" y="26"/>
                      <a:pt x="49" y="23"/>
                      <a:pt x="48" y="22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4"/>
                      <a:pt x="49" y="25"/>
                      <a:pt x="48" y="2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24"/>
                      <a:pt x="47" y="23"/>
                      <a:pt x="47" y="23"/>
                    </a:cubicBezTo>
                    <a:cubicBezTo>
                      <a:pt x="48" y="25"/>
                      <a:pt x="47" y="24"/>
                      <a:pt x="48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4"/>
                      <a:pt x="47" y="25"/>
                      <a:pt x="47" y="26"/>
                    </a:cubicBezTo>
                    <a:cubicBezTo>
                      <a:pt x="48" y="27"/>
                      <a:pt x="47" y="26"/>
                      <a:pt x="46" y="26"/>
                    </a:cubicBezTo>
                    <a:cubicBezTo>
                      <a:pt x="46" y="25"/>
                      <a:pt x="47" y="26"/>
                      <a:pt x="47" y="25"/>
                    </a:cubicBezTo>
                    <a:cubicBezTo>
                      <a:pt x="46" y="24"/>
                      <a:pt x="46" y="25"/>
                      <a:pt x="46" y="25"/>
                    </a:cubicBezTo>
                    <a:cubicBezTo>
                      <a:pt x="46" y="25"/>
                      <a:pt x="47" y="26"/>
                      <a:pt x="46" y="26"/>
                    </a:cubicBezTo>
                    <a:cubicBezTo>
                      <a:pt x="46" y="26"/>
                      <a:pt x="46" y="26"/>
                      <a:pt x="45" y="25"/>
                    </a:cubicBezTo>
                    <a:cubicBezTo>
                      <a:pt x="46" y="26"/>
                      <a:pt x="45" y="26"/>
                      <a:pt x="46" y="27"/>
                    </a:cubicBezTo>
                    <a:cubicBezTo>
                      <a:pt x="46" y="27"/>
                      <a:pt x="47" y="27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6" y="28"/>
                      <a:pt x="47" y="29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7" y="28"/>
                      <a:pt x="46" y="28"/>
                      <a:pt x="46" y="29"/>
                    </a:cubicBezTo>
                    <a:cubicBezTo>
                      <a:pt x="45" y="27"/>
                      <a:pt x="44" y="26"/>
                      <a:pt x="44" y="26"/>
                    </a:cubicBezTo>
                    <a:cubicBezTo>
                      <a:pt x="44" y="27"/>
                      <a:pt x="44" y="27"/>
                      <a:pt x="44" y="27"/>
                    </a:cubicBezTo>
                    <a:cubicBezTo>
                      <a:pt x="44" y="28"/>
                      <a:pt x="44" y="27"/>
                      <a:pt x="43" y="27"/>
                    </a:cubicBezTo>
                    <a:cubicBezTo>
                      <a:pt x="42" y="26"/>
                      <a:pt x="46" y="31"/>
                      <a:pt x="45" y="30"/>
                    </a:cubicBezTo>
                    <a:cubicBezTo>
                      <a:pt x="44" y="28"/>
                      <a:pt x="43" y="28"/>
                      <a:pt x="43" y="28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4" y="29"/>
                      <a:pt x="42" y="28"/>
                      <a:pt x="44" y="28"/>
                    </a:cubicBezTo>
                    <a:cubicBezTo>
                      <a:pt x="44" y="29"/>
                      <a:pt x="44" y="29"/>
                      <a:pt x="44" y="30"/>
                    </a:cubicBezTo>
                    <a:cubicBezTo>
                      <a:pt x="41" y="27"/>
                      <a:pt x="42" y="30"/>
                      <a:pt x="40" y="29"/>
                    </a:cubicBezTo>
                    <a:cubicBezTo>
                      <a:pt x="42" y="30"/>
                      <a:pt x="41" y="29"/>
                      <a:pt x="41" y="30"/>
                    </a:cubicBezTo>
                    <a:cubicBezTo>
                      <a:pt x="39" y="28"/>
                      <a:pt x="41" y="31"/>
                      <a:pt x="40" y="30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0" y="31"/>
                      <a:pt x="44" y="35"/>
                      <a:pt x="41" y="33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38" y="29"/>
                      <a:pt x="41" y="33"/>
                      <a:pt x="39" y="31"/>
                    </a:cubicBezTo>
                    <a:cubicBezTo>
                      <a:pt x="39" y="32"/>
                      <a:pt x="40" y="33"/>
                      <a:pt x="41" y="34"/>
                    </a:cubicBezTo>
                    <a:cubicBezTo>
                      <a:pt x="40" y="33"/>
                      <a:pt x="39" y="33"/>
                      <a:pt x="38" y="32"/>
                    </a:cubicBezTo>
                    <a:cubicBezTo>
                      <a:pt x="39" y="33"/>
                      <a:pt x="39" y="33"/>
                      <a:pt x="38" y="33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7" y="32"/>
                      <a:pt x="38" y="33"/>
                      <a:pt x="38" y="33"/>
                    </a:cubicBezTo>
                    <a:cubicBezTo>
                      <a:pt x="37" y="32"/>
                      <a:pt x="37" y="33"/>
                      <a:pt x="36" y="33"/>
                    </a:cubicBezTo>
                    <a:cubicBezTo>
                      <a:pt x="37" y="35"/>
                      <a:pt x="35" y="32"/>
                      <a:pt x="37" y="35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5"/>
                      <a:pt x="38" y="36"/>
                      <a:pt x="38" y="37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3"/>
                      <a:pt x="36" y="35"/>
                      <a:pt x="35" y="34"/>
                    </a:cubicBezTo>
                    <a:cubicBezTo>
                      <a:pt x="36" y="35"/>
                      <a:pt x="35" y="34"/>
                      <a:pt x="36" y="35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6" y="38"/>
                      <a:pt x="35" y="36"/>
                      <a:pt x="35" y="36"/>
                    </a:cubicBezTo>
                    <a:cubicBezTo>
                      <a:pt x="34" y="35"/>
                      <a:pt x="34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4" y="36"/>
                    </a:cubicBezTo>
                    <a:cubicBezTo>
                      <a:pt x="34" y="36"/>
                      <a:pt x="34" y="36"/>
                      <a:pt x="35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35"/>
                      <a:pt x="33" y="36"/>
                      <a:pt x="34" y="37"/>
                    </a:cubicBezTo>
                    <a:cubicBezTo>
                      <a:pt x="32" y="36"/>
                      <a:pt x="33" y="38"/>
                      <a:pt x="33" y="39"/>
                    </a:cubicBezTo>
                    <a:cubicBezTo>
                      <a:pt x="33" y="39"/>
                      <a:pt x="32" y="38"/>
                      <a:pt x="33" y="38"/>
                    </a:cubicBezTo>
                    <a:cubicBezTo>
                      <a:pt x="33" y="39"/>
                      <a:pt x="33" y="40"/>
                      <a:pt x="33" y="39"/>
                    </a:cubicBezTo>
                    <a:cubicBezTo>
                      <a:pt x="33" y="40"/>
                      <a:pt x="32" y="38"/>
                      <a:pt x="32" y="38"/>
                    </a:cubicBezTo>
                    <a:cubicBezTo>
                      <a:pt x="31" y="38"/>
                      <a:pt x="33" y="40"/>
                      <a:pt x="32" y="40"/>
                    </a:cubicBezTo>
                    <a:cubicBezTo>
                      <a:pt x="30" y="38"/>
                      <a:pt x="33" y="42"/>
                      <a:pt x="31" y="41"/>
                    </a:cubicBezTo>
                    <a:cubicBezTo>
                      <a:pt x="31" y="41"/>
                      <a:pt x="31" y="40"/>
                      <a:pt x="30" y="39"/>
                    </a:cubicBezTo>
                    <a:cubicBezTo>
                      <a:pt x="30" y="40"/>
                      <a:pt x="30" y="41"/>
                      <a:pt x="31" y="43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30" y="41"/>
                      <a:pt x="30" y="42"/>
                      <a:pt x="31" y="43"/>
                    </a:cubicBezTo>
                    <a:cubicBezTo>
                      <a:pt x="32" y="44"/>
                      <a:pt x="32" y="45"/>
                      <a:pt x="32" y="45"/>
                    </a:cubicBezTo>
                    <a:cubicBezTo>
                      <a:pt x="32" y="45"/>
                      <a:pt x="32" y="45"/>
                      <a:pt x="32" y="45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9" y="43"/>
                      <a:pt x="29" y="44"/>
                      <a:pt x="29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29" y="44"/>
                      <a:pt x="29" y="44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48"/>
                      <a:pt x="30" y="47"/>
                      <a:pt x="29" y="46"/>
                    </a:cubicBezTo>
                    <a:cubicBezTo>
                      <a:pt x="29" y="46"/>
                      <a:pt x="31" y="49"/>
                      <a:pt x="31" y="50"/>
                    </a:cubicBezTo>
                    <a:cubicBezTo>
                      <a:pt x="31" y="50"/>
                      <a:pt x="31" y="51"/>
                      <a:pt x="31" y="51"/>
                    </a:cubicBezTo>
                    <a:cubicBezTo>
                      <a:pt x="30" y="50"/>
                      <a:pt x="31" y="51"/>
                      <a:pt x="31" y="51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49"/>
                      <a:pt x="28" y="48"/>
                      <a:pt x="28" y="47"/>
                    </a:cubicBezTo>
                    <a:cubicBezTo>
                      <a:pt x="28" y="48"/>
                      <a:pt x="27" y="47"/>
                      <a:pt x="26" y="47"/>
                    </a:cubicBezTo>
                    <a:cubicBezTo>
                      <a:pt x="28" y="49"/>
                      <a:pt x="27" y="49"/>
                      <a:pt x="28" y="51"/>
                    </a:cubicBezTo>
                    <a:cubicBezTo>
                      <a:pt x="28" y="51"/>
                      <a:pt x="27" y="49"/>
                      <a:pt x="26" y="49"/>
                    </a:cubicBezTo>
                    <a:cubicBezTo>
                      <a:pt x="27" y="50"/>
                      <a:pt x="26" y="50"/>
                      <a:pt x="25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1"/>
                      <a:pt x="24" y="51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4" y="51"/>
                      <a:pt x="27" y="54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3" y="52"/>
                      <a:pt x="24" y="54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4" y="53"/>
                      <a:pt x="23" y="53"/>
                      <a:pt x="24" y="55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22" y="52"/>
                      <a:pt x="24" y="55"/>
                      <a:pt x="23" y="55"/>
                    </a:cubicBezTo>
                    <a:cubicBezTo>
                      <a:pt x="23" y="55"/>
                      <a:pt x="22" y="54"/>
                      <a:pt x="22" y="54"/>
                    </a:cubicBezTo>
                    <a:cubicBezTo>
                      <a:pt x="23" y="55"/>
                      <a:pt x="22" y="55"/>
                      <a:pt x="23" y="55"/>
                    </a:cubicBezTo>
                    <a:cubicBezTo>
                      <a:pt x="21" y="54"/>
                      <a:pt x="21" y="54"/>
                      <a:pt x="21" y="54"/>
                    </a:cubicBezTo>
                    <a:cubicBezTo>
                      <a:pt x="20" y="55"/>
                      <a:pt x="18" y="56"/>
                      <a:pt x="18" y="59"/>
                    </a:cubicBezTo>
                    <a:cubicBezTo>
                      <a:pt x="16" y="57"/>
                      <a:pt x="17" y="57"/>
                      <a:pt x="16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8"/>
                      <a:pt x="15" y="57"/>
                      <a:pt x="16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7" y="59"/>
                      <a:pt x="14" y="56"/>
                      <a:pt x="15" y="59"/>
                    </a:cubicBezTo>
                    <a:cubicBezTo>
                      <a:pt x="14" y="57"/>
                      <a:pt x="14" y="57"/>
                      <a:pt x="14" y="57"/>
                    </a:cubicBezTo>
                    <a:cubicBezTo>
                      <a:pt x="16" y="60"/>
                      <a:pt x="13" y="57"/>
                      <a:pt x="15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3" y="58"/>
                      <a:pt x="15" y="61"/>
                      <a:pt x="14" y="60"/>
                    </a:cubicBezTo>
                    <a:cubicBezTo>
                      <a:pt x="14" y="60"/>
                      <a:pt x="14" y="61"/>
                      <a:pt x="15" y="63"/>
                    </a:cubicBezTo>
                    <a:cubicBezTo>
                      <a:pt x="14" y="60"/>
                      <a:pt x="14" y="60"/>
                      <a:pt x="14" y="60"/>
                    </a:cubicBezTo>
                    <a:cubicBezTo>
                      <a:pt x="13" y="62"/>
                      <a:pt x="12" y="63"/>
                      <a:pt x="13" y="65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13" y="67"/>
                      <a:pt x="9" y="64"/>
                      <a:pt x="12" y="67"/>
                    </a:cubicBezTo>
                    <a:cubicBezTo>
                      <a:pt x="13" y="69"/>
                      <a:pt x="13" y="69"/>
                      <a:pt x="13" y="69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11" y="68"/>
                      <a:pt x="10" y="68"/>
                      <a:pt x="11" y="69"/>
                    </a:cubicBezTo>
                    <a:cubicBezTo>
                      <a:pt x="10" y="68"/>
                      <a:pt x="10" y="68"/>
                      <a:pt x="10" y="68"/>
                    </a:cubicBezTo>
                    <a:cubicBezTo>
                      <a:pt x="10" y="68"/>
                      <a:pt x="11" y="70"/>
                      <a:pt x="11" y="70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7" y="68"/>
                      <a:pt x="4" y="67"/>
                      <a:pt x="5" y="71"/>
                    </a:cubicBezTo>
                    <a:cubicBezTo>
                      <a:pt x="5" y="72"/>
                      <a:pt x="3" y="70"/>
                      <a:pt x="3" y="70"/>
                    </a:cubicBezTo>
                    <a:cubicBezTo>
                      <a:pt x="5" y="73"/>
                      <a:pt x="0" y="70"/>
                      <a:pt x="2" y="75"/>
                    </a:cubicBezTo>
                    <a:cubicBezTo>
                      <a:pt x="2" y="77"/>
                      <a:pt x="6" y="82"/>
                      <a:pt x="6" y="82"/>
                    </a:cubicBezTo>
                    <a:cubicBezTo>
                      <a:pt x="7" y="78"/>
                      <a:pt x="10" y="79"/>
                      <a:pt x="14" y="80"/>
                    </a:cubicBezTo>
                    <a:cubicBezTo>
                      <a:pt x="14" y="79"/>
                      <a:pt x="14" y="77"/>
                      <a:pt x="15" y="78"/>
                    </a:cubicBezTo>
                    <a:cubicBezTo>
                      <a:pt x="18" y="75"/>
                      <a:pt x="23" y="77"/>
                      <a:pt x="24" y="73"/>
                    </a:cubicBezTo>
                    <a:cubicBezTo>
                      <a:pt x="23" y="73"/>
                      <a:pt x="23" y="72"/>
                      <a:pt x="23" y="71"/>
                    </a:cubicBezTo>
                    <a:cubicBezTo>
                      <a:pt x="23" y="72"/>
                      <a:pt x="23" y="72"/>
                      <a:pt x="23" y="72"/>
                    </a:cubicBezTo>
                    <a:cubicBezTo>
                      <a:pt x="22" y="71"/>
                      <a:pt x="22" y="71"/>
                      <a:pt x="22" y="71"/>
                    </a:cubicBezTo>
                    <a:cubicBezTo>
                      <a:pt x="23" y="70"/>
                      <a:pt x="24" y="72"/>
                      <a:pt x="24" y="72"/>
                    </a:cubicBezTo>
                    <a:cubicBezTo>
                      <a:pt x="25" y="71"/>
                      <a:pt x="25" y="70"/>
                      <a:pt x="26" y="70"/>
                    </a:cubicBezTo>
                    <a:cubicBezTo>
                      <a:pt x="25" y="68"/>
                      <a:pt x="27" y="69"/>
                      <a:pt x="25" y="67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8" y="68"/>
                    </a:cubicBezTo>
                    <a:cubicBezTo>
                      <a:pt x="32" y="68"/>
                      <a:pt x="33" y="64"/>
                      <a:pt x="36" y="63"/>
                    </a:cubicBezTo>
                    <a:cubicBezTo>
                      <a:pt x="39" y="60"/>
                      <a:pt x="40" y="57"/>
                      <a:pt x="43" y="54"/>
                    </a:cubicBezTo>
                    <a:cubicBezTo>
                      <a:pt x="41" y="51"/>
                      <a:pt x="42" y="52"/>
                      <a:pt x="41" y="49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48"/>
                      <a:pt x="42" y="49"/>
                      <a:pt x="44" y="50"/>
                    </a:cubicBezTo>
                    <a:cubicBezTo>
                      <a:pt x="43" y="49"/>
                      <a:pt x="44" y="50"/>
                      <a:pt x="42" y="48"/>
                    </a:cubicBezTo>
                    <a:cubicBezTo>
                      <a:pt x="41" y="47"/>
                      <a:pt x="44" y="50"/>
                      <a:pt x="44" y="49"/>
                    </a:cubicBezTo>
                    <a:cubicBezTo>
                      <a:pt x="45" y="50"/>
                      <a:pt x="43" y="48"/>
                      <a:pt x="44" y="49"/>
                    </a:cubicBezTo>
                    <a:cubicBezTo>
                      <a:pt x="43" y="46"/>
                      <a:pt x="44" y="50"/>
                      <a:pt x="47" y="50"/>
                    </a:cubicBezTo>
                    <a:cubicBezTo>
                      <a:pt x="47" y="49"/>
                      <a:pt x="47" y="46"/>
                      <a:pt x="49" y="46"/>
                    </a:cubicBezTo>
                    <a:cubicBezTo>
                      <a:pt x="49" y="46"/>
                      <a:pt x="48" y="45"/>
                      <a:pt x="48" y="45"/>
                    </a:cubicBezTo>
                    <a:cubicBezTo>
                      <a:pt x="50" y="47"/>
                      <a:pt x="48" y="44"/>
                      <a:pt x="49" y="45"/>
                    </a:cubicBezTo>
                    <a:cubicBezTo>
                      <a:pt x="50" y="46"/>
                      <a:pt x="50" y="46"/>
                      <a:pt x="50" y="46"/>
                    </a:cubicBezTo>
                    <a:cubicBezTo>
                      <a:pt x="51" y="46"/>
                      <a:pt x="50" y="45"/>
                      <a:pt x="52" y="45"/>
                    </a:cubicBezTo>
                    <a:cubicBezTo>
                      <a:pt x="51" y="44"/>
                      <a:pt x="54" y="45"/>
                      <a:pt x="53" y="44"/>
                    </a:cubicBezTo>
                    <a:cubicBezTo>
                      <a:pt x="54" y="45"/>
                      <a:pt x="54" y="44"/>
                      <a:pt x="54" y="45"/>
                    </a:cubicBezTo>
                    <a:cubicBezTo>
                      <a:pt x="52" y="42"/>
                      <a:pt x="56" y="45"/>
                      <a:pt x="55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56" y="42"/>
                      <a:pt x="58" y="42"/>
                      <a:pt x="58" y="39"/>
                    </a:cubicBezTo>
                    <a:cubicBezTo>
                      <a:pt x="59" y="38"/>
                      <a:pt x="62" y="40"/>
                      <a:pt x="62" y="38"/>
                    </a:cubicBezTo>
                    <a:cubicBezTo>
                      <a:pt x="61" y="37"/>
                      <a:pt x="61" y="37"/>
                      <a:pt x="61" y="37"/>
                    </a:cubicBezTo>
                    <a:cubicBezTo>
                      <a:pt x="61" y="36"/>
                      <a:pt x="62" y="37"/>
                      <a:pt x="62" y="38"/>
                    </a:cubicBezTo>
                    <a:cubicBezTo>
                      <a:pt x="61" y="36"/>
                      <a:pt x="63" y="37"/>
                      <a:pt x="64" y="37"/>
                    </a:cubicBezTo>
                    <a:cubicBezTo>
                      <a:pt x="63" y="36"/>
                      <a:pt x="63" y="36"/>
                      <a:pt x="63" y="35"/>
                    </a:cubicBezTo>
                    <a:cubicBezTo>
                      <a:pt x="66" y="36"/>
                      <a:pt x="63" y="33"/>
                      <a:pt x="66" y="34"/>
                    </a:cubicBezTo>
                    <a:cubicBezTo>
                      <a:pt x="63" y="32"/>
                      <a:pt x="65" y="33"/>
                      <a:pt x="64" y="32"/>
                    </a:cubicBezTo>
                    <a:cubicBezTo>
                      <a:pt x="64" y="32"/>
                      <a:pt x="65" y="33"/>
                      <a:pt x="65" y="33"/>
                    </a:cubicBezTo>
                    <a:cubicBezTo>
                      <a:pt x="66" y="33"/>
                      <a:pt x="66" y="32"/>
                      <a:pt x="67" y="33"/>
                    </a:cubicBezTo>
                    <a:cubicBezTo>
                      <a:pt x="67" y="32"/>
                      <a:pt x="66" y="31"/>
                      <a:pt x="66" y="31"/>
                    </a:cubicBezTo>
                    <a:cubicBezTo>
                      <a:pt x="68" y="33"/>
                      <a:pt x="67" y="31"/>
                      <a:pt x="68" y="31"/>
                    </a:cubicBezTo>
                    <a:cubicBezTo>
                      <a:pt x="66" y="29"/>
                      <a:pt x="66" y="28"/>
                      <a:pt x="66" y="28"/>
                    </a:cubicBezTo>
                    <a:cubicBezTo>
                      <a:pt x="68" y="31"/>
                      <a:pt x="68" y="31"/>
                      <a:pt x="68" y="31"/>
                    </a:cubicBezTo>
                    <a:cubicBezTo>
                      <a:pt x="68" y="29"/>
                      <a:pt x="71" y="30"/>
                      <a:pt x="70" y="27"/>
                    </a:cubicBezTo>
                    <a:cubicBezTo>
                      <a:pt x="71" y="28"/>
                      <a:pt x="71" y="28"/>
                      <a:pt x="71" y="28"/>
                    </a:cubicBezTo>
                    <a:cubicBezTo>
                      <a:pt x="71" y="25"/>
                      <a:pt x="73" y="26"/>
                      <a:pt x="72" y="23"/>
                    </a:cubicBezTo>
                    <a:cubicBezTo>
                      <a:pt x="73" y="23"/>
                      <a:pt x="73" y="24"/>
                      <a:pt x="74" y="23"/>
                    </a:cubicBezTo>
                    <a:cubicBezTo>
                      <a:pt x="73" y="22"/>
                      <a:pt x="73" y="22"/>
                      <a:pt x="72" y="20"/>
                    </a:cubicBezTo>
                    <a:cubicBezTo>
                      <a:pt x="72" y="20"/>
                      <a:pt x="73" y="21"/>
                      <a:pt x="74" y="21"/>
                    </a:cubicBezTo>
                    <a:cubicBezTo>
                      <a:pt x="74" y="21"/>
                      <a:pt x="76" y="23"/>
                      <a:pt x="75" y="20"/>
                    </a:cubicBezTo>
                    <a:cubicBezTo>
                      <a:pt x="76" y="21"/>
                      <a:pt x="76" y="21"/>
                      <a:pt x="76" y="21"/>
                    </a:cubicBezTo>
                    <a:cubicBezTo>
                      <a:pt x="76" y="20"/>
                      <a:pt x="75" y="18"/>
                      <a:pt x="76" y="19"/>
                    </a:cubicBezTo>
                    <a:cubicBezTo>
                      <a:pt x="76" y="18"/>
                      <a:pt x="76" y="17"/>
                      <a:pt x="75" y="16"/>
                    </a:cubicBezTo>
                    <a:cubicBezTo>
                      <a:pt x="75" y="16"/>
                      <a:pt x="76" y="18"/>
                      <a:pt x="76" y="17"/>
                    </a:cubicBezTo>
                    <a:cubicBezTo>
                      <a:pt x="77" y="19"/>
                      <a:pt x="77" y="19"/>
                      <a:pt x="77" y="19"/>
                    </a:cubicBezTo>
                    <a:cubicBezTo>
                      <a:pt x="78" y="18"/>
                      <a:pt x="78" y="17"/>
                      <a:pt x="79" y="15"/>
                    </a:cubicBezTo>
                    <a:cubicBezTo>
                      <a:pt x="80" y="17"/>
                      <a:pt x="80" y="15"/>
                      <a:pt x="81" y="15"/>
                    </a:cubicBezTo>
                    <a:cubicBezTo>
                      <a:pt x="81" y="14"/>
                      <a:pt x="82" y="15"/>
                      <a:pt x="81" y="13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14"/>
                      <a:pt x="83" y="13"/>
                      <a:pt x="84" y="14"/>
                    </a:cubicBezTo>
                    <a:cubicBezTo>
                      <a:pt x="84" y="14"/>
                      <a:pt x="83" y="12"/>
                      <a:pt x="83" y="11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1"/>
                      <a:pt x="83" y="10"/>
                      <a:pt x="82" y="8"/>
                    </a:cubicBezTo>
                    <a:cubicBezTo>
                      <a:pt x="83" y="9"/>
                      <a:pt x="82" y="8"/>
                      <a:pt x="83" y="9"/>
                    </a:cubicBezTo>
                    <a:cubicBezTo>
                      <a:pt x="83" y="10"/>
                      <a:pt x="84" y="11"/>
                      <a:pt x="84" y="13"/>
                    </a:cubicBezTo>
                    <a:cubicBezTo>
                      <a:pt x="85" y="13"/>
                      <a:pt x="84" y="10"/>
                      <a:pt x="85" y="11"/>
                    </a:cubicBezTo>
                    <a:cubicBezTo>
                      <a:pt x="86" y="12"/>
                      <a:pt x="86" y="11"/>
                      <a:pt x="85" y="9"/>
                    </a:cubicBezTo>
                    <a:cubicBezTo>
                      <a:pt x="85" y="10"/>
                      <a:pt x="85" y="10"/>
                      <a:pt x="86" y="11"/>
                    </a:cubicBezTo>
                    <a:cubicBezTo>
                      <a:pt x="86" y="11"/>
                      <a:pt x="86" y="11"/>
                      <a:pt x="86" y="10"/>
                    </a:cubicBezTo>
                    <a:cubicBezTo>
                      <a:pt x="86" y="10"/>
                      <a:pt x="85" y="10"/>
                      <a:pt x="85" y="10"/>
                    </a:cubicBezTo>
                    <a:cubicBezTo>
                      <a:pt x="85" y="9"/>
                      <a:pt x="85" y="8"/>
                      <a:pt x="84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3" y="6"/>
                      <a:pt x="84" y="5"/>
                      <a:pt x="8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2" name="Freeform 37"/>
              <p:cNvSpPr/>
              <p:nvPr>
                <p:custDataLst>
                  <p:tags r:id="rId283"/>
                </p:custDataLst>
              </p:nvPr>
            </p:nvSpPr>
            <p:spPr bwMode="auto">
              <a:xfrm>
                <a:off x="3725" y="226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3" name="Freeform 38"/>
              <p:cNvSpPr/>
              <p:nvPr>
                <p:custDataLst>
                  <p:tags r:id="rId284"/>
                </p:custDataLst>
              </p:nvPr>
            </p:nvSpPr>
            <p:spPr bwMode="auto">
              <a:xfrm>
                <a:off x="3474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4" name="Freeform 39"/>
              <p:cNvSpPr/>
              <p:nvPr>
                <p:custDataLst>
                  <p:tags r:id="rId285"/>
                </p:custDataLst>
              </p:nvPr>
            </p:nvSpPr>
            <p:spPr bwMode="auto">
              <a:xfrm>
                <a:off x="3799" y="26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5" name="Freeform 40"/>
              <p:cNvSpPr/>
              <p:nvPr>
                <p:custDataLst>
                  <p:tags r:id="rId286"/>
                </p:custDataLst>
              </p:nvPr>
            </p:nvSpPr>
            <p:spPr bwMode="auto">
              <a:xfrm>
                <a:off x="3470" y="2079"/>
                <a:ext cx="2" cy="3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6" name="Freeform 41"/>
              <p:cNvSpPr/>
              <p:nvPr>
                <p:custDataLst>
                  <p:tags r:id="rId287"/>
                </p:custDataLst>
              </p:nvPr>
            </p:nvSpPr>
            <p:spPr bwMode="auto">
              <a:xfrm>
                <a:off x="3825" y="27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7" name="Freeform 42"/>
              <p:cNvSpPr/>
              <p:nvPr>
                <p:custDataLst>
                  <p:tags r:id="rId288"/>
                </p:custDataLst>
              </p:nvPr>
            </p:nvSpPr>
            <p:spPr bwMode="auto">
              <a:xfrm>
                <a:off x="3466" y="215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8" name="Freeform 43"/>
              <p:cNvSpPr/>
              <p:nvPr>
                <p:custDataLst>
                  <p:tags r:id="rId289"/>
                </p:custDataLst>
              </p:nvPr>
            </p:nvSpPr>
            <p:spPr bwMode="auto">
              <a:xfrm>
                <a:off x="3916" y="2582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9" name="Freeform 44"/>
              <p:cNvSpPr/>
              <p:nvPr>
                <p:custDataLst>
                  <p:tags r:id="rId290"/>
                </p:custDataLst>
              </p:nvPr>
            </p:nvSpPr>
            <p:spPr bwMode="auto">
              <a:xfrm>
                <a:off x="3899" y="27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0" name="Freeform 45"/>
              <p:cNvSpPr/>
              <p:nvPr>
                <p:custDataLst>
                  <p:tags r:id="rId291"/>
                </p:custDataLst>
              </p:nvPr>
            </p:nvSpPr>
            <p:spPr bwMode="auto">
              <a:xfrm>
                <a:off x="3926" y="2582"/>
                <a:ext cx="3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1" name="Freeform 46"/>
              <p:cNvSpPr/>
              <p:nvPr>
                <p:custDataLst>
                  <p:tags r:id="rId292"/>
                </p:custDataLst>
              </p:nvPr>
            </p:nvSpPr>
            <p:spPr bwMode="auto">
              <a:xfrm>
                <a:off x="3850" y="26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2" name="Freeform 47"/>
              <p:cNvSpPr/>
              <p:nvPr>
                <p:custDataLst>
                  <p:tags r:id="rId293"/>
                </p:custDataLst>
              </p:nvPr>
            </p:nvSpPr>
            <p:spPr bwMode="auto">
              <a:xfrm>
                <a:off x="3926" y="25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3" name="Freeform 48"/>
              <p:cNvSpPr/>
              <p:nvPr>
                <p:custDataLst>
                  <p:tags r:id="rId294"/>
                </p:custDataLst>
              </p:nvPr>
            </p:nvSpPr>
            <p:spPr bwMode="auto">
              <a:xfrm>
                <a:off x="3810" y="27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4" name="Freeform 49"/>
              <p:cNvSpPr/>
              <p:nvPr>
                <p:custDataLst>
                  <p:tags r:id="rId295"/>
                </p:custDataLst>
              </p:nvPr>
            </p:nvSpPr>
            <p:spPr bwMode="auto">
              <a:xfrm>
                <a:off x="3827" y="22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5" name="Freeform 50"/>
              <p:cNvSpPr/>
              <p:nvPr>
                <p:custDataLst>
                  <p:tags r:id="rId296"/>
                </p:custDataLst>
              </p:nvPr>
            </p:nvSpPr>
            <p:spPr bwMode="auto">
              <a:xfrm>
                <a:off x="3470" y="208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6" name="Freeform 51"/>
              <p:cNvSpPr/>
              <p:nvPr>
                <p:custDataLst>
                  <p:tags r:id="rId297"/>
                </p:custDataLst>
              </p:nvPr>
            </p:nvSpPr>
            <p:spPr bwMode="auto">
              <a:xfrm>
                <a:off x="4497" y="233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0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1" y="0"/>
                      <a:pt x="0" y="1"/>
                    </a:cubicBezTo>
                    <a:cubicBezTo>
                      <a:pt x="1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7" name="Freeform 52"/>
              <p:cNvSpPr/>
              <p:nvPr>
                <p:custDataLst>
                  <p:tags r:id="rId298"/>
                </p:custDataLst>
              </p:nvPr>
            </p:nvSpPr>
            <p:spPr bwMode="auto">
              <a:xfrm>
                <a:off x="4468" y="231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8" name="Freeform 53"/>
              <p:cNvSpPr/>
              <p:nvPr>
                <p:custDataLst>
                  <p:tags r:id="rId299"/>
                </p:custDataLst>
              </p:nvPr>
            </p:nvSpPr>
            <p:spPr bwMode="auto">
              <a:xfrm>
                <a:off x="4451" y="22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9" name="Freeform 54"/>
              <p:cNvSpPr/>
              <p:nvPr>
                <p:custDataLst>
                  <p:tags r:id="rId300"/>
                </p:custDataLst>
              </p:nvPr>
            </p:nvSpPr>
            <p:spPr bwMode="auto">
              <a:xfrm>
                <a:off x="4385" y="2289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0" name="Freeform 55"/>
              <p:cNvSpPr/>
              <p:nvPr>
                <p:custDataLst>
                  <p:tags r:id="rId301"/>
                </p:custDataLst>
              </p:nvPr>
            </p:nvSpPr>
            <p:spPr bwMode="auto">
              <a:xfrm>
                <a:off x="4381" y="2277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1 h 1"/>
                  <a:gd name="T4" fmla="*/ 1 w 2"/>
                  <a:gd name="T5" fmla="*/ 0 h 1"/>
                  <a:gd name="T6" fmla="*/ 1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1" name="Freeform 56"/>
              <p:cNvSpPr/>
              <p:nvPr>
                <p:custDataLst>
                  <p:tags r:id="rId302"/>
                </p:custDataLst>
              </p:nvPr>
            </p:nvSpPr>
            <p:spPr bwMode="auto">
              <a:xfrm>
                <a:off x="4383" y="2281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2" name="Freeform 57"/>
              <p:cNvSpPr/>
              <p:nvPr>
                <p:custDataLst>
                  <p:tags r:id="rId303"/>
                </p:custDataLst>
              </p:nvPr>
            </p:nvSpPr>
            <p:spPr bwMode="auto">
              <a:xfrm>
                <a:off x="4504" y="232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3" name="Freeform 58"/>
              <p:cNvSpPr/>
              <p:nvPr>
                <p:custDataLst>
                  <p:tags r:id="rId304"/>
                </p:custDataLst>
              </p:nvPr>
            </p:nvSpPr>
            <p:spPr bwMode="auto">
              <a:xfrm>
                <a:off x="3602" y="1893"/>
                <a:ext cx="27" cy="2"/>
              </a:xfrm>
              <a:custGeom>
                <a:avLst/>
                <a:gdLst>
                  <a:gd name="T0" fmla="*/ 4 w 13"/>
                  <a:gd name="T1" fmla="*/ 1 h 1"/>
                  <a:gd name="T2" fmla="*/ 6 w 13"/>
                  <a:gd name="T3" fmla="*/ 1 h 1"/>
                  <a:gd name="T4" fmla="*/ 6 w 13"/>
                  <a:gd name="T5" fmla="*/ 1 h 1"/>
                  <a:gd name="T6" fmla="*/ 6 w 13"/>
                  <a:gd name="T7" fmla="*/ 1 h 1"/>
                  <a:gd name="T8" fmla="*/ 6 w 13"/>
                  <a:gd name="T9" fmla="*/ 1 h 1"/>
                  <a:gd name="T10" fmla="*/ 6 w 13"/>
                  <a:gd name="T11" fmla="*/ 1 h 1"/>
                  <a:gd name="T12" fmla="*/ 6 w 13"/>
                  <a:gd name="T13" fmla="*/ 1 h 1"/>
                  <a:gd name="T14" fmla="*/ 6 w 13"/>
                  <a:gd name="T15" fmla="*/ 1 h 1"/>
                  <a:gd name="T16" fmla="*/ 4 w 13"/>
                  <a:gd name="T17" fmla="*/ 1 h 1"/>
                  <a:gd name="T18" fmla="*/ 4 w 13"/>
                  <a:gd name="T1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">
                    <a:moveTo>
                      <a:pt x="4" y="1"/>
                    </a:moveTo>
                    <a:cubicBezTo>
                      <a:pt x="4" y="1"/>
                      <a:pt x="5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0" y="0"/>
                      <a:pt x="13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4" name="Freeform 59"/>
              <p:cNvSpPr/>
              <p:nvPr>
                <p:custDataLst>
                  <p:tags r:id="rId305"/>
                </p:custDataLst>
              </p:nvPr>
            </p:nvSpPr>
            <p:spPr bwMode="auto">
              <a:xfrm>
                <a:off x="4495" y="233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5" name="Freeform 60"/>
              <p:cNvSpPr/>
              <p:nvPr>
                <p:custDataLst>
                  <p:tags r:id="rId306"/>
                </p:custDataLst>
              </p:nvPr>
            </p:nvSpPr>
            <p:spPr bwMode="auto">
              <a:xfrm>
                <a:off x="4381" y="2277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2 w 2"/>
                  <a:gd name="T3" fmla="*/ 0 h 4"/>
                  <a:gd name="T4" fmla="*/ 1 w 2"/>
                  <a:gd name="T5" fmla="*/ 2 h 4"/>
                  <a:gd name="T6" fmla="*/ 1 w 2"/>
                  <a:gd name="T7" fmla="*/ 2 h 4"/>
                  <a:gd name="T8" fmla="*/ 0 w 2"/>
                  <a:gd name="T9" fmla="*/ 4 h 4"/>
                  <a:gd name="T10" fmla="*/ 2 w 2"/>
                  <a:gd name="T1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1" y="3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6" name="Freeform 61"/>
              <p:cNvSpPr/>
              <p:nvPr>
                <p:custDataLst>
                  <p:tags r:id="rId307"/>
                </p:custDataLst>
              </p:nvPr>
            </p:nvSpPr>
            <p:spPr bwMode="auto">
              <a:xfrm>
                <a:off x="4519" y="2328"/>
                <a:ext cx="2" cy="2"/>
              </a:xfrm>
              <a:custGeom>
                <a:avLst/>
                <a:gdLst>
                  <a:gd name="T0" fmla="*/ 0 w 2"/>
                  <a:gd name="T1" fmla="*/ 2 h 2"/>
                  <a:gd name="T2" fmla="*/ 0 w 2"/>
                  <a:gd name="T3" fmla="*/ 2 h 2"/>
                  <a:gd name="T4" fmla="*/ 2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7" name="Freeform 62"/>
              <p:cNvSpPr/>
              <p:nvPr>
                <p:custDataLst>
                  <p:tags r:id="rId308"/>
                </p:custDataLst>
              </p:nvPr>
            </p:nvSpPr>
            <p:spPr bwMode="auto">
              <a:xfrm>
                <a:off x="4504" y="2325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8" name="Freeform 63"/>
              <p:cNvSpPr/>
              <p:nvPr>
                <p:custDataLst>
                  <p:tags r:id="rId309"/>
                </p:custDataLst>
              </p:nvPr>
            </p:nvSpPr>
            <p:spPr bwMode="auto">
              <a:xfrm>
                <a:off x="4391" y="2294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1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9" name="Freeform 64"/>
              <p:cNvSpPr/>
              <p:nvPr>
                <p:custDataLst>
                  <p:tags r:id="rId310"/>
                </p:custDataLst>
              </p:nvPr>
            </p:nvSpPr>
            <p:spPr bwMode="auto">
              <a:xfrm>
                <a:off x="4381" y="2281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0" name="Freeform 65"/>
              <p:cNvSpPr/>
              <p:nvPr>
                <p:custDataLst>
                  <p:tags r:id="rId311"/>
                </p:custDataLst>
              </p:nvPr>
            </p:nvSpPr>
            <p:spPr bwMode="auto">
              <a:xfrm>
                <a:off x="3332" y="1903"/>
                <a:ext cx="2" cy="7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3 h 3"/>
                  <a:gd name="T4" fmla="*/ 1 w 1"/>
                  <a:gd name="T5" fmla="*/ 0 h 3"/>
                  <a:gd name="T6" fmla="*/ 0 w 1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0" y="3"/>
                      <a:pt x="0" y="3"/>
                      <a:pt x="1" y="3"/>
                    </a:cubicBezTo>
                    <a:cubicBezTo>
                      <a:pt x="1" y="2"/>
                      <a:pt x="1" y="1"/>
                      <a:pt x="1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1" name="Freeform 66"/>
              <p:cNvSpPr/>
              <p:nvPr>
                <p:custDataLst>
                  <p:tags r:id="rId312"/>
                </p:custDataLst>
              </p:nvPr>
            </p:nvSpPr>
            <p:spPr bwMode="auto">
              <a:xfrm>
                <a:off x="3566" y="2372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2" name="Freeform 67"/>
              <p:cNvSpPr/>
              <p:nvPr>
                <p:custDataLst>
                  <p:tags r:id="rId313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3" name="Freeform 68"/>
              <p:cNvSpPr/>
              <p:nvPr>
                <p:custDataLst>
                  <p:tags r:id="rId314"/>
                </p:custDataLst>
              </p:nvPr>
            </p:nvSpPr>
            <p:spPr bwMode="auto">
              <a:xfrm>
                <a:off x="4060" y="1568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4" name="Freeform 69"/>
              <p:cNvSpPr/>
              <p:nvPr>
                <p:custDataLst>
                  <p:tags r:id="rId315"/>
                </p:custDataLst>
              </p:nvPr>
            </p:nvSpPr>
            <p:spPr bwMode="auto">
              <a:xfrm>
                <a:off x="3472" y="207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5" name="Freeform 70"/>
              <p:cNvSpPr/>
              <p:nvPr>
                <p:custDataLst>
                  <p:tags r:id="rId316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1 h 1"/>
                  <a:gd name="T4" fmla="*/ 1 h 1"/>
                  <a:gd name="T5" fmla="*/ 1 h 1"/>
                  <a:gd name="T6" fmla="*/ 0 h 1"/>
                  <a:gd name="T7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6" name="Freeform 71"/>
              <p:cNvSpPr/>
              <p:nvPr>
                <p:custDataLst>
                  <p:tags r:id="rId317"/>
                </p:custDataLst>
              </p:nvPr>
            </p:nvSpPr>
            <p:spPr bwMode="auto">
              <a:xfrm>
                <a:off x="3702" y="1530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0 w 2"/>
                  <a:gd name="T3" fmla="*/ 1 h 1"/>
                  <a:gd name="T4" fmla="*/ 2 w 2"/>
                  <a:gd name="T5" fmla="*/ 0 h 1"/>
                  <a:gd name="T6" fmla="*/ 0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7" name="Freeform 72"/>
              <p:cNvSpPr/>
              <p:nvPr>
                <p:custDataLst>
                  <p:tags r:id="rId318"/>
                </p:custDataLst>
              </p:nvPr>
            </p:nvSpPr>
            <p:spPr bwMode="auto">
              <a:xfrm>
                <a:off x="3421" y="2084"/>
                <a:ext cx="17" cy="15"/>
              </a:xfrm>
              <a:custGeom>
                <a:avLst/>
                <a:gdLst>
                  <a:gd name="T0" fmla="*/ 2 w 8"/>
                  <a:gd name="T1" fmla="*/ 5 h 7"/>
                  <a:gd name="T2" fmla="*/ 4 w 8"/>
                  <a:gd name="T3" fmla="*/ 2 h 7"/>
                  <a:gd name="T4" fmla="*/ 2 w 8"/>
                  <a:gd name="T5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2" y="5"/>
                    </a:moveTo>
                    <a:cubicBezTo>
                      <a:pt x="8" y="0"/>
                      <a:pt x="0" y="7"/>
                      <a:pt x="4" y="2"/>
                    </a:cubicBezTo>
                    <a:cubicBezTo>
                      <a:pt x="2" y="3"/>
                      <a:pt x="2" y="4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8" name="Freeform 73"/>
              <p:cNvSpPr/>
              <p:nvPr>
                <p:custDataLst>
                  <p:tags r:id="rId319"/>
                </p:custDataLst>
              </p:nvPr>
            </p:nvSpPr>
            <p:spPr bwMode="auto">
              <a:xfrm>
                <a:off x="4381" y="2247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0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9" name="Freeform 74"/>
              <p:cNvSpPr/>
              <p:nvPr>
                <p:custDataLst>
                  <p:tags r:id="rId320"/>
                </p:custDataLst>
              </p:nvPr>
            </p:nvSpPr>
            <p:spPr bwMode="auto">
              <a:xfrm>
                <a:off x="4381" y="2247"/>
                <a:ext cx="2" cy="6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3 h 3"/>
                  <a:gd name="T4" fmla="*/ 1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0" name="Freeform 75"/>
              <p:cNvSpPr/>
              <p:nvPr>
                <p:custDataLst>
                  <p:tags r:id="rId321"/>
                </p:custDataLst>
              </p:nvPr>
            </p:nvSpPr>
            <p:spPr bwMode="auto">
              <a:xfrm>
                <a:off x="3914" y="15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1" name="Freeform 76"/>
              <p:cNvSpPr/>
              <p:nvPr>
                <p:custDataLst>
                  <p:tags r:id="rId322"/>
                </p:custDataLst>
              </p:nvPr>
            </p:nvSpPr>
            <p:spPr bwMode="auto">
              <a:xfrm>
                <a:off x="3317" y="1492"/>
                <a:ext cx="1064" cy="1219"/>
              </a:xfrm>
              <a:custGeom>
                <a:avLst/>
                <a:gdLst>
                  <a:gd name="T0" fmla="*/ 307 w 501"/>
                  <a:gd name="T1" fmla="*/ 7 h 575"/>
                  <a:gd name="T2" fmla="*/ 204 w 501"/>
                  <a:gd name="T3" fmla="*/ 13 h 575"/>
                  <a:gd name="T4" fmla="*/ 130 w 501"/>
                  <a:gd name="T5" fmla="*/ 42 h 575"/>
                  <a:gd name="T6" fmla="*/ 23 w 501"/>
                  <a:gd name="T7" fmla="*/ 152 h 575"/>
                  <a:gd name="T8" fmla="*/ 0 w 501"/>
                  <a:gd name="T9" fmla="*/ 247 h 575"/>
                  <a:gd name="T10" fmla="*/ 50 w 501"/>
                  <a:gd name="T11" fmla="*/ 385 h 575"/>
                  <a:gd name="T12" fmla="*/ 111 w 501"/>
                  <a:gd name="T13" fmla="*/ 430 h 575"/>
                  <a:gd name="T14" fmla="*/ 184 w 501"/>
                  <a:gd name="T15" fmla="*/ 490 h 575"/>
                  <a:gd name="T16" fmla="*/ 202 w 501"/>
                  <a:gd name="T17" fmla="*/ 528 h 575"/>
                  <a:gd name="T18" fmla="*/ 213 w 501"/>
                  <a:gd name="T19" fmla="*/ 562 h 575"/>
                  <a:gd name="T20" fmla="*/ 214 w 501"/>
                  <a:gd name="T21" fmla="*/ 567 h 575"/>
                  <a:gd name="T22" fmla="*/ 211 w 501"/>
                  <a:gd name="T23" fmla="*/ 536 h 575"/>
                  <a:gd name="T24" fmla="*/ 199 w 501"/>
                  <a:gd name="T25" fmla="*/ 494 h 575"/>
                  <a:gd name="T26" fmla="*/ 165 w 501"/>
                  <a:gd name="T27" fmla="*/ 454 h 575"/>
                  <a:gd name="T28" fmla="*/ 164 w 501"/>
                  <a:gd name="T29" fmla="*/ 451 h 575"/>
                  <a:gd name="T30" fmla="*/ 135 w 501"/>
                  <a:gd name="T31" fmla="*/ 430 h 575"/>
                  <a:gd name="T32" fmla="*/ 134 w 501"/>
                  <a:gd name="T33" fmla="*/ 428 h 575"/>
                  <a:gd name="T34" fmla="*/ 125 w 501"/>
                  <a:gd name="T35" fmla="*/ 419 h 575"/>
                  <a:gd name="T36" fmla="*/ 97 w 501"/>
                  <a:gd name="T37" fmla="*/ 407 h 575"/>
                  <a:gd name="T38" fmla="*/ 85 w 501"/>
                  <a:gd name="T39" fmla="*/ 394 h 575"/>
                  <a:gd name="T40" fmla="*/ 77 w 501"/>
                  <a:gd name="T41" fmla="*/ 384 h 575"/>
                  <a:gd name="T42" fmla="*/ 63 w 501"/>
                  <a:gd name="T43" fmla="*/ 368 h 575"/>
                  <a:gd name="T44" fmla="*/ 49 w 501"/>
                  <a:gd name="T45" fmla="*/ 353 h 575"/>
                  <a:gd name="T46" fmla="*/ 40 w 501"/>
                  <a:gd name="T47" fmla="*/ 338 h 575"/>
                  <a:gd name="T48" fmla="*/ 25 w 501"/>
                  <a:gd name="T49" fmla="*/ 323 h 575"/>
                  <a:gd name="T50" fmla="*/ 29 w 501"/>
                  <a:gd name="T51" fmla="*/ 315 h 575"/>
                  <a:gd name="T52" fmla="*/ 21 w 501"/>
                  <a:gd name="T53" fmla="*/ 247 h 575"/>
                  <a:gd name="T54" fmla="*/ 23 w 501"/>
                  <a:gd name="T55" fmla="*/ 221 h 575"/>
                  <a:gd name="T56" fmla="*/ 26 w 501"/>
                  <a:gd name="T57" fmla="*/ 191 h 575"/>
                  <a:gd name="T58" fmla="*/ 56 w 501"/>
                  <a:gd name="T59" fmla="*/ 133 h 575"/>
                  <a:gd name="T60" fmla="*/ 74 w 501"/>
                  <a:gd name="T61" fmla="*/ 107 h 575"/>
                  <a:gd name="T62" fmla="*/ 84 w 501"/>
                  <a:gd name="T63" fmla="*/ 99 h 575"/>
                  <a:gd name="T64" fmla="*/ 90 w 501"/>
                  <a:gd name="T65" fmla="*/ 91 h 575"/>
                  <a:gd name="T66" fmla="*/ 110 w 501"/>
                  <a:gd name="T67" fmla="*/ 80 h 575"/>
                  <a:gd name="T68" fmla="*/ 129 w 501"/>
                  <a:gd name="T69" fmla="*/ 65 h 575"/>
                  <a:gd name="T70" fmla="*/ 182 w 501"/>
                  <a:gd name="T71" fmla="*/ 36 h 575"/>
                  <a:gd name="T72" fmla="*/ 211 w 501"/>
                  <a:gd name="T73" fmla="*/ 29 h 575"/>
                  <a:gd name="T74" fmla="*/ 253 w 501"/>
                  <a:gd name="T75" fmla="*/ 19 h 575"/>
                  <a:gd name="T76" fmla="*/ 281 w 501"/>
                  <a:gd name="T77" fmla="*/ 19 h 575"/>
                  <a:gd name="T78" fmla="*/ 284 w 501"/>
                  <a:gd name="T79" fmla="*/ 19 h 575"/>
                  <a:gd name="T80" fmla="*/ 320 w 501"/>
                  <a:gd name="T81" fmla="*/ 24 h 575"/>
                  <a:gd name="T82" fmla="*/ 369 w 501"/>
                  <a:gd name="T83" fmla="*/ 42 h 575"/>
                  <a:gd name="T84" fmla="*/ 388 w 501"/>
                  <a:gd name="T85" fmla="*/ 53 h 575"/>
                  <a:gd name="T86" fmla="*/ 407 w 501"/>
                  <a:gd name="T87" fmla="*/ 71 h 575"/>
                  <a:gd name="T88" fmla="*/ 435 w 501"/>
                  <a:gd name="T89" fmla="*/ 107 h 575"/>
                  <a:gd name="T90" fmla="*/ 462 w 501"/>
                  <a:gd name="T91" fmla="*/ 154 h 575"/>
                  <a:gd name="T92" fmla="*/ 471 w 501"/>
                  <a:gd name="T93" fmla="*/ 184 h 575"/>
                  <a:gd name="T94" fmla="*/ 464 w 501"/>
                  <a:gd name="T95" fmla="*/ 279 h 575"/>
                  <a:gd name="T96" fmla="*/ 451 w 501"/>
                  <a:gd name="T97" fmla="*/ 307 h 575"/>
                  <a:gd name="T98" fmla="*/ 395 w 501"/>
                  <a:gd name="T99" fmla="*/ 377 h 575"/>
                  <a:gd name="T100" fmla="*/ 368 w 501"/>
                  <a:gd name="T101" fmla="*/ 412 h 575"/>
                  <a:gd name="T102" fmla="*/ 363 w 501"/>
                  <a:gd name="T103" fmla="*/ 573 h 575"/>
                  <a:gd name="T104" fmla="*/ 446 w 501"/>
                  <a:gd name="T105" fmla="*/ 342 h 575"/>
                  <a:gd name="T106" fmla="*/ 463 w 501"/>
                  <a:gd name="T107" fmla="*/ 118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01" h="575">
                    <a:moveTo>
                      <a:pt x="463" y="118"/>
                    </a:moveTo>
                    <a:cubicBezTo>
                      <a:pt x="439" y="74"/>
                      <a:pt x="402" y="38"/>
                      <a:pt x="355" y="17"/>
                    </a:cubicBezTo>
                    <a:cubicBezTo>
                      <a:pt x="347" y="17"/>
                      <a:pt x="337" y="12"/>
                      <a:pt x="328" y="12"/>
                    </a:cubicBezTo>
                    <a:cubicBezTo>
                      <a:pt x="328" y="11"/>
                      <a:pt x="328" y="11"/>
                      <a:pt x="328" y="11"/>
                    </a:cubicBezTo>
                    <a:cubicBezTo>
                      <a:pt x="320" y="11"/>
                      <a:pt x="319" y="8"/>
                      <a:pt x="310" y="5"/>
                    </a:cubicBezTo>
                    <a:cubicBezTo>
                      <a:pt x="309" y="7"/>
                      <a:pt x="306" y="5"/>
                      <a:pt x="307" y="7"/>
                    </a:cubicBezTo>
                    <a:cubicBezTo>
                      <a:pt x="303" y="8"/>
                      <a:pt x="301" y="3"/>
                      <a:pt x="296" y="4"/>
                    </a:cubicBezTo>
                    <a:cubicBezTo>
                      <a:pt x="296" y="3"/>
                      <a:pt x="296" y="5"/>
                      <a:pt x="295" y="4"/>
                    </a:cubicBezTo>
                    <a:cubicBezTo>
                      <a:pt x="282" y="5"/>
                      <a:pt x="298" y="3"/>
                      <a:pt x="282" y="0"/>
                    </a:cubicBezTo>
                    <a:cubicBezTo>
                      <a:pt x="259" y="0"/>
                      <a:pt x="236" y="5"/>
                      <a:pt x="215" y="9"/>
                    </a:cubicBezTo>
                    <a:cubicBezTo>
                      <a:pt x="216" y="9"/>
                      <a:pt x="217" y="10"/>
                      <a:pt x="215" y="11"/>
                    </a:cubicBezTo>
                    <a:cubicBezTo>
                      <a:pt x="212" y="8"/>
                      <a:pt x="208" y="13"/>
                      <a:pt x="204" y="13"/>
                    </a:cubicBezTo>
                    <a:cubicBezTo>
                      <a:pt x="204" y="12"/>
                      <a:pt x="206" y="12"/>
                      <a:pt x="207" y="11"/>
                    </a:cubicBezTo>
                    <a:cubicBezTo>
                      <a:pt x="197" y="13"/>
                      <a:pt x="190" y="17"/>
                      <a:pt x="181" y="19"/>
                    </a:cubicBezTo>
                    <a:cubicBezTo>
                      <a:pt x="173" y="24"/>
                      <a:pt x="163" y="25"/>
                      <a:pt x="158" y="29"/>
                    </a:cubicBezTo>
                    <a:cubicBezTo>
                      <a:pt x="159" y="27"/>
                      <a:pt x="154" y="30"/>
                      <a:pt x="152" y="30"/>
                    </a:cubicBezTo>
                    <a:cubicBezTo>
                      <a:pt x="148" y="37"/>
                      <a:pt x="136" y="37"/>
                      <a:pt x="131" y="43"/>
                    </a:cubicBezTo>
                    <a:cubicBezTo>
                      <a:pt x="130" y="42"/>
                      <a:pt x="130" y="42"/>
                      <a:pt x="130" y="42"/>
                    </a:cubicBezTo>
                    <a:cubicBezTo>
                      <a:pt x="110" y="54"/>
                      <a:pt x="88" y="68"/>
                      <a:pt x="70" y="87"/>
                    </a:cubicBezTo>
                    <a:cubicBezTo>
                      <a:pt x="59" y="96"/>
                      <a:pt x="48" y="108"/>
                      <a:pt x="39" y="121"/>
                    </a:cubicBezTo>
                    <a:cubicBezTo>
                      <a:pt x="38" y="123"/>
                      <a:pt x="40" y="122"/>
                      <a:pt x="39" y="124"/>
                    </a:cubicBezTo>
                    <a:cubicBezTo>
                      <a:pt x="37" y="127"/>
                      <a:pt x="38" y="123"/>
                      <a:pt x="37" y="124"/>
                    </a:cubicBezTo>
                    <a:cubicBezTo>
                      <a:pt x="34" y="132"/>
                      <a:pt x="28" y="140"/>
                      <a:pt x="23" y="148"/>
                    </a:cubicBezTo>
                    <a:cubicBezTo>
                      <a:pt x="23" y="150"/>
                      <a:pt x="22" y="152"/>
                      <a:pt x="23" y="152"/>
                    </a:cubicBezTo>
                    <a:cubicBezTo>
                      <a:pt x="17" y="161"/>
                      <a:pt x="14" y="176"/>
                      <a:pt x="9" y="185"/>
                    </a:cubicBezTo>
                    <a:cubicBezTo>
                      <a:pt x="14" y="183"/>
                      <a:pt x="10" y="192"/>
                      <a:pt x="10" y="196"/>
                    </a:cubicBezTo>
                    <a:cubicBezTo>
                      <a:pt x="9" y="198"/>
                      <a:pt x="8" y="198"/>
                      <a:pt x="8" y="197"/>
                    </a:cubicBezTo>
                    <a:cubicBezTo>
                      <a:pt x="6" y="205"/>
                      <a:pt x="5" y="209"/>
                      <a:pt x="3" y="219"/>
                    </a:cubicBezTo>
                    <a:cubicBezTo>
                      <a:pt x="2" y="223"/>
                      <a:pt x="4" y="225"/>
                      <a:pt x="3" y="230"/>
                    </a:cubicBezTo>
                    <a:cubicBezTo>
                      <a:pt x="0" y="233"/>
                      <a:pt x="1" y="241"/>
                      <a:pt x="0" y="247"/>
                    </a:cubicBezTo>
                    <a:cubicBezTo>
                      <a:pt x="2" y="245"/>
                      <a:pt x="4" y="252"/>
                      <a:pt x="3" y="257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1" y="272"/>
                      <a:pt x="0" y="297"/>
                      <a:pt x="9" y="316"/>
                    </a:cubicBezTo>
                    <a:cubicBezTo>
                      <a:pt x="8" y="318"/>
                      <a:pt x="8" y="318"/>
                      <a:pt x="8" y="318"/>
                    </a:cubicBezTo>
                    <a:cubicBezTo>
                      <a:pt x="17" y="337"/>
                      <a:pt x="25" y="356"/>
                      <a:pt x="39" y="370"/>
                    </a:cubicBezTo>
                    <a:cubicBezTo>
                      <a:pt x="42" y="375"/>
                      <a:pt x="47" y="381"/>
                      <a:pt x="50" y="385"/>
                    </a:cubicBezTo>
                    <a:cubicBezTo>
                      <a:pt x="56" y="390"/>
                      <a:pt x="58" y="391"/>
                      <a:pt x="63" y="393"/>
                    </a:cubicBezTo>
                    <a:cubicBezTo>
                      <a:pt x="65" y="395"/>
                      <a:pt x="65" y="397"/>
                      <a:pt x="65" y="398"/>
                    </a:cubicBezTo>
                    <a:cubicBezTo>
                      <a:pt x="71" y="405"/>
                      <a:pt x="76" y="411"/>
                      <a:pt x="83" y="414"/>
                    </a:cubicBezTo>
                    <a:cubicBezTo>
                      <a:pt x="83" y="415"/>
                      <a:pt x="83" y="415"/>
                      <a:pt x="83" y="415"/>
                    </a:cubicBezTo>
                    <a:cubicBezTo>
                      <a:pt x="89" y="419"/>
                      <a:pt x="98" y="423"/>
                      <a:pt x="104" y="429"/>
                    </a:cubicBezTo>
                    <a:cubicBezTo>
                      <a:pt x="106" y="429"/>
                      <a:pt x="113" y="433"/>
                      <a:pt x="111" y="430"/>
                    </a:cubicBezTo>
                    <a:cubicBezTo>
                      <a:pt x="114" y="431"/>
                      <a:pt x="111" y="433"/>
                      <a:pt x="115" y="433"/>
                    </a:cubicBezTo>
                    <a:cubicBezTo>
                      <a:pt x="111" y="433"/>
                      <a:pt x="111" y="433"/>
                      <a:pt x="111" y="433"/>
                    </a:cubicBezTo>
                    <a:cubicBezTo>
                      <a:pt x="125" y="443"/>
                      <a:pt x="138" y="450"/>
                      <a:pt x="152" y="459"/>
                    </a:cubicBezTo>
                    <a:cubicBezTo>
                      <a:pt x="154" y="464"/>
                      <a:pt x="165" y="469"/>
                      <a:pt x="170" y="476"/>
                    </a:cubicBezTo>
                    <a:cubicBezTo>
                      <a:pt x="175" y="479"/>
                      <a:pt x="180" y="487"/>
                      <a:pt x="185" y="489"/>
                    </a:cubicBezTo>
                    <a:cubicBezTo>
                      <a:pt x="184" y="490"/>
                      <a:pt x="184" y="490"/>
                      <a:pt x="184" y="490"/>
                    </a:cubicBezTo>
                    <a:cubicBezTo>
                      <a:pt x="188" y="495"/>
                      <a:pt x="194" y="503"/>
                      <a:pt x="196" y="512"/>
                    </a:cubicBezTo>
                    <a:cubicBezTo>
                      <a:pt x="198" y="518"/>
                      <a:pt x="200" y="517"/>
                      <a:pt x="202" y="521"/>
                    </a:cubicBezTo>
                    <a:cubicBezTo>
                      <a:pt x="201" y="521"/>
                      <a:pt x="201" y="521"/>
                      <a:pt x="201" y="521"/>
                    </a:cubicBezTo>
                    <a:cubicBezTo>
                      <a:pt x="203" y="525"/>
                      <a:pt x="206" y="526"/>
                      <a:pt x="207" y="528"/>
                    </a:cubicBezTo>
                    <a:cubicBezTo>
                      <a:pt x="207" y="532"/>
                      <a:pt x="208" y="532"/>
                      <a:pt x="208" y="536"/>
                    </a:cubicBezTo>
                    <a:cubicBezTo>
                      <a:pt x="207" y="532"/>
                      <a:pt x="205" y="530"/>
                      <a:pt x="202" y="528"/>
                    </a:cubicBezTo>
                    <a:cubicBezTo>
                      <a:pt x="203" y="534"/>
                      <a:pt x="207" y="539"/>
                      <a:pt x="206" y="543"/>
                    </a:cubicBezTo>
                    <a:cubicBezTo>
                      <a:pt x="207" y="547"/>
                      <a:pt x="207" y="551"/>
                      <a:pt x="209" y="551"/>
                    </a:cubicBezTo>
                    <a:cubicBezTo>
                      <a:pt x="209" y="552"/>
                      <a:pt x="208" y="555"/>
                      <a:pt x="207" y="552"/>
                    </a:cubicBezTo>
                    <a:cubicBezTo>
                      <a:pt x="208" y="556"/>
                      <a:pt x="208" y="558"/>
                      <a:pt x="209" y="560"/>
                    </a:cubicBezTo>
                    <a:cubicBezTo>
                      <a:pt x="209" y="560"/>
                      <a:pt x="209" y="559"/>
                      <a:pt x="209" y="558"/>
                    </a:cubicBezTo>
                    <a:cubicBezTo>
                      <a:pt x="211" y="560"/>
                      <a:pt x="211" y="563"/>
                      <a:pt x="213" y="562"/>
                    </a:cubicBezTo>
                    <a:cubicBezTo>
                      <a:pt x="212" y="561"/>
                      <a:pt x="212" y="560"/>
                      <a:pt x="212" y="558"/>
                    </a:cubicBezTo>
                    <a:cubicBezTo>
                      <a:pt x="213" y="559"/>
                      <a:pt x="214" y="565"/>
                      <a:pt x="213" y="567"/>
                    </a:cubicBezTo>
                    <a:cubicBezTo>
                      <a:pt x="212" y="569"/>
                      <a:pt x="210" y="563"/>
                      <a:pt x="210" y="566"/>
                    </a:cubicBezTo>
                    <a:cubicBezTo>
                      <a:pt x="213" y="575"/>
                      <a:pt x="213" y="575"/>
                      <a:pt x="213" y="575"/>
                    </a:cubicBezTo>
                    <a:cubicBezTo>
                      <a:pt x="213" y="573"/>
                      <a:pt x="214" y="570"/>
                      <a:pt x="215" y="571"/>
                    </a:cubicBezTo>
                    <a:cubicBezTo>
                      <a:pt x="214" y="567"/>
                      <a:pt x="214" y="567"/>
                      <a:pt x="214" y="567"/>
                    </a:cubicBezTo>
                    <a:cubicBezTo>
                      <a:pt x="215" y="567"/>
                      <a:pt x="215" y="567"/>
                      <a:pt x="215" y="567"/>
                    </a:cubicBezTo>
                    <a:cubicBezTo>
                      <a:pt x="214" y="560"/>
                      <a:pt x="215" y="555"/>
                      <a:pt x="214" y="548"/>
                    </a:cubicBezTo>
                    <a:cubicBezTo>
                      <a:pt x="212" y="551"/>
                      <a:pt x="212" y="551"/>
                      <a:pt x="212" y="551"/>
                    </a:cubicBezTo>
                    <a:cubicBezTo>
                      <a:pt x="212" y="547"/>
                      <a:pt x="209" y="543"/>
                      <a:pt x="210" y="539"/>
                    </a:cubicBezTo>
                    <a:cubicBezTo>
                      <a:pt x="211" y="541"/>
                      <a:pt x="211" y="539"/>
                      <a:pt x="212" y="539"/>
                    </a:cubicBezTo>
                    <a:cubicBezTo>
                      <a:pt x="212" y="538"/>
                      <a:pt x="211" y="537"/>
                      <a:pt x="211" y="536"/>
                    </a:cubicBezTo>
                    <a:cubicBezTo>
                      <a:pt x="214" y="538"/>
                      <a:pt x="214" y="538"/>
                      <a:pt x="214" y="538"/>
                    </a:cubicBezTo>
                    <a:cubicBezTo>
                      <a:pt x="210" y="536"/>
                      <a:pt x="210" y="526"/>
                      <a:pt x="210" y="525"/>
                    </a:cubicBezTo>
                    <a:cubicBezTo>
                      <a:pt x="210" y="525"/>
                      <a:pt x="210" y="525"/>
                      <a:pt x="210" y="525"/>
                    </a:cubicBezTo>
                    <a:cubicBezTo>
                      <a:pt x="209" y="519"/>
                      <a:pt x="209" y="527"/>
                      <a:pt x="208" y="523"/>
                    </a:cubicBezTo>
                    <a:cubicBezTo>
                      <a:pt x="207" y="519"/>
                      <a:pt x="210" y="520"/>
                      <a:pt x="210" y="517"/>
                    </a:cubicBezTo>
                    <a:cubicBezTo>
                      <a:pt x="207" y="511"/>
                      <a:pt x="202" y="501"/>
                      <a:pt x="199" y="494"/>
                    </a:cubicBezTo>
                    <a:cubicBezTo>
                      <a:pt x="196" y="489"/>
                      <a:pt x="191" y="484"/>
                      <a:pt x="186" y="481"/>
                    </a:cubicBezTo>
                    <a:cubicBezTo>
                      <a:pt x="183" y="477"/>
                      <a:pt x="189" y="480"/>
                      <a:pt x="184" y="476"/>
                    </a:cubicBezTo>
                    <a:cubicBezTo>
                      <a:pt x="186" y="476"/>
                      <a:pt x="186" y="475"/>
                      <a:pt x="186" y="474"/>
                    </a:cubicBezTo>
                    <a:cubicBezTo>
                      <a:pt x="185" y="474"/>
                      <a:pt x="179" y="467"/>
                      <a:pt x="181" y="471"/>
                    </a:cubicBezTo>
                    <a:cubicBezTo>
                      <a:pt x="176" y="466"/>
                      <a:pt x="169" y="460"/>
                      <a:pt x="163" y="455"/>
                    </a:cubicBezTo>
                    <a:cubicBezTo>
                      <a:pt x="165" y="457"/>
                      <a:pt x="167" y="456"/>
                      <a:pt x="165" y="454"/>
                    </a:cubicBezTo>
                    <a:cubicBezTo>
                      <a:pt x="162" y="453"/>
                      <a:pt x="156" y="450"/>
                      <a:pt x="151" y="445"/>
                    </a:cubicBezTo>
                    <a:cubicBezTo>
                      <a:pt x="150" y="447"/>
                      <a:pt x="152" y="448"/>
                      <a:pt x="150" y="449"/>
                    </a:cubicBezTo>
                    <a:cubicBezTo>
                      <a:pt x="149" y="449"/>
                      <a:pt x="147" y="449"/>
                      <a:pt x="146" y="447"/>
                    </a:cubicBezTo>
                    <a:cubicBezTo>
                      <a:pt x="147" y="445"/>
                      <a:pt x="148" y="443"/>
                      <a:pt x="144" y="440"/>
                    </a:cubicBezTo>
                    <a:cubicBezTo>
                      <a:pt x="146" y="438"/>
                      <a:pt x="152" y="446"/>
                      <a:pt x="151" y="442"/>
                    </a:cubicBezTo>
                    <a:cubicBezTo>
                      <a:pt x="154" y="442"/>
                      <a:pt x="163" y="448"/>
                      <a:pt x="164" y="451"/>
                    </a:cubicBezTo>
                    <a:cubicBezTo>
                      <a:pt x="170" y="452"/>
                      <a:pt x="161" y="448"/>
                      <a:pt x="163" y="447"/>
                    </a:cubicBezTo>
                    <a:cubicBezTo>
                      <a:pt x="159" y="444"/>
                      <a:pt x="157" y="444"/>
                      <a:pt x="151" y="440"/>
                    </a:cubicBezTo>
                    <a:cubicBezTo>
                      <a:pt x="150" y="440"/>
                      <a:pt x="152" y="442"/>
                      <a:pt x="148" y="441"/>
                    </a:cubicBezTo>
                    <a:cubicBezTo>
                      <a:pt x="142" y="439"/>
                      <a:pt x="143" y="435"/>
                      <a:pt x="141" y="434"/>
                    </a:cubicBezTo>
                    <a:cubicBezTo>
                      <a:pt x="144" y="435"/>
                      <a:pt x="144" y="435"/>
                      <a:pt x="144" y="435"/>
                    </a:cubicBezTo>
                    <a:cubicBezTo>
                      <a:pt x="141" y="432"/>
                      <a:pt x="139" y="432"/>
                      <a:pt x="135" y="430"/>
                    </a:cubicBezTo>
                    <a:cubicBezTo>
                      <a:pt x="136" y="426"/>
                      <a:pt x="142" y="434"/>
                      <a:pt x="144" y="433"/>
                    </a:cubicBezTo>
                    <a:cubicBezTo>
                      <a:pt x="143" y="429"/>
                      <a:pt x="143" y="429"/>
                      <a:pt x="143" y="429"/>
                    </a:cubicBezTo>
                    <a:cubicBezTo>
                      <a:pt x="137" y="425"/>
                      <a:pt x="140" y="430"/>
                      <a:pt x="134" y="425"/>
                    </a:cubicBezTo>
                    <a:cubicBezTo>
                      <a:pt x="135" y="425"/>
                      <a:pt x="135" y="425"/>
                      <a:pt x="135" y="425"/>
                    </a:cubicBezTo>
                    <a:cubicBezTo>
                      <a:pt x="131" y="423"/>
                      <a:pt x="131" y="423"/>
                      <a:pt x="131" y="423"/>
                    </a:cubicBezTo>
                    <a:cubicBezTo>
                      <a:pt x="131" y="424"/>
                      <a:pt x="130" y="426"/>
                      <a:pt x="134" y="428"/>
                    </a:cubicBezTo>
                    <a:cubicBezTo>
                      <a:pt x="130" y="429"/>
                      <a:pt x="131" y="427"/>
                      <a:pt x="125" y="424"/>
                    </a:cubicBezTo>
                    <a:cubicBezTo>
                      <a:pt x="122" y="424"/>
                      <a:pt x="127" y="425"/>
                      <a:pt x="126" y="427"/>
                    </a:cubicBezTo>
                    <a:cubicBezTo>
                      <a:pt x="126" y="428"/>
                      <a:pt x="123" y="426"/>
                      <a:pt x="120" y="425"/>
                    </a:cubicBezTo>
                    <a:cubicBezTo>
                      <a:pt x="116" y="422"/>
                      <a:pt x="119" y="421"/>
                      <a:pt x="118" y="419"/>
                    </a:cubicBezTo>
                    <a:cubicBezTo>
                      <a:pt x="119" y="420"/>
                      <a:pt x="122" y="422"/>
                      <a:pt x="121" y="422"/>
                    </a:cubicBezTo>
                    <a:cubicBezTo>
                      <a:pt x="127" y="424"/>
                      <a:pt x="121" y="418"/>
                      <a:pt x="125" y="419"/>
                    </a:cubicBezTo>
                    <a:cubicBezTo>
                      <a:pt x="122" y="415"/>
                      <a:pt x="121" y="417"/>
                      <a:pt x="118" y="416"/>
                    </a:cubicBezTo>
                    <a:cubicBezTo>
                      <a:pt x="119" y="417"/>
                      <a:pt x="117" y="418"/>
                      <a:pt x="117" y="419"/>
                    </a:cubicBezTo>
                    <a:cubicBezTo>
                      <a:pt x="108" y="418"/>
                      <a:pt x="115" y="413"/>
                      <a:pt x="108" y="409"/>
                    </a:cubicBezTo>
                    <a:cubicBezTo>
                      <a:pt x="108" y="413"/>
                      <a:pt x="98" y="407"/>
                      <a:pt x="100" y="413"/>
                    </a:cubicBezTo>
                    <a:cubicBezTo>
                      <a:pt x="98" y="412"/>
                      <a:pt x="96" y="411"/>
                      <a:pt x="95" y="410"/>
                    </a:cubicBezTo>
                    <a:cubicBezTo>
                      <a:pt x="98" y="409"/>
                      <a:pt x="93" y="407"/>
                      <a:pt x="97" y="407"/>
                    </a:cubicBezTo>
                    <a:cubicBezTo>
                      <a:pt x="95" y="405"/>
                      <a:pt x="95" y="405"/>
                      <a:pt x="95" y="405"/>
                    </a:cubicBezTo>
                    <a:cubicBezTo>
                      <a:pt x="100" y="406"/>
                      <a:pt x="100" y="406"/>
                      <a:pt x="100" y="406"/>
                    </a:cubicBezTo>
                    <a:cubicBezTo>
                      <a:pt x="98" y="403"/>
                      <a:pt x="95" y="399"/>
                      <a:pt x="94" y="397"/>
                    </a:cubicBezTo>
                    <a:cubicBezTo>
                      <a:pt x="91" y="395"/>
                      <a:pt x="94" y="399"/>
                      <a:pt x="90" y="397"/>
                    </a:cubicBezTo>
                    <a:cubicBezTo>
                      <a:pt x="92" y="397"/>
                      <a:pt x="91" y="394"/>
                      <a:pt x="89" y="393"/>
                    </a:cubicBezTo>
                    <a:cubicBezTo>
                      <a:pt x="92" y="396"/>
                      <a:pt x="87" y="395"/>
                      <a:pt x="85" y="394"/>
                    </a:cubicBezTo>
                    <a:cubicBezTo>
                      <a:pt x="82" y="392"/>
                      <a:pt x="81" y="388"/>
                      <a:pt x="81" y="388"/>
                    </a:cubicBezTo>
                    <a:cubicBezTo>
                      <a:pt x="86" y="389"/>
                      <a:pt x="86" y="389"/>
                      <a:pt x="86" y="389"/>
                    </a:cubicBezTo>
                    <a:cubicBezTo>
                      <a:pt x="82" y="388"/>
                      <a:pt x="85" y="388"/>
                      <a:pt x="82" y="386"/>
                    </a:cubicBezTo>
                    <a:cubicBezTo>
                      <a:pt x="81" y="386"/>
                      <a:pt x="78" y="386"/>
                      <a:pt x="77" y="387"/>
                    </a:cubicBezTo>
                    <a:cubicBezTo>
                      <a:pt x="75" y="385"/>
                      <a:pt x="74" y="383"/>
                      <a:pt x="73" y="383"/>
                    </a:cubicBezTo>
                    <a:cubicBezTo>
                      <a:pt x="77" y="384"/>
                      <a:pt x="77" y="384"/>
                      <a:pt x="77" y="384"/>
                    </a:cubicBezTo>
                    <a:cubicBezTo>
                      <a:pt x="73" y="381"/>
                      <a:pt x="79" y="381"/>
                      <a:pt x="74" y="378"/>
                    </a:cubicBezTo>
                    <a:cubicBezTo>
                      <a:pt x="72" y="378"/>
                      <a:pt x="72" y="378"/>
                      <a:pt x="72" y="378"/>
                    </a:cubicBezTo>
                    <a:cubicBezTo>
                      <a:pt x="72" y="377"/>
                      <a:pt x="72" y="376"/>
                      <a:pt x="73" y="377"/>
                    </a:cubicBezTo>
                    <a:cubicBezTo>
                      <a:pt x="71" y="377"/>
                      <a:pt x="69" y="375"/>
                      <a:pt x="68" y="374"/>
                    </a:cubicBezTo>
                    <a:cubicBezTo>
                      <a:pt x="69" y="373"/>
                      <a:pt x="69" y="373"/>
                      <a:pt x="69" y="373"/>
                    </a:cubicBezTo>
                    <a:cubicBezTo>
                      <a:pt x="67" y="372"/>
                      <a:pt x="63" y="371"/>
                      <a:pt x="63" y="368"/>
                    </a:cubicBezTo>
                    <a:cubicBezTo>
                      <a:pt x="62" y="371"/>
                      <a:pt x="65" y="370"/>
                      <a:pt x="66" y="373"/>
                    </a:cubicBezTo>
                    <a:cubicBezTo>
                      <a:pt x="66" y="377"/>
                      <a:pt x="62" y="372"/>
                      <a:pt x="62" y="371"/>
                    </a:cubicBezTo>
                    <a:cubicBezTo>
                      <a:pt x="64" y="370"/>
                      <a:pt x="58" y="367"/>
                      <a:pt x="56" y="364"/>
                    </a:cubicBezTo>
                    <a:cubicBezTo>
                      <a:pt x="56" y="363"/>
                      <a:pt x="55" y="361"/>
                      <a:pt x="55" y="360"/>
                    </a:cubicBezTo>
                    <a:cubicBezTo>
                      <a:pt x="53" y="360"/>
                      <a:pt x="53" y="360"/>
                      <a:pt x="53" y="360"/>
                    </a:cubicBezTo>
                    <a:cubicBezTo>
                      <a:pt x="56" y="357"/>
                      <a:pt x="49" y="356"/>
                      <a:pt x="49" y="353"/>
                    </a:cubicBezTo>
                    <a:cubicBezTo>
                      <a:pt x="50" y="354"/>
                      <a:pt x="51" y="353"/>
                      <a:pt x="51" y="351"/>
                    </a:cubicBezTo>
                    <a:cubicBezTo>
                      <a:pt x="50" y="355"/>
                      <a:pt x="45" y="349"/>
                      <a:pt x="44" y="350"/>
                    </a:cubicBezTo>
                    <a:cubicBezTo>
                      <a:pt x="42" y="345"/>
                      <a:pt x="48" y="349"/>
                      <a:pt x="48" y="347"/>
                    </a:cubicBezTo>
                    <a:cubicBezTo>
                      <a:pt x="45" y="346"/>
                      <a:pt x="46" y="341"/>
                      <a:pt x="43" y="341"/>
                    </a:cubicBezTo>
                    <a:cubicBezTo>
                      <a:pt x="44" y="345"/>
                      <a:pt x="41" y="341"/>
                      <a:pt x="40" y="341"/>
                    </a:cubicBezTo>
                    <a:cubicBezTo>
                      <a:pt x="38" y="337"/>
                      <a:pt x="41" y="341"/>
                      <a:pt x="40" y="338"/>
                    </a:cubicBezTo>
                    <a:cubicBezTo>
                      <a:pt x="39" y="336"/>
                      <a:pt x="36" y="335"/>
                      <a:pt x="37" y="338"/>
                    </a:cubicBezTo>
                    <a:cubicBezTo>
                      <a:pt x="36" y="335"/>
                      <a:pt x="32" y="333"/>
                      <a:pt x="32" y="330"/>
                    </a:cubicBezTo>
                    <a:cubicBezTo>
                      <a:pt x="33" y="328"/>
                      <a:pt x="36" y="335"/>
                      <a:pt x="36" y="333"/>
                    </a:cubicBezTo>
                    <a:cubicBezTo>
                      <a:pt x="32" y="326"/>
                      <a:pt x="30" y="331"/>
                      <a:pt x="27" y="325"/>
                    </a:cubicBezTo>
                    <a:cubicBezTo>
                      <a:pt x="27" y="328"/>
                      <a:pt x="24" y="327"/>
                      <a:pt x="22" y="324"/>
                    </a:cubicBezTo>
                    <a:cubicBezTo>
                      <a:pt x="19" y="317"/>
                      <a:pt x="24" y="327"/>
                      <a:pt x="25" y="323"/>
                    </a:cubicBezTo>
                    <a:cubicBezTo>
                      <a:pt x="23" y="321"/>
                      <a:pt x="23" y="321"/>
                      <a:pt x="23" y="321"/>
                    </a:cubicBezTo>
                    <a:cubicBezTo>
                      <a:pt x="25" y="316"/>
                      <a:pt x="31" y="327"/>
                      <a:pt x="32" y="322"/>
                    </a:cubicBezTo>
                    <a:cubicBezTo>
                      <a:pt x="30" y="320"/>
                      <a:pt x="30" y="320"/>
                      <a:pt x="30" y="320"/>
                    </a:cubicBezTo>
                    <a:cubicBezTo>
                      <a:pt x="31" y="320"/>
                      <a:pt x="32" y="321"/>
                      <a:pt x="33" y="319"/>
                    </a:cubicBezTo>
                    <a:cubicBezTo>
                      <a:pt x="30" y="319"/>
                      <a:pt x="30" y="313"/>
                      <a:pt x="29" y="312"/>
                    </a:cubicBezTo>
                    <a:cubicBezTo>
                      <a:pt x="27" y="312"/>
                      <a:pt x="30" y="315"/>
                      <a:pt x="29" y="315"/>
                    </a:cubicBezTo>
                    <a:cubicBezTo>
                      <a:pt x="27" y="312"/>
                      <a:pt x="24" y="311"/>
                      <a:pt x="24" y="306"/>
                    </a:cubicBezTo>
                    <a:cubicBezTo>
                      <a:pt x="26" y="308"/>
                      <a:pt x="26" y="304"/>
                      <a:pt x="27" y="305"/>
                    </a:cubicBezTo>
                    <a:cubicBezTo>
                      <a:pt x="27" y="303"/>
                      <a:pt x="25" y="305"/>
                      <a:pt x="25" y="301"/>
                    </a:cubicBezTo>
                    <a:cubicBezTo>
                      <a:pt x="26" y="301"/>
                      <a:pt x="26" y="301"/>
                      <a:pt x="26" y="301"/>
                    </a:cubicBezTo>
                    <a:cubicBezTo>
                      <a:pt x="23" y="289"/>
                      <a:pt x="22" y="272"/>
                      <a:pt x="18" y="260"/>
                    </a:cubicBezTo>
                    <a:cubicBezTo>
                      <a:pt x="20" y="258"/>
                      <a:pt x="20" y="254"/>
                      <a:pt x="21" y="247"/>
                    </a:cubicBezTo>
                    <a:cubicBezTo>
                      <a:pt x="21" y="250"/>
                      <a:pt x="19" y="247"/>
                      <a:pt x="19" y="246"/>
                    </a:cubicBezTo>
                    <a:cubicBezTo>
                      <a:pt x="21" y="242"/>
                      <a:pt x="21" y="242"/>
                      <a:pt x="21" y="242"/>
                    </a:cubicBezTo>
                    <a:cubicBezTo>
                      <a:pt x="23" y="239"/>
                      <a:pt x="22" y="233"/>
                      <a:pt x="21" y="230"/>
                    </a:cubicBezTo>
                    <a:cubicBezTo>
                      <a:pt x="22" y="229"/>
                      <a:pt x="22" y="229"/>
                      <a:pt x="23" y="229"/>
                    </a:cubicBezTo>
                    <a:cubicBezTo>
                      <a:pt x="24" y="225"/>
                      <a:pt x="22" y="225"/>
                      <a:pt x="22" y="224"/>
                    </a:cubicBezTo>
                    <a:cubicBezTo>
                      <a:pt x="23" y="221"/>
                      <a:pt x="23" y="221"/>
                      <a:pt x="23" y="221"/>
                    </a:cubicBezTo>
                    <a:cubicBezTo>
                      <a:pt x="22" y="221"/>
                      <a:pt x="22" y="221"/>
                      <a:pt x="22" y="221"/>
                    </a:cubicBezTo>
                    <a:cubicBezTo>
                      <a:pt x="22" y="217"/>
                      <a:pt x="23" y="213"/>
                      <a:pt x="25" y="213"/>
                    </a:cubicBezTo>
                    <a:cubicBezTo>
                      <a:pt x="25" y="212"/>
                      <a:pt x="25" y="211"/>
                      <a:pt x="24" y="212"/>
                    </a:cubicBezTo>
                    <a:cubicBezTo>
                      <a:pt x="26" y="209"/>
                      <a:pt x="28" y="200"/>
                      <a:pt x="29" y="193"/>
                    </a:cubicBezTo>
                    <a:cubicBezTo>
                      <a:pt x="28" y="196"/>
                      <a:pt x="27" y="196"/>
                      <a:pt x="26" y="196"/>
                    </a:cubicBezTo>
                    <a:cubicBezTo>
                      <a:pt x="24" y="194"/>
                      <a:pt x="27" y="194"/>
                      <a:pt x="26" y="191"/>
                    </a:cubicBezTo>
                    <a:cubicBezTo>
                      <a:pt x="27" y="192"/>
                      <a:pt x="28" y="189"/>
                      <a:pt x="28" y="192"/>
                    </a:cubicBezTo>
                    <a:cubicBezTo>
                      <a:pt x="33" y="185"/>
                      <a:pt x="36" y="173"/>
                      <a:pt x="40" y="164"/>
                    </a:cubicBezTo>
                    <a:cubicBezTo>
                      <a:pt x="40" y="162"/>
                      <a:pt x="40" y="162"/>
                      <a:pt x="39" y="161"/>
                    </a:cubicBezTo>
                    <a:cubicBezTo>
                      <a:pt x="45" y="156"/>
                      <a:pt x="47" y="148"/>
                      <a:pt x="51" y="142"/>
                    </a:cubicBezTo>
                    <a:cubicBezTo>
                      <a:pt x="49" y="143"/>
                      <a:pt x="48" y="139"/>
                      <a:pt x="50" y="136"/>
                    </a:cubicBezTo>
                    <a:cubicBezTo>
                      <a:pt x="51" y="131"/>
                      <a:pt x="53" y="136"/>
                      <a:pt x="56" y="133"/>
                    </a:cubicBezTo>
                    <a:cubicBezTo>
                      <a:pt x="57" y="131"/>
                      <a:pt x="59" y="128"/>
                      <a:pt x="60" y="127"/>
                    </a:cubicBezTo>
                    <a:cubicBezTo>
                      <a:pt x="60" y="127"/>
                      <a:pt x="60" y="127"/>
                      <a:pt x="60" y="127"/>
                    </a:cubicBezTo>
                    <a:cubicBezTo>
                      <a:pt x="61" y="125"/>
                      <a:pt x="63" y="121"/>
                      <a:pt x="65" y="120"/>
                    </a:cubicBezTo>
                    <a:cubicBezTo>
                      <a:pt x="65" y="120"/>
                      <a:pt x="65" y="120"/>
                      <a:pt x="65" y="120"/>
                    </a:cubicBezTo>
                    <a:cubicBezTo>
                      <a:pt x="67" y="118"/>
                      <a:pt x="69" y="117"/>
                      <a:pt x="71" y="115"/>
                    </a:cubicBezTo>
                    <a:cubicBezTo>
                      <a:pt x="70" y="113"/>
                      <a:pt x="75" y="109"/>
                      <a:pt x="74" y="107"/>
                    </a:cubicBezTo>
                    <a:cubicBezTo>
                      <a:pt x="75" y="107"/>
                      <a:pt x="74" y="107"/>
                      <a:pt x="75" y="107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8" y="104"/>
                      <a:pt x="78" y="105"/>
                      <a:pt x="78" y="106"/>
                    </a:cubicBezTo>
                    <a:cubicBezTo>
                      <a:pt x="82" y="103"/>
                      <a:pt x="78" y="104"/>
                      <a:pt x="79" y="101"/>
                    </a:cubicBezTo>
                    <a:cubicBezTo>
                      <a:pt x="81" y="98"/>
                      <a:pt x="82" y="99"/>
                      <a:pt x="84" y="99"/>
                    </a:cubicBezTo>
                    <a:cubicBezTo>
                      <a:pt x="84" y="100"/>
                      <a:pt x="82" y="100"/>
                      <a:pt x="81" y="101"/>
                    </a:cubicBezTo>
                    <a:cubicBezTo>
                      <a:pt x="81" y="103"/>
                      <a:pt x="83" y="100"/>
                      <a:pt x="84" y="101"/>
                    </a:cubicBezTo>
                    <a:cubicBezTo>
                      <a:pt x="85" y="100"/>
                      <a:pt x="84" y="98"/>
                      <a:pt x="86" y="97"/>
                    </a:cubicBezTo>
                    <a:cubicBezTo>
                      <a:pt x="88" y="96"/>
                      <a:pt x="92" y="92"/>
                      <a:pt x="92" y="93"/>
                    </a:cubicBezTo>
                    <a:cubicBezTo>
                      <a:pt x="93" y="91"/>
                      <a:pt x="95" y="90"/>
                      <a:pt x="96" y="88"/>
                    </a:cubicBezTo>
                    <a:cubicBezTo>
                      <a:pt x="94" y="89"/>
                      <a:pt x="91" y="91"/>
                      <a:pt x="90" y="91"/>
                    </a:cubicBezTo>
                    <a:cubicBezTo>
                      <a:pt x="91" y="90"/>
                      <a:pt x="94" y="87"/>
                      <a:pt x="94" y="87"/>
                    </a:cubicBezTo>
                    <a:cubicBezTo>
                      <a:pt x="94" y="88"/>
                      <a:pt x="94" y="88"/>
                      <a:pt x="94" y="88"/>
                    </a:cubicBezTo>
                    <a:cubicBezTo>
                      <a:pt x="94" y="87"/>
                      <a:pt x="99" y="84"/>
                      <a:pt x="96" y="85"/>
                    </a:cubicBezTo>
                    <a:cubicBezTo>
                      <a:pt x="100" y="84"/>
                      <a:pt x="100" y="84"/>
                      <a:pt x="100" y="84"/>
                    </a:cubicBezTo>
                    <a:cubicBezTo>
                      <a:pt x="100" y="82"/>
                      <a:pt x="103" y="80"/>
                      <a:pt x="105" y="78"/>
                    </a:cubicBezTo>
                    <a:cubicBezTo>
                      <a:pt x="106" y="80"/>
                      <a:pt x="106" y="82"/>
                      <a:pt x="110" y="80"/>
                    </a:cubicBezTo>
                    <a:cubicBezTo>
                      <a:pt x="113" y="76"/>
                      <a:pt x="113" y="76"/>
                      <a:pt x="113" y="76"/>
                    </a:cubicBezTo>
                    <a:cubicBezTo>
                      <a:pt x="115" y="74"/>
                      <a:pt x="116" y="74"/>
                      <a:pt x="116" y="75"/>
                    </a:cubicBezTo>
                    <a:cubicBezTo>
                      <a:pt x="124" y="71"/>
                      <a:pt x="121" y="66"/>
                      <a:pt x="128" y="64"/>
                    </a:cubicBezTo>
                    <a:cubicBezTo>
                      <a:pt x="126" y="67"/>
                      <a:pt x="129" y="66"/>
                      <a:pt x="132" y="65"/>
                    </a:cubicBezTo>
                    <a:cubicBezTo>
                      <a:pt x="131" y="65"/>
                      <a:pt x="131" y="64"/>
                      <a:pt x="132" y="63"/>
                    </a:cubicBezTo>
                    <a:cubicBezTo>
                      <a:pt x="131" y="63"/>
                      <a:pt x="132" y="65"/>
                      <a:pt x="129" y="65"/>
                    </a:cubicBezTo>
                    <a:cubicBezTo>
                      <a:pt x="128" y="65"/>
                      <a:pt x="131" y="63"/>
                      <a:pt x="132" y="62"/>
                    </a:cubicBezTo>
                    <a:cubicBezTo>
                      <a:pt x="139" y="63"/>
                      <a:pt x="150" y="53"/>
                      <a:pt x="160" y="50"/>
                    </a:cubicBezTo>
                    <a:cubicBezTo>
                      <a:pt x="158" y="48"/>
                      <a:pt x="163" y="48"/>
                      <a:pt x="164" y="46"/>
                    </a:cubicBezTo>
                    <a:cubicBezTo>
                      <a:pt x="165" y="49"/>
                      <a:pt x="169" y="43"/>
                      <a:pt x="172" y="44"/>
                    </a:cubicBezTo>
                    <a:cubicBezTo>
                      <a:pt x="170" y="42"/>
                      <a:pt x="170" y="42"/>
                      <a:pt x="170" y="42"/>
                    </a:cubicBezTo>
                    <a:cubicBezTo>
                      <a:pt x="176" y="41"/>
                      <a:pt x="177" y="34"/>
                      <a:pt x="182" y="36"/>
                    </a:cubicBezTo>
                    <a:cubicBezTo>
                      <a:pt x="185" y="35"/>
                      <a:pt x="182" y="38"/>
                      <a:pt x="181" y="39"/>
                    </a:cubicBezTo>
                    <a:cubicBezTo>
                      <a:pt x="186" y="40"/>
                      <a:pt x="191" y="32"/>
                      <a:pt x="196" y="34"/>
                    </a:cubicBezTo>
                    <a:cubicBezTo>
                      <a:pt x="196" y="33"/>
                      <a:pt x="194" y="32"/>
                      <a:pt x="197" y="30"/>
                    </a:cubicBezTo>
                    <a:cubicBezTo>
                      <a:pt x="201" y="30"/>
                      <a:pt x="207" y="29"/>
                      <a:pt x="207" y="29"/>
                    </a:cubicBezTo>
                    <a:cubicBezTo>
                      <a:pt x="209" y="28"/>
                      <a:pt x="210" y="27"/>
                      <a:pt x="213" y="27"/>
                    </a:cubicBezTo>
                    <a:cubicBezTo>
                      <a:pt x="213" y="28"/>
                      <a:pt x="212" y="28"/>
                      <a:pt x="211" y="29"/>
                    </a:cubicBezTo>
                    <a:cubicBezTo>
                      <a:pt x="215" y="28"/>
                      <a:pt x="219" y="26"/>
                      <a:pt x="222" y="24"/>
                    </a:cubicBezTo>
                    <a:cubicBezTo>
                      <a:pt x="225" y="26"/>
                      <a:pt x="233" y="23"/>
                      <a:pt x="238" y="23"/>
                    </a:cubicBezTo>
                    <a:cubicBezTo>
                      <a:pt x="241" y="20"/>
                      <a:pt x="247" y="23"/>
                      <a:pt x="247" y="20"/>
                    </a:cubicBezTo>
                    <a:cubicBezTo>
                      <a:pt x="247" y="20"/>
                      <a:pt x="247" y="20"/>
                      <a:pt x="248" y="21"/>
                    </a:cubicBezTo>
                    <a:cubicBezTo>
                      <a:pt x="249" y="19"/>
                      <a:pt x="251" y="17"/>
                      <a:pt x="253" y="17"/>
                    </a:cubicBezTo>
                    <a:cubicBezTo>
                      <a:pt x="253" y="19"/>
                      <a:pt x="253" y="19"/>
                      <a:pt x="253" y="19"/>
                    </a:cubicBezTo>
                    <a:cubicBezTo>
                      <a:pt x="252" y="22"/>
                      <a:pt x="260" y="19"/>
                      <a:pt x="261" y="20"/>
                    </a:cubicBezTo>
                    <a:cubicBezTo>
                      <a:pt x="258" y="19"/>
                      <a:pt x="263" y="20"/>
                      <a:pt x="263" y="18"/>
                    </a:cubicBezTo>
                    <a:cubicBezTo>
                      <a:pt x="266" y="18"/>
                      <a:pt x="266" y="18"/>
                      <a:pt x="266" y="18"/>
                    </a:cubicBezTo>
                    <a:cubicBezTo>
                      <a:pt x="271" y="17"/>
                      <a:pt x="267" y="17"/>
                      <a:pt x="273" y="16"/>
                    </a:cubicBezTo>
                    <a:cubicBezTo>
                      <a:pt x="276" y="16"/>
                      <a:pt x="274" y="19"/>
                      <a:pt x="273" y="19"/>
                    </a:cubicBezTo>
                    <a:cubicBezTo>
                      <a:pt x="275" y="20"/>
                      <a:pt x="278" y="19"/>
                      <a:pt x="281" y="19"/>
                    </a:cubicBezTo>
                    <a:cubicBezTo>
                      <a:pt x="280" y="18"/>
                      <a:pt x="280" y="18"/>
                      <a:pt x="281" y="18"/>
                    </a:cubicBezTo>
                    <a:cubicBezTo>
                      <a:pt x="281" y="18"/>
                      <a:pt x="281" y="18"/>
                      <a:pt x="281" y="19"/>
                    </a:cubicBezTo>
                    <a:cubicBezTo>
                      <a:pt x="282" y="18"/>
                      <a:pt x="283" y="18"/>
                      <a:pt x="285" y="18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3" y="19"/>
                      <a:pt x="282" y="19"/>
                      <a:pt x="281" y="19"/>
                    </a:cubicBezTo>
                    <a:cubicBezTo>
                      <a:pt x="282" y="19"/>
                      <a:pt x="283" y="19"/>
                      <a:pt x="284" y="19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6" y="19"/>
                      <a:pt x="287" y="19"/>
                      <a:pt x="288" y="20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9" y="22"/>
                      <a:pt x="294" y="20"/>
                      <a:pt x="294" y="20"/>
                    </a:cubicBezTo>
                    <a:cubicBezTo>
                      <a:pt x="303" y="22"/>
                      <a:pt x="318" y="23"/>
                      <a:pt x="322" y="24"/>
                    </a:cubicBezTo>
                    <a:cubicBezTo>
                      <a:pt x="319" y="23"/>
                      <a:pt x="318" y="24"/>
                      <a:pt x="320" y="24"/>
                    </a:cubicBezTo>
                    <a:cubicBezTo>
                      <a:pt x="323" y="25"/>
                      <a:pt x="326" y="24"/>
                      <a:pt x="326" y="25"/>
                    </a:cubicBezTo>
                    <a:cubicBezTo>
                      <a:pt x="329" y="25"/>
                      <a:pt x="328" y="27"/>
                      <a:pt x="332" y="28"/>
                    </a:cubicBezTo>
                    <a:cubicBezTo>
                      <a:pt x="332" y="29"/>
                      <a:pt x="333" y="27"/>
                      <a:pt x="332" y="27"/>
                    </a:cubicBezTo>
                    <a:cubicBezTo>
                      <a:pt x="337" y="31"/>
                      <a:pt x="347" y="31"/>
                      <a:pt x="354" y="36"/>
                    </a:cubicBezTo>
                    <a:cubicBezTo>
                      <a:pt x="353" y="36"/>
                      <a:pt x="352" y="36"/>
                      <a:pt x="351" y="37"/>
                    </a:cubicBezTo>
                    <a:cubicBezTo>
                      <a:pt x="357" y="38"/>
                      <a:pt x="363" y="41"/>
                      <a:pt x="369" y="42"/>
                    </a:cubicBezTo>
                    <a:cubicBezTo>
                      <a:pt x="368" y="42"/>
                      <a:pt x="368" y="43"/>
                      <a:pt x="366" y="43"/>
                    </a:cubicBezTo>
                    <a:cubicBezTo>
                      <a:pt x="369" y="44"/>
                      <a:pt x="372" y="46"/>
                      <a:pt x="375" y="47"/>
                    </a:cubicBezTo>
                    <a:cubicBezTo>
                      <a:pt x="375" y="47"/>
                      <a:pt x="375" y="47"/>
                      <a:pt x="375" y="47"/>
                    </a:cubicBezTo>
                    <a:cubicBezTo>
                      <a:pt x="373" y="44"/>
                      <a:pt x="378" y="46"/>
                      <a:pt x="381" y="48"/>
                    </a:cubicBezTo>
                    <a:cubicBezTo>
                      <a:pt x="380" y="48"/>
                      <a:pt x="380" y="48"/>
                      <a:pt x="380" y="48"/>
                    </a:cubicBezTo>
                    <a:cubicBezTo>
                      <a:pt x="384" y="51"/>
                      <a:pt x="385" y="50"/>
                      <a:pt x="388" y="53"/>
                    </a:cubicBezTo>
                    <a:cubicBezTo>
                      <a:pt x="390" y="55"/>
                      <a:pt x="386" y="52"/>
                      <a:pt x="386" y="53"/>
                    </a:cubicBezTo>
                    <a:cubicBezTo>
                      <a:pt x="386" y="56"/>
                      <a:pt x="393" y="61"/>
                      <a:pt x="394" y="62"/>
                    </a:cubicBezTo>
                    <a:cubicBezTo>
                      <a:pt x="395" y="62"/>
                      <a:pt x="396" y="63"/>
                      <a:pt x="397" y="62"/>
                    </a:cubicBezTo>
                    <a:cubicBezTo>
                      <a:pt x="400" y="64"/>
                      <a:pt x="397" y="64"/>
                      <a:pt x="399" y="66"/>
                    </a:cubicBezTo>
                    <a:cubicBezTo>
                      <a:pt x="409" y="69"/>
                      <a:pt x="409" y="69"/>
                      <a:pt x="409" y="69"/>
                    </a:cubicBezTo>
                    <a:cubicBezTo>
                      <a:pt x="408" y="69"/>
                      <a:pt x="410" y="73"/>
                      <a:pt x="407" y="71"/>
                    </a:cubicBezTo>
                    <a:cubicBezTo>
                      <a:pt x="412" y="76"/>
                      <a:pt x="417" y="77"/>
                      <a:pt x="422" y="80"/>
                    </a:cubicBezTo>
                    <a:cubicBezTo>
                      <a:pt x="423" y="82"/>
                      <a:pt x="428" y="87"/>
                      <a:pt x="430" y="89"/>
                    </a:cubicBezTo>
                    <a:cubicBezTo>
                      <a:pt x="429" y="90"/>
                      <a:pt x="428" y="87"/>
                      <a:pt x="427" y="87"/>
                    </a:cubicBezTo>
                    <a:cubicBezTo>
                      <a:pt x="428" y="91"/>
                      <a:pt x="428" y="91"/>
                      <a:pt x="428" y="91"/>
                    </a:cubicBezTo>
                    <a:cubicBezTo>
                      <a:pt x="425" y="87"/>
                      <a:pt x="427" y="93"/>
                      <a:pt x="424" y="91"/>
                    </a:cubicBezTo>
                    <a:cubicBezTo>
                      <a:pt x="428" y="94"/>
                      <a:pt x="432" y="102"/>
                      <a:pt x="435" y="107"/>
                    </a:cubicBezTo>
                    <a:cubicBezTo>
                      <a:pt x="435" y="102"/>
                      <a:pt x="440" y="113"/>
                      <a:pt x="443" y="111"/>
                    </a:cubicBezTo>
                    <a:cubicBezTo>
                      <a:pt x="447" y="117"/>
                      <a:pt x="443" y="115"/>
                      <a:pt x="443" y="118"/>
                    </a:cubicBezTo>
                    <a:cubicBezTo>
                      <a:pt x="448" y="124"/>
                      <a:pt x="451" y="130"/>
                      <a:pt x="453" y="136"/>
                    </a:cubicBezTo>
                    <a:cubicBezTo>
                      <a:pt x="453" y="136"/>
                      <a:pt x="453" y="136"/>
                      <a:pt x="453" y="136"/>
                    </a:cubicBezTo>
                    <a:cubicBezTo>
                      <a:pt x="456" y="141"/>
                      <a:pt x="459" y="150"/>
                      <a:pt x="464" y="155"/>
                    </a:cubicBezTo>
                    <a:cubicBezTo>
                      <a:pt x="463" y="154"/>
                      <a:pt x="463" y="155"/>
                      <a:pt x="462" y="154"/>
                    </a:cubicBezTo>
                    <a:cubicBezTo>
                      <a:pt x="463" y="160"/>
                      <a:pt x="465" y="154"/>
                      <a:pt x="466" y="161"/>
                    </a:cubicBezTo>
                    <a:cubicBezTo>
                      <a:pt x="465" y="160"/>
                      <a:pt x="465" y="160"/>
                      <a:pt x="465" y="160"/>
                    </a:cubicBezTo>
                    <a:cubicBezTo>
                      <a:pt x="467" y="164"/>
                      <a:pt x="467" y="169"/>
                      <a:pt x="470" y="173"/>
                    </a:cubicBezTo>
                    <a:cubicBezTo>
                      <a:pt x="469" y="174"/>
                      <a:pt x="469" y="173"/>
                      <a:pt x="468" y="172"/>
                    </a:cubicBezTo>
                    <a:cubicBezTo>
                      <a:pt x="470" y="177"/>
                      <a:pt x="471" y="182"/>
                      <a:pt x="474" y="186"/>
                    </a:cubicBezTo>
                    <a:cubicBezTo>
                      <a:pt x="473" y="186"/>
                      <a:pt x="472" y="186"/>
                      <a:pt x="471" y="184"/>
                    </a:cubicBezTo>
                    <a:cubicBezTo>
                      <a:pt x="471" y="189"/>
                      <a:pt x="474" y="189"/>
                      <a:pt x="474" y="193"/>
                    </a:cubicBezTo>
                    <a:cubicBezTo>
                      <a:pt x="475" y="194"/>
                      <a:pt x="474" y="197"/>
                      <a:pt x="474" y="196"/>
                    </a:cubicBezTo>
                    <a:cubicBezTo>
                      <a:pt x="475" y="198"/>
                      <a:pt x="476" y="205"/>
                      <a:pt x="477" y="207"/>
                    </a:cubicBezTo>
                    <a:cubicBezTo>
                      <a:pt x="476" y="208"/>
                      <a:pt x="476" y="209"/>
                      <a:pt x="475" y="212"/>
                    </a:cubicBezTo>
                    <a:cubicBezTo>
                      <a:pt x="478" y="236"/>
                      <a:pt x="473" y="260"/>
                      <a:pt x="467" y="283"/>
                    </a:cubicBezTo>
                    <a:cubicBezTo>
                      <a:pt x="463" y="286"/>
                      <a:pt x="467" y="277"/>
                      <a:pt x="464" y="279"/>
                    </a:cubicBezTo>
                    <a:cubicBezTo>
                      <a:pt x="467" y="280"/>
                      <a:pt x="464" y="283"/>
                      <a:pt x="461" y="290"/>
                    </a:cubicBezTo>
                    <a:cubicBezTo>
                      <a:pt x="461" y="290"/>
                      <a:pt x="461" y="290"/>
                      <a:pt x="461" y="290"/>
                    </a:cubicBezTo>
                    <a:cubicBezTo>
                      <a:pt x="460" y="293"/>
                      <a:pt x="458" y="294"/>
                      <a:pt x="457" y="297"/>
                    </a:cubicBezTo>
                    <a:cubicBezTo>
                      <a:pt x="458" y="297"/>
                      <a:pt x="458" y="297"/>
                      <a:pt x="458" y="297"/>
                    </a:cubicBezTo>
                    <a:cubicBezTo>
                      <a:pt x="458" y="301"/>
                      <a:pt x="452" y="303"/>
                      <a:pt x="453" y="306"/>
                    </a:cubicBezTo>
                    <a:cubicBezTo>
                      <a:pt x="451" y="307"/>
                      <a:pt x="451" y="307"/>
                      <a:pt x="451" y="307"/>
                    </a:cubicBezTo>
                    <a:cubicBezTo>
                      <a:pt x="451" y="312"/>
                      <a:pt x="447" y="312"/>
                      <a:pt x="447" y="316"/>
                    </a:cubicBezTo>
                    <a:cubicBezTo>
                      <a:pt x="447" y="316"/>
                      <a:pt x="447" y="316"/>
                      <a:pt x="447" y="316"/>
                    </a:cubicBezTo>
                    <a:cubicBezTo>
                      <a:pt x="443" y="320"/>
                      <a:pt x="442" y="327"/>
                      <a:pt x="439" y="328"/>
                    </a:cubicBezTo>
                    <a:cubicBezTo>
                      <a:pt x="437" y="332"/>
                      <a:pt x="434" y="337"/>
                      <a:pt x="435" y="339"/>
                    </a:cubicBezTo>
                    <a:cubicBezTo>
                      <a:pt x="433" y="339"/>
                      <a:pt x="433" y="338"/>
                      <a:pt x="433" y="337"/>
                    </a:cubicBezTo>
                    <a:cubicBezTo>
                      <a:pt x="422" y="352"/>
                      <a:pt x="406" y="365"/>
                      <a:pt x="395" y="377"/>
                    </a:cubicBezTo>
                    <a:cubicBezTo>
                      <a:pt x="394" y="378"/>
                      <a:pt x="395" y="377"/>
                      <a:pt x="395" y="376"/>
                    </a:cubicBezTo>
                    <a:cubicBezTo>
                      <a:pt x="389" y="385"/>
                      <a:pt x="378" y="390"/>
                      <a:pt x="378" y="398"/>
                    </a:cubicBezTo>
                    <a:cubicBezTo>
                      <a:pt x="377" y="402"/>
                      <a:pt x="377" y="402"/>
                      <a:pt x="377" y="402"/>
                    </a:cubicBezTo>
                    <a:cubicBezTo>
                      <a:pt x="375" y="403"/>
                      <a:pt x="375" y="402"/>
                      <a:pt x="373" y="403"/>
                    </a:cubicBezTo>
                    <a:cubicBezTo>
                      <a:pt x="373" y="406"/>
                      <a:pt x="368" y="411"/>
                      <a:pt x="369" y="413"/>
                    </a:cubicBezTo>
                    <a:cubicBezTo>
                      <a:pt x="368" y="414"/>
                      <a:pt x="369" y="412"/>
                      <a:pt x="368" y="412"/>
                    </a:cubicBezTo>
                    <a:cubicBezTo>
                      <a:pt x="365" y="416"/>
                      <a:pt x="365" y="422"/>
                      <a:pt x="363" y="426"/>
                    </a:cubicBezTo>
                    <a:cubicBezTo>
                      <a:pt x="363" y="424"/>
                      <a:pt x="363" y="424"/>
                      <a:pt x="363" y="424"/>
                    </a:cubicBezTo>
                    <a:cubicBezTo>
                      <a:pt x="349" y="443"/>
                      <a:pt x="340" y="473"/>
                      <a:pt x="342" y="493"/>
                    </a:cubicBezTo>
                    <a:cubicBezTo>
                      <a:pt x="343" y="498"/>
                      <a:pt x="340" y="495"/>
                      <a:pt x="340" y="497"/>
                    </a:cubicBezTo>
                    <a:cubicBezTo>
                      <a:pt x="342" y="517"/>
                      <a:pt x="338" y="542"/>
                      <a:pt x="349" y="558"/>
                    </a:cubicBezTo>
                    <a:cubicBezTo>
                      <a:pt x="355" y="570"/>
                      <a:pt x="363" y="573"/>
                      <a:pt x="363" y="573"/>
                    </a:cubicBezTo>
                    <a:cubicBezTo>
                      <a:pt x="346" y="542"/>
                      <a:pt x="349" y="513"/>
                      <a:pt x="356" y="481"/>
                    </a:cubicBezTo>
                    <a:cubicBezTo>
                      <a:pt x="356" y="470"/>
                      <a:pt x="359" y="457"/>
                      <a:pt x="363" y="448"/>
                    </a:cubicBezTo>
                    <a:cubicBezTo>
                      <a:pt x="376" y="404"/>
                      <a:pt x="410" y="388"/>
                      <a:pt x="444" y="349"/>
                    </a:cubicBezTo>
                    <a:cubicBezTo>
                      <a:pt x="442" y="350"/>
                      <a:pt x="443" y="348"/>
                      <a:pt x="444" y="346"/>
                    </a:cubicBezTo>
                    <a:cubicBezTo>
                      <a:pt x="445" y="345"/>
                      <a:pt x="445" y="345"/>
                      <a:pt x="445" y="345"/>
                    </a:cubicBezTo>
                    <a:cubicBezTo>
                      <a:pt x="446" y="342"/>
                      <a:pt x="446" y="342"/>
                      <a:pt x="446" y="342"/>
                    </a:cubicBezTo>
                    <a:cubicBezTo>
                      <a:pt x="448" y="339"/>
                      <a:pt x="449" y="341"/>
                      <a:pt x="447" y="344"/>
                    </a:cubicBezTo>
                    <a:cubicBezTo>
                      <a:pt x="459" y="329"/>
                      <a:pt x="467" y="314"/>
                      <a:pt x="475" y="297"/>
                    </a:cubicBezTo>
                    <a:cubicBezTo>
                      <a:pt x="474" y="295"/>
                      <a:pt x="479" y="288"/>
                      <a:pt x="477" y="286"/>
                    </a:cubicBezTo>
                    <a:cubicBezTo>
                      <a:pt x="478" y="286"/>
                      <a:pt x="478" y="286"/>
                      <a:pt x="478" y="287"/>
                    </a:cubicBezTo>
                    <a:cubicBezTo>
                      <a:pt x="481" y="274"/>
                      <a:pt x="482" y="274"/>
                      <a:pt x="487" y="263"/>
                    </a:cubicBezTo>
                    <a:cubicBezTo>
                      <a:pt x="501" y="211"/>
                      <a:pt x="485" y="161"/>
                      <a:pt x="463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2" name="Rectangle 77"/>
              <p:cNvSpPr>
                <a:spLocks noChangeArrowheads="1"/>
              </p:cNvSpPr>
              <p:nvPr>
                <p:custDataLst>
                  <p:tags r:id="rId323"/>
                </p:custDataLst>
              </p:nvPr>
            </p:nvSpPr>
            <p:spPr bwMode="auto">
              <a:xfrm>
                <a:off x="4586" y="1893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3" name="Freeform 78"/>
              <p:cNvSpPr/>
              <p:nvPr>
                <p:custDataLst>
                  <p:tags r:id="rId324"/>
                </p:custDataLst>
              </p:nvPr>
            </p:nvSpPr>
            <p:spPr bwMode="auto">
              <a:xfrm>
                <a:off x="3937" y="2817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4" name="Freeform 79"/>
              <p:cNvSpPr/>
              <p:nvPr>
                <p:custDataLst>
                  <p:tags r:id="rId325"/>
                </p:custDataLst>
              </p:nvPr>
            </p:nvSpPr>
            <p:spPr bwMode="auto">
              <a:xfrm>
                <a:off x="4629" y="185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5" name="Freeform 80"/>
              <p:cNvSpPr/>
              <p:nvPr>
                <p:custDataLst>
                  <p:tags r:id="rId326"/>
                </p:custDataLst>
              </p:nvPr>
            </p:nvSpPr>
            <p:spPr bwMode="auto">
              <a:xfrm>
                <a:off x="3967" y="281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6" name="Freeform 81"/>
              <p:cNvSpPr/>
              <p:nvPr>
                <p:custDataLst>
                  <p:tags r:id="rId327"/>
                </p:custDataLst>
              </p:nvPr>
            </p:nvSpPr>
            <p:spPr bwMode="auto">
              <a:xfrm>
                <a:off x="4618" y="1878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2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7" name="Freeform 82"/>
              <p:cNvSpPr/>
              <p:nvPr>
                <p:custDataLst>
                  <p:tags r:id="rId328"/>
                </p:custDataLst>
              </p:nvPr>
            </p:nvSpPr>
            <p:spPr bwMode="auto">
              <a:xfrm>
                <a:off x="3814" y="226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8" name="Freeform 83"/>
              <p:cNvSpPr/>
              <p:nvPr>
                <p:custDataLst>
                  <p:tags r:id="rId329"/>
                </p:custDataLst>
              </p:nvPr>
            </p:nvSpPr>
            <p:spPr bwMode="auto">
              <a:xfrm>
                <a:off x="3876" y="24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9" name="Freeform 84"/>
              <p:cNvSpPr/>
              <p:nvPr>
                <p:custDataLst>
                  <p:tags r:id="rId330"/>
                </p:custDataLst>
              </p:nvPr>
            </p:nvSpPr>
            <p:spPr bwMode="auto">
              <a:xfrm>
                <a:off x="461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0" name="Freeform 85"/>
              <p:cNvSpPr/>
              <p:nvPr>
                <p:custDataLst>
                  <p:tags r:id="rId331"/>
                </p:custDataLst>
              </p:nvPr>
            </p:nvSpPr>
            <p:spPr bwMode="auto">
              <a:xfrm>
                <a:off x="3801" y="227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1" name="Freeform 86"/>
              <p:cNvSpPr/>
              <p:nvPr>
                <p:custDataLst>
                  <p:tags r:id="rId332"/>
                </p:custDataLst>
              </p:nvPr>
            </p:nvSpPr>
            <p:spPr bwMode="auto">
              <a:xfrm>
                <a:off x="3808" y="2266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2" name="Freeform 87"/>
              <p:cNvSpPr/>
              <p:nvPr>
                <p:custDataLst>
                  <p:tags r:id="rId333"/>
                </p:custDataLst>
              </p:nvPr>
            </p:nvSpPr>
            <p:spPr bwMode="auto">
              <a:xfrm>
                <a:off x="3878" y="239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3" name="Freeform 88"/>
              <p:cNvSpPr/>
              <p:nvPr>
                <p:custDataLst>
                  <p:tags r:id="rId334"/>
                </p:custDataLst>
              </p:nvPr>
            </p:nvSpPr>
            <p:spPr bwMode="auto">
              <a:xfrm>
                <a:off x="3810" y="2266"/>
                <a:ext cx="6" cy="0"/>
              </a:xfrm>
              <a:custGeom>
                <a:avLst/>
                <a:gdLst>
                  <a:gd name="T0" fmla="*/ 1 w 3"/>
                  <a:gd name="T1" fmla="*/ 0 w 3"/>
                  <a:gd name="T2" fmla="*/ 1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4" name="Freeform 89"/>
              <p:cNvSpPr/>
              <p:nvPr>
                <p:custDataLst>
                  <p:tags r:id="rId335"/>
                </p:custDataLst>
              </p:nvPr>
            </p:nvSpPr>
            <p:spPr bwMode="auto">
              <a:xfrm>
                <a:off x="3935" y="224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5" name="Freeform 90"/>
              <p:cNvSpPr/>
              <p:nvPr>
                <p:custDataLst>
                  <p:tags r:id="rId336"/>
                </p:custDataLst>
              </p:nvPr>
            </p:nvSpPr>
            <p:spPr bwMode="auto">
              <a:xfrm>
                <a:off x="3876" y="2213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6" name="Oval 91"/>
              <p:cNvSpPr>
                <a:spLocks noChangeArrowheads="1"/>
              </p:cNvSpPr>
              <p:nvPr>
                <p:custDataLst>
                  <p:tags r:id="rId337"/>
                </p:custDataLst>
              </p:nvPr>
            </p:nvSpPr>
            <p:spPr bwMode="auto">
              <a:xfrm>
                <a:off x="3814" y="2266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7" name="Freeform 92"/>
              <p:cNvSpPr/>
              <p:nvPr>
                <p:custDataLst>
                  <p:tags r:id="rId338"/>
                </p:custDataLst>
              </p:nvPr>
            </p:nvSpPr>
            <p:spPr bwMode="auto">
              <a:xfrm>
                <a:off x="3801" y="2007"/>
                <a:ext cx="5" cy="7"/>
              </a:xfrm>
              <a:custGeom>
                <a:avLst/>
                <a:gdLst>
                  <a:gd name="T0" fmla="*/ 1 w 2"/>
                  <a:gd name="T1" fmla="*/ 0 h 3"/>
                  <a:gd name="T2" fmla="*/ 2 w 2"/>
                  <a:gd name="T3" fmla="*/ 3 h 3"/>
                  <a:gd name="T4" fmla="*/ 1 w 2"/>
                  <a:gd name="T5" fmla="*/ 2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0" y="0"/>
                      <a:pt x="0" y="1"/>
                      <a:pt x="2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8" name="Freeform 93"/>
              <p:cNvSpPr/>
              <p:nvPr>
                <p:custDataLst>
                  <p:tags r:id="rId339"/>
                </p:custDataLst>
              </p:nvPr>
            </p:nvSpPr>
            <p:spPr bwMode="auto">
              <a:xfrm>
                <a:off x="3837" y="24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9" name="Freeform 94"/>
              <p:cNvSpPr/>
              <p:nvPr>
                <p:custDataLst>
                  <p:tags r:id="rId340"/>
                </p:custDataLst>
              </p:nvPr>
            </p:nvSpPr>
            <p:spPr bwMode="auto">
              <a:xfrm>
                <a:off x="4398" y="229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0" name="Freeform 95"/>
              <p:cNvSpPr/>
              <p:nvPr>
                <p:custDataLst>
                  <p:tags r:id="rId341"/>
                </p:custDataLst>
              </p:nvPr>
            </p:nvSpPr>
            <p:spPr bwMode="auto">
              <a:xfrm>
                <a:off x="4376" y="2249"/>
                <a:ext cx="227" cy="119"/>
              </a:xfrm>
              <a:custGeom>
                <a:avLst/>
                <a:gdLst>
                  <a:gd name="T0" fmla="*/ 90 w 107"/>
                  <a:gd name="T1" fmla="*/ 34 h 56"/>
                  <a:gd name="T2" fmla="*/ 75 w 107"/>
                  <a:gd name="T3" fmla="*/ 23 h 56"/>
                  <a:gd name="T4" fmla="*/ 59 w 107"/>
                  <a:gd name="T5" fmla="*/ 22 h 56"/>
                  <a:gd name="T6" fmla="*/ 54 w 107"/>
                  <a:gd name="T7" fmla="*/ 18 h 56"/>
                  <a:gd name="T8" fmla="*/ 44 w 107"/>
                  <a:gd name="T9" fmla="*/ 13 h 56"/>
                  <a:gd name="T10" fmla="*/ 37 w 107"/>
                  <a:gd name="T11" fmla="*/ 9 h 56"/>
                  <a:gd name="T12" fmla="*/ 30 w 107"/>
                  <a:gd name="T13" fmla="*/ 11 h 56"/>
                  <a:gd name="T14" fmla="*/ 20 w 107"/>
                  <a:gd name="T15" fmla="*/ 8 h 56"/>
                  <a:gd name="T16" fmla="*/ 15 w 107"/>
                  <a:gd name="T17" fmla="*/ 6 h 56"/>
                  <a:gd name="T18" fmla="*/ 9 w 107"/>
                  <a:gd name="T19" fmla="*/ 1 h 56"/>
                  <a:gd name="T20" fmla="*/ 6 w 107"/>
                  <a:gd name="T21" fmla="*/ 1 h 56"/>
                  <a:gd name="T22" fmla="*/ 3 w 107"/>
                  <a:gd name="T23" fmla="*/ 3 h 56"/>
                  <a:gd name="T24" fmla="*/ 0 w 107"/>
                  <a:gd name="T25" fmla="*/ 5 h 56"/>
                  <a:gd name="T26" fmla="*/ 1 w 107"/>
                  <a:gd name="T27" fmla="*/ 8 h 56"/>
                  <a:gd name="T28" fmla="*/ 6 w 107"/>
                  <a:gd name="T29" fmla="*/ 9 h 56"/>
                  <a:gd name="T30" fmla="*/ 8 w 107"/>
                  <a:gd name="T31" fmla="*/ 14 h 56"/>
                  <a:gd name="T32" fmla="*/ 3 w 107"/>
                  <a:gd name="T33" fmla="*/ 19 h 56"/>
                  <a:gd name="T34" fmla="*/ 5 w 107"/>
                  <a:gd name="T35" fmla="*/ 20 h 56"/>
                  <a:gd name="T36" fmla="*/ 8 w 107"/>
                  <a:gd name="T37" fmla="*/ 18 h 56"/>
                  <a:gd name="T38" fmla="*/ 8 w 107"/>
                  <a:gd name="T39" fmla="*/ 20 h 56"/>
                  <a:gd name="T40" fmla="*/ 12 w 107"/>
                  <a:gd name="T41" fmla="*/ 17 h 56"/>
                  <a:gd name="T42" fmla="*/ 11 w 107"/>
                  <a:gd name="T43" fmla="*/ 22 h 56"/>
                  <a:gd name="T44" fmla="*/ 11 w 107"/>
                  <a:gd name="T45" fmla="*/ 25 h 56"/>
                  <a:gd name="T46" fmla="*/ 13 w 107"/>
                  <a:gd name="T47" fmla="*/ 23 h 56"/>
                  <a:gd name="T48" fmla="*/ 14 w 107"/>
                  <a:gd name="T49" fmla="*/ 25 h 56"/>
                  <a:gd name="T50" fmla="*/ 17 w 107"/>
                  <a:gd name="T51" fmla="*/ 22 h 56"/>
                  <a:gd name="T52" fmla="*/ 21 w 107"/>
                  <a:gd name="T53" fmla="*/ 18 h 56"/>
                  <a:gd name="T54" fmla="*/ 20 w 107"/>
                  <a:gd name="T55" fmla="*/ 23 h 56"/>
                  <a:gd name="T56" fmla="*/ 24 w 107"/>
                  <a:gd name="T57" fmla="*/ 26 h 56"/>
                  <a:gd name="T58" fmla="*/ 26 w 107"/>
                  <a:gd name="T59" fmla="*/ 27 h 56"/>
                  <a:gd name="T60" fmla="*/ 28 w 107"/>
                  <a:gd name="T61" fmla="*/ 27 h 56"/>
                  <a:gd name="T62" fmla="*/ 33 w 107"/>
                  <a:gd name="T63" fmla="*/ 29 h 56"/>
                  <a:gd name="T64" fmla="*/ 35 w 107"/>
                  <a:gd name="T65" fmla="*/ 30 h 56"/>
                  <a:gd name="T66" fmla="*/ 36 w 107"/>
                  <a:gd name="T67" fmla="*/ 30 h 56"/>
                  <a:gd name="T68" fmla="*/ 38 w 107"/>
                  <a:gd name="T69" fmla="*/ 28 h 56"/>
                  <a:gd name="T70" fmla="*/ 39 w 107"/>
                  <a:gd name="T71" fmla="*/ 31 h 56"/>
                  <a:gd name="T72" fmla="*/ 41 w 107"/>
                  <a:gd name="T73" fmla="*/ 30 h 56"/>
                  <a:gd name="T74" fmla="*/ 44 w 107"/>
                  <a:gd name="T75" fmla="*/ 33 h 56"/>
                  <a:gd name="T76" fmla="*/ 48 w 107"/>
                  <a:gd name="T77" fmla="*/ 34 h 56"/>
                  <a:gd name="T78" fmla="*/ 50 w 107"/>
                  <a:gd name="T79" fmla="*/ 37 h 56"/>
                  <a:gd name="T80" fmla="*/ 52 w 107"/>
                  <a:gd name="T81" fmla="*/ 36 h 56"/>
                  <a:gd name="T82" fmla="*/ 52 w 107"/>
                  <a:gd name="T83" fmla="*/ 37 h 56"/>
                  <a:gd name="T84" fmla="*/ 55 w 107"/>
                  <a:gd name="T85" fmla="*/ 37 h 56"/>
                  <a:gd name="T86" fmla="*/ 58 w 107"/>
                  <a:gd name="T87" fmla="*/ 38 h 56"/>
                  <a:gd name="T88" fmla="*/ 61 w 107"/>
                  <a:gd name="T89" fmla="*/ 38 h 56"/>
                  <a:gd name="T90" fmla="*/ 67 w 107"/>
                  <a:gd name="T91" fmla="*/ 33 h 56"/>
                  <a:gd name="T92" fmla="*/ 67 w 107"/>
                  <a:gd name="T93" fmla="*/ 38 h 56"/>
                  <a:gd name="T94" fmla="*/ 71 w 107"/>
                  <a:gd name="T95" fmla="*/ 39 h 56"/>
                  <a:gd name="T96" fmla="*/ 73 w 107"/>
                  <a:gd name="T97" fmla="*/ 40 h 56"/>
                  <a:gd name="T98" fmla="*/ 79 w 107"/>
                  <a:gd name="T99" fmla="*/ 44 h 56"/>
                  <a:gd name="T100" fmla="*/ 81 w 107"/>
                  <a:gd name="T101" fmla="*/ 46 h 56"/>
                  <a:gd name="T102" fmla="*/ 90 w 107"/>
                  <a:gd name="T103" fmla="*/ 46 h 56"/>
                  <a:gd name="T104" fmla="*/ 93 w 107"/>
                  <a:gd name="T105" fmla="*/ 47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07" h="56">
                    <a:moveTo>
                      <a:pt x="102" y="41"/>
                    </a:moveTo>
                    <a:cubicBezTo>
                      <a:pt x="101" y="41"/>
                      <a:pt x="100" y="41"/>
                      <a:pt x="100" y="40"/>
                    </a:cubicBezTo>
                    <a:cubicBezTo>
                      <a:pt x="96" y="38"/>
                      <a:pt x="96" y="32"/>
                      <a:pt x="92" y="32"/>
                    </a:cubicBezTo>
                    <a:cubicBezTo>
                      <a:pt x="91" y="33"/>
                      <a:pt x="91" y="34"/>
                      <a:pt x="90" y="34"/>
                    </a:cubicBezTo>
                    <a:cubicBezTo>
                      <a:pt x="91" y="33"/>
                      <a:pt x="91" y="33"/>
                      <a:pt x="91" y="33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9" y="34"/>
                      <a:pt x="90" y="33"/>
                      <a:pt x="91" y="33"/>
                    </a:cubicBezTo>
                    <a:cubicBezTo>
                      <a:pt x="89" y="32"/>
                      <a:pt x="88" y="32"/>
                      <a:pt x="87" y="31"/>
                    </a:cubicBezTo>
                    <a:cubicBezTo>
                      <a:pt x="86" y="32"/>
                      <a:pt x="86" y="30"/>
                      <a:pt x="85" y="32"/>
                    </a:cubicBezTo>
                    <a:cubicBezTo>
                      <a:pt x="86" y="31"/>
                      <a:pt x="86" y="31"/>
                      <a:pt x="86" y="31"/>
                    </a:cubicBezTo>
                    <a:cubicBezTo>
                      <a:pt x="84" y="32"/>
                      <a:pt x="84" y="32"/>
                      <a:pt x="85" y="29"/>
                    </a:cubicBezTo>
                    <a:cubicBezTo>
                      <a:pt x="82" y="25"/>
                      <a:pt x="78" y="26"/>
                      <a:pt x="75" y="23"/>
                    </a:cubicBezTo>
                    <a:cubicBezTo>
                      <a:pt x="72" y="22"/>
                      <a:pt x="68" y="22"/>
                      <a:pt x="64" y="21"/>
                    </a:cubicBezTo>
                    <a:cubicBezTo>
                      <a:pt x="62" y="24"/>
                      <a:pt x="62" y="23"/>
                      <a:pt x="60" y="25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5"/>
                      <a:pt x="60" y="24"/>
                      <a:pt x="60" y="22"/>
                    </a:cubicBezTo>
                    <a:cubicBezTo>
                      <a:pt x="60" y="23"/>
                      <a:pt x="60" y="22"/>
                      <a:pt x="59" y="24"/>
                    </a:cubicBezTo>
                    <a:cubicBezTo>
                      <a:pt x="58" y="26"/>
                      <a:pt x="60" y="21"/>
                      <a:pt x="59" y="22"/>
                    </a:cubicBezTo>
                    <a:cubicBezTo>
                      <a:pt x="60" y="21"/>
                      <a:pt x="59" y="23"/>
                      <a:pt x="59" y="22"/>
                    </a:cubicBezTo>
                    <a:cubicBezTo>
                      <a:pt x="57" y="24"/>
                      <a:pt x="60" y="22"/>
                      <a:pt x="59" y="19"/>
                    </a:cubicBezTo>
                    <a:cubicBezTo>
                      <a:pt x="57" y="19"/>
                      <a:pt x="55" y="20"/>
                      <a:pt x="54" y="19"/>
                    </a:cubicBezTo>
                    <a:cubicBezTo>
                      <a:pt x="54" y="19"/>
                      <a:pt x="54" y="20"/>
                      <a:pt x="54" y="20"/>
                    </a:cubicBezTo>
                    <a:cubicBezTo>
                      <a:pt x="55" y="17"/>
                      <a:pt x="53" y="21"/>
                      <a:pt x="53" y="19"/>
                    </a:cubicBezTo>
                    <a:cubicBezTo>
                      <a:pt x="53" y="19"/>
                      <a:pt x="53" y="19"/>
                      <a:pt x="54" y="18"/>
                    </a:cubicBezTo>
                    <a:cubicBezTo>
                      <a:pt x="54" y="17"/>
                      <a:pt x="52" y="18"/>
                      <a:pt x="52" y="17"/>
                    </a:cubicBezTo>
                    <a:cubicBezTo>
                      <a:pt x="51" y="18"/>
                      <a:pt x="52" y="15"/>
                      <a:pt x="51" y="16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49" y="18"/>
                      <a:pt x="50" y="13"/>
                      <a:pt x="49" y="15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7" y="14"/>
                      <a:pt x="46" y="12"/>
                      <a:pt x="44" y="13"/>
                    </a:cubicBezTo>
                    <a:cubicBezTo>
                      <a:pt x="43" y="13"/>
                      <a:pt x="43" y="10"/>
                      <a:pt x="41" y="11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1" y="11"/>
                      <a:pt x="41" y="11"/>
                    </a:cubicBezTo>
                    <a:cubicBezTo>
                      <a:pt x="40" y="12"/>
                      <a:pt x="40" y="10"/>
                      <a:pt x="39" y="10"/>
                    </a:cubicBezTo>
                    <a:cubicBezTo>
                      <a:pt x="39" y="10"/>
                      <a:pt x="39" y="10"/>
                      <a:pt x="39" y="11"/>
                    </a:cubicBezTo>
                    <a:cubicBezTo>
                      <a:pt x="39" y="9"/>
                      <a:pt x="37" y="11"/>
                      <a:pt x="37" y="9"/>
                    </a:cubicBezTo>
                    <a:cubicBezTo>
                      <a:pt x="35" y="12"/>
                      <a:pt x="35" y="11"/>
                      <a:pt x="35" y="11"/>
                    </a:cubicBezTo>
                    <a:cubicBezTo>
                      <a:pt x="35" y="11"/>
                      <a:pt x="35" y="10"/>
                      <a:pt x="35" y="10"/>
                    </a:cubicBezTo>
                    <a:cubicBezTo>
                      <a:pt x="35" y="10"/>
                      <a:pt x="34" y="10"/>
                      <a:pt x="34" y="9"/>
                    </a:cubicBezTo>
                    <a:cubicBezTo>
                      <a:pt x="34" y="9"/>
                      <a:pt x="33" y="11"/>
                      <a:pt x="33" y="10"/>
                    </a:cubicBezTo>
                    <a:cubicBezTo>
                      <a:pt x="34" y="8"/>
                      <a:pt x="32" y="10"/>
                      <a:pt x="32" y="9"/>
                    </a:cubicBezTo>
                    <a:cubicBezTo>
                      <a:pt x="31" y="10"/>
                      <a:pt x="30" y="12"/>
                      <a:pt x="30" y="11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0" y="9"/>
                      <a:pt x="30" y="6"/>
                      <a:pt x="27" y="8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6" y="8"/>
                      <a:pt x="25" y="5"/>
                      <a:pt x="23" y="7"/>
                    </a:cubicBezTo>
                    <a:cubicBezTo>
                      <a:pt x="23" y="6"/>
                      <a:pt x="23" y="6"/>
                      <a:pt x="22" y="5"/>
                    </a:cubicBezTo>
                    <a:cubicBezTo>
                      <a:pt x="21" y="7"/>
                      <a:pt x="21" y="6"/>
                      <a:pt x="20" y="8"/>
                    </a:cubicBezTo>
                    <a:cubicBezTo>
                      <a:pt x="19" y="8"/>
                      <a:pt x="20" y="7"/>
                      <a:pt x="20" y="6"/>
                    </a:cubicBezTo>
                    <a:cubicBezTo>
                      <a:pt x="20" y="6"/>
                      <a:pt x="21" y="3"/>
                      <a:pt x="19" y="5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18" y="5"/>
                      <a:pt x="17" y="6"/>
                      <a:pt x="17" y="5"/>
                    </a:cubicBezTo>
                    <a:cubicBezTo>
                      <a:pt x="16" y="6"/>
                      <a:pt x="16" y="6"/>
                      <a:pt x="15" y="7"/>
                    </a:cubicBezTo>
                    <a:cubicBezTo>
                      <a:pt x="15" y="7"/>
                      <a:pt x="16" y="5"/>
                      <a:pt x="15" y="6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4"/>
                      <a:pt x="14" y="4"/>
                      <a:pt x="13" y="4"/>
                    </a:cubicBezTo>
                    <a:cubicBezTo>
                      <a:pt x="14" y="2"/>
                      <a:pt x="11" y="4"/>
                      <a:pt x="12" y="2"/>
                    </a:cubicBezTo>
                    <a:cubicBezTo>
                      <a:pt x="11" y="3"/>
                      <a:pt x="11" y="1"/>
                      <a:pt x="9" y="4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2"/>
                      <a:pt x="9" y="2"/>
                      <a:pt x="9" y="1"/>
                    </a:cubicBezTo>
                    <a:cubicBezTo>
                      <a:pt x="8" y="0"/>
                      <a:pt x="7" y="2"/>
                      <a:pt x="7" y="3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2"/>
                      <a:pt x="5" y="4"/>
                      <a:pt x="4" y="5"/>
                    </a:cubicBezTo>
                    <a:cubicBezTo>
                      <a:pt x="5" y="4"/>
                      <a:pt x="4" y="5"/>
                      <a:pt x="4" y="4"/>
                    </a:cubicBezTo>
                    <a:cubicBezTo>
                      <a:pt x="5" y="3"/>
                      <a:pt x="6" y="2"/>
                      <a:pt x="7" y="1"/>
                    </a:cubicBezTo>
                    <a:cubicBezTo>
                      <a:pt x="7" y="0"/>
                      <a:pt x="5" y="3"/>
                      <a:pt x="6" y="1"/>
                    </a:cubicBezTo>
                    <a:cubicBezTo>
                      <a:pt x="6" y="0"/>
                      <a:pt x="5" y="0"/>
                      <a:pt x="4" y="2"/>
                    </a:cubicBezTo>
                    <a:cubicBezTo>
                      <a:pt x="5" y="1"/>
                      <a:pt x="5" y="1"/>
                      <a:pt x="5" y="0"/>
                    </a:cubicBezTo>
                    <a:cubicBezTo>
                      <a:pt x="5" y="0"/>
                      <a:pt x="5" y="0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2"/>
                      <a:pt x="3" y="2"/>
                      <a:pt x="2" y="4"/>
                    </a:cubicBezTo>
                    <a:cubicBezTo>
                      <a:pt x="2" y="3"/>
                      <a:pt x="3" y="3"/>
                      <a:pt x="3" y="3"/>
                    </a:cubicBezTo>
                    <a:cubicBezTo>
                      <a:pt x="2" y="4"/>
                      <a:pt x="1" y="5"/>
                      <a:pt x="2" y="3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2"/>
                      <a:pt x="1" y="3"/>
                      <a:pt x="0" y="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0" y="6"/>
                      <a:pt x="2" y="6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4"/>
                      <a:pt x="4" y="3"/>
                      <a:pt x="3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3" y="6"/>
                      <a:pt x="3" y="6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3" y="5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9"/>
                      <a:pt x="3" y="6"/>
                      <a:pt x="4" y="6"/>
                    </a:cubicBezTo>
                    <a:cubicBezTo>
                      <a:pt x="4" y="7"/>
                      <a:pt x="2" y="9"/>
                      <a:pt x="2" y="10"/>
                    </a:cubicBezTo>
                    <a:cubicBezTo>
                      <a:pt x="2" y="10"/>
                      <a:pt x="4" y="9"/>
                      <a:pt x="3" y="11"/>
                    </a:cubicBezTo>
                    <a:cubicBezTo>
                      <a:pt x="4" y="10"/>
                      <a:pt x="5" y="10"/>
                      <a:pt x="6" y="9"/>
                    </a:cubicBezTo>
                    <a:cubicBezTo>
                      <a:pt x="6" y="9"/>
                      <a:pt x="4" y="11"/>
                      <a:pt x="5" y="11"/>
                    </a:cubicBezTo>
                    <a:cubicBezTo>
                      <a:pt x="5" y="11"/>
                      <a:pt x="4" y="12"/>
                      <a:pt x="4" y="13"/>
                    </a:cubicBezTo>
                    <a:cubicBezTo>
                      <a:pt x="5" y="12"/>
                      <a:pt x="4" y="13"/>
                      <a:pt x="5" y="11"/>
                    </a:cubicBezTo>
                    <a:cubicBezTo>
                      <a:pt x="6" y="12"/>
                      <a:pt x="6" y="13"/>
                      <a:pt x="7" y="12"/>
                    </a:cubicBezTo>
                    <a:cubicBezTo>
                      <a:pt x="7" y="12"/>
                      <a:pt x="6" y="14"/>
                      <a:pt x="5" y="15"/>
                    </a:cubicBezTo>
                    <a:cubicBezTo>
                      <a:pt x="6" y="13"/>
                      <a:pt x="7" y="13"/>
                      <a:pt x="8" y="14"/>
                    </a:cubicBezTo>
                    <a:cubicBezTo>
                      <a:pt x="9" y="12"/>
                      <a:pt x="8" y="12"/>
                      <a:pt x="9" y="11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9" y="11"/>
                      <a:pt x="8" y="14"/>
                      <a:pt x="8" y="14"/>
                    </a:cubicBezTo>
                    <a:cubicBezTo>
                      <a:pt x="6" y="16"/>
                      <a:pt x="8" y="13"/>
                      <a:pt x="6" y="16"/>
                    </a:cubicBezTo>
                    <a:cubicBezTo>
                      <a:pt x="5" y="18"/>
                      <a:pt x="4" y="17"/>
                      <a:pt x="5" y="16"/>
                    </a:cubicBezTo>
                    <a:cubicBezTo>
                      <a:pt x="3" y="18"/>
                      <a:pt x="5" y="17"/>
                      <a:pt x="3" y="19"/>
                    </a:cubicBezTo>
                    <a:cubicBezTo>
                      <a:pt x="4" y="19"/>
                      <a:pt x="5" y="18"/>
                      <a:pt x="5" y="18"/>
                    </a:cubicBezTo>
                    <a:cubicBezTo>
                      <a:pt x="6" y="17"/>
                      <a:pt x="6" y="16"/>
                      <a:pt x="7" y="16"/>
                    </a:cubicBezTo>
                    <a:cubicBezTo>
                      <a:pt x="8" y="14"/>
                      <a:pt x="6" y="17"/>
                      <a:pt x="6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9"/>
                      <a:pt x="7" y="18"/>
                      <a:pt x="7" y="18"/>
                    </a:cubicBezTo>
                    <a:cubicBezTo>
                      <a:pt x="5" y="21"/>
                      <a:pt x="6" y="18"/>
                      <a:pt x="5" y="20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19"/>
                      <a:pt x="6" y="20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0"/>
                      <a:pt x="7" y="18"/>
                      <a:pt x="7" y="18"/>
                    </a:cubicBezTo>
                    <a:cubicBezTo>
                      <a:pt x="9" y="16"/>
                      <a:pt x="7" y="18"/>
                      <a:pt x="8" y="18"/>
                    </a:cubicBezTo>
                    <a:cubicBezTo>
                      <a:pt x="9" y="16"/>
                      <a:pt x="8" y="18"/>
                      <a:pt x="9" y="16"/>
                    </a:cubicBezTo>
                    <a:cubicBezTo>
                      <a:pt x="9" y="15"/>
                      <a:pt x="10" y="15"/>
                      <a:pt x="10" y="15"/>
                    </a:cubicBezTo>
                    <a:cubicBezTo>
                      <a:pt x="10" y="15"/>
                      <a:pt x="9" y="17"/>
                      <a:pt x="9" y="18"/>
                    </a:cubicBezTo>
                    <a:cubicBezTo>
                      <a:pt x="9" y="18"/>
                      <a:pt x="8" y="18"/>
                      <a:pt x="9" y="17"/>
                    </a:cubicBezTo>
                    <a:cubicBezTo>
                      <a:pt x="7" y="19"/>
                      <a:pt x="7" y="21"/>
                      <a:pt x="6" y="21"/>
                    </a:cubicBezTo>
                    <a:cubicBezTo>
                      <a:pt x="6" y="23"/>
                      <a:pt x="7" y="20"/>
                      <a:pt x="8" y="20"/>
                    </a:cubicBezTo>
                    <a:cubicBezTo>
                      <a:pt x="7" y="21"/>
                      <a:pt x="8" y="19"/>
                      <a:pt x="9" y="18"/>
                    </a:cubicBezTo>
                    <a:cubicBezTo>
                      <a:pt x="12" y="14"/>
                      <a:pt x="7" y="21"/>
                      <a:pt x="8" y="21"/>
                    </a:cubicBezTo>
                    <a:cubicBezTo>
                      <a:pt x="10" y="18"/>
                      <a:pt x="11" y="18"/>
                      <a:pt x="12" y="15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6"/>
                      <a:pt x="13" y="16"/>
                      <a:pt x="11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2"/>
                      <a:pt x="9" y="23"/>
                      <a:pt x="10" y="23"/>
                    </a:cubicBezTo>
                    <a:cubicBezTo>
                      <a:pt x="10" y="22"/>
                      <a:pt x="11" y="20"/>
                      <a:pt x="11" y="20"/>
                    </a:cubicBezTo>
                    <a:cubicBezTo>
                      <a:pt x="12" y="20"/>
                      <a:pt x="11" y="22"/>
                      <a:pt x="11" y="22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1" y="23"/>
                      <a:pt x="9" y="24"/>
                      <a:pt x="10" y="24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3" y="20"/>
                      <a:pt x="12" y="21"/>
                      <a:pt x="12" y="21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2" y="22"/>
                      <a:pt x="10" y="25"/>
                      <a:pt x="11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4"/>
                      <a:pt x="12" y="24"/>
                      <a:pt x="12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4"/>
                      <a:pt x="13" y="22"/>
                      <a:pt x="12" y="24"/>
                    </a:cubicBezTo>
                    <a:cubicBezTo>
                      <a:pt x="14" y="22"/>
                      <a:pt x="12" y="24"/>
                      <a:pt x="13" y="23"/>
                    </a:cubicBezTo>
                    <a:cubicBezTo>
                      <a:pt x="13" y="21"/>
                      <a:pt x="14" y="21"/>
                      <a:pt x="14" y="21"/>
                    </a:cubicBezTo>
                    <a:cubicBezTo>
                      <a:pt x="13" y="24"/>
                      <a:pt x="14" y="22"/>
                      <a:pt x="14" y="22"/>
                    </a:cubicBezTo>
                    <a:cubicBezTo>
                      <a:pt x="14" y="23"/>
                      <a:pt x="14" y="23"/>
                      <a:pt x="14" y="24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3" y="25"/>
                      <a:pt x="15" y="22"/>
                      <a:pt x="15" y="23"/>
                    </a:cubicBezTo>
                    <a:cubicBezTo>
                      <a:pt x="14" y="24"/>
                      <a:pt x="14" y="25"/>
                      <a:pt x="14" y="25"/>
                    </a:cubicBezTo>
                    <a:cubicBezTo>
                      <a:pt x="15" y="23"/>
                      <a:pt x="16" y="23"/>
                      <a:pt x="16" y="21"/>
                    </a:cubicBezTo>
                    <a:cubicBezTo>
                      <a:pt x="16" y="22"/>
                      <a:pt x="15" y="24"/>
                      <a:pt x="14" y="26"/>
                    </a:cubicBezTo>
                    <a:cubicBezTo>
                      <a:pt x="15" y="24"/>
                      <a:pt x="14" y="27"/>
                      <a:pt x="15" y="25"/>
                    </a:cubicBezTo>
                    <a:cubicBezTo>
                      <a:pt x="15" y="24"/>
                      <a:pt x="16" y="23"/>
                      <a:pt x="17" y="22"/>
                    </a:cubicBezTo>
                    <a:cubicBezTo>
                      <a:pt x="17" y="23"/>
                      <a:pt x="16" y="23"/>
                      <a:pt x="16" y="24"/>
                    </a:cubicBezTo>
                    <a:cubicBezTo>
                      <a:pt x="16" y="24"/>
                      <a:pt x="17" y="23"/>
                      <a:pt x="17" y="22"/>
                    </a:cubicBezTo>
                    <a:cubicBezTo>
                      <a:pt x="17" y="22"/>
                      <a:pt x="19" y="20"/>
                      <a:pt x="18" y="22"/>
                    </a:cubicBezTo>
                    <a:cubicBezTo>
                      <a:pt x="18" y="23"/>
                      <a:pt x="17" y="22"/>
                      <a:pt x="17" y="23"/>
                    </a:cubicBezTo>
                    <a:cubicBezTo>
                      <a:pt x="17" y="24"/>
                      <a:pt x="19" y="20"/>
                      <a:pt x="20" y="20"/>
                    </a:cubicBezTo>
                    <a:cubicBezTo>
                      <a:pt x="20" y="19"/>
                      <a:pt x="22" y="16"/>
                      <a:pt x="22" y="15"/>
                    </a:cubicBezTo>
                    <a:cubicBezTo>
                      <a:pt x="23" y="16"/>
                      <a:pt x="22" y="16"/>
                      <a:pt x="21" y="18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20" y="21"/>
                      <a:pt x="18" y="22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6"/>
                      <a:pt x="17" y="26"/>
                      <a:pt x="17" y="26"/>
                    </a:cubicBezTo>
                    <a:cubicBezTo>
                      <a:pt x="18" y="24"/>
                      <a:pt x="18" y="26"/>
                      <a:pt x="18" y="26"/>
                    </a:cubicBezTo>
                    <a:cubicBezTo>
                      <a:pt x="19" y="24"/>
                      <a:pt x="17" y="26"/>
                      <a:pt x="18" y="25"/>
                    </a:cubicBezTo>
                    <a:cubicBezTo>
                      <a:pt x="19" y="25"/>
                      <a:pt x="20" y="22"/>
                      <a:pt x="20" y="23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8" y="27"/>
                      <a:pt x="19" y="24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7"/>
                      <a:pt x="21" y="28"/>
                      <a:pt x="23" y="24"/>
                    </a:cubicBezTo>
                    <a:cubicBezTo>
                      <a:pt x="23" y="26"/>
                      <a:pt x="23" y="26"/>
                      <a:pt x="23" y="27"/>
                    </a:cubicBezTo>
                    <a:cubicBezTo>
                      <a:pt x="23" y="27"/>
                      <a:pt x="24" y="26"/>
                      <a:pt x="24" y="26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3" y="29"/>
                      <a:pt x="24" y="27"/>
                      <a:pt x="25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9"/>
                      <a:pt x="25" y="27"/>
                      <a:pt x="26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7" y="26"/>
                      <a:pt x="26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8"/>
                      <a:pt x="27" y="29"/>
                      <a:pt x="27" y="28"/>
                    </a:cubicBezTo>
                    <a:cubicBezTo>
                      <a:pt x="28" y="28"/>
                      <a:pt x="28" y="27"/>
                      <a:pt x="28" y="26"/>
                    </a:cubicBezTo>
                    <a:cubicBezTo>
                      <a:pt x="29" y="24"/>
                      <a:pt x="28" y="26"/>
                      <a:pt x="29" y="25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30"/>
                      <a:pt x="29" y="28"/>
                      <a:pt x="30" y="29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0" y="30"/>
                      <a:pt x="32" y="28"/>
                      <a:pt x="32" y="30"/>
                    </a:cubicBezTo>
                    <a:cubicBezTo>
                      <a:pt x="32" y="29"/>
                      <a:pt x="33" y="26"/>
                      <a:pt x="34" y="26"/>
                    </a:cubicBezTo>
                    <a:cubicBezTo>
                      <a:pt x="35" y="25"/>
                      <a:pt x="33" y="29"/>
                      <a:pt x="32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4" y="29"/>
                      <a:pt x="34" y="28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1"/>
                      <a:pt x="34" y="31"/>
                    </a:cubicBezTo>
                    <a:cubicBezTo>
                      <a:pt x="35" y="29"/>
                      <a:pt x="35" y="30"/>
                      <a:pt x="36" y="29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2"/>
                      <a:pt x="36" y="29"/>
                      <a:pt x="36" y="29"/>
                    </a:cubicBezTo>
                    <a:cubicBezTo>
                      <a:pt x="37" y="28"/>
                      <a:pt x="37" y="29"/>
                      <a:pt x="36" y="30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5" y="31"/>
                      <a:pt x="36" y="30"/>
                      <a:pt x="36" y="31"/>
                    </a:cubicBezTo>
                    <a:cubicBezTo>
                      <a:pt x="36" y="31"/>
                      <a:pt x="37" y="29"/>
                      <a:pt x="37" y="30"/>
                    </a:cubicBezTo>
                    <a:cubicBezTo>
                      <a:pt x="37" y="30"/>
                      <a:pt x="37" y="30"/>
                      <a:pt x="37" y="31"/>
                    </a:cubicBezTo>
                    <a:cubicBezTo>
                      <a:pt x="37" y="30"/>
                      <a:pt x="37" y="31"/>
                      <a:pt x="38" y="30"/>
                    </a:cubicBezTo>
                    <a:cubicBezTo>
                      <a:pt x="38" y="30"/>
                      <a:pt x="38" y="29"/>
                      <a:pt x="38" y="28"/>
                    </a:cubicBezTo>
                    <a:cubicBezTo>
                      <a:pt x="38" y="28"/>
                      <a:pt x="39" y="28"/>
                      <a:pt x="38" y="28"/>
                    </a:cubicBezTo>
                    <a:cubicBezTo>
                      <a:pt x="38" y="29"/>
                      <a:pt x="38" y="29"/>
                      <a:pt x="38" y="29"/>
                    </a:cubicBezTo>
                    <a:cubicBezTo>
                      <a:pt x="38" y="28"/>
                      <a:pt x="38" y="29"/>
                      <a:pt x="39" y="28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9" y="30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1"/>
                      <a:pt x="39" y="31"/>
                      <a:pt x="39" y="32"/>
                    </a:cubicBezTo>
                    <a:cubicBezTo>
                      <a:pt x="39" y="33"/>
                      <a:pt x="41" y="28"/>
                      <a:pt x="41" y="30"/>
                    </a:cubicBezTo>
                    <a:cubicBezTo>
                      <a:pt x="40" y="31"/>
                      <a:pt x="40" y="32"/>
                      <a:pt x="40" y="32"/>
                    </a:cubicBezTo>
                    <a:cubicBezTo>
                      <a:pt x="40" y="32"/>
                      <a:pt x="41" y="31"/>
                      <a:pt x="41" y="31"/>
                    </a:cubicBezTo>
                    <a:cubicBezTo>
                      <a:pt x="41" y="31"/>
                      <a:pt x="40" y="33"/>
                      <a:pt x="40" y="31"/>
                    </a:cubicBezTo>
                    <a:cubicBezTo>
                      <a:pt x="41" y="30"/>
                      <a:pt x="41" y="31"/>
                      <a:pt x="41" y="30"/>
                    </a:cubicBezTo>
                    <a:cubicBezTo>
                      <a:pt x="40" y="35"/>
                      <a:pt x="42" y="32"/>
                      <a:pt x="42" y="34"/>
                    </a:cubicBezTo>
                    <a:cubicBezTo>
                      <a:pt x="43" y="32"/>
                      <a:pt x="43" y="34"/>
                      <a:pt x="43" y="33"/>
                    </a:cubicBezTo>
                    <a:cubicBezTo>
                      <a:pt x="42" y="35"/>
                      <a:pt x="44" y="33"/>
                      <a:pt x="43" y="34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3"/>
                      <a:pt x="46" y="29"/>
                      <a:pt x="45" y="31"/>
                    </a:cubicBezTo>
                    <a:cubicBezTo>
                      <a:pt x="45" y="32"/>
                      <a:pt x="45" y="33"/>
                      <a:pt x="44" y="33"/>
                    </a:cubicBezTo>
                    <a:cubicBezTo>
                      <a:pt x="44" y="36"/>
                      <a:pt x="46" y="32"/>
                      <a:pt x="45" y="35"/>
                    </a:cubicBezTo>
                    <a:cubicBezTo>
                      <a:pt x="46" y="34"/>
                      <a:pt x="46" y="32"/>
                      <a:pt x="47" y="31"/>
                    </a:cubicBezTo>
                    <a:cubicBezTo>
                      <a:pt x="47" y="33"/>
                      <a:pt x="47" y="34"/>
                      <a:pt x="46" y="34"/>
                    </a:cubicBezTo>
                    <a:cubicBezTo>
                      <a:pt x="47" y="34"/>
                      <a:pt x="47" y="33"/>
                      <a:pt x="47" y="34"/>
                    </a:cubicBezTo>
                    <a:cubicBezTo>
                      <a:pt x="47" y="35"/>
                      <a:pt x="47" y="35"/>
                      <a:pt x="46" y="35"/>
                    </a:cubicBezTo>
                    <a:cubicBezTo>
                      <a:pt x="46" y="36"/>
                      <a:pt x="47" y="35"/>
                      <a:pt x="48" y="34"/>
                    </a:cubicBezTo>
                    <a:cubicBezTo>
                      <a:pt x="47" y="36"/>
                      <a:pt x="48" y="35"/>
                      <a:pt x="48" y="37"/>
                    </a:cubicBezTo>
                    <a:cubicBezTo>
                      <a:pt x="49" y="35"/>
                      <a:pt x="48" y="38"/>
                      <a:pt x="49" y="35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0" y="35"/>
                      <a:pt x="51" y="33"/>
                      <a:pt x="51" y="33"/>
                    </a:cubicBezTo>
                    <a:cubicBezTo>
                      <a:pt x="50" y="35"/>
                      <a:pt x="50" y="35"/>
                      <a:pt x="50" y="35"/>
                    </a:cubicBezTo>
                    <a:cubicBezTo>
                      <a:pt x="49" y="37"/>
                      <a:pt x="50" y="36"/>
                      <a:pt x="50" y="37"/>
                    </a:cubicBezTo>
                    <a:cubicBezTo>
                      <a:pt x="50" y="35"/>
                      <a:pt x="50" y="37"/>
                      <a:pt x="51" y="36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2" y="35"/>
                      <a:pt x="52" y="34"/>
                      <a:pt x="52" y="34"/>
                    </a:cubicBezTo>
                    <a:cubicBezTo>
                      <a:pt x="52" y="34"/>
                      <a:pt x="51" y="36"/>
                      <a:pt x="51" y="36"/>
                    </a:cubicBezTo>
                    <a:cubicBezTo>
                      <a:pt x="51" y="37"/>
                      <a:pt x="51" y="37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51" y="39"/>
                      <a:pt x="52" y="37"/>
                      <a:pt x="53" y="37"/>
                    </a:cubicBezTo>
                    <a:cubicBezTo>
                      <a:pt x="53" y="38"/>
                      <a:pt x="54" y="37"/>
                      <a:pt x="55" y="37"/>
                    </a:cubicBezTo>
                    <a:cubicBezTo>
                      <a:pt x="55" y="37"/>
                      <a:pt x="54" y="38"/>
                      <a:pt x="55" y="37"/>
                    </a:cubicBezTo>
                    <a:cubicBezTo>
                      <a:pt x="55" y="37"/>
                      <a:pt x="56" y="36"/>
                      <a:pt x="55" y="37"/>
                    </a:cubicBezTo>
                    <a:cubicBezTo>
                      <a:pt x="56" y="36"/>
                      <a:pt x="55" y="38"/>
                      <a:pt x="55" y="38"/>
                    </a:cubicBezTo>
                    <a:cubicBezTo>
                      <a:pt x="55" y="38"/>
                      <a:pt x="56" y="37"/>
                      <a:pt x="56" y="37"/>
                    </a:cubicBezTo>
                    <a:cubicBezTo>
                      <a:pt x="55" y="39"/>
                      <a:pt x="58" y="36"/>
                      <a:pt x="57" y="38"/>
                    </a:cubicBezTo>
                    <a:cubicBezTo>
                      <a:pt x="58" y="37"/>
                      <a:pt x="57" y="38"/>
                      <a:pt x="57" y="39"/>
                    </a:cubicBezTo>
                    <a:cubicBezTo>
                      <a:pt x="57" y="38"/>
                      <a:pt x="58" y="38"/>
                      <a:pt x="59" y="36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38"/>
                      <a:pt x="59" y="38"/>
                      <a:pt x="60" y="37"/>
                    </a:cubicBezTo>
                    <a:cubicBezTo>
                      <a:pt x="60" y="36"/>
                      <a:pt x="61" y="35"/>
                      <a:pt x="61" y="35"/>
                    </a:cubicBezTo>
                    <a:cubicBezTo>
                      <a:pt x="61" y="35"/>
                      <a:pt x="61" y="35"/>
                      <a:pt x="61" y="35"/>
                    </a:cubicBezTo>
                    <a:cubicBezTo>
                      <a:pt x="61" y="36"/>
                      <a:pt x="62" y="35"/>
                      <a:pt x="62" y="35"/>
                    </a:cubicBezTo>
                    <a:cubicBezTo>
                      <a:pt x="62" y="36"/>
                      <a:pt x="62" y="35"/>
                      <a:pt x="61" y="36"/>
                    </a:cubicBezTo>
                    <a:cubicBezTo>
                      <a:pt x="60" y="39"/>
                      <a:pt x="61" y="38"/>
                      <a:pt x="61" y="38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1" y="38"/>
                      <a:pt x="62" y="38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4" y="34"/>
                      <a:pt x="64" y="36"/>
                      <a:pt x="63" y="37"/>
                    </a:cubicBezTo>
                    <a:cubicBezTo>
                      <a:pt x="64" y="37"/>
                      <a:pt x="65" y="34"/>
                      <a:pt x="66" y="33"/>
                    </a:cubicBezTo>
                    <a:cubicBezTo>
                      <a:pt x="66" y="34"/>
                      <a:pt x="67" y="33"/>
                      <a:pt x="67" y="33"/>
                    </a:cubicBezTo>
                    <a:cubicBezTo>
                      <a:pt x="67" y="34"/>
                      <a:pt x="67" y="33"/>
                      <a:pt x="67" y="34"/>
                    </a:cubicBezTo>
                    <a:cubicBezTo>
                      <a:pt x="66" y="35"/>
                      <a:pt x="66" y="35"/>
                      <a:pt x="66" y="35"/>
                    </a:cubicBezTo>
                    <a:cubicBezTo>
                      <a:pt x="66" y="35"/>
                      <a:pt x="65" y="37"/>
                      <a:pt x="65" y="38"/>
                    </a:cubicBezTo>
                    <a:cubicBezTo>
                      <a:pt x="65" y="37"/>
                      <a:pt x="66" y="39"/>
                      <a:pt x="66" y="39"/>
                    </a:cubicBezTo>
                    <a:cubicBezTo>
                      <a:pt x="67" y="36"/>
                      <a:pt x="67" y="38"/>
                      <a:pt x="68" y="36"/>
                    </a:cubicBezTo>
                    <a:cubicBezTo>
                      <a:pt x="69" y="36"/>
                      <a:pt x="67" y="38"/>
                      <a:pt x="67" y="38"/>
                    </a:cubicBezTo>
                    <a:cubicBezTo>
                      <a:pt x="68" y="38"/>
                      <a:pt x="68" y="39"/>
                      <a:pt x="69" y="39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69" y="38"/>
                      <a:pt x="70" y="39"/>
                      <a:pt x="71" y="38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40"/>
                      <a:pt x="72" y="36"/>
                      <a:pt x="72" y="37"/>
                    </a:cubicBezTo>
                    <a:cubicBezTo>
                      <a:pt x="71" y="39"/>
                      <a:pt x="71" y="39"/>
                      <a:pt x="71" y="39"/>
                    </a:cubicBezTo>
                    <a:cubicBezTo>
                      <a:pt x="72" y="38"/>
                      <a:pt x="71" y="40"/>
                      <a:pt x="72" y="38"/>
                    </a:cubicBezTo>
                    <a:cubicBezTo>
                      <a:pt x="72" y="39"/>
                      <a:pt x="72" y="39"/>
                      <a:pt x="72" y="39"/>
                    </a:cubicBezTo>
                    <a:cubicBezTo>
                      <a:pt x="72" y="39"/>
                      <a:pt x="73" y="39"/>
                      <a:pt x="74" y="38"/>
                    </a:cubicBezTo>
                    <a:cubicBezTo>
                      <a:pt x="73" y="40"/>
                      <a:pt x="73" y="40"/>
                      <a:pt x="73" y="40"/>
                    </a:cubicBezTo>
                    <a:cubicBezTo>
                      <a:pt x="72" y="41"/>
                      <a:pt x="74" y="38"/>
                      <a:pt x="74" y="39"/>
                    </a:cubicBezTo>
                    <a:cubicBezTo>
                      <a:pt x="74" y="39"/>
                      <a:pt x="74" y="40"/>
                      <a:pt x="73" y="40"/>
                    </a:cubicBezTo>
                    <a:cubicBezTo>
                      <a:pt x="74" y="39"/>
                      <a:pt x="75" y="39"/>
                      <a:pt x="75" y="39"/>
                    </a:cubicBezTo>
                    <a:cubicBezTo>
                      <a:pt x="74" y="41"/>
                      <a:pt x="74" y="41"/>
                      <a:pt x="74" y="41"/>
                    </a:cubicBezTo>
                    <a:cubicBezTo>
                      <a:pt x="76" y="42"/>
                      <a:pt x="77" y="43"/>
                      <a:pt x="80" y="42"/>
                    </a:cubicBezTo>
                    <a:cubicBezTo>
                      <a:pt x="79" y="44"/>
                      <a:pt x="79" y="43"/>
                      <a:pt x="78" y="45"/>
                    </a:cubicBezTo>
                    <a:cubicBezTo>
                      <a:pt x="79" y="43"/>
                      <a:pt x="79" y="44"/>
                      <a:pt x="79" y="44"/>
                    </a:cubicBezTo>
                    <a:cubicBezTo>
                      <a:pt x="79" y="44"/>
                      <a:pt x="79" y="44"/>
                      <a:pt x="79" y="44"/>
                    </a:cubicBezTo>
                    <a:cubicBezTo>
                      <a:pt x="80" y="44"/>
                      <a:pt x="79" y="45"/>
                      <a:pt x="80" y="45"/>
                    </a:cubicBezTo>
                    <a:cubicBezTo>
                      <a:pt x="80" y="44"/>
                      <a:pt x="80" y="44"/>
                      <a:pt x="80" y="44"/>
                    </a:cubicBezTo>
                    <a:cubicBezTo>
                      <a:pt x="81" y="43"/>
                      <a:pt x="79" y="47"/>
                      <a:pt x="81" y="45"/>
                    </a:cubicBezTo>
                    <a:cubicBezTo>
                      <a:pt x="80" y="46"/>
                      <a:pt x="80" y="46"/>
                      <a:pt x="80" y="46"/>
                    </a:cubicBezTo>
                    <a:cubicBezTo>
                      <a:pt x="81" y="44"/>
                      <a:pt x="80" y="47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7"/>
                      <a:pt x="83" y="44"/>
                      <a:pt x="82" y="46"/>
                    </a:cubicBezTo>
                    <a:cubicBezTo>
                      <a:pt x="83" y="46"/>
                      <a:pt x="83" y="46"/>
                      <a:pt x="84" y="44"/>
                    </a:cubicBezTo>
                    <a:cubicBezTo>
                      <a:pt x="83" y="46"/>
                      <a:pt x="83" y="46"/>
                      <a:pt x="83" y="46"/>
                    </a:cubicBezTo>
                    <a:cubicBezTo>
                      <a:pt x="85" y="46"/>
                      <a:pt x="86" y="47"/>
                      <a:pt x="88" y="46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9" y="45"/>
                      <a:pt x="87" y="49"/>
                      <a:pt x="90" y="46"/>
                    </a:cubicBezTo>
                    <a:cubicBezTo>
                      <a:pt x="92" y="45"/>
                      <a:pt x="92" y="45"/>
                      <a:pt x="92" y="45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7"/>
                      <a:pt x="92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1" y="47"/>
                      <a:pt x="93" y="45"/>
                      <a:pt x="93" y="46"/>
                    </a:cubicBezTo>
                    <a:cubicBezTo>
                      <a:pt x="93" y="47"/>
                      <a:pt x="93" y="47"/>
                      <a:pt x="93" y="47"/>
                    </a:cubicBezTo>
                    <a:cubicBezTo>
                      <a:pt x="92" y="50"/>
                      <a:pt x="93" y="54"/>
                      <a:pt x="96" y="51"/>
                    </a:cubicBezTo>
                    <a:cubicBezTo>
                      <a:pt x="97" y="51"/>
                      <a:pt x="95" y="53"/>
                      <a:pt x="95" y="53"/>
                    </a:cubicBezTo>
                    <a:cubicBezTo>
                      <a:pt x="99" y="51"/>
                      <a:pt x="97" y="56"/>
                      <a:pt x="101" y="53"/>
                    </a:cubicBezTo>
                    <a:cubicBezTo>
                      <a:pt x="103" y="52"/>
                      <a:pt x="107" y="48"/>
                      <a:pt x="107" y="48"/>
                    </a:cubicBezTo>
                    <a:cubicBezTo>
                      <a:pt x="103" y="48"/>
                      <a:pt x="103" y="45"/>
                      <a:pt x="10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1" name="Freeform 96"/>
              <p:cNvSpPr/>
              <p:nvPr>
                <p:custDataLst>
                  <p:tags r:id="rId342"/>
                </p:custDataLst>
              </p:nvPr>
            </p:nvSpPr>
            <p:spPr bwMode="auto">
              <a:xfrm>
                <a:off x="4117" y="22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2" name="Freeform 97"/>
              <p:cNvSpPr/>
              <p:nvPr>
                <p:custDataLst>
                  <p:tags r:id="rId343"/>
                </p:custDataLst>
              </p:nvPr>
            </p:nvSpPr>
            <p:spPr bwMode="auto">
              <a:xfrm>
                <a:off x="4487" y="23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3" name="Freeform 98"/>
              <p:cNvSpPr/>
              <p:nvPr>
                <p:custDataLst>
                  <p:tags r:id="rId344"/>
                </p:custDataLst>
              </p:nvPr>
            </p:nvSpPr>
            <p:spPr bwMode="auto">
              <a:xfrm>
                <a:off x="4387" y="228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4" name="Freeform 99"/>
              <p:cNvSpPr/>
              <p:nvPr>
                <p:custDataLst>
                  <p:tags r:id="rId345"/>
                </p:custDataLst>
              </p:nvPr>
            </p:nvSpPr>
            <p:spPr bwMode="auto">
              <a:xfrm>
                <a:off x="4508" y="193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5" name="Freeform 100"/>
              <p:cNvSpPr/>
              <p:nvPr>
                <p:custDataLst>
                  <p:tags r:id="rId346"/>
                </p:custDataLst>
              </p:nvPr>
            </p:nvSpPr>
            <p:spPr bwMode="auto">
              <a:xfrm>
                <a:off x="4487" y="2285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6" name="Freeform 101"/>
              <p:cNvSpPr/>
              <p:nvPr>
                <p:custDataLst>
                  <p:tags r:id="rId347"/>
                </p:custDataLst>
              </p:nvPr>
            </p:nvSpPr>
            <p:spPr bwMode="auto">
              <a:xfrm>
                <a:off x="4514" y="1929"/>
                <a:ext cx="0" cy="4"/>
              </a:xfrm>
              <a:custGeom>
                <a:avLst/>
                <a:gdLst>
                  <a:gd name="T0" fmla="*/ 1 h 2"/>
                  <a:gd name="T1" fmla="*/ 1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7" name="Freeform 102"/>
              <p:cNvSpPr/>
              <p:nvPr>
                <p:custDataLst>
                  <p:tags r:id="rId348"/>
                </p:custDataLst>
              </p:nvPr>
            </p:nvSpPr>
            <p:spPr bwMode="auto">
              <a:xfrm>
                <a:off x="4506" y="1927"/>
                <a:ext cx="0" cy="4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8" name="Freeform 103"/>
              <p:cNvSpPr/>
              <p:nvPr>
                <p:custDataLst>
                  <p:tags r:id="rId349"/>
                </p:custDataLst>
              </p:nvPr>
            </p:nvSpPr>
            <p:spPr bwMode="auto">
              <a:xfrm>
                <a:off x="4516" y="192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9" name="Freeform 104"/>
              <p:cNvSpPr/>
              <p:nvPr>
                <p:custDataLst>
                  <p:tags r:id="rId350"/>
                </p:custDataLst>
              </p:nvPr>
            </p:nvSpPr>
            <p:spPr bwMode="auto">
              <a:xfrm>
                <a:off x="4495" y="1925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0" name="Freeform 105"/>
              <p:cNvSpPr/>
              <p:nvPr>
                <p:custDataLst>
                  <p:tags r:id="rId351"/>
                </p:custDataLst>
              </p:nvPr>
            </p:nvSpPr>
            <p:spPr bwMode="auto">
              <a:xfrm>
                <a:off x="3201" y="216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1" name="Freeform 106"/>
              <p:cNvSpPr/>
              <p:nvPr>
                <p:custDataLst>
                  <p:tags r:id="rId352"/>
                </p:custDataLst>
              </p:nvPr>
            </p:nvSpPr>
            <p:spPr bwMode="auto">
              <a:xfrm>
                <a:off x="3544" y="1543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2" name="Freeform 107"/>
              <p:cNvSpPr/>
              <p:nvPr>
                <p:custDataLst>
                  <p:tags r:id="rId353"/>
                </p:custDataLst>
              </p:nvPr>
            </p:nvSpPr>
            <p:spPr bwMode="auto">
              <a:xfrm>
                <a:off x="3914" y="1418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3" name="Freeform 108"/>
              <p:cNvSpPr/>
              <p:nvPr>
                <p:custDataLst>
                  <p:tags r:id="rId354"/>
                </p:custDataLst>
              </p:nvPr>
            </p:nvSpPr>
            <p:spPr bwMode="auto">
              <a:xfrm>
                <a:off x="3916" y="1409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2" y="1"/>
                      <a:pt x="0" y="1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4" name="Freeform 109"/>
              <p:cNvSpPr/>
              <p:nvPr>
                <p:custDataLst>
                  <p:tags r:id="rId355"/>
                </p:custDataLst>
              </p:nvPr>
            </p:nvSpPr>
            <p:spPr bwMode="auto">
              <a:xfrm>
                <a:off x="3893" y="1441"/>
                <a:ext cx="4" cy="4"/>
              </a:xfrm>
              <a:custGeom>
                <a:avLst/>
                <a:gdLst>
                  <a:gd name="T0" fmla="*/ 2 w 2"/>
                  <a:gd name="T1" fmla="*/ 1 h 2"/>
                  <a:gd name="T2" fmla="*/ 1 w 2"/>
                  <a:gd name="T3" fmla="*/ 1 h 2"/>
                  <a:gd name="T4" fmla="*/ 2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0"/>
                      <a:pt x="1" y="1"/>
                      <a:pt x="1" y="1"/>
                    </a:cubicBezTo>
                    <a:cubicBezTo>
                      <a:pt x="0" y="2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5" name="Freeform 110"/>
              <p:cNvSpPr/>
              <p:nvPr>
                <p:custDataLst>
                  <p:tags r:id="rId356"/>
                </p:custDataLst>
              </p:nvPr>
            </p:nvSpPr>
            <p:spPr bwMode="auto">
              <a:xfrm>
                <a:off x="3893" y="1437"/>
                <a:ext cx="6" cy="6"/>
              </a:xfrm>
              <a:custGeom>
                <a:avLst/>
                <a:gdLst>
                  <a:gd name="T0" fmla="*/ 0 w 3"/>
                  <a:gd name="T1" fmla="*/ 3 h 3"/>
                  <a:gd name="T2" fmla="*/ 3 w 3"/>
                  <a:gd name="T3" fmla="*/ 0 h 3"/>
                  <a:gd name="T4" fmla="*/ 0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6" name="Freeform 111"/>
              <p:cNvSpPr/>
              <p:nvPr>
                <p:custDataLst>
                  <p:tags r:id="rId357"/>
                </p:custDataLst>
              </p:nvPr>
            </p:nvSpPr>
            <p:spPr bwMode="auto">
              <a:xfrm>
                <a:off x="3909" y="1418"/>
                <a:ext cx="5" cy="0"/>
              </a:xfrm>
              <a:custGeom>
                <a:avLst/>
                <a:gdLst>
                  <a:gd name="T0" fmla="*/ 0 w 2"/>
                  <a:gd name="T1" fmla="*/ 2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7" name="Freeform 112"/>
              <p:cNvSpPr/>
              <p:nvPr>
                <p:custDataLst>
                  <p:tags r:id="rId358"/>
                </p:custDataLst>
              </p:nvPr>
            </p:nvSpPr>
            <p:spPr bwMode="auto">
              <a:xfrm>
                <a:off x="3912" y="1416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8" name="Freeform 113"/>
              <p:cNvSpPr/>
              <p:nvPr>
                <p:custDataLst>
                  <p:tags r:id="rId359"/>
                </p:custDataLst>
              </p:nvPr>
            </p:nvSpPr>
            <p:spPr bwMode="auto">
              <a:xfrm>
                <a:off x="4472" y="1804"/>
                <a:ext cx="233" cy="133"/>
              </a:xfrm>
              <a:custGeom>
                <a:avLst/>
                <a:gdLst>
                  <a:gd name="T0" fmla="*/ 86 w 110"/>
                  <a:gd name="T1" fmla="*/ 5 h 63"/>
                  <a:gd name="T2" fmla="*/ 79 w 110"/>
                  <a:gd name="T3" fmla="*/ 7 h 63"/>
                  <a:gd name="T4" fmla="*/ 58 w 110"/>
                  <a:gd name="T5" fmla="*/ 24 h 63"/>
                  <a:gd name="T6" fmla="*/ 50 w 110"/>
                  <a:gd name="T7" fmla="*/ 26 h 63"/>
                  <a:gd name="T8" fmla="*/ 44 w 110"/>
                  <a:gd name="T9" fmla="*/ 26 h 63"/>
                  <a:gd name="T10" fmla="*/ 34 w 110"/>
                  <a:gd name="T11" fmla="*/ 31 h 63"/>
                  <a:gd name="T12" fmla="*/ 28 w 110"/>
                  <a:gd name="T13" fmla="*/ 33 h 63"/>
                  <a:gd name="T14" fmla="*/ 17 w 110"/>
                  <a:gd name="T15" fmla="*/ 38 h 63"/>
                  <a:gd name="T16" fmla="*/ 13 w 110"/>
                  <a:gd name="T17" fmla="*/ 45 h 63"/>
                  <a:gd name="T18" fmla="*/ 5 w 110"/>
                  <a:gd name="T19" fmla="*/ 47 h 63"/>
                  <a:gd name="T20" fmla="*/ 1 w 110"/>
                  <a:gd name="T21" fmla="*/ 50 h 63"/>
                  <a:gd name="T22" fmla="*/ 3 w 110"/>
                  <a:gd name="T23" fmla="*/ 55 h 63"/>
                  <a:gd name="T24" fmla="*/ 3 w 110"/>
                  <a:gd name="T25" fmla="*/ 56 h 63"/>
                  <a:gd name="T26" fmla="*/ 5 w 110"/>
                  <a:gd name="T27" fmla="*/ 55 h 63"/>
                  <a:gd name="T28" fmla="*/ 9 w 110"/>
                  <a:gd name="T29" fmla="*/ 56 h 63"/>
                  <a:gd name="T30" fmla="*/ 12 w 110"/>
                  <a:gd name="T31" fmla="*/ 58 h 63"/>
                  <a:gd name="T32" fmla="*/ 12 w 110"/>
                  <a:gd name="T33" fmla="*/ 51 h 63"/>
                  <a:gd name="T34" fmla="*/ 15 w 110"/>
                  <a:gd name="T35" fmla="*/ 57 h 63"/>
                  <a:gd name="T36" fmla="*/ 18 w 110"/>
                  <a:gd name="T37" fmla="*/ 61 h 63"/>
                  <a:gd name="T38" fmla="*/ 16 w 110"/>
                  <a:gd name="T39" fmla="*/ 54 h 63"/>
                  <a:gd name="T40" fmla="*/ 19 w 110"/>
                  <a:gd name="T41" fmla="*/ 59 h 63"/>
                  <a:gd name="T42" fmla="*/ 21 w 110"/>
                  <a:gd name="T43" fmla="*/ 60 h 63"/>
                  <a:gd name="T44" fmla="*/ 22 w 110"/>
                  <a:gd name="T45" fmla="*/ 60 h 63"/>
                  <a:gd name="T46" fmla="*/ 23 w 110"/>
                  <a:gd name="T47" fmla="*/ 60 h 63"/>
                  <a:gd name="T48" fmla="*/ 23 w 110"/>
                  <a:gd name="T49" fmla="*/ 55 h 63"/>
                  <a:gd name="T50" fmla="*/ 26 w 110"/>
                  <a:gd name="T51" fmla="*/ 58 h 63"/>
                  <a:gd name="T52" fmla="*/ 26 w 110"/>
                  <a:gd name="T53" fmla="*/ 54 h 63"/>
                  <a:gd name="T54" fmla="*/ 27 w 110"/>
                  <a:gd name="T55" fmla="*/ 54 h 63"/>
                  <a:gd name="T56" fmla="*/ 29 w 110"/>
                  <a:gd name="T57" fmla="*/ 54 h 63"/>
                  <a:gd name="T58" fmla="*/ 34 w 110"/>
                  <a:gd name="T59" fmla="*/ 51 h 63"/>
                  <a:gd name="T60" fmla="*/ 36 w 110"/>
                  <a:gd name="T61" fmla="*/ 51 h 63"/>
                  <a:gd name="T62" fmla="*/ 40 w 110"/>
                  <a:gd name="T63" fmla="*/ 49 h 63"/>
                  <a:gd name="T64" fmla="*/ 44 w 110"/>
                  <a:gd name="T65" fmla="*/ 47 h 63"/>
                  <a:gd name="T66" fmla="*/ 45 w 110"/>
                  <a:gd name="T67" fmla="*/ 45 h 63"/>
                  <a:gd name="T68" fmla="*/ 46 w 110"/>
                  <a:gd name="T69" fmla="*/ 45 h 63"/>
                  <a:gd name="T70" fmla="*/ 46 w 110"/>
                  <a:gd name="T71" fmla="*/ 42 h 63"/>
                  <a:gd name="T72" fmla="*/ 49 w 110"/>
                  <a:gd name="T73" fmla="*/ 42 h 63"/>
                  <a:gd name="T74" fmla="*/ 53 w 110"/>
                  <a:gd name="T75" fmla="*/ 42 h 63"/>
                  <a:gd name="T76" fmla="*/ 55 w 110"/>
                  <a:gd name="T77" fmla="*/ 39 h 63"/>
                  <a:gd name="T78" fmla="*/ 60 w 110"/>
                  <a:gd name="T79" fmla="*/ 39 h 63"/>
                  <a:gd name="T80" fmla="*/ 61 w 110"/>
                  <a:gd name="T81" fmla="*/ 38 h 63"/>
                  <a:gd name="T82" fmla="*/ 62 w 110"/>
                  <a:gd name="T83" fmla="*/ 38 h 63"/>
                  <a:gd name="T84" fmla="*/ 64 w 110"/>
                  <a:gd name="T85" fmla="*/ 40 h 63"/>
                  <a:gd name="T86" fmla="*/ 66 w 110"/>
                  <a:gd name="T87" fmla="*/ 35 h 63"/>
                  <a:gd name="T88" fmla="*/ 68 w 110"/>
                  <a:gd name="T89" fmla="*/ 30 h 63"/>
                  <a:gd name="T90" fmla="*/ 71 w 110"/>
                  <a:gd name="T91" fmla="*/ 31 h 63"/>
                  <a:gd name="T92" fmla="*/ 72 w 110"/>
                  <a:gd name="T93" fmla="*/ 26 h 63"/>
                  <a:gd name="T94" fmla="*/ 76 w 110"/>
                  <a:gd name="T95" fmla="*/ 26 h 63"/>
                  <a:gd name="T96" fmla="*/ 79 w 110"/>
                  <a:gd name="T97" fmla="*/ 24 h 63"/>
                  <a:gd name="T98" fmla="*/ 82 w 110"/>
                  <a:gd name="T99" fmla="*/ 23 h 63"/>
                  <a:gd name="T100" fmla="*/ 88 w 110"/>
                  <a:gd name="T101" fmla="*/ 20 h 63"/>
                  <a:gd name="T102" fmla="*/ 91 w 110"/>
                  <a:gd name="T103" fmla="*/ 16 h 63"/>
                  <a:gd name="T104" fmla="*/ 97 w 110"/>
                  <a:gd name="T105" fmla="*/ 13 h 63"/>
                  <a:gd name="T106" fmla="*/ 105 w 110"/>
                  <a:gd name="T107" fmla="*/ 1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0" h="63">
                    <a:moveTo>
                      <a:pt x="108" y="1"/>
                    </a:moveTo>
                    <a:cubicBezTo>
                      <a:pt x="106" y="4"/>
                      <a:pt x="103" y="2"/>
                      <a:pt x="100" y="0"/>
                    </a:cubicBezTo>
                    <a:cubicBezTo>
                      <a:pt x="99" y="1"/>
                      <a:pt x="98" y="2"/>
                      <a:pt x="97" y="1"/>
                    </a:cubicBezTo>
                    <a:cubicBezTo>
                      <a:pt x="94" y="3"/>
                      <a:pt x="88" y="0"/>
                      <a:pt x="85" y="3"/>
                    </a:cubicBezTo>
                    <a:cubicBezTo>
                      <a:pt x="86" y="4"/>
                      <a:pt x="86" y="5"/>
                      <a:pt x="86" y="5"/>
                    </a:cubicBezTo>
                    <a:cubicBezTo>
                      <a:pt x="86" y="5"/>
                      <a:pt x="86" y="5"/>
                      <a:pt x="86" y="5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7"/>
                      <a:pt x="85" y="5"/>
                      <a:pt x="85" y="5"/>
                    </a:cubicBezTo>
                    <a:cubicBezTo>
                      <a:pt x="84" y="5"/>
                      <a:pt x="83" y="6"/>
                      <a:pt x="82" y="6"/>
                    </a:cubicBezTo>
                    <a:cubicBezTo>
                      <a:pt x="82" y="8"/>
                      <a:pt x="81" y="7"/>
                      <a:pt x="82" y="9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81" y="10"/>
                      <a:pt x="81" y="10"/>
                      <a:pt x="79" y="7"/>
                    </a:cubicBezTo>
                    <a:cubicBezTo>
                      <a:pt x="75" y="7"/>
                      <a:pt x="72" y="10"/>
                      <a:pt x="68" y="11"/>
                    </a:cubicBezTo>
                    <a:cubicBezTo>
                      <a:pt x="65" y="13"/>
                      <a:pt x="63" y="16"/>
                      <a:pt x="60" y="19"/>
                    </a:cubicBezTo>
                    <a:cubicBezTo>
                      <a:pt x="60" y="22"/>
                      <a:pt x="59" y="21"/>
                      <a:pt x="60" y="24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9" y="24"/>
                      <a:pt x="59" y="23"/>
                      <a:pt x="57" y="22"/>
                    </a:cubicBezTo>
                    <a:cubicBezTo>
                      <a:pt x="58" y="23"/>
                      <a:pt x="57" y="22"/>
                      <a:pt x="58" y="24"/>
                    </a:cubicBezTo>
                    <a:cubicBezTo>
                      <a:pt x="59" y="26"/>
                      <a:pt x="57" y="22"/>
                      <a:pt x="57" y="23"/>
                    </a:cubicBezTo>
                    <a:cubicBezTo>
                      <a:pt x="56" y="22"/>
                      <a:pt x="57" y="24"/>
                      <a:pt x="57" y="23"/>
                    </a:cubicBezTo>
                    <a:cubicBezTo>
                      <a:pt x="57" y="26"/>
                      <a:pt x="56" y="22"/>
                      <a:pt x="55" y="21"/>
                    </a:cubicBezTo>
                    <a:cubicBezTo>
                      <a:pt x="53" y="22"/>
                      <a:pt x="53" y="25"/>
                      <a:pt x="51" y="25"/>
                    </a:cubicBezTo>
                    <a:cubicBezTo>
                      <a:pt x="51" y="24"/>
                      <a:pt x="51" y="26"/>
                      <a:pt x="51" y="26"/>
                    </a:cubicBezTo>
                    <a:cubicBezTo>
                      <a:pt x="50" y="23"/>
                      <a:pt x="51" y="27"/>
                      <a:pt x="50" y="26"/>
                    </a:cubicBezTo>
                    <a:cubicBezTo>
                      <a:pt x="50" y="25"/>
                      <a:pt x="50" y="25"/>
                      <a:pt x="50" y="25"/>
                    </a:cubicBezTo>
                    <a:cubicBezTo>
                      <a:pt x="49" y="24"/>
                      <a:pt x="49" y="26"/>
                      <a:pt x="48" y="25"/>
                    </a:cubicBezTo>
                    <a:cubicBezTo>
                      <a:pt x="48" y="26"/>
                      <a:pt x="46" y="24"/>
                      <a:pt x="46" y="26"/>
                    </a:cubicBezTo>
                    <a:cubicBezTo>
                      <a:pt x="46" y="24"/>
                      <a:pt x="46" y="25"/>
                      <a:pt x="45" y="24"/>
                    </a:cubicBezTo>
                    <a:cubicBezTo>
                      <a:pt x="46" y="28"/>
                      <a:pt x="44" y="24"/>
                      <a:pt x="44" y="26"/>
                    </a:cubicBezTo>
                    <a:cubicBezTo>
                      <a:pt x="44" y="26"/>
                      <a:pt x="44" y="26"/>
                      <a:pt x="44" y="26"/>
                    </a:cubicBezTo>
                    <a:cubicBezTo>
                      <a:pt x="42" y="26"/>
                      <a:pt x="40" y="26"/>
                      <a:pt x="39" y="29"/>
                    </a:cubicBezTo>
                    <a:cubicBezTo>
                      <a:pt x="39" y="29"/>
                      <a:pt x="36" y="27"/>
                      <a:pt x="36" y="29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6" y="30"/>
                      <a:pt x="36" y="29"/>
                      <a:pt x="36" y="29"/>
                    </a:cubicBezTo>
                    <a:cubicBezTo>
                      <a:pt x="36" y="30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1"/>
                    </a:cubicBezTo>
                    <a:cubicBezTo>
                      <a:pt x="32" y="29"/>
                      <a:pt x="33" y="33"/>
                      <a:pt x="31" y="31"/>
                    </a:cubicBezTo>
                    <a:cubicBezTo>
                      <a:pt x="32" y="34"/>
                      <a:pt x="32" y="33"/>
                      <a:pt x="32" y="34"/>
                    </a:cubicBezTo>
                    <a:cubicBezTo>
                      <a:pt x="32" y="33"/>
                      <a:pt x="31" y="33"/>
                      <a:pt x="31" y="32"/>
                    </a:cubicBezTo>
                    <a:cubicBezTo>
                      <a:pt x="31" y="32"/>
                      <a:pt x="30" y="33"/>
                      <a:pt x="30" y="32"/>
                    </a:cubicBezTo>
                    <a:cubicBezTo>
                      <a:pt x="29" y="32"/>
                      <a:pt x="30" y="34"/>
                      <a:pt x="29" y="34"/>
                    </a:cubicBezTo>
                    <a:cubicBezTo>
                      <a:pt x="28" y="32"/>
                      <a:pt x="28" y="34"/>
                      <a:pt x="28" y="33"/>
                    </a:cubicBezTo>
                    <a:cubicBezTo>
                      <a:pt x="28" y="35"/>
                      <a:pt x="28" y="37"/>
                      <a:pt x="28" y="36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6" y="35"/>
                      <a:pt x="24" y="32"/>
                      <a:pt x="23" y="36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2" y="37"/>
                      <a:pt x="20" y="36"/>
                      <a:pt x="19" y="39"/>
                    </a:cubicBezTo>
                    <a:cubicBezTo>
                      <a:pt x="18" y="38"/>
                      <a:pt x="18" y="38"/>
                      <a:pt x="17" y="38"/>
                    </a:cubicBezTo>
                    <a:cubicBezTo>
                      <a:pt x="17" y="40"/>
                      <a:pt x="17" y="40"/>
                      <a:pt x="17" y="42"/>
                    </a:cubicBezTo>
                    <a:cubicBezTo>
                      <a:pt x="17" y="42"/>
                      <a:pt x="16" y="41"/>
                      <a:pt x="16" y="40"/>
                    </a:cubicBezTo>
                    <a:cubicBezTo>
                      <a:pt x="15" y="40"/>
                      <a:pt x="14" y="38"/>
                      <a:pt x="14" y="41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1"/>
                      <a:pt x="13" y="43"/>
                      <a:pt x="12" y="42"/>
                    </a:cubicBezTo>
                    <a:cubicBezTo>
                      <a:pt x="13" y="43"/>
                      <a:pt x="12" y="44"/>
                      <a:pt x="13" y="45"/>
                    </a:cubicBezTo>
                    <a:cubicBezTo>
                      <a:pt x="13" y="45"/>
                      <a:pt x="12" y="43"/>
                      <a:pt x="12" y="44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0" y="43"/>
                      <a:pt x="9" y="44"/>
                      <a:pt x="8" y="46"/>
                    </a:cubicBezTo>
                    <a:cubicBezTo>
                      <a:pt x="7" y="44"/>
                      <a:pt x="7" y="46"/>
                      <a:pt x="6" y="45"/>
                    </a:cubicBezTo>
                    <a:cubicBezTo>
                      <a:pt x="6" y="47"/>
                      <a:pt x="4" y="46"/>
                      <a:pt x="6" y="48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4" y="47"/>
                      <a:pt x="4" y="48"/>
                      <a:pt x="2" y="48"/>
                    </a:cubicBezTo>
                    <a:cubicBezTo>
                      <a:pt x="2" y="48"/>
                      <a:pt x="3" y="50"/>
                      <a:pt x="3" y="51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51"/>
                      <a:pt x="4" y="52"/>
                      <a:pt x="5" y="53"/>
                    </a:cubicBezTo>
                    <a:cubicBezTo>
                      <a:pt x="4" y="53"/>
                      <a:pt x="4" y="54"/>
                      <a:pt x="4" y="53"/>
                    </a:cubicBezTo>
                    <a:cubicBezTo>
                      <a:pt x="3" y="52"/>
                      <a:pt x="2" y="51"/>
                      <a:pt x="1" y="50"/>
                    </a:cubicBezTo>
                    <a:cubicBezTo>
                      <a:pt x="0" y="50"/>
                      <a:pt x="2" y="53"/>
                      <a:pt x="1" y="51"/>
                    </a:cubicBezTo>
                    <a:cubicBezTo>
                      <a:pt x="0" y="51"/>
                      <a:pt x="0" y="52"/>
                      <a:pt x="1" y="53"/>
                    </a:cubicBezTo>
                    <a:cubicBezTo>
                      <a:pt x="1" y="53"/>
                      <a:pt x="0" y="53"/>
                      <a:pt x="0" y="52"/>
                    </a:cubicBezTo>
                    <a:cubicBezTo>
                      <a:pt x="0" y="52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" y="54"/>
                      <a:pt x="1" y="54"/>
                      <a:pt x="3" y="55"/>
                    </a:cubicBezTo>
                    <a:cubicBezTo>
                      <a:pt x="3" y="55"/>
                      <a:pt x="2" y="55"/>
                      <a:pt x="3" y="55"/>
                    </a:cubicBezTo>
                    <a:cubicBezTo>
                      <a:pt x="4" y="56"/>
                      <a:pt x="4" y="56"/>
                      <a:pt x="3" y="56"/>
                    </a:cubicBezTo>
                    <a:cubicBezTo>
                      <a:pt x="1" y="55"/>
                      <a:pt x="1" y="54"/>
                      <a:pt x="0" y="54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2" y="56"/>
                      <a:pt x="3" y="56"/>
                      <a:pt x="4" y="57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4" y="57"/>
                      <a:pt x="4" y="57"/>
                      <a:pt x="4" y="57"/>
                    </a:cubicBezTo>
                    <a:cubicBezTo>
                      <a:pt x="4" y="56"/>
                      <a:pt x="6" y="57"/>
                      <a:pt x="5" y="56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3" y="53"/>
                      <a:pt x="4" y="54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6" y="56"/>
                      <a:pt x="5" y="55"/>
                      <a:pt x="5" y="55"/>
                    </a:cubicBezTo>
                    <a:cubicBezTo>
                      <a:pt x="7" y="57"/>
                      <a:pt x="7" y="57"/>
                      <a:pt x="7" y="57"/>
                    </a:cubicBezTo>
                    <a:cubicBezTo>
                      <a:pt x="5" y="55"/>
                      <a:pt x="7" y="56"/>
                      <a:pt x="7" y="55"/>
                    </a:cubicBezTo>
                    <a:cubicBezTo>
                      <a:pt x="7" y="56"/>
                      <a:pt x="7" y="56"/>
                      <a:pt x="7" y="56"/>
                    </a:cubicBezTo>
                    <a:cubicBezTo>
                      <a:pt x="8" y="56"/>
                      <a:pt x="6" y="55"/>
                      <a:pt x="6" y="54"/>
                    </a:cubicBezTo>
                    <a:cubicBezTo>
                      <a:pt x="6" y="55"/>
                      <a:pt x="8" y="56"/>
                      <a:pt x="9" y="57"/>
                    </a:cubicBezTo>
                    <a:cubicBezTo>
                      <a:pt x="9" y="57"/>
                      <a:pt x="8" y="55"/>
                      <a:pt x="9" y="56"/>
                    </a:cubicBezTo>
                    <a:cubicBezTo>
                      <a:pt x="9" y="56"/>
                      <a:pt x="9" y="55"/>
                      <a:pt x="9" y="53"/>
                    </a:cubicBezTo>
                    <a:cubicBezTo>
                      <a:pt x="9" y="53"/>
                      <a:pt x="10" y="56"/>
                      <a:pt x="10" y="55"/>
                    </a:cubicBezTo>
                    <a:cubicBezTo>
                      <a:pt x="11" y="56"/>
                      <a:pt x="12" y="58"/>
                      <a:pt x="12" y="59"/>
                    </a:cubicBezTo>
                    <a:cubicBezTo>
                      <a:pt x="13" y="59"/>
                      <a:pt x="14" y="60"/>
                      <a:pt x="13" y="60"/>
                    </a:cubicBezTo>
                    <a:cubicBezTo>
                      <a:pt x="13" y="60"/>
                      <a:pt x="14" y="61"/>
                      <a:pt x="14" y="61"/>
                    </a:cubicBezTo>
                    <a:cubicBezTo>
                      <a:pt x="14" y="60"/>
                      <a:pt x="12" y="58"/>
                      <a:pt x="12" y="58"/>
                    </a:cubicBezTo>
                    <a:cubicBezTo>
                      <a:pt x="11" y="56"/>
                      <a:pt x="12" y="57"/>
                      <a:pt x="11" y="55"/>
                    </a:cubicBezTo>
                    <a:cubicBezTo>
                      <a:pt x="11" y="55"/>
                      <a:pt x="12" y="55"/>
                      <a:pt x="12" y="55"/>
                    </a:cubicBezTo>
                    <a:cubicBezTo>
                      <a:pt x="12" y="55"/>
                      <a:pt x="13" y="56"/>
                      <a:pt x="14" y="57"/>
                    </a:cubicBezTo>
                    <a:cubicBezTo>
                      <a:pt x="13" y="56"/>
                      <a:pt x="13" y="55"/>
                      <a:pt x="14" y="55"/>
                    </a:cubicBezTo>
                    <a:cubicBezTo>
                      <a:pt x="13" y="53"/>
                      <a:pt x="13" y="53"/>
                      <a:pt x="12" y="52"/>
                    </a:cubicBezTo>
                    <a:cubicBezTo>
                      <a:pt x="12" y="51"/>
                      <a:pt x="12" y="51"/>
                      <a:pt x="12" y="51"/>
                    </a:cubicBezTo>
                    <a:cubicBezTo>
                      <a:pt x="13" y="52"/>
                      <a:pt x="14" y="55"/>
                      <a:pt x="14" y="55"/>
                    </a:cubicBezTo>
                    <a:cubicBezTo>
                      <a:pt x="15" y="57"/>
                      <a:pt x="14" y="55"/>
                      <a:pt x="15" y="57"/>
                    </a:cubicBezTo>
                    <a:cubicBezTo>
                      <a:pt x="16" y="59"/>
                      <a:pt x="15" y="60"/>
                      <a:pt x="14" y="58"/>
                    </a:cubicBezTo>
                    <a:cubicBezTo>
                      <a:pt x="15" y="61"/>
                      <a:pt x="15" y="59"/>
                      <a:pt x="16" y="61"/>
                    </a:cubicBezTo>
                    <a:cubicBezTo>
                      <a:pt x="16" y="61"/>
                      <a:pt x="15" y="59"/>
                      <a:pt x="16" y="59"/>
                    </a:cubicBezTo>
                    <a:cubicBezTo>
                      <a:pt x="15" y="58"/>
                      <a:pt x="15" y="58"/>
                      <a:pt x="15" y="57"/>
                    </a:cubicBezTo>
                    <a:cubicBezTo>
                      <a:pt x="14" y="54"/>
                      <a:pt x="16" y="58"/>
                      <a:pt x="16" y="58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7" y="60"/>
                      <a:pt x="16" y="58"/>
                      <a:pt x="17" y="58"/>
                    </a:cubicBezTo>
                    <a:cubicBezTo>
                      <a:pt x="18" y="61"/>
                      <a:pt x="16" y="58"/>
                      <a:pt x="17" y="60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9" y="63"/>
                      <a:pt x="17" y="60"/>
                      <a:pt x="18" y="61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0"/>
                      <a:pt x="17" y="58"/>
                      <a:pt x="17" y="58"/>
                    </a:cubicBezTo>
                    <a:cubicBezTo>
                      <a:pt x="16" y="55"/>
                      <a:pt x="17" y="58"/>
                      <a:pt x="17" y="57"/>
                    </a:cubicBezTo>
                    <a:cubicBezTo>
                      <a:pt x="16" y="55"/>
                      <a:pt x="17" y="57"/>
                      <a:pt x="16" y="56"/>
                    </a:cubicBezTo>
                    <a:cubicBezTo>
                      <a:pt x="16" y="54"/>
                      <a:pt x="16" y="54"/>
                      <a:pt x="16" y="54"/>
                    </a:cubicBezTo>
                    <a:cubicBezTo>
                      <a:pt x="16" y="54"/>
                      <a:pt x="17" y="55"/>
                      <a:pt x="17" y="57"/>
                    </a:cubicBezTo>
                    <a:cubicBezTo>
                      <a:pt x="17" y="57"/>
                      <a:pt x="17" y="57"/>
                      <a:pt x="17" y="56"/>
                    </a:cubicBezTo>
                    <a:cubicBezTo>
                      <a:pt x="17" y="58"/>
                      <a:pt x="18" y="60"/>
                      <a:pt x="19" y="61"/>
                    </a:cubicBezTo>
                    <a:cubicBezTo>
                      <a:pt x="19" y="62"/>
                      <a:pt x="18" y="60"/>
                      <a:pt x="18" y="59"/>
                    </a:cubicBezTo>
                    <a:cubicBezTo>
                      <a:pt x="18" y="59"/>
                      <a:pt x="18" y="57"/>
                      <a:pt x="18" y="57"/>
                    </a:cubicBezTo>
                    <a:cubicBezTo>
                      <a:pt x="16" y="52"/>
                      <a:pt x="19" y="60"/>
                      <a:pt x="19" y="59"/>
                    </a:cubicBezTo>
                    <a:cubicBezTo>
                      <a:pt x="18" y="56"/>
                      <a:pt x="18" y="55"/>
                      <a:pt x="17" y="52"/>
                    </a:cubicBezTo>
                    <a:cubicBezTo>
                      <a:pt x="17" y="51"/>
                      <a:pt x="17" y="50"/>
                      <a:pt x="17" y="51"/>
                    </a:cubicBezTo>
                    <a:cubicBezTo>
                      <a:pt x="18" y="53"/>
                      <a:pt x="18" y="52"/>
                      <a:pt x="18" y="54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19" y="56"/>
                      <a:pt x="19" y="56"/>
                      <a:pt x="19" y="56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59"/>
                      <a:pt x="20" y="58"/>
                      <a:pt x="20" y="57"/>
                    </a:cubicBezTo>
                    <a:cubicBezTo>
                      <a:pt x="20" y="58"/>
                      <a:pt x="21" y="59"/>
                      <a:pt x="21" y="59"/>
                    </a:cubicBezTo>
                    <a:cubicBezTo>
                      <a:pt x="20" y="59"/>
                      <a:pt x="20" y="56"/>
                      <a:pt x="20" y="56"/>
                    </a:cubicBezTo>
                    <a:cubicBezTo>
                      <a:pt x="20" y="56"/>
                      <a:pt x="21" y="58"/>
                      <a:pt x="21" y="58"/>
                    </a:cubicBezTo>
                    <a:cubicBezTo>
                      <a:pt x="22" y="60"/>
                      <a:pt x="22" y="60"/>
                      <a:pt x="22" y="60"/>
                    </a:cubicBezTo>
                    <a:cubicBezTo>
                      <a:pt x="21" y="58"/>
                      <a:pt x="22" y="61"/>
                      <a:pt x="22" y="60"/>
                    </a:cubicBezTo>
                    <a:cubicBezTo>
                      <a:pt x="22" y="59"/>
                      <a:pt x="21" y="57"/>
                      <a:pt x="21" y="56"/>
                    </a:cubicBezTo>
                    <a:cubicBezTo>
                      <a:pt x="21" y="55"/>
                      <a:pt x="22" y="56"/>
                      <a:pt x="22" y="56"/>
                    </a:cubicBezTo>
                    <a:cubicBezTo>
                      <a:pt x="22" y="57"/>
                      <a:pt x="22" y="57"/>
                      <a:pt x="22" y="57"/>
                    </a:cubicBezTo>
                    <a:cubicBezTo>
                      <a:pt x="22" y="57"/>
                      <a:pt x="23" y="61"/>
                      <a:pt x="23" y="60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3" y="58"/>
                      <a:pt x="23" y="59"/>
                      <a:pt x="23" y="60"/>
                    </a:cubicBezTo>
                    <a:cubicBezTo>
                      <a:pt x="23" y="58"/>
                      <a:pt x="23" y="59"/>
                      <a:pt x="23" y="58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8"/>
                      <a:pt x="23" y="56"/>
                      <a:pt x="24" y="58"/>
                    </a:cubicBezTo>
                    <a:cubicBezTo>
                      <a:pt x="23" y="56"/>
                      <a:pt x="23" y="58"/>
                      <a:pt x="23" y="57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3" y="58"/>
                      <a:pt x="23" y="55"/>
                      <a:pt x="23" y="55"/>
                    </a:cubicBezTo>
                    <a:cubicBezTo>
                      <a:pt x="24" y="56"/>
                      <a:pt x="24" y="56"/>
                      <a:pt x="24" y="57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25" y="59"/>
                      <a:pt x="24" y="54"/>
                      <a:pt x="24" y="55"/>
                    </a:cubicBezTo>
                    <a:cubicBezTo>
                      <a:pt x="25" y="56"/>
                      <a:pt x="25" y="58"/>
                      <a:pt x="25" y="58"/>
                    </a:cubicBezTo>
                    <a:cubicBezTo>
                      <a:pt x="24" y="56"/>
                      <a:pt x="25" y="55"/>
                      <a:pt x="24" y="53"/>
                    </a:cubicBezTo>
                    <a:cubicBezTo>
                      <a:pt x="25" y="54"/>
                      <a:pt x="25" y="56"/>
                      <a:pt x="26" y="58"/>
                    </a:cubicBezTo>
                    <a:cubicBezTo>
                      <a:pt x="25" y="56"/>
                      <a:pt x="26" y="59"/>
                      <a:pt x="26" y="57"/>
                    </a:cubicBezTo>
                    <a:cubicBezTo>
                      <a:pt x="25" y="56"/>
                      <a:pt x="25" y="55"/>
                      <a:pt x="25" y="54"/>
                    </a:cubicBezTo>
                    <a:cubicBezTo>
                      <a:pt x="26" y="54"/>
                      <a:pt x="25" y="55"/>
                      <a:pt x="26" y="56"/>
                    </a:cubicBezTo>
                    <a:cubicBezTo>
                      <a:pt x="26" y="56"/>
                      <a:pt x="26" y="54"/>
                      <a:pt x="25" y="53"/>
                    </a:cubicBezTo>
                    <a:cubicBezTo>
                      <a:pt x="26" y="53"/>
                      <a:pt x="25" y="51"/>
                      <a:pt x="26" y="52"/>
                    </a:cubicBezTo>
                    <a:cubicBezTo>
                      <a:pt x="26" y="54"/>
                      <a:pt x="26" y="53"/>
                      <a:pt x="26" y="54"/>
                    </a:cubicBezTo>
                    <a:cubicBezTo>
                      <a:pt x="27" y="54"/>
                      <a:pt x="25" y="50"/>
                      <a:pt x="26" y="50"/>
                    </a:cubicBezTo>
                    <a:cubicBezTo>
                      <a:pt x="25" y="49"/>
                      <a:pt x="25" y="46"/>
                      <a:pt x="25" y="45"/>
                    </a:cubicBezTo>
                    <a:cubicBezTo>
                      <a:pt x="25" y="45"/>
                      <a:pt x="25" y="46"/>
                      <a:pt x="25" y="48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7" y="50"/>
                      <a:pt x="26" y="52"/>
                      <a:pt x="27" y="55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7"/>
                      <a:pt x="28" y="57"/>
                      <a:pt x="28" y="57"/>
                    </a:cubicBezTo>
                    <a:cubicBezTo>
                      <a:pt x="27" y="55"/>
                      <a:pt x="28" y="56"/>
                      <a:pt x="28" y="55"/>
                    </a:cubicBezTo>
                    <a:cubicBezTo>
                      <a:pt x="28" y="54"/>
                      <a:pt x="28" y="56"/>
                      <a:pt x="28" y="55"/>
                    </a:cubicBezTo>
                    <a:cubicBezTo>
                      <a:pt x="28" y="54"/>
                      <a:pt x="27" y="51"/>
                      <a:pt x="28" y="52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6"/>
                      <a:pt x="28" y="53"/>
                      <a:pt x="29" y="54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30" y="55"/>
                      <a:pt x="32" y="55"/>
                      <a:pt x="31" y="51"/>
                    </a:cubicBezTo>
                    <a:cubicBezTo>
                      <a:pt x="32" y="52"/>
                      <a:pt x="32" y="52"/>
                      <a:pt x="33" y="53"/>
                    </a:cubicBezTo>
                    <a:cubicBezTo>
                      <a:pt x="33" y="53"/>
                      <a:pt x="33" y="51"/>
                      <a:pt x="33" y="51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4"/>
                      <a:pt x="34" y="52"/>
                      <a:pt x="34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4"/>
                      <a:pt x="35" y="51"/>
                      <a:pt x="35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0"/>
                      <a:pt x="35" y="50"/>
                      <a:pt x="36" y="52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7" y="52"/>
                      <a:pt x="38" y="51"/>
                    </a:cubicBezTo>
                    <a:cubicBezTo>
                      <a:pt x="37" y="51"/>
                      <a:pt x="37" y="50"/>
                      <a:pt x="37" y="49"/>
                    </a:cubicBezTo>
                    <a:cubicBezTo>
                      <a:pt x="36" y="46"/>
                      <a:pt x="37" y="49"/>
                      <a:pt x="37" y="47"/>
                    </a:cubicBezTo>
                    <a:cubicBezTo>
                      <a:pt x="37" y="48"/>
                      <a:pt x="38" y="49"/>
                      <a:pt x="38" y="50"/>
                    </a:cubicBezTo>
                    <a:cubicBezTo>
                      <a:pt x="39" y="52"/>
                      <a:pt x="39" y="50"/>
                      <a:pt x="40" y="50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2" y="51"/>
                      <a:pt x="41" y="48"/>
                      <a:pt x="42" y="49"/>
                    </a:cubicBezTo>
                    <a:cubicBezTo>
                      <a:pt x="42" y="48"/>
                      <a:pt x="41" y="45"/>
                      <a:pt x="41" y="45"/>
                    </a:cubicBezTo>
                    <a:cubicBezTo>
                      <a:pt x="41" y="43"/>
                      <a:pt x="42" y="47"/>
                      <a:pt x="43" y="48"/>
                    </a:cubicBezTo>
                    <a:cubicBezTo>
                      <a:pt x="43" y="48"/>
                      <a:pt x="43" y="47"/>
                      <a:pt x="43" y="47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3" y="47"/>
                      <a:pt x="43" y="46"/>
                      <a:pt x="44" y="47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7"/>
                      <a:pt x="45" y="48"/>
                      <a:pt x="45" y="48"/>
                    </a:cubicBezTo>
                    <a:cubicBezTo>
                      <a:pt x="44" y="46"/>
                      <a:pt x="45" y="47"/>
                      <a:pt x="45" y="45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46" y="48"/>
                      <a:pt x="45" y="45"/>
                      <a:pt x="45" y="45"/>
                    </a:cubicBezTo>
                    <a:cubicBezTo>
                      <a:pt x="45" y="43"/>
                      <a:pt x="46" y="45"/>
                      <a:pt x="46" y="45"/>
                    </a:cubicBezTo>
                    <a:cubicBezTo>
                      <a:pt x="46" y="46"/>
                      <a:pt x="46" y="45"/>
                      <a:pt x="46" y="45"/>
                    </a:cubicBezTo>
                    <a:cubicBezTo>
                      <a:pt x="46" y="47"/>
                      <a:pt x="46" y="46"/>
                      <a:pt x="46" y="47"/>
                    </a:cubicBezTo>
                    <a:cubicBezTo>
                      <a:pt x="46" y="47"/>
                      <a:pt x="46" y="45"/>
                      <a:pt x="46" y="45"/>
                    </a:cubicBezTo>
                    <a:cubicBezTo>
                      <a:pt x="46" y="45"/>
                      <a:pt x="47" y="45"/>
                      <a:pt x="47" y="46"/>
                    </a:cubicBezTo>
                    <a:cubicBezTo>
                      <a:pt x="47" y="45"/>
                      <a:pt x="47" y="45"/>
                      <a:pt x="47" y="45"/>
                    </a:cubicBezTo>
                    <a:cubicBezTo>
                      <a:pt x="47" y="44"/>
                      <a:pt x="46" y="44"/>
                      <a:pt x="46" y="43"/>
                    </a:cubicBezTo>
                    <a:cubicBezTo>
                      <a:pt x="46" y="43"/>
                      <a:pt x="46" y="42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3"/>
                      <a:pt x="46" y="42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3"/>
                      <a:pt x="47" y="43"/>
                      <a:pt x="47" y="42"/>
                    </a:cubicBezTo>
                    <a:cubicBezTo>
                      <a:pt x="48" y="44"/>
                      <a:pt x="49" y="46"/>
                      <a:pt x="49" y="46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9" y="44"/>
                      <a:pt x="49" y="44"/>
                      <a:pt x="50" y="45"/>
                    </a:cubicBezTo>
                    <a:cubicBezTo>
                      <a:pt x="51" y="46"/>
                      <a:pt x="48" y="40"/>
                      <a:pt x="49" y="42"/>
                    </a:cubicBezTo>
                    <a:cubicBezTo>
                      <a:pt x="50" y="44"/>
                      <a:pt x="50" y="44"/>
                      <a:pt x="51" y="44"/>
                    </a:cubicBezTo>
                    <a:cubicBezTo>
                      <a:pt x="50" y="43"/>
                      <a:pt x="50" y="43"/>
                      <a:pt x="50" y="43"/>
                    </a:cubicBezTo>
                    <a:cubicBezTo>
                      <a:pt x="50" y="42"/>
                      <a:pt x="51" y="45"/>
                      <a:pt x="50" y="43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52" y="46"/>
                      <a:pt x="52" y="42"/>
                      <a:pt x="54" y="44"/>
                    </a:cubicBezTo>
                    <a:cubicBezTo>
                      <a:pt x="52" y="42"/>
                      <a:pt x="54" y="43"/>
                      <a:pt x="53" y="42"/>
                    </a:cubicBezTo>
                    <a:cubicBezTo>
                      <a:pt x="54" y="45"/>
                      <a:pt x="54" y="42"/>
                      <a:pt x="54" y="43"/>
                    </a:cubicBezTo>
                    <a:cubicBezTo>
                      <a:pt x="53" y="41"/>
                      <a:pt x="53" y="41"/>
                      <a:pt x="53" y="41"/>
                    </a:cubicBezTo>
                    <a:cubicBezTo>
                      <a:pt x="54" y="42"/>
                      <a:pt x="53" y="37"/>
                      <a:pt x="54" y="40"/>
                    </a:cubicBezTo>
                    <a:cubicBezTo>
                      <a:pt x="55" y="40"/>
                      <a:pt x="55" y="41"/>
                      <a:pt x="55" y="42"/>
                    </a:cubicBezTo>
                    <a:cubicBezTo>
                      <a:pt x="56" y="44"/>
                      <a:pt x="55" y="39"/>
                      <a:pt x="56" y="42"/>
                    </a:cubicBezTo>
                    <a:cubicBezTo>
                      <a:pt x="56" y="41"/>
                      <a:pt x="55" y="40"/>
                      <a:pt x="55" y="39"/>
                    </a:cubicBezTo>
                    <a:cubicBezTo>
                      <a:pt x="56" y="40"/>
                      <a:pt x="57" y="41"/>
                      <a:pt x="57" y="41"/>
                    </a:cubicBezTo>
                    <a:cubicBezTo>
                      <a:pt x="57" y="41"/>
                      <a:pt x="57" y="40"/>
                      <a:pt x="57" y="40"/>
                    </a:cubicBezTo>
                    <a:cubicBezTo>
                      <a:pt x="57" y="41"/>
                      <a:pt x="57" y="41"/>
                      <a:pt x="57" y="42"/>
                    </a:cubicBezTo>
                    <a:cubicBezTo>
                      <a:pt x="58" y="42"/>
                      <a:pt x="58" y="41"/>
                      <a:pt x="58" y="40"/>
                    </a:cubicBezTo>
                    <a:cubicBezTo>
                      <a:pt x="59" y="41"/>
                      <a:pt x="59" y="40"/>
                      <a:pt x="60" y="41"/>
                    </a:cubicBezTo>
                    <a:cubicBezTo>
                      <a:pt x="59" y="39"/>
                      <a:pt x="61" y="42"/>
                      <a:pt x="60" y="39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9"/>
                      <a:pt x="59" y="37"/>
                      <a:pt x="59" y="37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1" y="41"/>
                      <a:pt x="61" y="39"/>
                      <a:pt x="61" y="40"/>
                    </a:cubicBezTo>
                    <a:cubicBezTo>
                      <a:pt x="60" y="38"/>
                      <a:pt x="62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7"/>
                      <a:pt x="60" y="37"/>
                      <a:pt x="61" y="36"/>
                    </a:cubicBezTo>
                    <a:cubicBezTo>
                      <a:pt x="61" y="36"/>
                      <a:pt x="62" y="38"/>
                      <a:pt x="62" y="38"/>
                    </a:cubicBezTo>
                    <a:cubicBezTo>
                      <a:pt x="62" y="39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7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64" y="40"/>
                      <a:pt x="64" y="38"/>
                      <a:pt x="63" y="37"/>
                    </a:cubicBezTo>
                    <a:cubicBezTo>
                      <a:pt x="64" y="38"/>
                      <a:pt x="65" y="36"/>
                      <a:pt x="65" y="36"/>
                    </a:cubicBezTo>
                    <a:cubicBezTo>
                      <a:pt x="65" y="36"/>
                      <a:pt x="65" y="37"/>
                      <a:pt x="65" y="36"/>
                    </a:cubicBezTo>
                    <a:cubicBezTo>
                      <a:pt x="65" y="36"/>
                      <a:pt x="65" y="34"/>
                      <a:pt x="65" y="35"/>
                    </a:cubicBezTo>
                    <a:cubicBezTo>
                      <a:pt x="65" y="35"/>
                      <a:pt x="66" y="36"/>
                      <a:pt x="66" y="36"/>
                    </a:cubicBezTo>
                    <a:cubicBezTo>
                      <a:pt x="66" y="37"/>
                      <a:pt x="66" y="35"/>
                      <a:pt x="66" y="35"/>
                    </a:cubicBezTo>
                    <a:cubicBezTo>
                      <a:pt x="67" y="37"/>
                      <a:pt x="66" y="33"/>
                      <a:pt x="67" y="34"/>
                    </a:cubicBezTo>
                    <a:cubicBezTo>
                      <a:pt x="67" y="34"/>
                      <a:pt x="68" y="35"/>
                      <a:pt x="68" y="36"/>
                    </a:cubicBezTo>
                    <a:cubicBezTo>
                      <a:pt x="68" y="35"/>
                      <a:pt x="68" y="34"/>
                      <a:pt x="68" y="32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9" y="34"/>
                      <a:pt x="69" y="33"/>
                      <a:pt x="69" y="32"/>
                    </a:cubicBezTo>
                    <a:cubicBezTo>
                      <a:pt x="68" y="31"/>
                      <a:pt x="68" y="30"/>
                      <a:pt x="68" y="30"/>
                    </a:cubicBezTo>
                    <a:cubicBezTo>
                      <a:pt x="68" y="30"/>
                      <a:pt x="68" y="30"/>
                      <a:pt x="68" y="30"/>
                    </a:cubicBezTo>
                    <a:cubicBezTo>
                      <a:pt x="68" y="29"/>
                      <a:pt x="68" y="29"/>
                      <a:pt x="68" y="29"/>
                    </a:cubicBezTo>
                    <a:cubicBezTo>
                      <a:pt x="69" y="30"/>
                      <a:pt x="68" y="30"/>
                      <a:pt x="69" y="30"/>
                    </a:cubicBezTo>
                    <a:cubicBezTo>
                      <a:pt x="70" y="33"/>
                      <a:pt x="70" y="31"/>
                      <a:pt x="70" y="32"/>
                    </a:cubicBezTo>
                    <a:cubicBezTo>
                      <a:pt x="70" y="30"/>
                      <a:pt x="70" y="30"/>
                      <a:pt x="70" y="30"/>
                    </a:cubicBezTo>
                    <a:cubicBezTo>
                      <a:pt x="70" y="29"/>
                      <a:pt x="71" y="31"/>
                      <a:pt x="71" y="31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69" y="27"/>
                      <a:pt x="71" y="28"/>
                      <a:pt x="71" y="29"/>
                    </a:cubicBezTo>
                    <a:cubicBezTo>
                      <a:pt x="71" y="29"/>
                      <a:pt x="70" y="26"/>
                      <a:pt x="70" y="24"/>
                    </a:cubicBezTo>
                    <a:cubicBezTo>
                      <a:pt x="70" y="25"/>
                      <a:pt x="70" y="24"/>
                      <a:pt x="70" y="23"/>
                    </a:cubicBezTo>
                    <a:cubicBezTo>
                      <a:pt x="71" y="25"/>
                      <a:pt x="70" y="23"/>
                      <a:pt x="71" y="24"/>
                    </a:cubicBezTo>
                    <a:cubicBezTo>
                      <a:pt x="72" y="26"/>
                      <a:pt x="72" y="26"/>
                      <a:pt x="72" y="26"/>
                    </a:cubicBezTo>
                    <a:cubicBezTo>
                      <a:pt x="71" y="26"/>
                      <a:pt x="73" y="28"/>
                      <a:pt x="73" y="29"/>
                    </a:cubicBezTo>
                    <a:cubicBezTo>
                      <a:pt x="73" y="28"/>
                      <a:pt x="74" y="28"/>
                      <a:pt x="75" y="29"/>
                    </a:cubicBezTo>
                    <a:cubicBezTo>
                      <a:pt x="73" y="26"/>
                      <a:pt x="74" y="27"/>
                      <a:pt x="73" y="25"/>
                    </a:cubicBezTo>
                    <a:cubicBezTo>
                      <a:pt x="74" y="24"/>
                      <a:pt x="74" y="27"/>
                      <a:pt x="75" y="27"/>
                    </a:cubicBezTo>
                    <a:cubicBezTo>
                      <a:pt x="75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5"/>
                      <a:pt x="77" y="26"/>
                      <a:pt x="77" y="23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8" y="25"/>
                      <a:pt x="76" y="22"/>
                      <a:pt x="77" y="23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3"/>
                      <a:pt x="79" y="25"/>
                      <a:pt x="78" y="23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3"/>
                      <a:pt x="79" y="24"/>
                      <a:pt x="79" y="22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80" y="25"/>
                      <a:pt x="79" y="22"/>
                      <a:pt x="80" y="22"/>
                    </a:cubicBezTo>
                    <a:cubicBezTo>
                      <a:pt x="80" y="22"/>
                      <a:pt x="81" y="23"/>
                      <a:pt x="81" y="23"/>
                    </a:cubicBezTo>
                    <a:cubicBezTo>
                      <a:pt x="80" y="22"/>
                      <a:pt x="81" y="22"/>
                      <a:pt x="81" y="21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4" y="22"/>
                      <a:pt x="86" y="22"/>
                      <a:pt x="86" y="19"/>
                    </a:cubicBezTo>
                    <a:cubicBezTo>
                      <a:pt x="88" y="21"/>
                      <a:pt x="87" y="21"/>
                      <a:pt x="87" y="22"/>
                    </a:cubicBezTo>
                    <a:cubicBezTo>
                      <a:pt x="87" y="20"/>
                      <a:pt x="87" y="22"/>
                      <a:pt x="88" y="21"/>
                    </a:cubicBezTo>
                    <a:cubicBezTo>
                      <a:pt x="88" y="21"/>
                      <a:pt x="88" y="21"/>
                      <a:pt x="88" y="21"/>
                    </a:cubicBezTo>
                    <a:cubicBezTo>
                      <a:pt x="88" y="20"/>
                      <a:pt x="89" y="22"/>
                      <a:pt x="89" y="21"/>
                    </a:cubicBezTo>
                    <a:cubicBezTo>
                      <a:pt x="88" y="20"/>
                      <a:pt x="88" y="20"/>
                      <a:pt x="88" y="20"/>
                    </a:cubicBezTo>
                    <a:cubicBezTo>
                      <a:pt x="88" y="19"/>
                      <a:pt x="90" y="23"/>
                      <a:pt x="89" y="20"/>
                    </a:cubicBezTo>
                    <a:cubicBezTo>
                      <a:pt x="90" y="22"/>
                      <a:pt x="90" y="22"/>
                      <a:pt x="90" y="22"/>
                    </a:cubicBezTo>
                    <a:cubicBezTo>
                      <a:pt x="89" y="19"/>
                      <a:pt x="91" y="22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1" y="21"/>
                      <a:pt x="90" y="17"/>
                      <a:pt x="91" y="19"/>
                    </a:cubicBezTo>
                    <a:cubicBezTo>
                      <a:pt x="91" y="19"/>
                      <a:pt x="91" y="18"/>
                      <a:pt x="91" y="16"/>
                    </a:cubicBezTo>
                    <a:cubicBezTo>
                      <a:pt x="92" y="19"/>
                      <a:pt x="92" y="19"/>
                      <a:pt x="92" y="19"/>
                    </a:cubicBezTo>
                    <a:cubicBezTo>
                      <a:pt x="93" y="17"/>
                      <a:pt x="94" y="17"/>
                      <a:pt x="94" y="14"/>
                    </a:cubicBezTo>
                    <a:cubicBezTo>
                      <a:pt x="95" y="15"/>
                      <a:pt x="95" y="15"/>
                      <a:pt x="95" y="15"/>
                    </a:cubicBezTo>
                    <a:cubicBezTo>
                      <a:pt x="95" y="13"/>
                      <a:pt x="97" y="17"/>
                      <a:pt x="96" y="13"/>
                    </a:cubicBezTo>
                    <a:cubicBezTo>
                      <a:pt x="96" y="11"/>
                      <a:pt x="96" y="11"/>
                      <a:pt x="96" y="11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2"/>
                      <a:pt x="98" y="13"/>
                      <a:pt x="97" y="11"/>
                    </a:cubicBezTo>
                    <a:cubicBezTo>
                      <a:pt x="98" y="13"/>
                      <a:pt x="98" y="13"/>
                      <a:pt x="98" y="13"/>
                    </a:cubicBezTo>
                    <a:cubicBezTo>
                      <a:pt x="98" y="13"/>
                      <a:pt x="98" y="10"/>
                      <a:pt x="98" y="11"/>
                    </a:cubicBezTo>
                    <a:cubicBezTo>
                      <a:pt x="98" y="11"/>
                      <a:pt x="98" y="11"/>
                      <a:pt x="98" y="11"/>
                    </a:cubicBezTo>
                    <a:cubicBezTo>
                      <a:pt x="101" y="14"/>
                      <a:pt x="104" y="15"/>
                      <a:pt x="104" y="11"/>
                    </a:cubicBezTo>
                    <a:cubicBezTo>
                      <a:pt x="104" y="10"/>
                      <a:pt x="105" y="13"/>
                      <a:pt x="105" y="13"/>
                    </a:cubicBezTo>
                    <a:cubicBezTo>
                      <a:pt x="106" y="9"/>
                      <a:pt x="109" y="14"/>
                      <a:pt x="109" y="8"/>
                    </a:cubicBezTo>
                    <a:cubicBezTo>
                      <a:pt x="110" y="6"/>
                      <a:pt x="108" y="1"/>
                      <a:pt x="108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9" name="Freeform 114"/>
              <p:cNvSpPr/>
              <p:nvPr>
                <p:custDataLst>
                  <p:tags r:id="rId360"/>
                </p:custDataLst>
              </p:nvPr>
            </p:nvSpPr>
            <p:spPr bwMode="auto">
              <a:xfrm>
                <a:off x="3897" y="1269"/>
                <a:ext cx="6" cy="2"/>
              </a:xfrm>
              <a:custGeom>
                <a:avLst/>
                <a:gdLst>
                  <a:gd name="T0" fmla="*/ 6 w 6"/>
                  <a:gd name="T1" fmla="*/ 0 h 2"/>
                  <a:gd name="T2" fmla="*/ 6 w 6"/>
                  <a:gd name="T3" fmla="*/ 0 h 2"/>
                  <a:gd name="T4" fmla="*/ 0 w 6"/>
                  <a:gd name="T5" fmla="*/ 2 h 2"/>
                  <a:gd name="T6" fmla="*/ 6 w 6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">
                    <a:moveTo>
                      <a:pt x="6" y="0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0" name="Freeform 115"/>
              <p:cNvSpPr/>
              <p:nvPr>
                <p:custDataLst>
                  <p:tags r:id="rId361"/>
                </p:custDataLst>
              </p:nvPr>
            </p:nvSpPr>
            <p:spPr bwMode="auto">
              <a:xfrm>
                <a:off x="3935" y="1214"/>
                <a:ext cx="78" cy="253"/>
              </a:xfrm>
              <a:custGeom>
                <a:avLst/>
                <a:gdLst>
                  <a:gd name="T0" fmla="*/ 15 w 37"/>
                  <a:gd name="T1" fmla="*/ 54 h 119"/>
                  <a:gd name="T2" fmla="*/ 12 w 37"/>
                  <a:gd name="T3" fmla="*/ 62 h 119"/>
                  <a:gd name="T4" fmla="*/ 8 w 37"/>
                  <a:gd name="T5" fmla="*/ 67 h 119"/>
                  <a:gd name="T6" fmla="*/ 6 w 37"/>
                  <a:gd name="T7" fmla="*/ 78 h 119"/>
                  <a:gd name="T8" fmla="*/ 4 w 37"/>
                  <a:gd name="T9" fmla="*/ 84 h 119"/>
                  <a:gd name="T10" fmla="*/ 2 w 37"/>
                  <a:gd name="T11" fmla="*/ 96 h 119"/>
                  <a:gd name="T12" fmla="*/ 5 w 37"/>
                  <a:gd name="T13" fmla="*/ 103 h 119"/>
                  <a:gd name="T14" fmla="*/ 2 w 37"/>
                  <a:gd name="T15" fmla="*/ 111 h 119"/>
                  <a:gd name="T16" fmla="*/ 2 w 37"/>
                  <a:gd name="T17" fmla="*/ 115 h 119"/>
                  <a:gd name="T18" fmla="*/ 7 w 37"/>
                  <a:gd name="T19" fmla="*/ 117 h 119"/>
                  <a:gd name="T20" fmla="*/ 8 w 37"/>
                  <a:gd name="T21" fmla="*/ 117 h 119"/>
                  <a:gd name="T22" fmla="*/ 9 w 37"/>
                  <a:gd name="T23" fmla="*/ 115 h 119"/>
                  <a:gd name="T24" fmla="*/ 12 w 37"/>
                  <a:gd name="T25" fmla="*/ 113 h 119"/>
                  <a:gd name="T26" fmla="*/ 15 w 37"/>
                  <a:gd name="T27" fmla="*/ 110 h 119"/>
                  <a:gd name="T28" fmla="*/ 17 w 37"/>
                  <a:gd name="T29" fmla="*/ 110 h 119"/>
                  <a:gd name="T30" fmla="*/ 17 w 37"/>
                  <a:gd name="T31" fmla="*/ 108 h 119"/>
                  <a:gd name="T32" fmla="*/ 18 w 37"/>
                  <a:gd name="T33" fmla="*/ 108 h 119"/>
                  <a:gd name="T34" fmla="*/ 21 w 37"/>
                  <a:gd name="T35" fmla="*/ 108 h 119"/>
                  <a:gd name="T36" fmla="*/ 15 w 37"/>
                  <a:gd name="T37" fmla="*/ 104 h 119"/>
                  <a:gd name="T38" fmla="*/ 18 w 37"/>
                  <a:gd name="T39" fmla="*/ 104 h 119"/>
                  <a:gd name="T40" fmla="*/ 20 w 37"/>
                  <a:gd name="T41" fmla="*/ 104 h 119"/>
                  <a:gd name="T42" fmla="*/ 22 w 37"/>
                  <a:gd name="T43" fmla="*/ 102 h 119"/>
                  <a:gd name="T44" fmla="*/ 20 w 37"/>
                  <a:gd name="T45" fmla="*/ 100 h 119"/>
                  <a:gd name="T46" fmla="*/ 22 w 37"/>
                  <a:gd name="T47" fmla="*/ 99 h 119"/>
                  <a:gd name="T48" fmla="*/ 15 w 37"/>
                  <a:gd name="T49" fmla="*/ 95 h 119"/>
                  <a:gd name="T50" fmla="*/ 21 w 37"/>
                  <a:gd name="T51" fmla="*/ 97 h 119"/>
                  <a:gd name="T52" fmla="*/ 24 w 37"/>
                  <a:gd name="T53" fmla="*/ 92 h 119"/>
                  <a:gd name="T54" fmla="*/ 24 w 37"/>
                  <a:gd name="T55" fmla="*/ 89 h 119"/>
                  <a:gd name="T56" fmla="*/ 21 w 37"/>
                  <a:gd name="T57" fmla="*/ 85 h 119"/>
                  <a:gd name="T58" fmla="*/ 26 w 37"/>
                  <a:gd name="T59" fmla="*/ 81 h 119"/>
                  <a:gd name="T60" fmla="*/ 24 w 37"/>
                  <a:gd name="T61" fmla="*/ 78 h 119"/>
                  <a:gd name="T62" fmla="*/ 25 w 37"/>
                  <a:gd name="T63" fmla="*/ 77 h 119"/>
                  <a:gd name="T64" fmla="*/ 23 w 37"/>
                  <a:gd name="T65" fmla="*/ 75 h 119"/>
                  <a:gd name="T66" fmla="*/ 27 w 37"/>
                  <a:gd name="T67" fmla="*/ 75 h 119"/>
                  <a:gd name="T68" fmla="*/ 26 w 37"/>
                  <a:gd name="T69" fmla="*/ 72 h 119"/>
                  <a:gd name="T70" fmla="*/ 25 w 37"/>
                  <a:gd name="T71" fmla="*/ 67 h 119"/>
                  <a:gd name="T72" fmla="*/ 29 w 37"/>
                  <a:gd name="T73" fmla="*/ 65 h 119"/>
                  <a:gd name="T74" fmla="*/ 28 w 37"/>
                  <a:gd name="T75" fmla="*/ 61 h 119"/>
                  <a:gd name="T76" fmla="*/ 29 w 37"/>
                  <a:gd name="T77" fmla="*/ 59 h 119"/>
                  <a:gd name="T78" fmla="*/ 29 w 37"/>
                  <a:gd name="T79" fmla="*/ 59 h 119"/>
                  <a:gd name="T80" fmla="*/ 29 w 37"/>
                  <a:gd name="T81" fmla="*/ 56 h 119"/>
                  <a:gd name="T82" fmla="*/ 27 w 37"/>
                  <a:gd name="T83" fmla="*/ 51 h 119"/>
                  <a:gd name="T84" fmla="*/ 25 w 37"/>
                  <a:gd name="T85" fmla="*/ 49 h 119"/>
                  <a:gd name="T86" fmla="*/ 27 w 37"/>
                  <a:gd name="T87" fmla="*/ 47 h 119"/>
                  <a:gd name="T88" fmla="*/ 29 w 37"/>
                  <a:gd name="T89" fmla="*/ 44 h 119"/>
                  <a:gd name="T90" fmla="*/ 27 w 37"/>
                  <a:gd name="T91" fmla="*/ 39 h 119"/>
                  <a:gd name="T92" fmla="*/ 28 w 37"/>
                  <a:gd name="T93" fmla="*/ 37 h 119"/>
                  <a:gd name="T94" fmla="*/ 31 w 37"/>
                  <a:gd name="T95" fmla="*/ 30 h 119"/>
                  <a:gd name="T96" fmla="*/ 32 w 37"/>
                  <a:gd name="T97" fmla="*/ 27 h 119"/>
                  <a:gd name="T98" fmla="*/ 29 w 37"/>
                  <a:gd name="T99" fmla="*/ 19 h 119"/>
                  <a:gd name="T100" fmla="*/ 30 w 37"/>
                  <a:gd name="T101" fmla="*/ 16 h 119"/>
                  <a:gd name="T102" fmla="*/ 26 w 37"/>
                  <a:gd name="T103" fmla="*/ 0 h 119"/>
                  <a:gd name="T104" fmla="*/ 18 w 37"/>
                  <a:gd name="T105" fmla="*/ 21 h 119"/>
                  <a:gd name="T106" fmla="*/ 11 w 37"/>
                  <a:gd name="T107" fmla="*/ 38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7" h="119">
                    <a:moveTo>
                      <a:pt x="11" y="38"/>
                    </a:moveTo>
                    <a:cubicBezTo>
                      <a:pt x="11" y="42"/>
                      <a:pt x="12" y="46"/>
                      <a:pt x="12" y="50"/>
                    </a:cubicBezTo>
                    <a:cubicBezTo>
                      <a:pt x="15" y="51"/>
                      <a:pt x="13" y="52"/>
                      <a:pt x="16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4" y="54"/>
                      <a:pt x="13" y="54"/>
                      <a:pt x="15" y="54"/>
                    </a:cubicBezTo>
                    <a:cubicBezTo>
                      <a:pt x="17" y="55"/>
                      <a:pt x="12" y="54"/>
                      <a:pt x="13" y="55"/>
                    </a:cubicBezTo>
                    <a:cubicBezTo>
                      <a:pt x="13" y="55"/>
                      <a:pt x="14" y="55"/>
                      <a:pt x="14" y="55"/>
                    </a:cubicBezTo>
                    <a:cubicBezTo>
                      <a:pt x="16" y="56"/>
                      <a:pt x="13" y="55"/>
                      <a:pt x="11" y="55"/>
                    </a:cubicBezTo>
                    <a:cubicBezTo>
                      <a:pt x="11" y="57"/>
                      <a:pt x="13" y="59"/>
                      <a:pt x="11" y="61"/>
                    </a:cubicBezTo>
                    <a:cubicBezTo>
                      <a:pt x="11" y="60"/>
                      <a:pt x="13" y="61"/>
                      <a:pt x="13" y="61"/>
                    </a:cubicBezTo>
                    <a:cubicBezTo>
                      <a:pt x="9" y="60"/>
                      <a:pt x="13" y="62"/>
                      <a:pt x="12" y="62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9" y="62"/>
                      <a:pt x="11" y="63"/>
                      <a:pt x="10" y="63"/>
                    </a:cubicBezTo>
                    <a:cubicBezTo>
                      <a:pt x="11" y="64"/>
                      <a:pt x="8" y="64"/>
                      <a:pt x="9" y="65"/>
                    </a:cubicBezTo>
                    <a:cubicBezTo>
                      <a:pt x="8" y="64"/>
                      <a:pt x="8" y="65"/>
                      <a:pt x="8" y="65"/>
                    </a:cubicBezTo>
                    <a:cubicBezTo>
                      <a:pt x="11" y="66"/>
                      <a:pt x="6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8"/>
                      <a:pt x="6" y="70"/>
                      <a:pt x="8" y="72"/>
                    </a:cubicBezTo>
                    <a:cubicBezTo>
                      <a:pt x="8" y="73"/>
                      <a:pt x="4" y="73"/>
                      <a:pt x="5" y="75"/>
                    </a:cubicBezTo>
                    <a:cubicBezTo>
                      <a:pt x="7" y="76"/>
                      <a:pt x="7" y="76"/>
                      <a:pt x="7" y="76"/>
                    </a:cubicBezTo>
                    <a:cubicBezTo>
                      <a:pt x="7" y="76"/>
                      <a:pt x="6" y="75"/>
                      <a:pt x="5" y="75"/>
                    </a:cubicBezTo>
                    <a:cubicBezTo>
                      <a:pt x="7" y="76"/>
                      <a:pt x="5" y="76"/>
                      <a:pt x="5" y="77"/>
                    </a:cubicBezTo>
                    <a:cubicBezTo>
                      <a:pt x="5" y="77"/>
                      <a:pt x="5" y="78"/>
                      <a:pt x="6" y="78"/>
                    </a:cubicBezTo>
                    <a:cubicBezTo>
                      <a:pt x="4" y="78"/>
                      <a:pt x="7" y="80"/>
                      <a:pt x="5" y="80"/>
                    </a:cubicBezTo>
                    <a:cubicBezTo>
                      <a:pt x="8" y="81"/>
                      <a:pt x="6" y="80"/>
                      <a:pt x="7" y="81"/>
                    </a:cubicBezTo>
                    <a:cubicBezTo>
                      <a:pt x="7" y="81"/>
                      <a:pt x="6" y="81"/>
                      <a:pt x="5" y="81"/>
                    </a:cubicBezTo>
                    <a:cubicBezTo>
                      <a:pt x="6" y="81"/>
                      <a:pt x="6" y="82"/>
                      <a:pt x="4" y="82"/>
                    </a:cubicBezTo>
                    <a:cubicBezTo>
                      <a:pt x="5" y="82"/>
                      <a:pt x="6" y="83"/>
                      <a:pt x="6" y="83"/>
                    </a:cubicBezTo>
                    <a:cubicBezTo>
                      <a:pt x="3" y="83"/>
                      <a:pt x="5" y="84"/>
                      <a:pt x="4" y="84"/>
                    </a:cubicBezTo>
                    <a:cubicBezTo>
                      <a:pt x="6" y="85"/>
                      <a:pt x="8" y="86"/>
                      <a:pt x="7" y="86"/>
                    </a:cubicBezTo>
                    <a:cubicBezTo>
                      <a:pt x="4" y="85"/>
                      <a:pt x="4" y="85"/>
                      <a:pt x="4" y="85"/>
                    </a:cubicBezTo>
                    <a:cubicBezTo>
                      <a:pt x="5" y="86"/>
                      <a:pt x="2" y="87"/>
                      <a:pt x="4" y="90"/>
                    </a:cubicBezTo>
                    <a:cubicBezTo>
                      <a:pt x="3" y="89"/>
                      <a:pt x="3" y="89"/>
                      <a:pt x="3" y="89"/>
                    </a:cubicBezTo>
                    <a:cubicBezTo>
                      <a:pt x="4" y="91"/>
                      <a:pt x="1" y="92"/>
                      <a:pt x="4" y="95"/>
                    </a:cubicBezTo>
                    <a:cubicBezTo>
                      <a:pt x="3" y="95"/>
                      <a:pt x="2" y="95"/>
                      <a:pt x="2" y="96"/>
                    </a:cubicBezTo>
                    <a:cubicBezTo>
                      <a:pt x="3" y="97"/>
                      <a:pt x="3" y="97"/>
                      <a:pt x="5" y="98"/>
                    </a:cubicBezTo>
                    <a:cubicBezTo>
                      <a:pt x="5" y="98"/>
                      <a:pt x="4" y="98"/>
                      <a:pt x="3" y="98"/>
                    </a:cubicBezTo>
                    <a:cubicBezTo>
                      <a:pt x="2" y="98"/>
                      <a:pt x="0" y="98"/>
                      <a:pt x="2" y="99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" y="100"/>
                      <a:pt x="4" y="101"/>
                      <a:pt x="2" y="102"/>
                    </a:cubicBezTo>
                    <a:cubicBezTo>
                      <a:pt x="3" y="102"/>
                      <a:pt x="3" y="103"/>
                      <a:pt x="5" y="103"/>
                    </a:cubicBezTo>
                    <a:cubicBezTo>
                      <a:pt x="5" y="103"/>
                      <a:pt x="3" y="103"/>
                      <a:pt x="4" y="103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1" y="104"/>
                      <a:pt x="2" y="105"/>
                      <a:pt x="3" y="107"/>
                    </a:cubicBezTo>
                    <a:cubicBezTo>
                      <a:pt x="0" y="107"/>
                      <a:pt x="3" y="108"/>
                      <a:pt x="1" y="109"/>
                    </a:cubicBezTo>
                    <a:cubicBezTo>
                      <a:pt x="2" y="110"/>
                      <a:pt x="0" y="110"/>
                      <a:pt x="3" y="111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1" y="111"/>
                      <a:pt x="2" y="112"/>
                      <a:pt x="1" y="113"/>
                    </a:cubicBezTo>
                    <a:cubicBezTo>
                      <a:pt x="1" y="114"/>
                      <a:pt x="3" y="114"/>
                      <a:pt x="4" y="114"/>
                    </a:cubicBezTo>
                    <a:cubicBezTo>
                      <a:pt x="2" y="114"/>
                      <a:pt x="2" y="114"/>
                      <a:pt x="2" y="114"/>
                    </a:cubicBezTo>
                    <a:cubicBezTo>
                      <a:pt x="3" y="115"/>
                      <a:pt x="5" y="115"/>
                      <a:pt x="7" y="115"/>
                    </a:cubicBezTo>
                    <a:cubicBezTo>
                      <a:pt x="6" y="115"/>
                      <a:pt x="7" y="115"/>
                      <a:pt x="6" y="115"/>
                    </a:cubicBezTo>
                    <a:cubicBezTo>
                      <a:pt x="5" y="115"/>
                      <a:pt x="4" y="115"/>
                      <a:pt x="2" y="115"/>
                    </a:cubicBezTo>
                    <a:cubicBezTo>
                      <a:pt x="1" y="116"/>
                      <a:pt x="5" y="116"/>
                      <a:pt x="3" y="117"/>
                    </a:cubicBezTo>
                    <a:cubicBezTo>
                      <a:pt x="2" y="117"/>
                      <a:pt x="3" y="118"/>
                      <a:pt x="5" y="117"/>
                    </a:cubicBezTo>
                    <a:cubicBezTo>
                      <a:pt x="4" y="117"/>
                      <a:pt x="4" y="118"/>
                      <a:pt x="3" y="118"/>
                    </a:cubicBezTo>
                    <a:cubicBezTo>
                      <a:pt x="3" y="118"/>
                      <a:pt x="3" y="118"/>
                      <a:pt x="4" y="118"/>
                    </a:cubicBezTo>
                    <a:cubicBezTo>
                      <a:pt x="4" y="118"/>
                      <a:pt x="4" y="118"/>
                      <a:pt x="4" y="118"/>
                    </a:cubicBezTo>
                    <a:cubicBezTo>
                      <a:pt x="5" y="118"/>
                      <a:pt x="5" y="118"/>
                      <a:pt x="7" y="117"/>
                    </a:cubicBezTo>
                    <a:cubicBezTo>
                      <a:pt x="7" y="117"/>
                      <a:pt x="6" y="117"/>
                      <a:pt x="7" y="117"/>
                    </a:cubicBezTo>
                    <a:cubicBezTo>
                      <a:pt x="8" y="117"/>
                      <a:pt x="8" y="117"/>
                      <a:pt x="7" y="118"/>
                    </a:cubicBezTo>
                    <a:cubicBezTo>
                      <a:pt x="6" y="118"/>
                      <a:pt x="5" y="118"/>
                      <a:pt x="4" y="119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8" y="118"/>
                      <a:pt x="9" y="117"/>
                    </a:cubicBezTo>
                    <a:cubicBezTo>
                      <a:pt x="8" y="117"/>
                      <a:pt x="8" y="117"/>
                      <a:pt x="8" y="117"/>
                    </a:cubicBezTo>
                    <a:cubicBezTo>
                      <a:pt x="9" y="117"/>
                      <a:pt x="9" y="117"/>
                      <a:pt x="9" y="117"/>
                    </a:cubicBezTo>
                    <a:cubicBezTo>
                      <a:pt x="9" y="117"/>
                      <a:pt x="10" y="116"/>
                      <a:pt x="9" y="116"/>
                    </a:cubicBezTo>
                    <a:cubicBezTo>
                      <a:pt x="7" y="116"/>
                      <a:pt x="7" y="116"/>
                      <a:pt x="7" y="116"/>
                    </a:cubicBezTo>
                    <a:cubicBezTo>
                      <a:pt x="7" y="116"/>
                      <a:pt x="5" y="116"/>
                      <a:pt x="7" y="116"/>
                    </a:cubicBezTo>
                    <a:cubicBezTo>
                      <a:pt x="9" y="115"/>
                      <a:pt x="9" y="115"/>
                      <a:pt x="9" y="115"/>
                    </a:cubicBezTo>
                    <a:cubicBezTo>
                      <a:pt x="9" y="115"/>
                      <a:pt x="8" y="115"/>
                      <a:pt x="9" y="115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8" y="115"/>
                      <a:pt x="10" y="114"/>
                      <a:pt x="9" y="114"/>
                    </a:cubicBezTo>
                    <a:cubicBezTo>
                      <a:pt x="10" y="114"/>
                      <a:pt x="10" y="114"/>
                      <a:pt x="10" y="114"/>
                    </a:cubicBezTo>
                    <a:cubicBezTo>
                      <a:pt x="11" y="114"/>
                      <a:pt x="8" y="114"/>
                      <a:pt x="8" y="114"/>
                    </a:cubicBezTo>
                    <a:cubicBezTo>
                      <a:pt x="9" y="114"/>
                      <a:pt x="11" y="114"/>
                      <a:pt x="12" y="114"/>
                    </a:cubicBezTo>
                    <a:cubicBezTo>
                      <a:pt x="12" y="113"/>
                      <a:pt x="10" y="113"/>
                      <a:pt x="12" y="113"/>
                    </a:cubicBezTo>
                    <a:cubicBezTo>
                      <a:pt x="11" y="112"/>
                      <a:pt x="10" y="112"/>
                      <a:pt x="9" y="111"/>
                    </a:cubicBezTo>
                    <a:cubicBezTo>
                      <a:pt x="9" y="111"/>
                      <a:pt x="12" y="112"/>
                      <a:pt x="11" y="111"/>
                    </a:cubicBezTo>
                    <a:cubicBezTo>
                      <a:pt x="12" y="111"/>
                      <a:pt x="13" y="111"/>
                      <a:pt x="14" y="111"/>
                    </a:cubicBezTo>
                    <a:cubicBezTo>
                      <a:pt x="13" y="111"/>
                      <a:pt x="14" y="111"/>
                      <a:pt x="12" y="111"/>
                    </a:cubicBezTo>
                    <a:cubicBezTo>
                      <a:pt x="12" y="110"/>
                      <a:pt x="13" y="110"/>
                      <a:pt x="12" y="109"/>
                    </a:cubicBezTo>
                    <a:cubicBezTo>
                      <a:pt x="12" y="109"/>
                      <a:pt x="14" y="110"/>
                      <a:pt x="15" y="110"/>
                    </a:cubicBezTo>
                    <a:cubicBezTo>
                      <a:pt x="13" y="109"/>
                      <a:pt x="13" y="109"/>
                      <a:pt x="13" y="108"/>
                    </a:cubicBezTo>
                    <a:cubicBezTo>
                      <a:pt x="11" y="108"/>
                      <a:pt x="11" y="108"/>
                      <a:pt x="10" y="108"/>
                    </a:cubicBezTo>
                    <a:cubicBezTo>
                      <a:pt x="9" y="108"/>
                      <a:pt x="9" y="107"/>
                      <a:pt x="9" y="107"/>
                    </a:cubicBezTo>
                    <a:cubicBezTo>
                      <a:pt x="11" y="108"/>
                      <a:pt x="13" y="108"/>
                      <a:pt x="14" y="108"/>
                    </a:cubicBezTo>
                    <a:cubicBezTo>
                      <a:pt x="16" y="108"/>
                      <a:pt x="13" y="108"/>
                      <a:pt x="16" y="109"/>
                    </a:cubicBezTo>
                    <a:cubicBezTo>
                      <a:pt x="18" y="109"/>
                      <a:pt x="18" y="110"/>
                      <a:pt x="17" y="110"/>
                    </a:cubicBezTo>
                    <a:cubicBezTo>
                      <a:pt x="19" y="111"/>
                      <a:pt x="17" y="110"/>
                      <a:pt x="19" y="110"/>
                    </a:cubicBezTo>
                    <a:cubicBezTo>
                      <a:pt x="19" y="110"/>
                      <a:pt x="18" y="110"/>
                      <a:pt x="18" y="109"/>
                    </a:cubicBezTo>
                    <a:cubicBezTo>
                      <a:pt x="17" y="109"/>
                      <a:pt x="16" y="109"/>
                      <a:pt x="15" y="108"/>
                    </a:cubicBezTo>
                    <a:cubicBezTo>
                      <a:pt x="13" y="108"/>
                      <a:pt x="17" y="108"/>
                      <a:pt x="17" y="108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9" y="109"/>
                      <a:pt x="17" y="108"/>
                      <a:pt x="17" y="108"/>
                    </a:cubicBezTo>
                    <a:cubicBezTo>
                      <a:pt x="21" y="109"/>
                      <a:pt x="18" y="108"/>
                      <a:pt x="20" y="109"/>
                    </a:cubicBezTo>
                    <a:cubicBezTo>
                      <a:pt x="22" y="109"/>
                      <a:pt x="22" y="109"/>
                      <a:pt x="22" y="109"/>
                    </a:cubicBezTo>
                    <a:cubicBezTo>
                      <a:pt x="22" y="109"/>
                      <a:pt x="19" y="109"/>
                      <a:pt x="20" y="108"/>
                    </a:cubicBezTo>
                    <a:cubicBezTo>
                      <a:pt x="21" y="109"/>
                      <a:pt x="21" y="109"/>
                      <a:pt x="21" y="109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20" y="108"/>
                      <a:pt x="18" y="108"/>
                      <a:pt x="18" y="108"/>
                    </a:cubicBezTo>
                    <a:cubicBezTo>
                      <a:pt x="15" y="107"/>
                      <a:pt x="18" y="108"/>
                      <a:pt x="17" y="107"/>
                    </a:cubicBezTo>
                    <a:cubicBezTo>
                      <a:pt x="15" y="106"/>
                      <a:pt x="17" y="107"/>
                      <a:pt x="16" y="107"/>
                    </a:cubicBezTo>
                    <a:cubicBezTo>
                      <a:pt x="14" y="106"/>
                      <a:pt x="14" y="106"/>
                      <a:pt x="14" y="106"/>
                    </a:cubicBezTo>
                    <a:cubicBezTo>
                      <a:pt x="14" y="105"/>
                      <a:pt x="16" y="106"/>
                      <a:pt x="17" y="106"/>
                    </a:cubicBezTo>
                    <a:cubicBezTo>
                      <a:pt x="17" y="106"/>
                      <a:pt x="17" y="107"/>
                      <a:pt x="16" y="106"/>
                    </a:cubicBezTo>
                    <a:cubicBezTo>
                      <a:pt x="18" y="107"/>
                      <a:pt x="20" y="107"/>
                      <a:pt x="21" y="108"/>
                    </a:cubicBezTo>
                    <a:cubicBezTo>
                      <a:pt x="22" y="108"/>
                      <a:pt x="20" y="107"/>
                      <a:pt x="20" y="107"/>
                    </a:cubicBezTo>
                    <a:cubicBezTo>
                      <a:pt x="19" y="107"/>
                      <a:pt x="18" y="107"/>
                      <a:pt x="17" y="106"/>
                    </a:cubicBezTo>
                    <a:cubicBezTo>
                      <a:pt x="13" y="105"/>
                      <a:pt x="21" y="107"/>
                      <a:pt x="20" y="106"/>
                    </a:cubicBezTo>
                    <a:cubicBezTo>
                      <a:pt x="17" y="106"/>
                      <a:pt x="16" y="104"/>
                      <a:pt x="13" y="104"/>
                    </a:cubicBezTo>
                    <a:cubicBezTo>
                      <a:pt x="12" y="104"/>
                      <a:pt x="12" y="103"/>
                      <a:pt x="12" y="103"/>
                    </a:cubicBezTo>
                    <a:cubicBezTo>
                      <a:pt x="14" y="104"/>
                      <a:pt x="13" y="103"/>
                      <a:pt x="15" y="104"/>
                    </a:cubicBezTo>
                    <a:cubicBezTo>
                      <a:pt x="15" y="104"/>
                      <a:pt x="15" y="104"/>
                      <a:pt x="15" y="104"/>
                    </a:cubicBezTo>
                    <a:cubicBezTo>
                      <a:pt x="18" y="105"/>
                      <a:pt x="18" y="105"/>
                      <a:pt x="18" y="105"/>
                    </a:cubicBezTo>
                    <a:cubicBezTo>
                      <a:pt x="22" y="106"/>
                      <a:pt x="22" y="106"/>
                      <a:pt x="22" y="106"/>
                    </a:cubicBezTo>
                    <a:cubicBezTo>
                      <a:pt x="21" y="105"/>
                      <a:pt x="20" y="105"/>
                      <a:pt x="19" y="105"/>
                    </a:cubicBezTo>
                    <a:cubicBezTo>
                      <a:pt x="20" y="105"/>
                      <a:pt x="21" y="105"/>
                      <a:pt x="21" y="105"/>
                    </a:cubicBezTo>
                    <a:cubicBezTo>
                      <a:pt x="20" y="105"/>
                      <a:pt x="18" y="104"/>
                      <a:pt x="18" y="104"/>
                    </a:cubicBezTo>
                    <a:cubicBezTo>
                      <a:pt x="18" y="103"/>
                      <a:pt x="20" y="104"/>
                      <a:pt x="20" y="104"/>
                    </a:cubicBezTo>
                    <a:cubicBezTo>
                      <a:pt x="22" y="105"/>
                      <a:pt x="22" y="105"/>
                      <a:pt x="22" y="105"/>
                    </a:cubicBezTo>
                    <a:cubicBezTo>
                      <a:pt x="21" y="104"/>
                      <a:pt x="23" y="105"/>
                      <a:pt x="22" y="105"/>
                    </a:cubicBezTo>
                    <a:cubicBezTo>
                      <a:pt x="21" y="104"/>
                      <a:pt x="20" y="104"/>
                      <a:pt x="18" y="103"/>
                    </a:cubicBezTo>
                    <a:cubicBezTo>
                      <a:pt x="18" y="103"/>
                      <a:pt x="19" y="103"/>
                      <a:pt x="19" y="103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20" y="103"/>
                      <a:pt x="23" y="104"/>
                      <a:pt x="23" y="104"/>
                    </a:cubicBezTo>
                    <a:cubicBezTo>
                      <a:pt x="21" y="103"/>
                      <a:pt x="21" y="103"/>
                      <a:pt x="21" y="103"/>
                    </a:cubicBezTo>
                    <a:cubicBezTo>
                      <a:pt x="23" y="104"/>
                      <a:pt x="23" y="104"/>
                      <a:pt x="23" y="104"/>
                    </a:cubicBezTo>
                    <a:cubicBezTo>
                      <a:pt x="22" y="103"/>
                      <a:pt x="22" y="103"/>
                      <a:pt x="21" y="103"/>
                    </a:cubicBezTo>
                    <a:cubicBezTo>
                      <a:pt x="23" y="103"/>
                      <a:pt x="23" y="103"/>
                      <a:pt x="23" y="103"/>
                    </a:cubicBezTo>
                    <a:cubicBezTo>
                      <a:pt x="22" y="103"/>
                      <a:pt x="20" y="102"/>
                      <a:pt x="22" y="102"/>
                    </a:cubicBezTo>
                    <a:cubicBezTo>
                      <a:pt x="19" y="102"/>
                      <a:pt x="22" y="103"/>
                      <a:pt x="20" y="102"/>
                    </a:cubicBezTo>
                    <a:cubicBezTo>
                      <a:pt x="19" y="102"/>
                      <a:pt x="19" y="101"/>
                      <a:pt x="19" y="101"/>
                    </a:cubicBezTo>
                    <a:cubicBezTo>
                      <a:pt x="21" y="102"/>
                      <a:pt x="19" y="101"/>
                      <a:pt x="19" y="101"/>
                    </a:cubicBezTo>
                    <a:cubicBezTo>
                      <a:pt x="20" y="101"/>
                      <a:pt x="21" y="101"/>
                      <a:pt x="21" y="101"/>
                    </a:cubicBezTo>
                    <a:cubicBezTo>
                      <a:pt x="19" y="101"/>
                      <a:pt x="19" y="101"/>
                      <a:pt x="19" y="101"/>
                    </a:cubicBezTo>
                    <a:cubicBezTo>
                      <a:pt x="23" y="102"/>
                      <a:pt x="19" y="100"/>
                      <a:pt x="20" y="100"/>
                    </a:cubicBezTo>
                    <a:cubicBezTo>
                      <a:pt x="21" y="101"/>
                      <a:pt x="22" y="101"/>
                      <a:pt x="23" y="101"/>
                    </a:cubicBezTo>
                    <a:cubicBezTo>
                      <a:pt x="20" y="100"/>
                      <a:pt x="20" y="99"/>
                      <a:pt x="18" y="99"/>
                    </a:cubicBezTo>
                    <a:cubicBezTo>
                      <a:pt x="19" y="99"/>
                      <a:pt x="21" y="100"/>
                      <a:pt x="23" y="101"/>
                    </a:cubicBezTo>
                    <a:cubicBezTo>
                      <a:pt x="21" y="100"/>
                      <a:pt x="25" y="101"/>
                      <a:pt x="22" y="100"/>
                    </a:cubicBezTo>
                    <a:cubicBezTo>
                      <a:pt x="21" y="100"/>
                      <a:pt x="21" y="99"/>
                      <a:pt x="19" y="99"/>
                    </a:cubicBezTo>
                    <a:cubicBezTo>
                      <a:pt x="20" y="98"/>
                      <a:pt x="21" y="99"/>
                      <a:pt x="22" y="99"/>
                    </a:cubicBezTo>
                    <a:cubicBezTo>
                      <a:pt x="21" y="99"/>
                      <a:pt x="19" y="98"/>
                      <a:pt x="19" y="98"/>
                    </a:cubicBezTo>
                    <a:cubicBezTo>
                      <a:pt x="19" y="98"/>
                      <a:pt x="17" y="97"/>
                      <a:pt x="19" y="97"/>
                    </a:cubicBezTo>
                    <a:cubicBezTo>
                      <a:pt x="20" y="98"/>
                      <a:pt x="19" y="98"/>
                      <a:pt x="20" y="98"/>
                    </a:cubicBezTo>
                    <a:cubicBezTo>
                      <a:pt x="21" y="98"/>
                      <a:pt x="17" y="96"/>
                      <a:pt x="16" y="96"/>
                    </a:cubicBezTo>
                    <a:cubicBezTo>
                      <a:pt x="15" y="95"/>
                      <a:pt x="13" y="94"/>
                      <a:pt x="12" y="94"/>
                    </a:cubicBezTo>
                    <a:cubicBezTo>
                      <a:pt x="13" y="93"/>
                      <a:pt x="13" y="94"/>
                      <a:pt x="15" y="95"/>
                    </a:cubicBezTo>
                    <a:cubicBezTo>
                      <a:pt x="14" y="94"/>
                      <a:pt x="14" y="94"/>
                      <a:pt x="14" y="94"/>
                    </a:cubicBezTo>
                    <a:cubicBezTo>
                      <a:pt x="17" y="95"/>
                      <a:pt x="19" y="97"/>
                      <a:pt x="21" y="97"/>
                    </a:cubicBezTo>
                    <a:cubicBezTo>
                      <a:pt x="20" y="97"/>
                      <a:pt x="20" y="97"/>
                      <a:pt x="20" y="97"/>
                    </a:cubicBezTo>
                    <a:cubicBezTo>
                      <a:pt x="23" y="98"/>
                      <a:pt x="23" y="98"/>
                      <a:pt x="23" y="98"/>
                    </a:cubicBezTo>
                    <a:cubicBezTo>
                      <a:pt x="21" y="97"/>
                      <a:pt x="23" y="97"/>
                      <a:pt x="22" y="97"/>
                    </a:cubicBezTo>
                    <a:cubicBezTo>
                      <a:pt x="21" y="96"/>
                      <a:pt x="23" y="97"/>
                      <a:pt x="21" y="97"/>
                    </a:cubicBezTo>
                    <a:cubicBezTo>
                      <a:pt x="21" y="97"/>
                      <a:pt x="19" y="95"/>
                      <a:pt x="20" y="95"/>
                    </a:cubicBezTo>
                    <a:cubicBezTo>
                      <a:pt x="23" y="97"/>
                      <a:pt x="23" y="97"/>
                      <a:pt x="23" y="97"/>
                    </a:cubicBezTo>
                    <a:cubicBezTo>
                      <a:pt x="23" y="97"/>
                      <a:pt x="21" y="96"/>
                      <a:pt x="22" y="96"/>
                    </a:cubicBezTo>
                    <a:cubicBezTo>
                      <a:pt x="23" y="96"/>
                      <a:pt x="23" y="96"/>
                      <a:pt x="23" y="96"/>
                    </a:cubicBezTo>
                    <a:cubicBezTo>
                      <a:pt x="23" y="96"/>
                      <a:pt x="24" y="94"/>
                      <a:pt x="20" y="92"/>
                    </a:cubicBezTo>
                    <a:cubicBezTo>
                      <a:pt x="22" y="92"/>
                      <a:pt x="22" y="92"/>
                      <a:pt x="24" y="92"/>
                    </a:cubicBezTo>
                    <a:cubicBezTo>
                      <a:pt x="23" y="92"/>
                      <a:pt x="22" y="91"/>
                      <a:pt x="22" y="91"/>
                    </a:cubicBezTo>
                    <a:cubicBezTo>
                      <a:pt x="24" y="91"/>
                      <a:pt x="24" y="91"/>
                      <a:pt x="24" y="91"/>
                    </a:cubicBezTo>
                    <a:cubicBezTo>
                      <a:pt x="25" y="91"/>
                      <a:pt x="23" y="90"/>
                      <a:pt x="23" y="90"/>
                    </a:cubicBezTo>
                    <a:cubicBezTo>
                      <a:pt x="24" y="90"/>
                      <a:pt x="24" y="90"/>
                      <a:pt x="24" y="90"/>
                    </a:cubicBezTo>
                    <a:cubicBezTo>
                      <a:pt x="25" y="90"/>
                      <a:pt x="23" y="89"/>
                      <a:pt x="23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3" y="89"/>
                      <a:pt x="23" y="89"/>
                      <a:pt x="23" y="89"/>
                    </a:cubicBezTo>
                    <a:cubicBezTo>
                      <a:pt x="22" y="88"/>
                      <a:pt x="23" y="88"/>
                      <a:pt x="25" y="89"/>
                    </a:cubicBezTo>
                    <a:cubicBezTo>
                      <a:pt x="23" y="88"/>
                      <a:pt x="23" y="88"/>
                      <a:pt x="23" y="88"/>
                    </a:cubicBezTo>
                    <a:cubicBezTo>
                      <a:pt x="25" y="88"/>
                      <a:pt x="25" y="88"/>
                      <a:pt x="25" y="86"/>
                    </a:cubicBezTo>
                    <a:cubicBezTo>
                      <a:pt x="24" y="87"/>
                      <a:pt x="23" y="86"/>
                      <a:pt x="22" y="86"/>
                    </a:cubicBezTo>
                    <a:cubicBezTo>
                      <a:pt x="20" y="86"/>
                      <a:pt x="22" y="86"/>
                      <a:pt x="21" y="85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7" y="86"/>
                      <a:pt x="25" y="85"/>
                      <a:pt x="25" y="84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7" y="83"/>
                      <a:pt x="24" y="82"/>
                      <a:pt x="25" y="82"/>
                    </a:cubicBezTo>
                    <a:cubicBezTo>
                      <a:pt x="24" y="82"/>
                      <a:pt x="22" y="81"/>
                      <a:pt x="22" y="80"/>
                    </a:cubicBezTo>
                    <a:cubicBezTo>
                      <a:pt x="20" y="79"/>
                      <a:pt x="25" y="81"/>
                      <a:pt x="26" y="81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4" y="80"/>
                      <a:pt x="24" y="79"/>
                      <a:pt x="25" y="79"/>
                    </a:cubicBezTo>
                    <a:cubicBezTo>
                      <a:pt x="25" y="79"/>
                      <a:pt x="25" y="79"/>
                      <a:pt x="25" y="79"/>
                    </a:cubicBezTo>
                    <a:cubicBezTo>
                      <a:pt x="25" y="79"/>
                      <a:pt x="26" y="79"/>
                      <a:pt x="26" y="79"/>
                    </a:cubicBezTo>
                    <a:cubicBezTo>
                      <a:pt x="24" y="78"/>
                      <a:pt x="26" y="78"/>
                      <a:pt x="24" y="78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3" y="77"/>
                      <a:pt x="23" y="77"/>
                      <a:pt x="23" y="77"/>
                    </a:cubicBezTo>
                    <a:cubicBezTo>
                      <a:pt x="24" y="77"/>
                      <a:pt x="24" y="77"/>
                      <a:pt x="24" y="77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7" y="78"/>
                      <a:pt x="25" y="77"/>
                      <a:pt x="24" y="77"/>
                    </a:cubicBezTo>
                    <a:cubicBezTo>
                      <a:pt x="23" y="76"/>
                      <a:pt x="24" y="77"/>
                      <a:pt x="25" y="77"/>
                    </a:cubicBezTo>
                    <a:cubicBezTo>
                      <a:pt x="26" y="77"/>
                      <a:pt x="25" y="77"/>
                      <a:pt x="25" y="77"/>
                    </a:cubicBezTo>
                    <a:cubicBezTo>
                      <a:pt x="26" y="78"/>
                      <a:pt x="25" y="77"/>
                      <a:pt x="26" y="77"/>
                    </a:cubicBezTo>
                    <a:cubicBezTo>
                      <a:pt x="26" y="77"/>
                      <a:pt x="24" y="77"/>
                      <a:pt x="25" y="77"/>
                    </a:cubicBezTo>
                    <a:cubicBezTo>
                      <a:pt x="25" y="76"/>
                      <a:pt x="25" y="76"/>
                      <a:pt x="26" y="76"/>
                    </a:cubicBezTo>
                    <a:cubicBezTo>
                      <a:pt x="26" y="76"/>
                      <a:pt x="26" y="76"/>
                      <a:pt x="25" y="75"/>
                    </a:cubicBezTo>
                    <a:cubicBezTo>
                      <a:pt x="25" y="76"/>
                      <a:pt x="24" y="76"/>
                      <a:pt x="23" y="7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4" y="75"/>
                      <a:pt x="22" y="75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5" y="74"/>
                      <a:pt x="27" y="75"/>
                      <a:pt x="27" y="75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3"/>
                      <a:pt x="26" y="74"/>
                      <a:pt x="27" y="74"/>
                    </a:cubicBezTo>
                    <a:cubicBezTo>
                      <a:pt x="28" y="73"/>
                      <a:pt x="22" y="72"/>
                      <a:pt x="24" y="72"/>
                    </a:cubicBezTo>
                    <a:cubicBezTo>
                      <a:pt x="26" y="72"/>
                      <a:pt x="26" y="72"/>
                      <a:pt x="27" y="72"/>
                    </a:cubicBezTo>
                    <a:cubicBezTo>
                      <a:pt x="27" y="72"/>
                      <a:pt x="26" y="72"/>
                      <a:pt x="26" y="72"/>
                    </a:cubicBezTo>
                    <a:cubicBezTo>
                      <a:pt x="25" y="72"/>
                      <a:pt x="27" y="72"/>
                      <a:pt x="26" y="72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9" y="72"/>
                      <a:pt x="26" y="70"/>
                      <a:pt x="28" y="70"/>
                    </a:cubicBezTo>
                    <a:cubicBezTo>
                      <a:pt x="26" y="69"/>
                      <a:pt x="28" y="69"/>
                      <a:pt x="27" y="69"/>
                    </a:cubicBezTo>
                    <a:cubicBezTo>
                      <a:pt x="29" y="70"/>
                      <a:pt x="27" y="68"/>
                      <a:pt x="28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7" y="68"/>
                      <a:pt x="22" y="66"/>
                      <a:pt x="25" y="67"/>
                    </a:cubicBezTo>
                    <a:cubicBezTo>
                      <a:pt x="26" y="67"/>
                      <a:pt x="27" y="67"/>
                      <a:pt x="27" y="68"/>
                    </a:cubicBezTo>
                    <a:cubicBezTo>
                      <a:pt x="30" y="68"/>
                      <a:pt x="25" y="66"/>
                      <a:pt x="29" y="67"/>
                    </a:cubicBezTo>
                    <a:cubicBezTo>
                      <a:pt x="28" y="66"/>
                      <a:pt x="26" y="66"/>
                      <a:pt x="25" y="65"/>
                    </a:cubicBezTo>
                    <a:cubicBezTo>
                      <a:pt x="26" y="65"/>
                      <a:pt x="28" y="65"/>
                      <a:pt x="28" y="65"/>
                    </a:cubicBezTo>
                    <a:cubicBezTo>
                      <a:pt x="28" y="65"/>
                      <a:pt x="27" y="65"/>
                      <a:pt x="28" y="65"/>
                    </a:cubicBezTo>
                    <a:cubicBezTo>
                      <a:pt x="28" y="65"/>
                      <a:pt x="28" y="65"/>
                      <a:pt x="29" y="65"/>
                    </a:cubicBezTo>
                    <a:cubicBezTo>
                      <a:pt x="30" y="65"/>
                      <a:pt x="28" y="64"/>
                      <a:pt x="28" y="64"/>
                    </a:cubicBezTo>
                    <a:cubicBezTo>
                      <a:pt x="30" y="64"/>
                      <a:pt x="29" y="63"/>
                      <a:pt x="30" y="63"/>
                    </a:cubicBezTo>
                    <a:cubicBezTo>
                      <a:pt x="28" y="62"/>
                      <a:pt x="31" y="63"/>
                      <a:pt x="28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8" y="62"/>
                      <a:pt x="26" y="61"/>
                      <a:pt x="26" y="61"/>
                    </a:cubicBezTo>
                    <a:cubicBezTo>
                      <a:pt x="28" y="61"/>
                      <a:pt x="28" y="61"/>
                      <a:pt x="28" y="61"/>
                    </a:cubicBezTo>
                    <a:cubicBezTo>
                      <a:pt x="30" y="62"/>
                      <a:pt x="29" y="61"/>
                      <a:pt x="30" y="61"/>
                    </a:cubicBezTo>
                    <a:cubicBezTo>
                      <a:pt x="28" y="61"/>
                      <a:pt x="30" y="61"/>
                      <a:pt x="28" y="61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7" y="60"/>
                      <a:pt x="27" y="60"/>
                      <a:pt x="27" y="59"/>
                    </a:cubicBezTo>
                    <a:cubicBezTo>
                      <a:pt x="27" y="59"/>
                      <a:pt x="29" y="60"/>
                      <a:pt x="29" y="60"/>
                    </a:cubicBezTo>
                    <a:cubicBezTo>
                      <a:pt x="30" y="60"/>
                      <a:pt x="29" y="60"/>
                      <a:pt x="29" y="59"/>
                    </a:cubicBezTo>
                    <a:cubicBezTo>
                      <a:pt x="29" y="59"/>
                      <a:pt x="29" y="59"/>
                      <a:pt x="28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30" y="59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59"/>
                      <a:pt x="30" y="58"/>
                      <a:pt x="29" y="58"/>
                    </a:cubicBezTo>
                    <a:cubicBezTo>
                      <a:pt x="30" y="58"/>
                      <a:pt x="29" y="56"/>
                      <a:pt x="28" y="56"/>
                    </a:cubicBezTo>
                    <a:cubicBezTo>
                      <a:pt x="28" y="56"/>
                      <a:pt x="30" y="56"/>
                      <a:pt x="29" y="56"/>
                    </a:cubicBezTo>
                    <a:cubicBezTo>
                      <a:pt x="29" y="56"/>
                      <a:pt x="27" y="55"/>
                      <a:pt x="28" y="55"/>
                    </a:cubicBezTo>
                    <a:cubicBezTo>
                      <a:pt x="28" y="55"/>
                      <a:pt x="30" y="55"/>
                      <a:pt x="30" y="55"/>
                    </a:cubicBezTo>
                    <a:cubicBezTo>
                      <a:pt x="30" y="55"/>
                      <a:pt x="28" y="55"/>
                      <a:pt x="28" y="55"/>
                    </a:cubicBezTo>
                    <a:cubicBezTo>
                      <a:pt x="31" y="55"/>
                      <a:pt x="27" y="53"/>
                      <a:pt x="29" y="53"/>
                    </a:cubicBezTo>
                    <a:cubicBezTo>
                      <a:pt x="29" y="53"/>
                      <a:pt x="30" y="53"/>
                      <a:pt x="30" y="53"/>
                    </a:cubicBezTo>
                    <a:cubicBezTo>
                      <a:pt x="30" y="53"/>
                      <a:pt x="29" y="52"/>
                      <a:pt x="27" y="51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7" y="50"/>
                    </a:cubicBezTo>
                    <a:cubicBezTo>
                      <a:pt x="27" y="51"/>
                      <a:pt x="28" y="51"/>
                      <a:pt x="28" y="51"/>
                    </a:cubicBezTo>
                    <a:cubicBezTo>
                      <a:pt x="27" y="51"/>
                      <a:pt x="25" y="50"/>
                      <a:pt x="26" y="5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26" y="50"/>
                      <a:pt x="25" y="49"/>
                      <a:pt x="25" y="49"/>
                    </a:cubicBezTo>
                    <a:cubicBezTo>
                      <a:pt x="26" y="49"/>
                      <a:pt x="26" y="49"/>
                      <a:pt x="27" y="49"/>
                    </a:cubicBezTo>
                    <a:cubicBezTo>
                      <a:pt x="29" y="50"/>
                      <a:pt x="28" y="49"/>
                      <a:pt x="29" y="49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8"/>
                      <a:pt x="29" y="49"/>
                      <a:pt x="29" y="48"/>
                    </a:cubicBezTo>
                    <a:cubicBezTo>
                      <a:pt x="24" y="47"/>
                      <a:pt x="24" y="47"/>
                      <a:pt x="24" y="47"/>
                    </a:cubicBezTo>
                    <a:cubicBezTo>
                      <a:pt x="24" y="47"/>
                      <a:pt x="26" y="47"/>
                      <a:pt x="27" y="47"/>
                    </a:cubicBezTo>
                    <a:cubicBezTo>
                      <a:pt x="27" y="47"/>
                      <a:pt x="24" y="46"/>
                      <a:pt x="22" y="45"/>
                    </a:cubicBezTo>
                    <a:cubicBezTo>
                      <a:pt x="23" y="45"/>
                      <a:pt x="22" y="44"/>
                      <a:pt x="22" y="44"/>
                    </a:cubicBezTo>
                    <a:cubicBezTo>
                      <a:pt x="23" y="44"/>
                      <a:pt x="22" y="44"/>
                      <a:pt x="23" y="44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7" y="45"/>
                      <a:pt x="28" y="45"/>
                    </a:cubicBezTo>
                    <a:cubicBezTo>
                      <a:pt x="27" y="45"/>
                      <a:pt x="28" y="44"/>
                      <a:pt x="29" y="44"/>
                    </a:cubicBezTo>
                    <a:cubicBezTo>
                      <a:pt x="26" y="44"/>
                      <a:pt x="27" y="43"/>
                      <a:pt x="25" y="42"/>
                    </a:cubicBezTo>
                    <a:cubicBezTo>
                      <a:pt x="24" y="42"/>
                      <a:pt x="27" y="43"/>
                      <a:pt x="28" y="43"/>
                    </a:cubicBezTo>
                    <a:cubicBezTo>
                      <a:pt x="27" y="42"/>
                      <a:pt x="27" y="41"/>
                      <a:pt x="27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0"/>
                      <a:pt x="28" y="40"/>
                      <a:pt x="26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8" y="39"/>
                      <a:pt x="24" y="38"/>
                      <a:pt x="26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8"/>
                      <a:pt x="28" y="38"/>
                      <a:pt x="26" y="37"/>
                    </a:cubicBezTo>
                    <a:cubicBezTo>
                      <a:pt x="27" y="37"/>
                      <a:pt x="27" y="38"/>
                      <a:pt x="28" y="38"/>
                    </a:cubicBezTo>
                    <a:cubicBezTo>
                      <a:pt x="27" y="37"/>
                      <a:pt x="27" y="37"/>
                      <a:pt x="26" y="36"/>
                    </a:cubicBezTo>
                    <a:cubicBezTo>
                      <a:pt x="28" y="37"/>
                      <a:pt x="28" y="37"/>
                      <a:pt x="28" y="37"/>
                    </a:cubicBezTo>
                    <a:cubicBezTo>
                      <a:pt x="29" y="37"/>
                      <a:pt x="26" y="36"/>
                      <a:pt x="27" y="36"/>
                    </a:cubicBezTo>
                    <a:cubicBezTo>
                      <a:pt x="27" y="36"/>
                      <a:pt x="28" y="36"/>
                      <a:pt x="28" y="36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3"/>
                      <a:pt x="30" y="31"/>
                      <a:pt x="28" y="29"/>
                    </a:cubicBezTo>
                    <a:cubicBezTo>
                      <a:pt x="31" y="29"/>
                      <a:pt x="30" y="30"/>
                      <a:pt x="31" y="30"/>
                    </a:cubicBezTo>
                    <a:cubicBezTo>
                      <a:pt x="29" y="29"/>
                      <a:pt x="31" y="29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31" y="28"/>
                      <a:pt x="31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29" y="27"/>
                      <a:pt x="33" y="28"/>
                      <a:pt x="30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0" y="26"/>
                      <a:pt x="33" y="27"/>
                      <a:pt x="31" y="2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3" y="26"/>
                      <a:pt x="29" y="25"/>
                      <a:pt x="31" y="25"/>
                    </a:cubicBezTo>
                    <a:cubicBezTo>
                      <a:pt x="31" y="25"/>
                      <a:pt x="30" y="24"/>
                      <a:pt x="28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0" y="23"/>
                      <a:pt x="31" y="21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8" y="18"/>
                      <a:pt x="33" y="19"/>
                      <a:pt x="29" y="17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9" y="16"/>
                      <a:pt x="30" y="16"/>
                      <a:pt x="28" y="15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0" y="15"/>
                      <a:pt x="28" y="14"/>
                      <a:pt x="28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33" y="14"/>
                      <a:pt x="36" y="12"/>
                      <a:pt x="32" y="9"/>
                    </a:cubicBezTo>
                    <a:cubicBezTo>
                      <a:pt x="32" y="9"/>
                      <a:pt x="35" y="10"/>
                      <a:pt x="34" y="10"/>
                    </a:cubicBezTo>
                    <a:cubicBezTo>
                      <a:pt x="32" y="7"/>
                      <a:pt x="37" y="7"/>
                      <a:pt x="33" y="4"/>
                    </a:cubicBezTo>
                    <a:cubicBezTo>
                      <a:pt x="32" y="2"/>
                      <a:pt x="26" y="0"/>
                      <a:pt x="26" y="0"/>
                    </a:cubicBezTo>
                    <a:cubicBezTo>
                      <a:pt x="28" y="3"/>
                      <a:pt x="24" y="5"/>
                      <a:pt x="21" y="7"/>
                    </a:cubicBezTo>
                    <a:cubicBezTo>
                      <a:pt x="21" y="8"/>
                      <a:pt x="21" y="9"/>
                      <a:pt x="20" y="10"/>
                    </a:cubicBezTo>
                    <a:cubicBezTo>
                      <a:pt x="20" y="13"/>
                      <a:pt x="14" y="16"/>
                      <a:pt x="15" y="20"/>
                    </a:cubicBezTo>
                    <a:cubicBezTo>
                      <a:pt x="16" y="20"/>
                      <a:pt x="17" y="21"/>
                      <a:pt x="17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6" y="21"/>
                      <a:pt x="16" y="21"/>
                    </a:cubicBezTo>
                    <a:cubicBezTo>
                      <a:pt x="15" y="22"/>
                      <a:pt x="16" y="24"/>
                      <a:pt x="15" y="25"/>
                    </a:cubicBezTo>
                    <a:cubicBezTo>
                      <a:pt x="17" y="25"/>
                      <a:pt x="15" y="26"/>
                      <a:pt x="17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7" y="27"/>
                      <a:pt x="17" y="27"/>
                      <a:pt x="14" y="28"/>
                    </a:cubicBezTo>
                    <a:cubicBezTo>
                      <a:pt x="12" y="31"/>
                      <a:pt x="12" y="35"/>
                      <a:pt x="11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1" name="Freeform 116"/>
              <p:cNvSpPr/>
              <p:nvPr>
                <p:custDataLst>
                  <p:tags r:id="rId362"/>
                </p:custDataLst>
              </p:nvPr>
            </p:nvSpPr>
            <p:spPr bwMode="auto">
              <a:xfrm>
                <a:off x="3914" y="130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2" name="Freeform 117"/>
              <p:cNvSpPr/>
              <p:nvPr>
                <p:custDataLst>
                  <p:tags r:id="rId363"/>
                </p:custDataLst>
              </p:nvPr>
            </p:nvSpPr>
            <p:spPr bwMode="auto">
              <a:xfrm>
                <a:off x="3364" y="247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3" name="Freeform 118"/>
              <p:cNvSpPr/>
              <p:nvPr>
                <p:custDataLst>
                  <p:tags r:id="rId364"/>
                </p:custDataLst>
              </p:nvPr>
            </p:nvSpPr>
            <p:spPr bwMode="auto">
              <a:xfrm>
                <a:off x="3920" y="1403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1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4" name="Freeform 119"/>
              <p:cNvSpPr/>
              <p:nvPr>
                <p:custDataLst>
                  <p:tags r:id="rId365"/>
                </p:custDataLst>
              </p:nvPr>
            </p:nvSpPr>
            <p:spPr bwMode="auto">
              <a:xfrm>
                <a:off x="3918" y="1401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5" name="Freeform 120"/>
              <p:cNvSpPr/>
              <p:nvPr>
                <p:custDataLst>
                  <p:tags r:id="rId366"/>
                </p:custDataLst>
              </p:nvPr>
            </p:nvSpPr>
            <p:spPr bwMode="auto">
              <a:xfrm>
                <a:off x="3920" y="1411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6" name="Freeform 121"/>
              <p:cNvSpPr/>
              <p:nvPr>
                <p:custDataLst>
                  <p:tags r:id="rId367"/>
                </p:custDataLst>
              </p:nvPr>
            </p:nvSpPr>
            <p:spPr bwMode="auto">
              <a:xfrm>
                <a:off x="3477" y="150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7" name="Freeform 122"/>
              <p:cNvSpPr/>
              <p:nvPr>
                <p:custDataLst>
                  <p:tags r:id="rId368"/>
                </p:custDataLst>
              </p:nvPr>
            </p:nvSpPr>
            <p:spPr bwMode="auto">
              <a:xfrm>
                <a:off x="3453" y="1458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8" name="Freeform 123"/>
              <p:cNvSpPr/>
              <p:nvPr>
                <p:custDataLst>
                  <p:tags r:id="rId369"/>
                </p:custDataLst>
              </p:nvPr>
            </p:nvSpPr>
            <p:spPr bwMode="auto">
              <a:xfrm>
                <a:off x="3477" y="142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9" name="Freeform 124"/>
              <p:cNvSpPr/>
              <p:nvPr>
                <p:custDataLst>
                  <p:tags r:id="rId370"/>
                </p:custDataLst>
              </p:nvPr>
            </p:nvSpPr>
            <p:spPr bwMode="auto">
              <a:xfrm>
                <a:off x="4603" y="18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0" name="Freeform 125"/>
              <p:cNvSpPr/>
              <p:nvPr>
                <p:custDataLst>
                  <p:tags r:id="rId371"/>
                </p:custDataLst>
              </p:nvPr>
            </p:nvSpPr>
            <p:spPr bwMode="auto">
              <a:xfrm>
                <a:off x="3540" y="153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1" name="Rectangle 126"/>
              <p:cNvSpPr>
                <a:spLocks noChangeArrowheads="1"/>
              </p:cNvSpPr>
              <p:nvPr>
                <p:custDataLst>
                  <p:tags r:id="rId372"/>
                </p:custDataLst>
              </p:nvPr>
            </p:nvSpPr>
            <p:spPr bwMode="auto">
              <a:xfrm>
                <a:off x="3489" y="1441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2" name="Freeform 127"/>
              <p:cNvSpPr/>
              <p:nvPr>
                <p:custDataLst>
                  <p:tags r:id="rId373"/>
                </p:custDataLst>
              </p:nvPr>
            </p:nvSpPr>
            <p:spPr bwMode="auto">
              <a:xfrm>
                <a:off x="3375" y="1310"/>
                <a:ext cx="174" cy="269"/>
              </a:xfrm>
              <a:custGeom>
                <a:avLst/>
                <a:gdLst>
                  <a:gd name="T0" fmla="*/ 11 w 82"/>
                  <a:gd name="T1" fmla="*/ 27 h 127"/>
                  <a:gd name="T2" fmla="*/ 20 w 82"/>
                  <a:gd name="T3" fmla="*/ 47 h 127"/>
                  <a:gd name="T4" fmla="*/ 34 w 82"/>
                  <a:gd name="T5" fmla="*/ 60 h 127"/>
                  <a:gd name="T6" fmla="*/ 37 w 82"/>
                  <a:gd name="T7" fmla="*/ 68 h 127"/>
                  <a:gd name="T8" fmla="*/ 43 w 82"/>
                  <a:gd name="T9" fmla="*/ 80 h 127"/>
                  <a:gd name="T10" fmla="*/ 47 w 82"/>
                  <a:gd name="T11" fmla="*/ 89 h 127"/>
                  <a:gd name="T12" fmla="*/ 53 w 82"/>
                  <a:gd name="T13" fmla="*/ 94 h 127"/>
                  <a:gd name="T14" fmla="*/ 60 w 82"/>
                  <a:gd name="T15" fmla="*/ 105 h 127"/>
                  <a:gd name="T16" fmla="*/ 63 w 82"/>
                  <a:gd name="T17" fmla="*/ 111 h 127"/>
                  <a:gd name="T18" fmla="*/ 63 w 82"/>
                  <a:gd name="T19" fmla="*/ 121 h 127"/>
                  <a:gd name="T20" fmla="*/ 65 w 82"/>
                  <a:gd name="T21" fmla="*/ 124 h 127"/>
                  <a:gd name="T22" fmla="*/ 69 w 82"/>
                  <a:gd name="T23" fmla="*/ 126 h 127"/>
                  <a:gd name="T24" fmla="*/ 72 w 82"/>
                  <a:gd name="T25" fmla="*/ 126 h 127"/>
                  <a:gd name="T26" fmla="*/ 73 w 82"/>
                  <a:gd name="T27" fmla="*/ 123 h 127"/>
                  <a:gd name="T28" fmla="*/ 71 w 82"/>
                  <a:gd name="T29" fmla="*/ 118 h 127"/>
                  <a:gd name="T30" fmla="*/ 73 w 82"/>
                  <a:gd name="T31" fmla="*/ 112 h 127"/>
                  <a:gd name="T32" fmla="*/ 80 w 82"/>
                  <a:gd name="T33" fmla="*/ 112 h 127"/>
                  <a:gd name="T34" fmla="*/ 80 w 82"/>
                  <a:gd name="T35" fmla="*/ 109 h 127"/>
                  <a:gd name="T36" fmla="*/ 76 w 82"/>
                  <a:gd name="T37" fmla="*/ 108 h 127"/>
                  <a:gd name="T38" fmla="*/ 78 w 82"/>
                  <a:gd name="T39" fmla="*/ 107 h 127"/>
                  <a:gd name="T40" fmla="*/ 73 w 82"/>
                  <a:gd name="T41" fmla="*/ 105 h 127"/>
                  <a:gd name="T42" fmla="*/ 77 w 82"/>
                  <a:gd name="T43" fmla="*/ 102 h 127"/>
                  <a:gd name="T44" fmla="*/ 78 w 82"/>
                  <a:gd name="T45" fmla="*/ 100 h 127"/>
                  <a:gd name="T46" fmla="*/ 76 w 82"/>
                  <a:gd name="T47" fmla="*/ 100 h 127"/>
                  <a:gd name="T48" fmla="*/ 76 w 82"/>
                  <a:gd name="T49" fmla="*/ 96 h 127"/>
                  <a:gd name="T50" fmla="*/ 71 w 82"/>
                  <a:gd name="T51" fmla="*/ 96 h 127"/>
                  <a:gd name="T52" fmla="*/ 65 w 82"/>
                  <a:gd name="T53" fmla="*/ 95 h 127"/>
                  <a:gd name="T54" fmla="*/ 70 w 82"/>
                  <a:gd name="T55" fmla="*/ 92 h 127"/>
                  <a:gd name="T56" fmla="*/ 68 w 82"/>
                  <a:gd name="T57" fmla="*/ 86 h 127"/>
                  <a:gd name="T58" fmla="*/ 67 w 82"/>
                  <a:gd name="T59" fmla="*/ 84 h 127"/>
                  <a:gd name="T60" fmla="*/ 65 w 82"/>
                  <a:gd name="T61" fmla="*/ 81 h 127"/>
                  <a:gd name="T62" fmla="*/ 62 w 82"/>
                  <a:gd name="T63" fmla="*/ 75 h 127"/>
                  <a:gd name="T64" fmla="*/ 60 w 82"/>
                  <a:gd name="T65" fmla="*/ 73 h 127"/>
                  <a:gd name="T66" fmla="*/ 59 w 82"/>
                  <a:gd name="T67" fmla="*/ 72 h 127"/>
                  <a:gd name="T68" fmla="*/ 57 w 82"/>
                  <a:gd name="T69" fmla="*/ 71 h 127"/>
                  <a:gd name="T70" fmla="*/ 58 w 82"/>
                  <a:gd name="T71" fmla="*/ 68 h 127"/>
                  <a:gd name="T72" fmla="*/ 55 w 82"/>
                  <a:gd name="T73" fmla="*/ 67 h 127"/>
                  <a:gd name="T74" fmla="*/ 54 w 82"/>
                  <a:gd name="T75" fmla="*/ 62 h 127"/>
                  <a:gd name="T76" fmla="*/ 51 w 82"/>
                  <a:gd name="T77" fmla="*/ 58 h 127"/>
                  <a:gd name="T78" fmla="*/ 51 w 82"/>
                  <a:gd name="T79" fmla="*/ 54 h 127"/>
                  <a:gd name="T80" fmla="*/ 48 w 82"/>
                  <a:gd name="T81" fmla="*/ 53 h 127"/>
                  <a:gd name="T82" fmla="*/ 49 w 82"/>
                  <a:gd name="T83" fmla="*/ 53 h 127"/>
                  <a:gd name="T84" fmla="*/ 45 w 82"/>
                  <a:gd name="T85" fmla="*/ 50 h 127"/>
                  <a:gd name="T86" fmla="*/ 43 w 82"/>
                  <a:gd name="T87" fmla="*/ 46 h 127"/>
                  <a:gd name="T88" fmla="*/ 41 w 82"/>
                  <a:gd name="T89" fmla="*/ 44 h 127"/>
                  <a:gd name="T90" fmla="*/ 32 w 82"/>
                  <a:gd name="T91" fmla="*/ 44 h 127"/>
                  <a:gd name="T92" fmla="*/ 35 w 82"/>
                  <a:gd name="T93" fmla="*/ 39 h 127"/>
                  <a:gd name="T94" fmla="*/ 31 w 82"/>
                  <a:gd name="T95" fmla="*/ 36 h 127"/>
                  <a:gd name="T96" fmla="*/ 30 w 82"/>
                  <a:gd name="T97" fmla="*/ 32 h 127"/>
                  <a:gd name="T98" fmla="*/ 26 w 82"/>
                  <a:gd name="T99" fmla="*/ 24 h 127"/>
                  <a:gd name="T100" fmla="*/ 25 w 82"/>
                  <a:gd name="T101" fmla="*/ 21 h 127"/>
                  <a:gd name="T102" fmla="*/ 15 w 82"/>
                  <a:gd name="T103" fmla="*/ 15 h 127"/>
                  <a:gd name="T104" fmla="*/ 13 w 82"/>
                  <a:gd name="T105" fmla="*/ 13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2" h="127">
                    <a:moveTo>
                      <a:pt x="1" y="12"/>
                    </a:moveTo>
                    <a:cubicBezTo>
                      <a:pt x="2" y="13"/>
                      <a:pt x="4" y="14"/>
                      <a:pt x="3" y="15"/>
                    </a:cubicBezTo>
                    <a:cubicBezTo>
                      <a:pt x="6" y="19"/>
                      <a:pt x="4" y="25"/>
                      <a:pt x="8" y="28"/>
                    </a:cubicBezTo>
                    <a:cubicBezTo>
                      <a:pt x="9" y="27"/>
                      <a:pt x="10" y="27"/>
                      <a:pt x="10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0" y="28"/>
                      <a:pt x="9" y="28"/>
                    </a:cubicBezTo>
                    <a:cubicBezTo>
                      <a:pt x="10" y="29"/>
                      <a:pt x="12" y="30"/>
                      <a:pt x="12" y="32"/>
                    </a:cubicBezTo>
                    <a:cubicBezTo>
                      <a:pt x="14" y="31"/>
                      <a:pt x="13" y="33"/>
                      <a:pt x="15" y="32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15" y="33"/>
                      <a:pt x="15" y="33"/>
                      <a:pt x="13" y="35"/>
                    </a:cubicBezTo>
                    <a:cubicBezTo>
                      <a:pt x="14" y="40"/>
                      <a:pt x="18" y="43"/>
                      <a:pt x="20" y="47"/>
                    </a:cubicBezTo>
                    <a:cubicBezTo>
                      <a:pt x="22" y="50"/>
                      <a:pt x="26" y="53"/>
                      <a:pt x="29" y="57"/>
                    </a:cubicBezTo>
                    <a:cubicBezTo>
                      <a:pt x="32" y="56"/>
                      <a:pt x="31" y="57"/>
                      <a:pt x="34" y="56"/>
                    </a:cubicBezTo>
                    <a:cubicBezTo>
                      <a:pt x="33" y="57"/>
                      <a:pt x="33" y="57"/>
                      <a:pt x="33" y="57"/>
                    </a:cubicBezTo>
                    <a:cubicBezTo>
                      <a:pt x="35" y="57"/>
                      <a:pt x="34" y="58"/>
                      <a:pt x="33" y="59"/>
                    </a:cubicBezTo>
                    <a:cubicBezTo>
                      <a:pt x="34" y="59"/>
                      <a:pt x="33" y="59"/>
                      <a:pt x="35" y="58"/>
                    </a:cubicBezTo>
                    <a:cubicBezTo>
                      <a:pt x="37" y="58"/>
                      <a:pt x="33" y="60"/>
                      <a:pt x="34" y="60"/>
                    </a:cubicBezTo>
                    <a:cubicBezTo>
                      <a:pt x="33" y="60"/>
                      <a:pt x="35" y="59"/>
                      <a:pt x="35" y="60"/>
                    </a:cubicBezTo>
                    <a:cubicBezTo>
                      <a:pt x="37" y="60"/>
                      <a:pt x="33" y="60"/>
                      <a:pt x="32" y="62"/>
                    </a:cubicBezTo>
                    <a:cubicBezTo>
                      <a:pt x="34" y="64"/>
                      <a:pt x="37" y="65"/>
                      <a:pt x="37" y="67"/>
                    </a:cubicBezTo>
                    <a:cubicBezTo>
                      <a:pt x="37" y="67"/>
                      <a:pt x="38" y="66"/>
                      <a:pt x="38" y="66"/>
                    </a:cubicBezTo>
                    <a:cubicBezTo>
                      <a:pt x="35" y="68"/>
                      <a:pt x="39" y="66"/>
                      <a:pt x="38" y="67"/>
                    </a:cubicBezTo>
                    <a:cubicBezTo>
                      <a:pt x="37" y="68"/>
                      <a:pt x="37" y="68"/>
                      <a:pt x="37" y="68"/>
                    </a:cubicBezTo>
                    <a:cubicBezTo>
                      <a:pt x="36" y="69"/>
                      <a:pt x="39" y="69"/>
                      <a:pt x="38" y="70"/>
                    </a:cubicBezTo>
                    <a:cubicBezTo>
                      <a:pt x="39" y="70"/>
                      <a:pt x="37" y="72"/>
                      <a:pt x="39" y="72"/>
                    </a:cubicBezTo>
                    <a:cubicBezTo>
                      <a:pt x="38" y="72"/>
                      <a:pt x="38" y="73"/>
                      <a:pt x="38" y="73"/>
                    </a:cubicBezTo>
                    <a:cubicBezTo>
                      <a:pt x="41" y="72"/>
                      <a:pt x="37" y="75"/>
                      <a:pt x="40" y="74"/>
                    </a:cubicBezTo>
                    <a:cubicBezTo>
                      <a:pt x="39" y="75"/>
                      <a:pt x="39" y="75"/>
                      <a:pt x="39" y="75"/>
                    </a:cubicBezTo>
                    <a:cubicBezTo>
                      <a:pt x="41" y="76"/>
                      <a:pt x="41" y="79"/>
                      <a:pt x="43" y="80"/>
                    </a:cubicBezTo>
                    <a:cubicBezTo>
                      <a:pt x="44" y="81"/>
                      <a:pt x="42" y="84"/>
                      <a:pt x="44" y="84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84"/>
                      <a:pt x="45" y="84"/>
                      <a:pt x="44" y="84"/>
                    </a:cubicBezTo>
                    <a:cubicBezTo>
                      <a:pt x="46" y="84"/>
                      <a:pt x="45" y="86"/>
                      <a:pt x="45" y="87"/>
                    </a:cubicBezTo>
                    <a:cubicBezTo>
                      <a:pt x="46" y="87"/>
                      <a:pt x="46" y="87"/>
                      <a:pt x="47" y="86"/>
                    </a:cubicBezTo>
                    <a:cubicBezTo>
                      <a:pt x="45" y="88"/>
                      <a:pt x="48" y="88"/>
                      <a:pt x="47" y="89"/>
                    </a:cubicBezTo>
                    <a:cubicBezTo>
                      <a:pt x="50" y="88"/>
                      <a:pt x="49" y="89"/>
                      <a:pt x="50" y="89"/>
                    </a:cubicBezTo>
                    <a:cubicBezTo>
                      <a:pt x="50" y="89"/>
                      <a:pt x="49" y="90"/>
                      <a:pt x="48" y="90"/>
                    </a:cubicBezTo>
                    <a:cubicBezTo>
                      <a:pt x="49" y="91"/>
                      <a:pt x="49" y="91"/>
                      <a:pt x="49" y="92"/>
                    </a:cubicBezTo>
                    <a:cubicBezTo>
                      <a:pt x="49" y="92"/>
                      <a:pt x="51" y="92"/>
                      <a:pt x="51" y="92"/>
                    </a:cubicBezTo>
                    <a:cubicBezTo>
                      <a:pt x="49" y="93"/>
                      <a:pt x="51" y="93"/>
                      <a:pt x="50" y="94"/>
                    </a:cubicBezTo>
                    <a:cubicBezTo>
                      <a:pt x="52" y="93"/>
                      <a:pt x="54" y="93"/>
                      <a:pt x="53" y="94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3" y="95"/>
                      <a:pt x="51" y="98"/>
                      <a:pt x="55" y="99"/>
                    </a:cubicBezTo>
                    <a:cubicBezTo>
                      <a:pt x="53" y="99"/>
                      <a:pt x="53" y="99"/>
                      <a:pt x="53" y="99"/>
                    </a:cubicBezTo>
                    <a:cubicBezTo>
                      <a:pt x="56" y="100"/>
                      <a:pt x="54" y="103"/>
                      <a:pt x="58" y="103"/>
                    </a:cubicBezTo>
                    <a:cubicBezTo>
                      <a:pt x="57" y="104"/>
                      <a:pt x="56" y="105"/>
                      <a:pt x="57" y="105"/>
                    </a:cubicBezTo>
                    <a:cubicBezTo>
                      <a:pt x="58" y="105"/>
                      <a:pt x="58" y="106"/>
                      <a:pt x="60" y="105"/>
                    </a:cubicBezTo>
                    <a:cubicBezTo>
                      <a:pt x="61" y="106"/>
                      <a:pt x="59" y="106"/>
                      <a:pt x="59" y="106"/>
                    </a:cubicBezTo>
                    <a:cubicBezTo>
                      <a:pt x="59" y="107"/>
                      <a:pt x="57" y="108"/>
                      <a:pt x="59" y="108"/>
                    </a:cubicBezTo>
                    <a:cubicBezTo>
                      <a:pt x="58" y="109"/>
                      <a:pt x="58" y="109"/>
                      <a:pt x="58" y="109"/>
                    </a:cubicBezTo>
                    <a:cubicBezTo>
                      <a:pt x="59" y="109"/>
                      <a:pt x="61" y="109"/>
                      <a:pt x="60" y="110"/>
                    </a:cubicBezTo>
                    <a:cubicBezTo>
                      <a:pt x="61" y="110"/>
                      <a:pt x="62" y="111"/>
                      <a:pt x="64" y="110"/>
                    </a:cubicBezTo>
                    <a:cubicBezTo>
                      <a:pt x="64" y="110"/>
                      <a:pt x="61" y="111"/>
                      <a:pt x="63" y="111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1" y="113"/>
                      <a:pt x="62" y="114"/>
                      <a:pt x="63" y="115"/>
                    </a:cubicBezTo>
                    <a:cubicBezTo>
                      <a:pt x="61" y="116"/>
                      <a:pt x="64" y="116"/>
                      <a:pt x="62" y="117"/>
                    </a:cubicBezTo>
                    <a:cubicBezTo>
                      <a:pt x="64" y="118"/>
                      <a:pt x="62" y="119"/>
                      <a:pt x="65" y="119"/>
                    </a:cubicBezTo>
                    <a:cubicBezTo>
                      <a:pt x="64" y="119"/>
                      <a:pt x="64" y="119"/>
                      <a:pt x="64" y="119"/>
                    </a:cubicBezTo>
                    <a:cubicBezTo>
                      <a:pt x="64" y="120"/>
                      <a:pt x="64" y="121"/>
                      <a:pt x="63" y="121"/>
                    </a:cubicBezTo>
                    <a:cubicBezTo>
                      <a:pt x="63" y="122"/>
                      <a:pt x="65" y="122"/>
                      <a:pt x="66" y="122"/>
                    </a:cubicBezTo>
                    <a:cubicBezTo>
                      <a:pt x="64" y="122"/>
                      <a:pt x="64" y="122"/>
                      <a:pt x="64" y="122"/>
                    </a:cubicBezTo>
                    <a:cubicBezTo>
                      <a:pt x="65" y="123"/>
                      <a:pt x="67" y="123"/>
                      <a:pt x="69" y="123"/>
                    </a:cubicBezTo>
                    <a:cubicBezTo>
                      <a:pt x="68" y="123"/>
                      <a:pt x="69" y="123"/>
                      <a:pt x="68" y="124"/>
                    </a:cubicBezTo>
                    <a:cubicBezTo>
                      <a:pt x="67" y="123"/>
                      <a:pt x="66" y="123"/>
                      <a:pt x="64" y="123"/>
                    </a:cubicBezTo>
                    <a:cubicBezTo>
                      <a:pt x="63" y="123"/>
                      <a:pt x="67" y="124"/>
                      <a:pt x="65" y="124"/>
                    </a:cubicBezTo>
                    <a:cubicBezTo>
                      <a:pt x="64" y="125"/>
                      <a:pt x="65" y="125"/>
                      <a:pt x="67" y="125"/>
                    </a:cubicBezTo>
                    <a:cubicBezTo>
                      <a:pt x="66" y="125"/>
                      <a:pt x="66" y="125"/>
                      <a:pt x="65" y="125"/>
                    </a:cubicBezTo>
                    <a:cubicBezTo>
                      <a:pt x="65" y="126"/>
                      <a:pt x="65" y="126"/>
                      <a:pt x="66" y="126"/>
                    </a:cubicBezTo>
                    <a:cubicBezTo>
                      <a:pt x="66" y="126"/>
                      <a:pt x="66" y="126"/>
                      <a:pt x="66" y="126"/>
                    </a:cubicBezTo>
                    <a:cubicBezTo>
                      <a:pt x="67" y="126"/>
                      <a:pt x="67" y="126"/>
                      <a:pt x="69" y="126"/>
                    </a:cubicBezTo>
                    <a:cubicBezTo>
                      <a:pt x="69" y="126"/>
                      <a:pt x="68" y="126"/>
                      <a:pt x="69" y="126"/>
                    </a:cubicBezTo>
                    <a:cubicBezTo>
                      <a:pt x="70" y="126"/>
                      <a:pt x="71" y="126"/>
                      <a:pt x="69" y="126"/>
                    </a:cubicBezTo>
                    <a:cubicBezTo>
                      <a:pt x="68" y="127"/>
                      <a:pt x="67" y="126"/>
                      <a:pt x="66" y="126"/>
                    </a:cubicBezTo>
                    <a:cubicBezTo>
                      <a:pt x="70" y="127"/>
                      <a:pt x="70" y="127"/>
                      <a:pt x="70" y="127"/>
                    </a:cubicBezTo>
                    <a:cubicBezTo>
                      <a:pt x="69" y="127"/>
                      <a:pt x="69" y="127"/>
                      <a:pt x="71" y="127"/>
                    </a:cubicBezTo>
                    <a:cubicBezTo>
                      <a:pt x="70" y="126"/>
                      <a:pt x="70" y="126"/>
                      <a:pt x="70" y="126"/>
                    </a:cubicBezTo>
                    <a:cubicBezTo>
                      <a:pt x="72" y="126"/>
                      <a:pt x="72" y="126"/>
                      <a:pt x="72" y="126"/>
                    </a:cubicBezTo>
                    <a:cubicBezTo>
                      <a:pt x="71" y="126"/>
                      <a:pt x="72" y="125"/>
                      <a:pt x="71" y="125"/>
                    </a:cubicBezTo>
                    <a:cubicBezTo>
                      <a:pt x="70" y="125"/>
                      <a:pt x="70" y="125"/>
                      <a:pt x="70" y="125"/>
                    </a:cubicBezTo>
                    <a:cubicBezTo>
                      <a:pt x="69" y="125"/>
                      <a:pt x="67" y="124"/>
                      <a:pt x="69" y="124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71" y="124"/>
                      <a:pt x="70" y="124"/>
                      <a:pt x="71" y="123"/>
                    </a:cubicBezTo>
                    <a:cubicBezTo>
                      <a:pt x="73" y="123"/>
                      <a:pt x="73" y="123"/>
                      <a:pt x="73" y="123"/>
                    </a:cubicBezTo>
                    <a:cubicBezTo>
                      <a:pt x="70" y="124"/>
                      <a:pt x="72" y="122"/>
                      <a:pt x="71" y="122"/>
                    </a:cubicBezTo>
                    <a:cubicBezTo>
                      <a:pt x="72" y="122"/>
                      <a:pt x="72" y="122"/>
                      <a:pt x="72" y="122"/>
                    </a:cubicBezTo>
                    <a:cubicBezTo>
                      <a:pt x="73" y="122"/>
                      <a:pt x="70" y="123"/>
                      <a:pt x="70" y="122"/>
                    </a:cubicBezTo>
                    <a:cubicBezTo>
                      <a:pt x="71" y="122"/>
                      <a:pt x="73" y="122"/>
                      <a:pt x="74" y="121"/>
                    </a:cubicBezTo>
                    <a:cubicBezTo>
                      <a:pt x="74" y="121"/>
                      <a:pt x="72" y="120"/>
                      <a:pt x="74" y="119"/>
                    </a:cubicBezTo>
                    <a:cubicBezTo>
                      <a:pt x="73" y="118"/>
                      <a:pt x="72" y="118"/>
                      <a:pt x="71" y="118"/>
                    </a:cubicBezTo>
                    <a:cubicBezTo>
                      <a:pt x="71" y="117"/>
                      <a:pt x="74" y="117"/>
                      <a:pt x="73" y="117"/>
                    </a:cubicBezTo>
                    <a:cubicBezTo>
                      <a:pt x="74" y="117"/>
                      <a:pt x="75" y="117"/>
                      <a:pt x="75" y="116"/>
                    </a:cubicBezTo>
                    <a:cubicBezTo>
                      <a:pt x="74" y="116"/>
                      <a:pt x="75" y="115"/>
                      <a:pt x="73" y="116"/>
                    </a:cubicBezTo>
                    <a:cubicBezTo>
                      <a:pt x="74" y="115"/>
                      <a:pt x="74" y="114"/>
                      <a:pt x="73" y="114"/>
                    </a:cubicBezTo>
                    <a:cubicBezTo>
                      <a:pt x="73" y="114"/>
                      <a:pt x="75" y="114"/>
                      <a:pt x="76" y="113"/>
                    </a:cubicBezTo>
                    <a:cubicBezTo>
                      <a:pt x="74" y="113"/>
                      <a:pt x="73" y="113"/>
                      <a:pt x="73" y="112"/>
                    </a:cubicBezTo>
                    <a:cubicBezTo>
                      <a:pt x="72" y="112"/>
                      <a:pt x="72" y="113"/>
                      <a:pt x="70" y="113"/>
                    </a:cubicBezTo>
                    <a:cubicBezTo>
                      <a:pt x="70" y="113"/>
                      <a:pt x="69" y="113"/>
                      <a:pt x="69" y="113"/>
                    </a:cubicBezTo>
                    <a:cubicBezTo>
                      <a:pt x="71" y="112"/>
                      <a:pt x="74" y="112"/>
                      <a:pt x="74" y="111"/>
                    </a:cubicBezTo>
                    <a:cubicBezTo>
                      <a:pt x="77" y="111"/>
                      <a:pt x="73" y="112"/>
                      <a:pt x="76" y="111"/>
                    </a:cubicBezTo>
                    <a:cubicBezTo>
                      <a:pt x="78" y="111"/>
                      <a:pt x="79" y="112"/>
                      <a:pt x="77" y="113"/>
                    </a:cubicBezTo>
                    <a:cubicBezTo>
                      <a:pt x="80" y="113"/>
                      <a:pt x="78" y="112"/>
                      <a:pt x="80" y="112"/>
                    </a:cubicBezTo>
                    <a:cubicBezTo>
                      <a:pt x="80" y="111"/>
                      <a:pt x="78" y="111"/>
                      <a:pt x="78" y="111"/>
                    </a:cubicBezTo>
                    <a:cubicBezTo>
                      <a:pt x="77" y="111"/>
                      <a:pt x="77" y="111"/>
                      <a:pt x="76" y="111"/>
                    </a:cubicBezTo>
                    <a:cubicBezTo>
                      <a:pt x="73" y="111"/>
                      <a:pt x="77" y="110"/>
                      <a:pt x="77" y="110"/>
                    </a:cubicBezTo>
                    <a:cubicBezTo>
                      <a:pt x="78" y="110"/>
                      <a:pt x="78" y="110"/>
                      <a:pt x="78" y="110"/>
                    </a:cubicBezTo>
                    <a:cubicBezTo>
                      <a:pt x="79" y="109"/>
                      <a:pt x="77" y="110"/>
                      <a:pt x="77" y="109"/>
                    </a:cubicBezTo>
                    <a:cubicBezTo>
                      <a:pt x="80" y="108"/>
                      <a:pt x="78" y="110"/>
                      <a:pt x="80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2" y="108"/>
                      <a:pt x="79" y="109"/>
                      <a:pt x="80" y="108"/>
                    </a:cubicBezTo>
                    <a:cubicBezTo>
                      <a:pt x="81" y="108"/>
                      <a:pt x="81" y="108"/>
                      <a:pt x="81" y="108"/>
                    </a:cubicBezTo>
                    <a:cubicBezTo>
                      <a:pt x="80" y="108"/>
                      <a:pt x="80" y="108"/>
                      <a:pt x="80" y="108"/>
                    </a:cubicBezTo>
                    <a:cubicBezTo>
                      <a:pt x="79" y="108"/>
                      <a:pt x="77" y="108"/>
                      <a:pt x="77" y="109"/>
                    </a:cubicBezTo>
                    <a:cubicBezTo>
                      <a:pt x="74" y="109"/>
                      <a:pt x="77" y="109"/>
                      <a:pt x="76" y="108"/>
                    </a:cubicBezTo>
                    <a:cubicBezTo>
                      <a:pt x="74" y="108"/>
                      <a:pt x="76" y="108"/>
                      <a:pt x="75" y="109"/>
                    </a:cubicBezTo>
                    <a:cubicBezTo>
                      <a:pt x="73" y="109"/>
                      <a:pt x="73" y="109"/>
                      <a:pt x="73" y="108"/>
                    </a:cubicBezTo>
                    <a:cubicBezTo>
                      <a:pt x="72" y="108"/>
                      <a:pt x="74" y="108"/>
                      <a:pt x="75" y="107"/>
                    </a:cubicBezTo>
                    <a:cubicBezTo>
                      <a:pt x="76" y="107"/>
                      <a:pt x="76" y="108"/>
                      <a:pt x="75" y="108"/>
                    </a:cubicBezTo>
                    <a:cubicBezTo>
                      <a:pt x="77" y="108"/>
                      <a:pt x="79" y="107"/>
                      <a:pt x="80" y="107"/>
                    </a:cubicBezTo>
                    <a:cubicBezTo>
                      <a:pt x="81" y="106"/>
                      <a:pt x="79" y="107"/>
                      <a:pt x="78" y="107"/>
                    </a:cubicBezTo>
                    <a:cubicBezTo>
                      <a:pt x="78" y="107"/>
                      <a:pt x="76" y="107"/>
                      <a:pt x="76" y="107"/>
                    </a:cubicBezTo>
                    <a:cubicBezTo>
                      <a:pt x="71" y="107"/>
                      <a:pt x="79" y="106"/>
                      <a:pt x="78" y="105"/>
                    </a:cubicBezTo>
                    <a:cubicBezTo>
                      <a:pt x="75" y="106"/>
                      <a:pt x="74" y="105"/>
                      <a:pt x="70" y="107"/>
                    </a:cubicBezTo>
                    <a:cubicBezTo>
                      <a:pt x="70" y="107"/>
                      <a:pt x="69" y="107"/>
                      <a:pt x="69" y="106"/>
                    </a:cubicBezTo>
                    <a:cubicBezTo>
                      <a:pt x="71" y="106"/>
                      <a:pt x="71" y="106"/>
                      <a:pt x="73" y="105"/>
                    </a:cubicBezTo>
                    <a:cubicBezTo>
                      <a:pt x="73" y="105"/>
                      <a:pt x="73" y="105"/>
                      <a:pt x="73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9" y="103"/>
                      <a:pt x="79" y="103"/>
                      <a:pt x="79" y="103"/>
                    </a:cubicBezTo>
                    <a:cubicBezTo>
                      <a:pt x="78" y="103"/>
                      <a:pt x="77" y="104"/>
                      <a:pt x="76" y="103"/>
                    </a:cubicBezTo>
                    <a:cubicBezTo>
                      <a:pt x="77" y="103"/>
                      <a:pt x="78" y="103"/>
                      <a:pt x="78" y="102"/>
                    </a:cubicBezTo>
                    <a:cubicBezTo>
                      <a:pt x="77" y="103"/>
                      <a:pt x="75" y="103"/>
                      <a:pt x="75" y="103"/>
                    </a:cubicBezTo>
                    <a:cubicBezTo>
                      <a:pt x="74" y="103"/>
                      <a:pt x="76" y="102"/>
                      <a:pt x="77" y="102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77" y="102"/>
                      <a:pt x="79" y="101"/>
                      <a:pt x="79" y="101"/>
                    </a:cubicBezTo>
                    <a:cubicBezTo>
                      <a:pt x="77" y="101"/>
                      <a:pt x="76" y="102"/>
                      <a:pt x="74" y="102"/>
                    </a:cubicBezTo>
                    <a:cubicBezTo>
                      <a:pt x="74" y="102"/>
                      <a:pt x="75" y="101"/>
                      <a:pt x="75" y="101"/>
                    </a:cubicBezTo>
                    <a:cubicBezTo>
                      <a:pt x="76" y="101"/>
                      <a:pt x="76" y="101"/>
                      <a:pt x="76" y="101"/>
                    </a:cubicBezTo>
                    <a:cubicBezTo>
                      <a:pt x="76" y="101"/>
                      <a:pt x="79" y="100"/>
                      <a:pt x="78" y="100"/>
                    </a:cubicBezTo>
                    <a:cubicBezTo>
                      <a:pt x="77" y="100"/>
                      <a:pt x="77" y="100"/>
                      <a:pt x="77" y="100"/>
                    </a:cubicBezTo>
                    <a:cubicBezTo>
                      <a:pt x="77" y="100"/>
                      <a:pt x="78" y="100"/>
                      <a:pt x="78" y="100"/>
                    </a:cubicBezTo>
                    <a:cubicBezTo>
                      <a:pt x="77" y="100"/>
                      <a:pt x="77" y="99"/>
                      <a:pt x="77" y="99"/>
                    </a:cubicBezTo>
                    <a:cubicBezTo>
                      <a:pt x="78" y="99"/>
                      <a:pt x="78" y="99"/>
                      <a:pt x="78" y="99"/>
                    </a:cubicBezTo>
                    <a:cubicBezTo>
                      <a:pt x="77" y="99"/>
                      <a:pt x="75" y="99"/>
                      <a:pt x="76" y="99"/>
                    </a:cubicBezTo>
                    <a:cubicBezTo>
                      <a:pt x="74" y="100"/>
                      <a:pt x="77" y="99"/>
                      <a:pt x="76" y="100"/>
                    </a:cubicBezTo>
                    <a:cubicBezTo>
                      <a:pt x="74" y="100"/>
                      <a:pt x="74" y="100"/>
                      <a:pt x="73" y="100"/>
                    </a:cubicBezTo>
                    <a:cubicBezTo>
                      <a:pt x="76" y="99"/>
                      <a:pt x="73" y="99"/>
                      <a:pt x="73" y="99"/>
                    </a:cubicBezTo>
                    <a:cubicBezTo>
                      <a:pt x="74" y="98"/>
                      <a:pt x="75" y="98"/>
                      <a:pt x="75" y="98"/>
                    </a:cubicBezTo>
                    <a:cubicBezTo>
                      <a:pt x="73" y="98"/>
                      <a:pt x="73" y="98"/>
                      <a:pt x="73" y="98"/>
                    </a:cubicBezTo>
                    <a:cubicBezTo>
                      <a:pt x="77" y="97"/>
                      <a:pt x="73" y="98"/>
                      <a:pt x="73" y="97"/>
                    </a:cubicBezTo>
                    <a:cubicBezTo>
                      <a:pt x="75" y="97"/>
                      <a:pt x="76" y="96"/>
                      <a:pt x="76" y="96"/>
                    </a:cubicBezTo>
                    <a:cubicBezTo>
                      <a:pt x="74" y="97"/>
                      <a:pt x="73" y="97"/>
                      <a:pt x="71" y="97"/>
                    </a:cubicBezTo>
                    <a:cubicBezTo>
                      <a:pt x="72" y="96"/>
                      <a:pt x="75" y="96"/>
                      <a:pt x="76" y="96"/>
                    </a:cubicBezTo>
                    <a:cubicBezTo>
                      <a:pt x="74" y="96"/>
                      <a:pt x="77" y="94"/>
                      <a:pt x="75" y="95"/>
                    </a:cubicBezTo>
                    <a:cubicBezTo>
                      <a:pt x="74" y="96"/>
                      <a:pt x="73" y="96"/>
                      <a:pt x="72" y="96"/>
                    </a:cubicBezTo>
                    <a:cubicBezTo>
                      <a:pt x="72" y="95"/>
                      <a:pt x="73" y="96"/>
                      <a:pt x="74" y="95"/>
                    </a:cubicBezTo>
                    <a:cubicBezTo>
                      <a:pt x="74" y="95"/>
                      <a:pt x="72" y="95"/>
                      <a:pt x="71" y="96"/>
                    </a:cubicBezTo>
                    <a:cubicBezTo>
                      <a:pt x="71" y="95"/>
                      <a:pt x="69" y="96"/>
                      <a:pt x="70" y="95"/>
                    </a:cubicBezTo>
                    <a:cubicBezTo>
                      <a:pt x="72" y="94"/>
                      <a:pt x="71" y="95"/>
                      <a:pt x="72" y="95"/>
                    </a:cubicBezTo>
                    <a:cubicBezTo>
                      <a:pt x="72" y="94"/>
                      <a:pt x="68" y="96"/>
                      <a:pt x="68" y="95"/>
                    </a:cubicBezTo>
                    <a:cubicBezTo>
                      <a:pt x="67" y="96"/>
                      <a:pt x="64" y="97"/>
                      <a:pt x="63" y="97"/>
                    </a:cubicBezTo>
                    <a:cubicBezTo>
                      <a:pt x="63" y="96"/>
                      <a:pt x="64" y="97"/>
                      <a:pt x="66" y="96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8" y="94"/>
                      <a:pt x="70" y="95"/>
                      <a:pt x="72" y="93"/>
                    </a:cubicBezTo>
                    <a:cubicBezTo>
                      <a:pt x="71" y="93"/>
                      <a:pt x="71" y="93"/>
                      <a:pt x="71" y="93"/>
                    </a:cubicBezTo>
                    <a:cubicBezTo>
                      <a:pt x="72" y="93"/>
                      <a:pt x="74" y="93"/>
                      <a:pt x="74" y="92"/>
                    </a:cubicBezTo>
                    <a:cubicBezTo>
                      <a:pt x="72" y="93"/>
                      <a:pt x="74" y="92"/>
                      <a:pt x="73" y="92"/>
                    </a:cubicBezTo>
                    <a:cubicBezTo>
                      <a:pt x="71" y="92"/>
                      <a:pt x="74" y="92"/>
                      <a:pt x="72" y="92"/>
                    </a:cubicBezTo>
                    <a:cubicBezTo>
                      <a:pt x="72" y="92"/>
                      <a:pt x="69" y="93"/>
                      <a:pt x="70" y="92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4" y="91"/>
                      <a:pt x="71" y="92"/>
                      <a:pt x="72" y="91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2" y="89"/>
                      <a:pt x="72" y="88"/>
                      <a:pt x="67" y="88"/>
                    </a:cubicBezTo>
                    <a:cubicBezTo>
                      <a:pt x="69" y="87"/>
                      <a:pt x="69" y="87"/>
                      <a:pt x="70" y="86"/>
                    </a:cubicBezTo>
                    <a:cubicBezTo>
                      <a:pt x="69" y="86"/>
                      <a:pt x="68" y="86"/>
                      <a:pt x="68" y="86"/>
                    </a:cubicBezTo>
                    <a:cubicBezTo>
                      <a:pt x="69" y="85"/>
                      <a:pt x="69" y="85"/>
                      <a:pt x="69" y="85"/>
                    </a:cubicBezTo>
                    <a:cubicBezTo>
                      <a:pt x="70" y="84"/>
                      <a:pt x="68" y="85"/>
                      <a:pt x="67" y="85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9" y="83"/>
                      <a:pt x="67" y="84"/>
                      <a:pt x="67" y="84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66" y="84"/>
                      <a:pt x="66" y="83"/>
                      <a:pt x="68" y="83"/>
                    </a:cubicBezTo>
                    <a:cubicBezTo>
                      <a:pt x="67" y="83"/>
                      <a:pt x="67" y="83"/>
                      <a:pt x="67" y="83"/>
                    </a:cubicBezTo>
                    <a:cubicBezTo>
                      <a:pt x="68" y="82"/>
                      <a:pt x="67" y="81"/>
                      <a:pt x="66" y="81"/>
                    </a:cubicBezTo>
                    <a:cubicBezTo>
                      <a:pt x="66" y="82"/>
                      <a:pt x="65" y="82"/>
                      <a:pt x="64" y="82"/>
                    </a:cubicBezTo>
                    <a:cubicBezTo>
                      <a:pt x="62" y="83"/>
                      <a:pt x="64" y="82"/>
                      <a:pt x="63" y="82"/>
                    </a:cubicBezTo>
                    <a:cubicBezTo>
                      <a:pt x="64" y="82"/>
                      <a:pt x="64" y="81"/>
                      <a:pt x="65" y="81"/>
                    </a:cubicBezTo>
                    <a:cubicBezTo>
                      <a:pt x="68" y="79"/>
                      <a:pt x="65" y="79"/>
                      <a:pt x="65" y="78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6" y="77"/>
                      <a:pt x="63" y="77"/>
                      <a:pt x="64" y="76"/>
                    </a:cubicBezTo>
                    <a:cubicBezTo>
                      <a:pt x="63" y="76"/>
                      <a:pt x="60" y="77"/>
                      <a:pt x="60" y="77"/>
                    </a:cubicBezTo>
                    <a:cubicBezTo>
                      <a:pt x="58" y="78"/>
                      <a:pt x="62" y="76"/>
                      <a:pt x="63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1" y="75"/>
                      <a:pt x="60" y="75"/>
                      <a:pt x="61" y="74"/>
                    </a:cubicBezTo>
                    <a:cubicBezTo>
                      <a:pt x="61" y="74"/>
                      <a:pt x="61" y="74"/>
                      <a:pt x="61" y="74"/>
                    </a:cubicBezTo>
                    <a:cubicBezTo>
                      <a:pt x="61" y="74"/>
                      <a:pt x="62" y="73"/>
                      <a:pt x="62" y="73"/>
                    </a:cubicBezTo>
                    <a:cubicBezTo>
                      <a:pt x="60" y="74"/>
                      <a:pt x="61" y="72"/>
                      <a:pt x="59" y="73"/>
                    </a:cubicBezTo>
                    <a:cubicBezTo>
                      <a:pt x="60" y="73"/>
                      <a:pt x="60" y="73"/>
                      <a:pt x="60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61" y="72"/>
                      <a:pt x="61" y="72"/>
                      <a:pt x="61" y="72"/>
                    </a:cubicBezTo>
                    <a:cubicBezTo>
                      <a:pt x="62" y="71"/>
                      <a:pt x="60" y="72"/>
                      <a:pt x="59" y="73"/>
                    </a:cubicBezTo>
                    <a:cubicBezTo>
                      <a:pt x="57" y="73"/>
                      <a:pt x="59" y="72"/>
                      <a:pt x="59" y="72"/>
                    </a:cubicBezTo>
                    <a:cubicBezTo>
                      <a:pt x="60" y="71"/>
                      <a:pt x="59" y="72"/>
                      <a:pt x="59" y="72"/>
                    </a:cubicBezTo>
                    <a:cubicBezTo>
                      <a:pt x="61" y="72"/>
                      <a:pt x="60" y="72"/>
                      <a:pt x="61" y="71"/>
                    </a:cubicBezTo>
                    <a:cubicBezTo>
                      <a:pt x="61" y="71"/>
                      <a:pt x="59" y="72"/>
                      <a:pt x="59" y="72"/>
                    </a:cubicBezTo>
                    <a:cubicBezTo>
                      <a:pt x="59" y="71"/>
                      <a:pt x="58" y="71"/>
                      <a:pt x="60" y="70"/>
                    </a:cubicBezTo>
                    <a:cubicBezTo>
                      <a:pt x="59" y="71"/>
                      <a:pt x="59" y="70"/>
                      <a:pt x="58" y="70"/>
                    </a:cubicBezTo>
                    <a:cubicBezTo>
                      <a:pt x="58" y="71"/>
                      <a:pt x="58" y="71"/>
                      <a:pt x="57" y="72"/>
                    </a:cubicBezTo>
                    <a:cubicBezTo>
                      <a:pt x="57" y="72"/>
                      <a:pt x="56" y="72"/>
                      <a:pt x="57" y="71"/>
                    </a:cubicBezTo>
                    <a:cubicBezTo>
                      <a:pt x="57" y="71"/>
                      <a:pt x="57" y="71"/>
                      <a:pt x="57" y="71"/>
                    </a:cubicBezTo>
                    <a:cubicBezTo>
                      <a:pt x="57" y="71"/>
                      <a:pt x="57" y="71"/>
                      <a:pt x="56" y="72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6" y="71"/>
                      <a:pt x="56" y="70"/>
                      <a:pt x="56" y="70"/>
                    </a:cubicBezTo>
                    <a:cubicBezTo>
                      <a:pt x="57" y="69"/>
                      <a:pt x="59" y="69"/>
                      <a:pt x="59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57" y="68"/>
                      <a:pt x="58" y="68"/>
                      <a:pt x="59" y="68"/>
                    </a:cubicBezTo>
                    <a:cubicBezTo>
                      <a:pt x="59" y="66"/>
                      <a:pt x="54" y="69"/>
                      <a:pt x="55" y="68"/>
                    </a:cubicBezTo>
                    <a:cubicBezTo>
                      <a:pt x="57" y="67"/>
                      <a:pt x="57" y="67"/>
                      <a:pt x="57" y="66"/>
                    </a:cubicBezTo>
                    <a:cubicBezTo>
                      <a:pt x="56" y="67"/>
                      <a:pt x="56" y="67"/>
                      <a:pt x="56" y="67"/>
                    </a:cubicBezTo>
                    <a:cubicBezTo>
                      <a:pt x="55" y="67"/>
                      <a:pt x="58" y="66"/>
                      <a:pt x="56" y="67"/>
                    </a:cubicBezTo>
                    <a:cubicBezTo>
                      <a:pt x="55" y="68"/>
                      <a:pt x="56" y="67"/>
                      <a:pt x="55" y="67"/>
                    </a:cubicBezTo>
                    <a:cubicBezTo>
                      <a:pt x="59" y="65"/>
                      <a:pt x="55" y="65"/>
                      <a:pt x="57" y="63"/>
                    </a:cubicBezTo>
                    <a:cubicBezTo>
                      <a:pt x="54" y="64"/>
                      <a:pt x="56" y="63"/>
                      <a:pt x="55" y="63"/>
                    </a:cubicBezTo>
                    <a:cubicBezTo>
                      <a:pt x="57" y="62"/>
                      <a:pt x="54" y="63"/>
                      <a:pt x="55" y="62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4" y="62"/>
                      <a:pt x="49" y="64"/>
                      <a:pt x="52" y="63"/>
                    </a:cubicBezTo>
                    <a:cubicBezTo>
                      <a:pt x="52" y="62"/>
                      <a:pt x="54" y="62"/>
                      <a:pt x="54" y="62"/>
                    </a:cubicBezTo>
                    <a:cubicBezTo>
                      <a:pt x="56" y="60"/>
                      <a:pt x="51" y="62"/>
                      <a:pt x="54" y="60"/>
                    </a:cubicBezTo>
                    <a:cubicBezTo>
                      <a:pt x="53" y="60"/>
                      <a:pt x="52" y="61"/>
                      <a:pt x="51" y="61"/>
                    </a:cubicBezTo>
                    <a:cubicBezTo>
                      <a:pt x="52" y="61"/>
                      <a:pt x="52" y="59"/>
                      <a:pt x="53" y="59"/>
                    </a:cubicBezTo>
                    <a:cubicBezTo>
                      <a:pt x="52" y="59"/>
                      <a:pt x="52" y="60"/>
                      <a:pt x="52" y="59"/>
                    </a:cubicBezTo>
                    <a:cubicBezTo>
                      <a:pt x="53" y="59"/>
                      <a:pt x="53" y="59"/>
                      <a:pt x="53" y="59"/>
                    </a:cubicBezTo>
                    <a:cubicBezTo>
                      <a:pt x="54" y="58"/>
                      <a:pt x="52" y="58"/>
                      <a:pt x="51" y="58"/>
                    </a:cubicBezTo>
                    <a:cubicBezTo>
                      <a:pt x="53" y="57"/>
                      <a:pt x="52" y="57"/>
                      <a:pt x="52" y="56"/>
                    </a:cubicBezTo>
                    <a:cubicBezTo>
                      <a:pt x="50" y="57"/>
                      <a:pt x="53" y="55"/>
                      <a:pt x="50" y="56"/>
                    </a:cubicBezTo>
                    <a:cubicBezTo>
                      <a:pt x="51" y="56"/>
                      <a:pt x="51" y="56"/>
                      <a:pt x="51" y="56"/>
                    </a:cubicBezTo>
                    <a:cubicBezTo>
                      <a:pt x="50" y="56"/>
                      <a:pt x="48" y="57"/>
                      <a:pt x="48" y="57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4"/>
                      <a:pt x="50" y="55"/>
                      <a:pt x="51" y="54"/>
                    </a:cubicBezTo>
                    <a:cubicBezTo>
                      <a:pt x="49" y="55"/>
                      <a:pt x="51" y="54"/>
                      <a:pt x="49" y="55"/>
                    </a:cubicBezTo>
                    <a:cubicBezTo>
                      <a:pt x="49" y="55"/>
                      <a:pt x="49" y="55"/>
                      <a:pt x="49" y="55"/>
                    </a:cubicBezTo>
                    <a:cubicBezTo>
                      <a:pt x="48" y="55"/>
                      <a:pt x="48" y="55"/>
                      <a:pt x="47" y="55"/>
                    </a:cubicBezTo>
                    <a:cubicBezTo>
                      <a:pt x="47" y="55"/>
                      <a:pt x="49" y="54"/>
                      <a:pt x="49" y="54"/>
                    </a:cubicBezTo>
                    <a:cubicBezTo>
                      <a:pt x="50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2"/>
                      <a:pt x="49" y="52"/>
                      <a:pt x="49" y="52"/>
                    </a:cubicBezTo>
                    <a:cubicBezTo>
                      <a:pt x="50" y="51"/>
                      <a:pt x="50" y="51"/>
                      <a:pt x="50" y="51"/>
                    </a:cubicBezTo>
                    <a:cubicBezTo>
                      <a:pt x="50" y="51"/>
                      <a:pt x="48" y="52"/>
                      <a:pt x="48" y="52"/>
                    </a:cubicBezTo>
                    <a:cubicBezTo>
                      <a:pt x="49" y="50"/>
                      <a:pt x="46" y="50"/>
                      <a:pt x="46" y="50"/>
                    </a:cubicBezTo>
                    <a:cubicBezTo>
                      <a:pt x="46" y="50"/>
                      <a:pt x="47" y="50"/>
                      <a:pt x="46" y="50"/>
                    </a:cubicBezTo>
                    <a:cubicBezTo>
                      <a:pt x="46" y="50"/>
                      <a:pt x="44" y="50"/>
                      <a:pt x="45" y="50"/>
                    </a:cubicBezTo>
                    <a:cubicBezTo>
                      <a:pt x="45" y="50"/>
                      <a:pt x="46" y="49"/>
                      <a:pt x="46" y="49"/>
                    </a:cubicBezTo>
                    <a:cubicBezTo>
                      <a:pt x="46" y="48"/>
                      <a:pt x="45" y="49"/>
                      <a:pt x="45" y="49"/>
                    </a:cubicBezTo>
                    <a:cubicBezTo>
                      <a:pt x="47" y="47"/>
                      <a:pt x="43" y="49"/>
                      <a:pt x="44" y="47"/>
                    </a:cubicBezTo>
                    <a:cubicBezTo>
                      <a:pt x="44" y="47"/>
                      <a:pt x="45" y="47"/>
                      <a:pt x="45" y="47"/>
                    </a:cubicBezTo>
                    <a:cubicBezTo>
                      <a:pt x="44" y="47"/>
                      <a:pt x="43" y="46"/>
                      <a:pt x="41" y="47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3" y="46"/>
                      <a:pt x="42" y="46"/>
                      <a:pt x="41" y="46"/>
                    </a:cubicBezTo>
                    <a:cubicBezTo>
                      <a:pt x="40" y="47"/>
                      <a:pt x="39" y="47"/>
                      <a:pt x="3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39" y="46"/>
                      <a:pt x="39" y="46"/>
                      <a:pt x="39" y="46"/>
                    </a:cubicBezTo>
                    <a:cubicBezTo>
                      <a:pt x="42" y="44"/>
                      <a:pt x="40" y="44"/>
                      <a:pt x="41" y="44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38" y="44"/>
                      <a:pt x="40" y="43"/>
                      <a:pt x="40" y="43"/>
                    </a:cubicBezTo>
                    <a:cubicBezTo>
                      <a:pt x="35" y="45"/>
                      <a:pt x="35" y="45"/>
                      <a:pt x="35" y="45"/>
                    </a:cubicBezTo>
                    <a:cubicBezTo>
                      <a:pt x="36" y="45"/>
                      <a:pt x="37" y="44"/>
                      <a:pt x="38" y="43"/>
                    </a:cubicBezTo>
                    <a:cubicBezTo>
                      <a:pt x="37" y="43"/>
                      <a:pt x="35" y="44"/>
                      <a:pt x="33" y="45"/>
                    </a:cubicBezTo>
                    <a:cubicBezTo>
                      <a:pt x="33" y="44"/>
                      <a:pt x="32" y="44"/>
                      <a:pt x="32" y="44"/>
                    </a:cubicBezTo>
                    <a:cubicBezTo>
                      <a:pt x="33" y="43"/>
                      <a:pt x="32" y="44"/>
                      <a:pt x="33" y="44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6" y="41"/>
                      <a:pt x="37" y="41"/>
                    </a:cubicBezTo>
                    <a:cubicBezTo>
                      <a:pt x="36" y="41"/>
                      <a:pt x="36" y="40"/>
                      <a:pt x="36" y="39"/>
                    </a:cubicBezTo>
                    <a:cubicBezTo>
                      <a:pt x="34" y="41"/>
                      <a:pt x="35" y="39"/>
                      <a:pt x="33" y="41"/>
                    </a:cubicBezTo>
                    <a:cubicBezTo>
                      <a:pt x="32" y="40"/>
                      <a:pt x="34" y="39"/>
                      <a:pt x="35" y="39"/>
                    </a:cubicBezTo>
                    <a:cubicBezTo>
                      <a:pt x="33" y="39"/>
                      <a:pt x="34" y="38"/>
                      <a:pt x="33" y="37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3" y="37"/>
                      <a:pt x="33" y="36"/>
                      <a:pt x="31" y="37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35"/>
                      <a:pt x="29" y="38"/>
                      <a:pt x="30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6"/>
                      <a:pt x="32" y="34"/>
                      <a:pt x="30" y="35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28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28" y="34"/>
                      <a:pt x="29" y="33"/>
                    </a:cubicBezTo>
                    <a:cubicBezTo>
                      <a:pt x="29" y="33"/>
                      <a:pt x="29" y="32"/>
                      <a:pt x="30" y="32"/>
                    </a:cubicBezTo>
                    <a:cubicBezTo>
                      <a:pt x="28" y="33"/>
                      <a:pt x="28" y="32"/>
                      <a:pt x="28" y="32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28" y="29"/>
                      <a:pt x="27" y="27"/>
                      <a:pt x="24" y="26"/>
                    </a:cubicBezTo>
                    <a:cubicBezTo>
                      <a:pt x="26" y="24"/>
                      <a:pt x="26" y="26"/>
                      <a:pt x="27" y="24"/>
                    </a:cubicBezTo>
                    <a:cubicBezTo>
                      <a:pt x="25" y="26"/>
                      <a:pt x="26" y="24"/>
                      <a:pt x="25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5" y="24"/>
                      <a:pt x="26" y="23"/>
                      <a:pt x="25" y="23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7" y="21"/>
                      <a:pt x="25" y="23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23" y="23"/>
                      <a:pt x="26" y="21"/>
                      <a:pt x="24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0"/>
                      <a:pt x="22" y="22"/>
                      <a:pt x="23" y="21"/>
                    </a:cubicBezTo>
                    <a:cubicBezTo>
                      <a:pt x="23" y="20"/>
                      <a:pt x="22" y="20"/>
                      <a:pt x="20" y="21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1" y="19"/>
                      <a:pt x="20" y="17"/>
                      <a:pt x="17" y="17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6" y="17"/>
                      <a:pt x="19" y="13"/>
                      <a:pt x="15" y="15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4" y="14"/>
                      <a:pt x="15" y="13"/>
                      <a:pt x="13" y="14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3"/>
                      <a:pt x="12" y="14"/>
                      <a:pt x="12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5" y="9"/>
                      <a:pt x="16" y="6"/>
                      <a:pt x="11" y="6"/>
                    </a:cubicBezTo>
                    <a:cubicBezTo>
                      <a:pt x="11" y="6"/>
                      <a:pt x="13" y="4"/>
                      <a:pt x="13" y="4"/>
                    </a:cubicBezTo>
                    <a:cubicBezTo>
                      <a:pt x="9" y="4"/>
                      <a:pt x="13" y="0"/>
                      <a:pt x="7" y="1"/>
                    </a:cubicBezTo>
                    <a:cubicBezTo>
                      <a:pt x="6" y="0"/>
                      <a:pt x="0" y="2"/>
                      <a:pt x="0" y="2"/>
                    </a:cubicBezTo>
                    <a:cubicBezTo>
                      <a:pt x="3" y="4"/>
                      <a:pt x="3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3" name="Freeform 128"/>
              <p:cNvSpPr/>
              <p:nvPr>
                <p:custDataLst>
                  <p:tags r:id="rId374"/>
                </p:custDataLst>
              </p:nvPr>
            </p:nvSpPr>
            <p:spPr bwMode="auto">
              <a:xfrm>
                <a:off x="3538" y="152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4" name="Freeform 129"/>
              <p:cNvSpPr/>
              <p:nvPr>
                <p:custDataLst>
                  <p:tags r:id="rId375"/>
                </p:custDataLst>
              </p:nvPr>
            </p:nvSpPr>
            <p:spPr bwMode="auto">
              <a:xfrm>
                <a:off x="3460" y="1407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5" name="Freeform 130"/>
              <p:cNvSpPr/>
              <p:nvPr>
                <p:custDataLst>
                  <p:tags r:id="rId376"/>
                </p:custDataLst>
              </p:nvPr>
            </p:nvSpPr>
            <p:spPr bwMode="auto">
              <a:xfrm>
                <a:off x="3445" y="1392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6" name="Freeform 131"/>
              <p:cNvSpPr/>
              <p:nvPr>
                <p:custDataLst>
                  <p:tags r:id="rId377"/>
                </p:custDataLst>
              </p:nvPr>
            </p:nvSpPr>
            <p:spPr bwMode="auto">
              <a:xfrm>
                <a:off x="3468" y="1405"/>
                <a:ext cx="4" cy="0"/>
              </a:xfrm>
              <a:custGeom>
                <a:avLst/>
                <a:gdLst>
                  <a:gd name="T0" fmla="*/ 2 w 2"/>
                  <a:gd name="T1" fmla="*/ 1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7" name="Freeform 132"/>
              <p:cNvSpPr/>
              <p:nvPr>
                <p:custDataLst>
                  <p:tags r:id="rId378"/>
                </p:custDataLst>
              </p:nvPr>
            </p:nvSpPr>
            <p:spPr bwMode="auto">
              <a:xfrm>
                <a:off x="3515" y="15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8" name="Freeform 133"/>
              <p:cNvSpPr/>
              <p:nvPr>
                <p:custDataLst>
                  <p:tags r:id="rId379"/>
                </p:custDataLst>
              </p:nvPr>
            </p:nvSpPr>
            <p:spPr bwMode="auto">
              <a:xfrm>
                <a:off x="3470" y="140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9" name="Freeform 134"/>
              <p:cNvSpPr/>
              <p:nvPr>
                <p:custDataLst>
                  <p:tags r:id="rId380"/>
                </p:custDataLst>
              </p:nvPr>
            </p:nvSpPr>
            <p:spPr bwMode="auto">
              <a:xfrm>
                <a:off x="3462" y="140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0" name="Freeform 135"/>
              <p:cNvSpPr/>
              <p:nvPr>
                <p:custDataLst>
                  <p:tags r:id="rId381"/>
                </p:custDataLst>
              </p:nvPr>
            </p:nvSpPr>
            <p:spPr bwMode="auto">
              <a:xfrm>
                <a:off x="3909" y="1416"/>
                <a:ext cx="11" cy="2"/>
              </a:xfrm>
              <a:custGeom>
                <a:avLst/>
                <a:gdLst>
                  <a:gd name="T0" fmla="*/ 1 w 5"/>
                  <a:gd name="T1" fmla="*/ 1 h 1"/>
                  <a:gd name="T2" fmla="*/ 0 w 5"/>
                  <a:gd name="T3" fmla="*/ 1 h 1"/>
                  <a:gd name="T4" fmla="*/ 2 w 5"/>
                  <a:gd name="T5" fmla="*/ 1 h 1"/>
                  <a:gd name="T6" fmla="*/ 3 w 5"/>
                  <a:gd name="T7" fmla="*/ 1 h 1"/>
                  <a:gd name="T8" fmla="*/ 5 w 5"/>
                  <a:gd name="T9" fmla="*/ 0 h 1"/>
                  <a:gd name="T10" fmla="*/ 1 w 5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3" y="1"/>
                      <a:pt x="4" y="1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4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1" name="Freeform 136"/>
              <p:cNvSpPr/>
              <p:nvPr>
                <p:custDataLst>
                  <p:tags r:id="rId382"/>
                </p:custDataLst>
              </p:nvPr>
            </p:nvSpPr>
            <p:spPr bwMode="auto">
              <a:xfrm>
                <a:off x="4491" y="138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2" name="Freeform 137"/>
              <p:cNvSpPr/>
              <p:nvPr>
                <p:custDataLst>
                  <p:tags r:id="rId383"/>
                </p:custDataLst>
              </p:nvPr>
            </p:nvSpPr>
            <p:spPr bwMode="auto">
              <a:xfrm>
                <a:off x="4368" y="1484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3" name="Freeform 138"/>
              <p:cNvSpPr/>
              <p:nvPr>
                <p:custDataLst>
                  <p:tags r:id="rId384"/>
                </p:custDataLst>
              </p:nvPr>
            </p:nvSpPr>
            <p:spPr bwMode="auto">
              <a:xfrm>
                <a:off x="4504" y="137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4" name="Freeform 139"/>
              <p:cNvSpPr/>
              <p:nvPr>
                <p:custDataLst>
                  <p:tags r:id="rId385"/>
                </p:custDataLst>
              </p:nvPr>
            </p:nvSpPr>
            <p:spPr bwMode="auto">
              <a:xfrm>
                <a:off x="4506" y="138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5" name="Freeform 140"/>
              <p:cNvSpPr/>
              <p:nvPr>
                <p:custDataLst>
                  <p:tags r:id="rId386"/>
                </p:custDataLst>
              </p:nvPr>
            </p:nvSpPr>
            <p:spPr bwMode="auto">
              <a:xfrm>
                <a:off x="4368" y="14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6" name="Freeform 141"/>
              <p:cNvSpPr/>
              <p:nvPr>
                <p:custDataLst>
                  <p:tags r:id="rId387"/>
                </p:custDataLst>
              </p:nvPr>
            </p:nvSpPr>
            <p:spPr bwMode="auto">
              <a:xfrm>
                <a:off x="4364" y="148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7" name="Freeform 142"/>
              <p:cNvSpPr/>
              <p:nvPr>
                <p:custDataLst>
                  <p:tags r:id="rId388"/>
                </p:custDataLst>
              </p:nvPr>
            </p:nvSpPr>
            <p:spPr bwMode="auto">
              <a:xfrm>
                <a:off x="4368" y="1492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8" name="Freeform 143"/>
              <p:cNvSpPr/>
              <p:nvPr>
                <p:custDataLst>
                  <p:tags r:id="rId389"/>
                </p:custDataLst>
              </p:nvPr>
            </p:nvSpPr>
            <p:spPr bwMode="auto">
              <a:xfrm>
                <a:off x="4487" y="1388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9" name="Freeform 144"/>
              <p:cNvSpPr/>
              <p:nvPr>
                <p:custDataLst>
                  <p:tags r:id="rId390"/>
                </p:custDataLst>
              </p:nvPr>
            </p:nvSpPr>
            <p:spPr bwMode="auto">
              <a:xfrm>
                <a:off x="4514" y="138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0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0" name="Freeform 145"/>
              <p:cNvSpPr/>
              <p:nvPr>
                <p:custDataLst>
                  <p:tags r:id="rId391"/>
                </p:custDataLst>
              </p:nvPr>
            </p:nvSpPr>
            <p:spPr bwMode="auto">
              <a:xfrm>
                <a:off x="4548" y="1397"/>
                <a:ext cx="2" cy="6"/>
              </a:xfrm>
              <a:custGeom>
                <a:avLst/>
                <a:gdLst>
                  <a:gd name="T0" fmla="*/ 0 w 1"/>
                  <a:gd name="T1" fmla="*/ 0 h 3"/>
                  <a:gd name="T2" fmla="*/ 1 w 1"/>
                  <a:gd name="T3" fmla="*/ 3 h 3"/>
                  <a:gd name="T4" fmla="*/ 0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1" y="2"/>
                      <a:pt x="1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1" name="Freeform 146"/>
              <p:cNvSpPr/>
              <p:nvPr>
                <p:custDataLst>
                  <p:tags r:id="rId392"/>
                </p:custDataLst>
              </p:nvPr>
            </p:nvSpPr>
            <p:spPr bwMode="auto">
              <a:xfrm>
                <a:off x="4550" y="1399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2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2" name="Freeform 147"/>
              <p:cNvSpPr/>
              <p:nvPr>
                <p:custDataLst>
                  <p:tags r:id="rId393"/>
                </p:custDataLst>
              </p:nvPr>
            </p:nvSpPr>
            <p:spPr bwMode="auto">
              <a:xfrm>
                <a:off x="4521" y="138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3" name="Freeform 148"/>
              <p:cNvSpPr/>
              <p:nvPr>
                <p:custDataLst>
                  <p:tags r:id="rId394"/>
                </p:custDataLst>
              </p:nvPr>
            </p:nvSpPr>
            <p:spPr bwMode="auto">
              <a:xfrm>
                <a:off x="4516" y="1378"/>
                <a:ext cx="5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2 h 4"/>
                  <a:gd name="T4" fmla="*/ 0 w 2"/>
                  <a:gd name="T5" fmla="*/ 2 h 4"/>
                  <a:gd name="T6" fmla="*/ 0 w 2"/>
                  <a:gd name="T7" fmla="*/ 0 h 4"/>
                  <a:gd name="T8" fmla="*/ 2 w 2"/>
                  <a:gd name="T9" fmla="*/ 4 h 4"/>
                  <a:gd name="T10" fmla="*/ 2 w 2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0" y="1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1" y="3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4" name="Freeform 149"/>
              <p:cNvSpPr/>
              <p:nvPr>
                <p:custDataLst>
                  <p:tags r:id="rId395"/>
                </p:custDataLst>
              </p:nvPr>
            </p:nvSpPr>
            <p:spPr bwMode="auto">
              <a:xfrm>
                <a:off x="4519" y="138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5" name="Freeform 150"/>
              <p:cNvSpPr/>
              <p:nvPr>
                <p:custDataLst>
                  <p:tags r:id="rId396"/>
                </p:custDataLst>
              </p:nvPr>
            </p:nvSpPr>
            <p:spPr bwMode="auto">
              <a:xfrm>
                <a:off x="3876" y="13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6" name="Freeform 151"/>
              <p:cNvSpPr/>
              <p:nvPr>
                <p:custDataLst>
                  <p:tags r:id="rId397"/>
                </p:custDataLst>
              </p:nvPr>
            </p:nvSpPr>
            <p:spPr bwMode="auto">
              <a:xfrm>
                <a:off x="4465" y="1920"/>
                <a:ext cx="5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7" name="Freeform 152"/>
              <p:cNvSpPr/>
              <p:nvPr>
                <p:custDataLst>
                  <p:tags r:id="rId398"/>
                </p:custDataLst>
              </p:nvPr>
            </p:nvSpPr>
            <p:spPr bwMode="auto">
              <a:xfrm>
                <a:off x="4468" y="1918"/>
                <a:ext cx="6" cy="5"/>
              </a:xfrm>
              <a:custGeom>
                <a:avLst/>
                <a:gdLst>
                  <a:gd name="T0" fmla="*/ 0 w 3"/>
                  <a:gd name="T1" fmla="*/ 0 h 2"/>
                  <a:gd name="T2" fmla="*/ 3 w 3"/>
                  <a:gd name="T3" fmla="*/ 2 h 2"/>
                  <a:gd name="T4" fmla="*/ 0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3" y="2"/>
                      <a:pt x="3" y="2"/>
                      <a:pt x="3" y="2"/>
                    </a:cubicBezTo>
                    <a:cubicBezTo>
                      <a:pt x="2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8" name="Freeform 153"/>
              <p:cNvSpPr/>
              <p:nvPr>
                <p:custDataLst>
                  <p:tags r:id="rId399"/>
                </p:custDataLst>
              </p:nvPr>
            </p:nvSpPr>
            <p:spPr bwMode="auto">
              <a:xfrm>
                <a:off x="3912" y="1286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1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1"/>
                      <a:pt x="0" y="1"/>
                      <a:pt x="1" y="1"/>
                    </a:cubicBezTo>
                    <a:cubicBezTo>
                      <a:pt x="1" y="0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9" name="Freeform 154"/>
              <p:cNvSpPr/>
              <p:nvPr>
                <p:custDataLst>
                  <p:tags r:id="rId400"/>
                </p:custDataLst>
              </p:nvPr>
            </p:nvSpPr>
            <p:spPr bwMode="auto">
              <a:xfrm>
                <a:off x="3876" y="132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0" name="Rectangle 155"/>
              <p:cNvSpPr>
                <a:spLocks noChangeArrowheads="1"/>
              </p:cNvSpPr>
              <p:nvPr>
                <p:custDataLst>
                  <p:tags r:id="rId401"/>
                </p:custDataLst>
              </p:nvPr>
            </p:nvSpPr>
            <p:spPr bwMode="auto">
              <a:xfrm>
                <a:off x="4402" y="1454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1" name="Freeform 156"/>
              <p:cNvSpPr/>
              <p:nvPr>
                <p:custDataLst>
                  <p:tags r:id="rId402"/>
                </p:custDataLst>
              </p:nvPr>
            </p:nvSpPr>
            <p:spPr bwMode="auto">
              <a:xfrm>
                <a:off x="4546" y="1401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2" name="Freeform 157"/>
              <p:cNvSpPr/>
              <p:nvPr>
                <p:custDataLst>
                  <p:tags r:id="rId403"/>
                </p:custDataLst>
              </p:nvPr>
            </p:nvSpPr>
            <p:spPr bwMode="auto">
              <a:xfrm>
                <a:off x="3914" y="129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3" name="Freeform 158"/>
              <p:cNvSpPr/>
              <p:nvPr>
                <p:custDataLst>
                  <p:tags r:id="rId404"/>
                </p:custDataLst>
              </p:nvPr>
            </p:nvSpPr>
            <p:spPr bwMode="auto">
              <a:xfrm>
                <a:off x="4423" y="14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4" name="Freeform 159"/>
              <p:cNvSpPr/>
              <p:nvPr>
                <p:custDataLst>
                  <p:tags r:id="rId405"/>
                </p:custDataLst>
              </p:nvPr>
            </p:nvSpPr>
            <p:spPr bwMode="auto">
              <a:xfrm>
                <a:off x="4465" y="1456"/>
                <a:ext cx="3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5" name="Freeform 160"/>
              <p:cNvSpPr/>
              <p:nvPr>
                <p:custDataLst>
                  <p:tags r:id="rId406"/>
                </p:custDataLst>
              </p:nvPr>
            </p:nvSpPr>
            <p:spPr bwMode="auto">
              <a:xfrm>
                <a:off x="4355" y="1509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2 h 4"/>
                  <a:gd name="T4" fmla="*/ 4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0" y="2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6" name="Freeform 161"/>
              <p:cNvSpPr/>
              <p:nvPr>
                <p:custDataLst>
                  <p:tags r:id="rId407"/>
                </p:custDataLst>
              </p:nvPr>
            </p:nvSpPr>
            <p:spPr bwMode="auto">
              <a:xfrm>
                <a:off x="4383" y="14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7" name="Freeform 162"/>
              <p:cNvSpPr/>
              <p:nvPr>
                <p:custDataLst>
                  <p:tags r:id="rId408"/>
                </p:custDataLst>
              </p:nvPr>
            </p:nvSpPr>
            <p:spPr bwMode="auto">
              <a:xfrm>
                <a:off x="4287" y="1378"/>
                <a:ext cx="261" cy="237"/>
              </a:xfrm>
              <a:custGeom>
                <a:avLst/>
                <a:gdLst>
                  <a:gd name="T0" fmla="*/ 27 w 123"/>
                  <a:gd name="T1" fmla="*/ 92 h 112"/>
                  <a:gd name="T2" fmla="*/ 33 w 123"/>
                  <a:gd name="T3" fmla="*/ 85 h 112"/>
                  <a:gd name="T4" fmla="*/ 52 w 123"/>
                  <a:gd name="T5" fmla="*/ 57 h 112"/>
                  <a:gd name="T6" fmla="*/ 61 w 123"/>
                  <a:gd name="T7" fmla="*/ 52 h 112"/>
                  <a:gd name="T8" fmla="*/ 69 w 123"/>
                  <a:gd name="T9" fmla="*/ 49 h 112"/>
                  <a:gd name="T10" fmla="*/ 81 w 123"/>
                  <a:gd name="T11" fmla="*/ 39 h 112"/>
                  <a:gd name="T12" fmla="*/ 89 w 123"/>
                  <a:gd name="T13" fmla="*/ 34 h 112"/>
                  <a:gd name="T14" fmla="*/ 100 w 123"/>
                  <a:gd name="T15" fmla="*/ 25 h 112"/>
                  <a:gd name="T16" fmla="*/ 105 w 123"/>
                  <a:gd name="T17" fmla="*/ 17 h 112"/>
                  <a:gd name="T18" fmla="*/ 115 w 123"/>
                  <a:gd name="T19" fmla="*/ 15 h 112"/>
                  <a:gd name="T20" fmla="*/ 119 w 123"/>
                  <a:gd name="T21" fmla="*/ 14 h 112"/>
                  <a:gd name="T22" fmla="*/ 121 w 123"/>
                  <a:gd name="T23" fmla="*/ 8 h 112"/>
                  <a:gd name="T24" fmla="*/ 122 w 123"/>
                  <a:gd name="T25" fmla="*/ 7 h 112"/>
                  <a:gd name="T26" fmla="*/ 118 w 123"/>
                  <a:gd name="T27" fmla="*/ 7 h 112"/>
                  <a:gd name="T28" fmla="*/ 113 w 123"/>
                  <a:gd name="T29" fmla="*/ 5 h 112"/>
                  <a:gd name="T30" fmla="*/ 107 w 123"/>
                  <a:gd name="T31" fmla="*/ 4 h 112"/>
                  <a:gd name="T32" fmla="*/ 106 w 123"/>
                  <a:gd name="T33" fmla="*/ 3 h 112"/>
                  <a:gd name="T34" fmla="*/ 102 w 123"/>
                  <a:gd name="T35" fmla="*/ 4 h 112"/>
                  <a:gd name="T36" fmla="*/ 101 w 123"/>
                  <a:gd name="T37" fmla="*/ 4 h 112"/>
                  <a:gd name="T38" fmla="*/ 99 w 123"/>
                  <a:gd name="T39" fmla="*/ 2 h 112"/>
                  <a:gd name="T40" fmla="*/ 98 w 123"/>
                  <a:gd name="T41" fmla="*/ 9 h 112"/>
                  <a:gd name="T42" fmla="*/ 96 w 123"/>
                  <a:gd name="T43" fmla="*/ 8 h 112"/>
                  <a:gd name="T44" fmla="*/ 93 w 123"/>
                  <a:gd name="T45" fmla="*/ 7 h 112"/>
                  <a:gd name="T46" fmla="*/ 91 w 123"/>
                  <a:gd name="T47" fmla="*/ 7 h 112"/>
                  <a:gd name="T48" fmla="*/ 89 w 123"/>
                  <a:gd name="T49" fmla="*/ 10 h 112"/>
                  <a:gd name="T50" fmla="*/ 87 w 123"/>
                  <a:gd name="T51" fmla="*/ 10 h 112"/>
                  <a:gd name="T52" fmla="*/ 89 w 123"/>
                  <a:gd name="T53" fmla="*/ 18 h 112"/>
                  <a:gd name="T54" fmla="*/ 85 w 123"/>
                  <a:gd name="T55" fmla="*/ 12 h 112"/>
                  <a:gd name="T56" fmla="*/ 78 w 123"/>
                  <a:gd name="T57" fmla="*/ 16 h 112"/>
                  <a:gd name="T58" fmla="*/ 75 w 123"/>
                  <a:gd name="T59" fmla="*/ 18 h 112"/>
                  <a:gd name="T60" fmla="*/ 75 w 123"/>
                  <a:gd name="T61" fmla="*/ 24 h 112"/>
                  <a:gd name="T62" fmla="*/ 67 w 123"/>
                  <a:gd name="T63" fmla="*/ 25 h 112"/>
                  <a:gd name="T64" fmla="*/ 65 w 123"/>
                  <a:gd name="T65" fmla="*/ 29 h 112"/>
                  <a:gd name="T66" fmla="*/ 64 w 123"/>
                  <a:gd name="T67" fmla="*/ 29 h 112"/>
                  <a:gd name="T68" fmla="*/ 64 w 123"/>
                  <a:gd name="T69" fmla="*/ 32 h 112"/>
                  <a:gd name="T70" fmla="*/ 60 w 123"/>
                  <a:gd name="T71" fmla="*/ 30 h 112"/>
                  <a:gd name="T72" fmla="*/ 59 w 123"/>
                  <a:gd name="T73" fmla="*/ 34 h 112"/>
                  <a:gd name="T74" fmla="*/ 55 w 123"/>
                  <a:gd name="T75" fmla="*/ 39 h 112"/>
                  <a:gd name="T76" fmla="*/ 50 w 123"/>
                  <a:gd name="T77" fmla="*/ 39 h 112"/>
                  <a:gd name="T78" fmla="*/ 47 w 123"/>
                  <a:gd name="T79" fmla="*/ 43 h 112"/>
                  <a:gd name="T80" fmla="*/ 45 w 123"/>
                  <a:gd name="T81" fmla="*/ 45 h 112"/>
                  <a:gd name="T82" fmla="*/ 44 w 123"/>
                  <a:gd name="T83" fmla="*/ 45 h 112"/>
                  <a:gd name="T84" fmla="*/ 42 w 123"/>
                  <a:gd name="T85" fmla="*/ 48 h 112"/>
                  <a:gd name="T86" fmla="*/ 39 w 123"/>
                  <a:gd name="T87" fmla="*/ 54 h 112"/>
                  <a:gd name="T88" fmla="*/ 38 w 123"/>
                  <a:gd name="T89" fmla="*/ 56 h 112"/>
                  <a:gd name="T90" fmla="*/ 38 w 123"/>
                  <a:gd name="T91" fmla="*/ 63 h 112"/>
                  <a:gd name="T92" fmla="*/ 34 w 123"/>
                  <a:gd name="T93" fmla="*/ 65 h 112"/>
                  <a:gd name="T94" fmla="*/ 30 w 123"/>
                  <a:gd name="T95" fmla="*/ 69 h 112"/>
                  <a:gd name="T96" fmla="*/ 27 w 123"/>
                  <a:gd name="T97" fmla="*/ 71 h 112"/>
                  <a:gd name="T98" fmla="*/ 19 w 123"/>
                  <a:gd name="T99" fmla="*/ 78 h 112"/>
                  <a:gd name="T100" fmla="*/ 17 w 123"/>
                  <a:gd name="T101" fmla="*/ 80 h 112"/>
                  <a:gd name="T102" fmla="*/ 13 w 123"/>
                  <a:gd name="T103" fmla="*/ 88 h 112"/>
                  <a:gd name="T104" fmla="*/ 12 w 123"/>
                  <a:gd name="T105" fmla="*/ 95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3" h="112">
                    <a:moveTo>
                      <a:pt x="9" y="112"/>
                    </a:moveTo>
                    <a:cubicBezTo>
                      <a:pt x="9" y="108"/>
                      <a:pt x="13" y="106"/>
                      <a:pt x="17" y="105"/>
                    </a:cubicBezTo>
                    <a:cubicBezTo>
                      <a:pt x="17" y="104"/>
                      <a:pt x="17" y="102"/>
                      <a:pt x="18" y="102"/>
                    </a:cubicBezTo>
                    <a:cubicBezTo>
                      <a:pt x="20" y="98"/>
                      <a:pt x="27" y="98"/>
                      <a:pt x="28" y="93"/>
                    </a:cubicBezTo>
                    <a:cubicBezTo>
                      <a:pt x="27" y="93"/>
                      <a:pt x="27" y="92"/>
                      <a:pt x="26" y="91"/>
                    </a:cubicBezTo>
                    <a:cubicBezTo>
                      <a:pt x="27" y="92"/>
                      <a:pt x="27" y="92"/>
                      <a:pt x="27" y="92"/>
                    </a:cubicBezTo>
                    <a:cubicBezTo>
                      <a:pt x="26" y="91"/>
                      <a:pt x="26" y="91"/>
                      <a:pt x="26" y="91"/>
                    </a:cubicBezTo>
                    <a:cubicBezTo>
                      <a:pt x="26" y="90"/>
                      <a:pt x="28" y="92"/>
                      <a:pt x="28" y="92"/>
                    </a:cubicBezTo>
                    <a:cubicBezTo>
                      <a:pt x="29" y="91"/>
                      <a:pt x="29" y="89"/>
                      <a:pt x="31" y="88"/>
                    </a:cubicBezTo>
                    <a:cubicBezTo>
                      <a:pt x="29" y="86"/>
                      <a:pt x="31" y="87"/>
                      <a:pt x="29" y="85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30" y="84"/>
                      <a:pt x="30" y="84"/>
                      <a:pt x="33" y="85"/>
                    </a:cubicBezTo>
                    <a:cubicBezTo>
                      <a:pt x="38" y="83"/>
                      <a:pt x="40" y="79"/>
                      <a:pt x="43" y="76"/>
                    </a:cubicBezTo>
                    <a:cubicBezTo>
                      <a:pt x="46" y="72"/>
                      <a:pt x="48" y="68"/>
                      <a:pt x="52" y="64"/>
                    </a:cubicBezTo>
                    <a:cubicBezTo>
                      <a:pt x="50" y="61"/>
                      <a:pt x="52" y="61"/>
                      <a:pt x="5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58"/>
                      <a:pt x="52" y="59"/>
                      <a:pt x="54" y="59"/>
                    </a:cubicBezTo>
                    <a:cubicBezTo>
                      <a:pt x="53" y="58"/>
                      <a:pt x="54" y="59"/>
                      <a:pt x="52" y="57"/>
                    </a:cubicBezTo>
                    <a:cubicBezTo>
                      <a:pt x="51" y="56"/>
                      <a:pt x="55" y="59"/>
                      <a:pt x="54" y="58"/>
                    </a:cubicBezTo>
                    <a:cubicBezTo>
                      <a:pt x="55" y="59"/>
                      <a:pt x="53" y="57"/>
                      <a:pt x="54" y="58"/>
                    </a:cubicBezTo>
                    <a:cubicBezTo>
                      <a:pt x="53" y="55"/>
                      <a:pt x="55" y="59"/>
                      <a:pt x="57" y="59"/>
                    </a:cubicBezTo>
                    <a:cubicBezTo>
                      <a:pt x="58" y="57"/>
                      <a:pt x="58" y="54"/>
                      <a:pt x="61" y="54"/>
                    </a:cubicBezTo>
                    <a:cubicBezTo>
                      <a:pt x="61" y="54"/>
                      <a:pt x="60" y="52"/>
                      <a:pt x="60" y="52"/>
                    </a:cubicBezTo>
                    <a:cubicBezTo>
                      <a:pt x="62" y="55"/>
                      <a:pt x="60" y="51"/>
                      <a:pt x="61" y="52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3" y="54"/>
                      <a:pt x="63" y="51"/>
                      <a:pt x="64" y="52"/>
                    </a:cubicBezTo>
                    <a:cubicBezTo>
                      <a:pt x="64" y="50"/>
                      <a:pt x="67" y="52"/>
                      <a:pt x="66" y="50"/>
                    </a:cubicBezTo>
                    <a:cubicBezTo>
                      <a:pt x="67" y="52"/>
                      <a:pt x="67" y="51"/>
                      <a:pt x="68" y="51"/>
                    </a:cubicBezTo>
                    <a:cubicBezTo>
                      <a:pt x="66" y="48"/>
                      <a:pt x="70" y="51"/>
                      <a:pt x="69" y="49"/>
                    </a:cubicBezTo>
                    <a:cubicBezTo>
                      <a:pt x="69" y="49"/>
                      <a:pt x="69" y="49"/>
                      <a:pt x="69" y="49"/>
                    </a:cubicBezTo>
                    <a:cubicBezTo>
                      <a:pt x="71" y="48"/>
                      <a:pt x="73" y="47"/>
                      <a:pt x="74" y="44"/>
                    </a:cubicBezTo>
                    <a:cubicBezTo>
                      <a:pt x="75" y="43"/>
                      <a:pt x="78" y="45"/>
                      <a:pt x="79" y="42"/>
                    </a:cubicBezTo>
                    <a:cubicBezTo>
                      <a:pt x="78" y="41"/>
                      <a:pt x="78" y="41"/>
                      <a:pt x="78" y="41"/>
                    </a:cubicBezTo>
                    <a:cubicBezTo>
                      <a:pt x="78" y="41"/>
                      <a:pt x="79" y="42"/>
                      <a:pt x="79" y="42"/>
                    </a:cubicBezTo>
                    <a:cubicBezTo>
                      <a:pt x="79" y="40"/>
                      <a:pt x="81" y="41"/>
                      <a:pt x="81" y="41"/>
                    </a:cubicBezTo>
                    <a:cubicBezTo>
                      <a:pt x="81" y="40"/>
                      <a:pt x="81" y="40"/>
                      <a:pt x="81" y="39"/>
                    </a:cubicBezTo>
                    <a:cubicBezTo>
                      <a:pt x="83" y="41"/>
                      <a:pt x="82" y="37"/>
                      <a:pt x="84" y="38"/>
                    </a:cubicBezTo>
                    <a:cubicBezTo>
                      <a:pt x="82" y="36"/>
                      <a:pt x="84" y="37"/>
                      <a:pt x="84" y="36"/>
                    </a:cubicBezTo>
                    <a:cubicBezTo>
                      <a:pt x="84" y="36"/>
                      <a:pt x="84" y="36"/>
                      <a:pt x="85" y="37"/>
                    </a:cubicBezTo>
                    <a:cubicBezTo>
                      <a:pt x="85" y="36"/>
                      <a:pt x="85" y="36"/>
                      <a:pt x="87" y="36"/>
                    </a:cubicBezTo>
                    <a:cubicBezTo>
                      <a:pt x="87" y="36"/>
                      <a:pt x="86" y="34"/>
                      <a:pt x="87" y="34"/>
                    </a:cubicBezTo>
                    <a:cubicBezTo>
                      <a:pt x="88" y="36"/>
                      <a:pt x="88" y="34"/>
                      <a:pt x="89" y="34"/>
                    </a:cubicBezTo>
                    <a:cubicBezTo>
                      <a:pt x="87" y="32"/>
                      <a:pt x="87" y="31"/>
                      <a:pt x="88" y="31"/>
                    </a:cubicBezTo>
                    <a:cubicBezTo>
                      <a:pt x="89" y="34"/>
                      <a:pt x="89" y="34"/>
                      <a:pt x="89" y="34"/>
                    </a:cubicBezTo>
                    <a:cubicBezTo>
                      <a:pt x="90" y="31"/>
                      <a:pt x="93" y="33"/>
                      <a:pt x="93" y="29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5" y="28"/>
                      <a:pt x="98" y="29"/>
                      <a:pt x="98" y="25"/>
                    </a:cubicBezTo>
                    <a:cubicBezTo>
                      <a:pt x="99" y="25"/>
                      <a:pt x="100" y="26"/>
                      <a:pt x="100" y="25"/>
                    </a:cubicBezTo>
                    <a:cubicBezTo>
                      <a:pt x="100" y="24"/>
                      <a:pt x="101" y="24"/>
                      <a:pt x="100" y="22"/>
                    </a:cubicBezTo>
                    <a:cubicBezTo>
                      <a:pt x="100" y="21"/>
                      <a:pt x="101" y="22"/>
                      <a:pt x="101" y="23"/>
                    </a:cubicBezTo>
                    <a:cubicBezTo>
                      <a:pt x="102" y="23"/>
                      <a:pt x="104" y="25"/>
                      <a:pt x="103" y="22"/>
                    </a:cubicBezTo>
                    <a:cubicBezTo>
                      <a:pt x="104" y="23"/>
                      <a:pt x="104" y="23"/>
                      <a:pt x="104" y="23"/>
                    </a:cubicBezTo>
                    <a:cubicBezTo>
                      <a:pt x="104" y="22"/>
                      <a:pt x="104" y="20"/>
                      <a:pt x="106" y="21"/>
                    </a:cubicBezTo>
                    <a:cubicBezTo>
                      <a:pt x="105" y="19"/>
                      <a:pt x="106" y="19"/>
                      <a:pt x="105" y="17"/>
                    </a:cubicBezTo>
                    <a:cubicBezTo>
                      <a:pt x="105" y="17"/>
                      <a:pt x="106" y="19"/>
                      <a:pt x="106" y="18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8" y="20"/>
                      <a:pt x="109" y="18"/>
                      <a:pt x="110" y="16"/>
                    </a:cubicBezTo>
                    <a:cubicBezTo>
                      <a:pt x="112" y="19"/>
                      <a:pt x="112" y="16"/>
                      <a:pt x="113" y="17"/>
                    </a:cubicBezTo>
                    <a:cubicBezTo>
                      <a:pt x="113" y="15"/>
                      <a:pt x="115" y="17"/>
                      <a:pt x="114" y="14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5" y="15"/>
                      <a:pt x="116" y="15"/>
                      <a:pt x="117" y="15"/>
                    </a:cubicBezTo>
                    <a:cubicBezTo>
                      <a:pt x="118" y="16"/>
                      <a:pt x="118" y="14"/>
                      <a:pt x="118" y="13"/>
                    </a:cubicBezTo>
                    <a:cubicBezTo>
                      <a:pt x="118" y="14"/>
                      <a:pt x="118" y="14"/>
                      <a:pt x="118" y="14"/>
                    </a:cubicBezTo>
                    <a:cubicBezTo>
                      <a:pt x="118" y="13"/>
                      <a:pt x="118" y="11"/>
                      <a:pt x="118" y="9"/>
                    </a:cubicBezTo>
                    <a:cubicBezTo>
                      <a:pt x="119" y="10"/>
                      <a:pt x="118" y="9"/>
                      <a:pt x="119" y="10"/>
                    </a:cubicBezTo>
                    <a:cubicBezTo>
                      <a:pt x="119" y="11"/>
                      <a:pt x="119" y="13"/>
                      <a:pt x="119" y="14"/>
                    </a:cubicBezTo>
                    <a:cubicBezTo>
                      <a:pt x="120" y="15"/>
                      <a:pt x="119" y="11"/>
                      <a:pt x="120" y="13"/>
                    </a:cubicBezTo>
                    <a:cubicBezTo>
                      <a:pt x="121" y="14"/>
                      <a:pt x="121" y="13"/>
                      <a:pt x="121" y="11"/>
                    </a:cubicBezTo>
                    <a:cubicBezTo>
                      <a:pt x="121" y="12"/>
                      <a:pt x="121" y="12"/>
                      <a:pt x="121" y="13"/>
                    </a:cubicBezTo>
                    <a:cubicBezTo>
                      <a:pt x="122" y="13"/>
                      <a:pt x="122" y="13"/>
                      <a:pt x="122" y="12"/>
                    </a:cubicBezTo>
                    <a:cubicBezTo>
                      <a:pt x="122" y="12"/>
                      <a:pt x="122" y="12"/>
                      <a:pt x="122" y="12"/>
                    </a:cubicBezTo>
                    <a:cubicBezTo>
                      <a:pt x="122" y="10"/>
                      <a:pt x="122" y="10"/>
                      <a:pt x="121" y="8"/>
                    </a:cubicBezTo>
                    <a:cubicBezTo>
                      <a:pt x="121" y="9"/>
                      <a:pt x="121" y="9"/>
                      <a:pt x="121" y="9"/>
                    </a:cubicBezTo>
                    <a:cubicBezTo>
                      <a:pt x="121" y="7"/>
                      <a:pt x="121" y="7"/>
                      <a:pt x="122" y="8"/>
                    </a:cubicBezTo>
                    <a:cubicBezTo>
                      <a:pt x="122" y="10"/>
                      <a:pt x="122" y="11"/>
                      <a:pt x="122" y="11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23" y="9"/>
                      <a:pt x="122" y="8"/>
                      <a:pt x="122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6"/>
                      <a:pt x="122" y="6"/>
                      <a:pt x="122" y="6"/>
                    </a:cubicBezTo>
                    <a:cubicBezTo>
                      <a:pt x="121" y="7"/>
                      <a:pt x="120" y="5"/>
                      <a:pt x="120" y="7"/>
                    </a:cubicBezTo>
                    <a:cubicBezTo>
                      <a:pt x="120" y="8"/>
                      <a:pt x="120" y="8"/>
                      <a:pt x="120" y="8"/>
                    </a:cubicBezTo>
                    <a:cubicBezTo>
                      <a:pt x="120" y="8"/>
                      <a:pt x="120" y="11"/>
                      <a:pt x="119" y="9"/>
                    </a:cubicBezTo>
                    <a:cubicBezTo>
                      <a:pt x="119" y="7"/>
                      <a:pt x="119" y="7"/>
                      <a:pt x="119" y="7"/>
                    </a:cubicBezTo>
                    <a:cubicBezTo>
                      <a:pt x="119" y="7"/>
                      <a:pt x="119" y="8"/>
                      <a:pt x="118" y="7"/>
                    </a:cubicBezTo>
                    <a:cubicBezTo>
                      <a:pt x="118" y="5"/>
                      <a:pt x="118" y="5"/>
                      <a:pt x="118" y="5"/>
                    </a:cubicBezTo>
                    <a:cubicBezTo>
                      <a:pt x="119" y="8"/>
                      <a:pt x="117" y="6"/>
                      <a:pt x="117" y="7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6" y="6"/>
                      <a:pt x="117" y="8"/>
                      <a:pt x="117" y="8"/>
                    </a:cubicBezTo>
                    <a:cubicBezTo>
                      <a:pt x="117" y="8"/>
                      <a:pt x="116" y="5"/>
                      <a:pt x="115" y="4"/>
                    </a:cubicBezTo>
                    <a:cubicBezTo>
                      <a:pt x="115" y="5"/>
                      <a:pt x="114" y="7"/>
                      <a:pt x="113" y="5"/>
                    </a:cubicBezTo>
                    <a:cubicBezTo>
                      <a:pt x="112" y="6"/>
                      <a:pt x="112" y="7"/>
                      <a:pt x="112" y="8"/>
                    </a:cubicBezTo>
                    <a:cubicBezTo>
                      <a:pt x="111" y="8"/>
                      <a:pt x="111" y="6"/>
                      <a:pt x="111" y="7"/>
                    </a:cubicBezTo>
                    <a:cubicBezTo>
                      <a:pt x="111" y="6"/>
                      <a:pt x="110" y="5"/>
                      <a:pt x="110" y="4"/>
                    </a:cubicBezTo>
                    <a:cubicBezTo>
                      <a:pt x="110" y="5"/>
                      <a:pt x="109" y="4"/>
                      <a:pt x="110" y="7"/>
                    </a:cubicBezTo>
                    <a:cubicBezTo>
                      <a:pt x="109" y="6"/>
                      <a:pt x="108" y="6"/>
                      <a:pt x="107" y="7"/>
                    </a:cubicBezTo>
                    <a:cubicBezTo>
                      <a:pt x="108" y="7"/>
                      <a:pt x="107" y="5"/>
                      <a:pt x="107" y="4"/>
                    </a:cubicBezTo>
                    <a:cubicBezTo>
                      <a:pt x="107" y="6"/>
                      <a:pt x="106" y="7"/>
                      <a:pt x="106" y="7"/>
                    </a:cubicBezTo>
                    <a:cubicBezTo>
                      <a:pt x="106" y="9"/>
                      <a:pt x="106" y="9"/>
                      <a:pt x="107" y="10"/>
                    </a:cubicBezTo>
                    <a:cubicBezTo>
                      <a:pt x="107" y="10"/>
                      <a:pt x="107" y="11"/>
                      <a:pt x="107" y="11"/>
                    </a:cubicBezTo>
                    <a:cubicBezTo>
                      <a:pt x="106" y="9"/>
                      <a:pt x="105" y="7"/>
                      <a:pt x="104" y="7"/>
                    </a:cubicBezTo>
                    <a:cubicBezTo>
                      <a:pt x="104" y="4"/>
                      <a:pt x="106" y="7"/>
                      <a:pt x="104" y="4"/>
                    </a:cubicBezTo>
                    <a:cubicBezTo>
                      <a:pt x="104" y="2"/>
                      <a:pt x="105" y="2"/>
                      <a:pt x="106" y="3"/>
                    </a:cubicBezTo>
                    <a:cubicBezTo>
                      <a:pt x="105" y="1"/>
                      <a:pt x="105" y="3"/>
                      <a:pt x="104" y="1"/>
                    </a:cubicBezTo>
                    <a:cubicBezTo>
                      <a:pt x="104" y="1"/>
                      <a:pt x="104" y="2"/>
                      <a:pt x="103" y="3"/>
                    </a:cubicBezTo>
                    <a:cubicBezTo>
                      <a:pt x="104" y="4"/>
                      <a:pt x="104" y="4"/>
                      <a:pt x="104" y="5"/>
                    </a:cubicBezTo>
                    <a:cubicBezTo>
                      <a:pt x="105" y="8"/>
                      <a:pt x="103" y="4"/>
                      <a:pt x="103" y="4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2" y="2"/>
                      <a:pt x="102" y="4"/>
                      <a:pt x="102" y="4"/>
                    </a:cubicBezTo>
                    <a:cubicBezTo>
                      <a:pt x="100" y="1"/>
                      <a:pt x="102" y="3"/>
                      <a:pt x="102" y="1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0" y="0"/>
                      <a:pt x="101" y="2"/>
                      <a:pt x="100" y="2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3"/>
                      <a:pt x="101" y="4"/>
                      <a:pt x="101" y="4"/>
                    </a:cubicBezTo>
                    <a:cubicBezTo>
                      <a:pt x="102" y="7"/>
                      <a:pt x="101" y="4"/>
                      <a:pt x="101" y="5"/>
                    </a:cubicBezTo>
                    <a:cubicBezTo>
                      <a:pt x="101" y="7"/>
                      <a:pt x="101" y="5"/>
                      <a:pt x="102" y="7"/>
                    </a:cubicBezTo>
                    <a:cubicBezTo>
                      <a:pt x="102" y="8"/>
                      <a:pt x="102" y="8"/>
                      <a:pt x="102" y="9"/>
                    </a:cubicBezTo>
                    <a:cubicBezTo>
                      <a:pt x="101" y="9"/>
                      <a:pt x="101" y="7"/>
                      <a:pt x="100" y="6"/>
                    </a:cubicBezTo>
                    <a:cubicBezTo>
                      <a:pt x="100" y="6"/>
                      <a:pt x="100" y="5"/>
                      <a:pt x="101" y="6"/>
                    </a:cubicBezTo>
                    <a:cubicBezTo>
                      <a:pt x="101" y="4"/>
                      <a:pt x="99" y="3"/>
                      <a:pt x="99" y="2"/>
                    </a:cubicBezTo>
                    <a:cubicBezTo>
                      <a:pt x="98" y="1"/>
                      <a:pt x="99" y="4"/>
                      <a:pt x="99" y="4"/>
                    </a:cubicBezTo>
                    <a:cubicBezTo>
                      <a:pt x="99" y="3"/>
                      <a:pt x="99" y="5"/>
                      <a:pt x="100" y="6"/>
                    </a:cubicBezTo>
                    <a:cubicBezTo>
                      <a:pt x="101" y="11"/>
                      <a:pt x="98" y="3"/>
                      <a:pt x="97" y="4"/>
                    </a:cubicBezTo>
                    <a:cubicBezTo>
                      <a:pt x="99" y="7"/>
                      <a:pt x="98" y="8"/>
                      <a:pt x="100" y="11"/>
                    </a:cubicBezTo>
                    <a:cubicBezTo>
                      <a:pt x="100" y="12"/>
                      <a:pt x="100" y="13"/>
                      <a:pt x="100" y="12"/>
                    </a:cubicBezTo>
                    <a:cubicBezTo>
                      <a:pt x="99" y="10"/>
                      <a:pt x="99" y="11"/>
                      <a:pt x="98" y="9"/>
                    </a:cubicBezTo>
                    <a:cubicBezTo>
                      <a:pt x="98" y="9"/>
                      <a:pt x="98" y="9"/>
                      <a:pt x="98" y="9"/>
                    </a:cubicBezTo>
                    <a:cubicBezTo>
                      <a:pt x="98" y="7"/>
                      <a:pt x="98" y="7"/>
                      <a:pt x="98" y="7"/>
                    </a:cubicBezTo>
                    <a:cubicBezTo>
                      <a:pt x="97" y="5"/>
                      <a:pt x="95" y="4"/>
                      <a:pt x="95" y="4"/>
                    </a:cubicBezTo>
                    <a:cubicBezTo>
                      <a:pt x="95" y="5"/>
                      <a:pt x="96" y="5"/>
                      <a:pt x="96" y="6"/>
                    </a:cubicBezTo>
                    <a:cubicBezTo>
                      <a:pt x="95" y="5"/>
                      <a:pt x="95" y="4"/>
                      <a:pt x="94" y="4"/>
                    </a:cubicBezTo>
                    <a:cubicBezTo>
                      <a:pt x="95" y="5"/>
                      <a:pt x="96" y="7"/>
                      <a:pt x="96" y="8"/>
                    </a:cubicBezTo>
                    <a:cubicBezTo>
                      <a:pt x="95" y="8"/>
                      <a:pt x="94" y="6"/>
                      <a:pt x="94" y="6"/>
                    </a:cubicBezTo>
                    <a:cubicBezTo>
                      <a:pt x="94" y="4"/>
                      <a:pt x="94" y="4"/>
                      <a:pt x="94" y="4"/>
                    </a:cubicBezTo>
                    <a:cubicBezTo>
                      <a:pt x="94" y="6"/>
                      <a:pt x="93" y="3"/>
                      <a:pt x="93" y="4"/>
                    </a:cubicBezTo>
                    <a:cubicBezTo>
                      <a:pt x="93" y="5"/>
                      <a:pt x="94" y="7"/>
                      <a:pt x="94" y="8"/>
                    </a:cubicBezTo>
                    <a:cubicBezTo>
                      <a:pt x="94" y="9"/>
                      <a:pt x="94" y="8"/>
                      <a:pt x="94" y="8"/>
                    </a:cubicBezTo>
                    <a:cubicBezTo>
                      <a:pt x="93" y="7"/>
                      <a:pt x="93" y="7"/>
                      <a:pt x="93" y="7"/>
                    </a:cubicBezTo>
                    <a:cubicBezTo>
                      <a:pt x="93" y="7"/>
                      <a:pt x="92" y="4"/>
                      <a:pt x="92" y="5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6"/>
                      <a:pt x="92" y="6"/>
                      <a:pt x="91" y="5"/>
                    </a:cubicBezTo>
                    <a:cubicBezTo>
                      <a:pt x="92" y="6"/>
                      <a:pt x="91" y="6"/>
                      <a:pt x="92" y="6"/>
                    </a:cubicBezTo>
                    <a:cubicBezTo>
                      <a:pt x="91" y="5"/>
                      <a:pt x="91" y="5"/>
                      <a:pt x="91" y="5"/>
                    </a:cubicBezTo>
                    <a:cubicBezTo>
                      <a:pt x="91" y="6"/>
                      <a:pt x="92" y="9"/>
                      <a:pt x="91" y="7"/>
                    </a:cubicBezTo>
                    <a:cubicBezTo>
                      <a:pt x="92" y="9"/>
                      <a:pt x="91" y="7"/>
                      <a:pt x="92" y="8"/>
                    </a:cubicBezTo>
                    <a:cubicBezTo>
                      <a:pt x="93" y="9"/>
                      <a:pt x="92" y="9"/>
                      <a:pt x="92" y="10"/>
                    </a:cubicBezTo>
                    <a:cubicBezTo>
                      <a:pt x="91" y="7"/>
                      <a:pt x="91" y="10"/>
                      <a:pt x="91" y="10"/>
                    </a:cubicBezTo>
                    <a:cubicBezTo>
                      <a:pt x="91" y="9"/>
                      <a:pt x="90" y="9"/>
                      <a:pt x="90" y="8"/>
                    </a:cubicBezTo>
                    <a:cubicBezTo>
                      <a:pt x="91" y="10"/>
                      <a:pt x="91" y="10"/>
                      <a:pt x="91" y="10"/>
                    </a:cubicBezTo>
                    <a:cubicBezTo>
                      <a:pt x="89" y="7"/>
                      <a:pt x="90" y="11"/>
                      <a:pt x="89" y="10"/>
                    </a:cubicBezTo>
                    <a:cubicBezTo>
                      <a:pt x="89" y="9"/>
                      <a:pt x="88" y="8"/>
                      <a:pt x="88" y="7"/>
                    </a:cubicBezTo>
                    <a:cubicBezTo>
                      <a:pt x="90" y="10"/>
                      <a:pt x="89" y="11"/>
                      <a:pt x="90" y="12"/>
                    </a:cubicBezTo>
                    <a:cubicBezTo>
                      <a:pt x="89" y="12"/>
                      <a:pt x="88" y="9"/>
                      <a:pt x="87" y="8"/>
                    </a:cubicBezTo>
                    <a:cubicBezTo>
                      <a:pt x="88" y="10"/>
                      <a:pt x="86" y="7"/>
                      <a:pt x="87" y="9"/>
                    </a:cubicBezTo>
                    <a:cubicBezTo>
                      <a:pt x="88" y="10"/>
                      <a:pt x="88" y="11"/>
                      <a:pt x="88" y="12"/>
                    </a:cubicBezTo>
                    <a:cubicBezTo>
                      <a:pt x="88" y="12"/>
                      <a:pt x="88" y="11"/>
                      <a:pt x="87" y="10"/>
                    </a:cubicBezTo>
                    <a:cubicBezTo>
                      <a:pt x="87" y="10"/>
                      <a:pt x="88" y="12"/>
                      <a:pt x="88" y="13"/>
                    </a:cubicBezTo>
                    <a:cubicBezTo>
                      <a:pt x="88" y="13"/>
                      <a:pt x="89" y="15"/>
                      <a:pt x="88" y="14"/>
                    </a:cubicBezTo>
                    <a:cubicBezTo>
                      <a:pt x="87" y="12"/>
                      <a:pt x="88" y="13"/>
                      <a:pt x="87" y="12"/>
                    </a:cubicBezTo>
                    <a:cubicBezTo>
                      <a:pt x="86" y="12"/>
                      <a:pt x="89" y="16"/>
                      <a:pt x="88" y="16"/>
                    </a:cubicBezTo>
                    <a:cubicBezTo>
                      <a:pt x="89" y="17"/>
                      <a:pt x="90" y="20"/>
                      <a:pt x="90" y="21"/>
                    </a:cubicBezTo>
                    <a:cubicBezTo>
                      <a:pt x="89" y="21"/>
                      <a:pt x="90" y="20"/>
                      <a:pt x="89" y="18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87" y="16"/>
                      <a:pt x="87" y="14"/>
                      <a:pt x="86" y="12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5" y="12"/>
                      <a:pt x="85" y="11"/>
                      <a:pt x="84" y="10"/>
                    </a:cubicBezTo>
                    <a:cubicBezTo>
                      <a:pt x="85" y="12"/>
                      <a:pt x="84" y="11"/>
                      <a:pt x="84" y="11"/>
                    </a:cubicBezTo>
                    <a:cubicBezTo>
                      <a:pt x="85" y="13"/>
                      <a:pt x="84" y="11"/>
                      <a:pt x="85" y="12"/>
                    </a:cubicBezTo>
                    <a:cubicBezTo>
                      <a:pt x="84" y="13"/>
                      <a:pt x="86" y="15"/>
                      <a:pt x="85" y="15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2" y="11"/>
                      <a:pt x="84" y="14"/>
                      <a:pt x="83" y="13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1" y="13"/>
                      <a:pt x="80" y="14"/>
                      <a:pt x="81" y="18"/>
                    </a:cubicBezTo>
                    <a:cubicBezTo>
                      <a:pt x="80" y="17"/>
                      <a:pt x="79" y="17"/>
                      <a:pt x="78" y="16"/>
                    </a:cubicBezTo>
                    <a:cubicBezTo>
                      <a:pt x="78" y="17"/>
                      <a:pt x="79" y="18"/>
                      <a:pt x="79" y="18"/>
                    </a:cubicBezTo>
                    <a:cubicBezTo>
                      <a:pt x="77" y="17"/>
                      <a:pt x="77" y="17"/>
                      <a:pt x="77" y="17"/>
                    </a:cubicBezTo>
                    <a:cubicBezTo>
                      <a:pt x="76" y="16"/>
                      <a:pt x="77" y="18"/>
                      <a:pt x="77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5" y="17"/>
                      <a:pt x="76" y="19"/>
                      <a:pt x="76" y="19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76" y="20"/>
                      <a:pt x="76" y="20"/>
                      <a:pt x="74" y="19"/>
                    </a:cubicBezTo>
                    <a:cubicBezTo>
                      <a:pt x="75" y="19"/>
                      <a:pt x="75" y="19"/>
                      <a:pt x="75" y="20"/>
                    </a:cubicBezTo>
                    <a:cubicBezTo>
                      <a:pt x="74" y="19"/>
                      <a:pt x="73" y="20"/>
                      <a:pt x="73" y="21"/>
                    </a:cubicBezTo>
                    <a:cubicBezTo>
                      <a:pt x="74" y="21"/>
                      <a:pt x="74" y="21"/>
                      <a:pt x="75" y="23"/>
                    </a:cubicBezTo>
                    <a:cubicBezTo>
                      <a:pt x="76" y="25"/>
                      <a:pt x="74" y="22"/>
                      <a:pt x="75" y="24"/>
                    </a:cubicBezTo>
                    <a:cubicBezTo>
                      <a:pt x="74" y="23"/>
                      <a:pt x="74" y="22"/>
                      <a:pt x="73" y="22"/>
                    </a:cubicBezTo>
                    <a:cubicBezTo>
                      <a:pt x="71" y="20"/>
                      <a:pt x="71" y="22"/>
                      <a:pt x="70" y="23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68" y="22"/>
                      <a:pt x="69" y="25"/>
                      <a:pt x="68" y="24"/>
                    </a:cubicBezTo>
                    <a:cubicBezTo>
                      <a:pt x="68" y="25"/>
                      <a:pt x="70" y="28"/>
                      <a:pt x="69" y="28"/>
                    </a:cubicBezTo>
                    <a:cubicBezTo>
                      <a:pt x="70" y="30"/>
                      <a:pt x="68" y="26"/>
                      <a:pt x="67" y="25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7" y="27"/>
                      <a:pt x="67" y="28"/>
                      <a:pt x="66" y="27"/>
                    </a:cubicBezTo>
                    <a:cubicBezTo>
                      <a:pt x="66" y="27"/>
                      <a:pt x="66" y="27"/>
                      <a:pt x="66" y="27"/>
                    </a:cubicBezTo>
                    <a:cubicBezTo>
                      <a:pt x="66" y="27"/>
                      <a:pt x="65" y="26"/>
                      <a:pt x="64" y="27"/>
                    </a:cubicBezTo>
                    <a:cubicBezTo>
                      <a:pt x="65" y="28"/>
                      <a:pt x="64" y="28"/>
                      <a:pt x="65" y="29"/>
                    </a:cubicBezTo>
                    <a:cubicBezTo>
                      <a:pt x="65" y="28"/>
                      <a:pt x="65" y="28"/>
                      <a:pt x="65" y="28"/>
                    </a:cubicBezTo>
                    <a:cubicBezTo>
                      <a:pt x="65" y="30"/>
                      <a:pt x="65" y="30"/>
                      <a:pt x="65" y="30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3" y="27"/>
                      <a:pt x="64" y="29"/>
                      <a:pt x="65" y="30"/>
                    </a:cubicBezTo>
                    <a:cubicBezTo>
                      <a:pt x="65" y="31"/>
                      <a:pt x="64" y="30"/>
                      <a:pt x="64" y="29"/>
                    </a:cubicBezTo>
                    <a:cubicBezTo>
                      <a:pt x="63" y="29"/>
                      <a:pt x="64" y="30"/>
                      <a:pt x="64" y="29"/>
                    </a:cubicBezTo>
                    <a:cubicBezTo>
                      <a:pt x="63" y="28"/>
                      <a:pt x="63" y="29"/>
                      <a:pt x="63" y="28"/>
                    </a:cubicBezTo>
                    <a:cubicBezTo>
                      <a:pt x="63" y="28"/>
                      <a:pt x="64" y="30"/>
                      <a:pt x="63" y="30"/>
                    </a:cubicBezTo>
                    <a:cubicBezTo>
                      <a:pt x="63" y="30"/>
                      <a:pt x="63" y="31"/>
                      <a:pt x="62" y="29"/>
                    </a:cubicBezTo>
                    <a:cubicBezTo>
                      <a:pt x="62" y="30"/>
                      <a:pt x="62" y="30"/>
                      <a:pt x="62" y="31"/>
                    </a:cubicBezTo>
                    <a:cubicBezTo>
                      <a:pt x="63" y="31"/>
                      <a:pt x="63" y="31"/>
                      <a:pt x="64" y="32"/>
                    </a:cubicBezTo>
                    <a:cubicBezTo>
                      <a:pt x="64" y="32"/>
                      <a:pt x="64" y="33"/>
                      <a:pt x="63" y="3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32"/>
                      <a:pt x="63" y="32"/>
                      <a:pt x="64" y="33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63" y="33"/>
                      <a:pt x="62" y="33"/>
                      <a:pt x="62" y="33"/>
                    </a:cubicBezTo>
                    <a:cubicBezTo>
                      <a:pt x="61" y="32"/>
                      <a:pt x="60" y="30"/>
                      <a:pt x="60" y="30"/>
                    </a:cubicBezTo>
                    <a:cubicBezTo>
                      <a:pt x="60" y="32"/>
                      <a:pt x="60" y="32"/>
                      <a:pt x="60" y="32"/>
                    </a:cubicBezTo>
                    <a:cubicBezTo>
                      <a:pt x="60" y="32"/>
                      <a:pt x="60" y="32"/>
                      <a:pt x="59" y="31"/>
                    </a:cubicBezTo>
                    <a:cubicBezTo>
                      <a:pt x="58" y="31"/>
                      <a:pt x="61" y="36"/>
                      <a:pt x="60" y="35"/>
                    </a:cubicBezTo>
                    <a:cubicBezTo>
                      <a:pt x="59" y="33"/>
                      <a:pt x="59" y="33"/>
                      <a:pt x="58" y="33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9" y="35"/>
                      <a:pt x="58" y="33"/>
                      <a:pt x="59" y="34"/>
                    </a:cubicBezTo>
                    <a:cubicBezTo>
                      <a:pt x="60" y="34"/>
                      <a:pt x="59" y="34"/>
                      <a:pt x="59" y="35"/>
                    </a:cubicBezTo>
                    <a:cubicBezTo>
                      <a:pt x="56" y="32"/>
                      <a:pt x="57" y="35"/>
                      <a:pt x="55" y="34"/>
                    </a:cubicBezTo>
                    <a:cubicBezTo>
                      <a:pt x="56" y="36"/>
                      <a:pt x="55" y="35"/>
                      <a:pt x="55" y="36"/>
                    </a:cubicBezTo>
                    <a:cubicBezTo>
                      <a:pt x="54" y="34"/>
                      <a:pt x="55" y="37"/>
                      <a:pt x="54" y="36"/>
                    </a:cubicBezTo>
                    <a:cubicBezTo>
                      <a:pt x="55" y="38"/>
                      <a:pt x="55" y="38"/>
                      <a:pt x="55" y="38"/>
                    </a:cubicBezTo>
                    <a:cubicBezTo>
                      <a:pt x="54" y="37"/>
                      <a:pt x="57" y="41"/>
                      <a:pt x="55" y="39"/>
                    </a:cubicBezTo>
                    <a:cubicBezTo>
                      <a:pt x="54" y="39"/>
                      <a:pt x="54" y="38"/>
                      <a:pt x="53" y="37"/>
                    </a:cubicBezTo>
                    <a:cubicBezTo>
                      <a:pt x="51" y="35"/>
                      <a:pt x="54" y="40"/>
                      <a:pt x="52" y="38"/>
                    </a:cubicBezTo>
                    <a:cubicBezTo>
                      <a:pt x="52" y="38"/>
                      <a:pt x="53" y="40"/>
                      <a:pt x="54" y="41"/>
                    </a:cubicBezTo>
                    <a:cubicBezTo>
                      <a:pt x="53" y="40"/>
                      <a:pt x="51" y="39"/>
                      <a:pt x="51" y="39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50" y="39"/>
                      <a:pt x="50" y="39"/>
                      <a:pt x="50" y="39"/>
                    </a:cubicBezTo>
                    <a:cubicBezTo>
                      <a:pt x="49" y="39"/>
                      <a:pt x="50" y="40"/>
                      <a:pt x="50" y="41"/>
                    </a:cubicBezTo>
                    <a:cubicBezTo>
                      <a:pt x="49" y="39"/>
                      <a:pt x="48" y="41"/>
                      <a:pt x="47" y="40"/>
                    </a:cubicBezTo>
                    <a:cubicBezTo>
                      <a:pt x="49" y="42"/>
                      <a:pt x="46" y="40"/>
                      <a:pt x="48" y="43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48" y="43"/>
                      <a:pt x="49" y="44"/>
                      <a:pt x="49" y="45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6" y="41"/>
                      <a:pt x="47" y="43"/>
                      <a:pt x="46" y="42"/>
                    </a:cubicBezTo>
                    <a:cubicBezTo>
                      <a:pt x="47" y="43"/>
                      <a:pt x="45" y="42"/>
                      <a:pt x="46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5"/>
                      <a:pt x="47" y="45"/>
                      <a:pt x="47" y="46"/>
                    </a:cubicBezTo>
                    <a:cubicBezTo>
                      <a:pt x="47" y="46"/>
                      <a:pt x="45" y="44"/>
                      <a:pt x="45" y="44"/>
                    </a:cubicBezTo>
                    <a:cubicBezTo>
                      <a:pt x="45" y="44"/>
                      <a:pt x="45" y="44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3" y="44"/>
                      <a:pt x="43" y="45"/>
                      <a:pt x="44" y="46"/>
                    </a:cubicBezTo>
                    <a:cubicBezTo>
                      <a:pt x="42" y="46"/>
                      <a:pt x="42" y="48"/>
                      <a:pt x="42" y="49"/>
                    </a:cubicBezTo>
                    <a:cubicBezTo>
                      <a:pt x="42" y="49"/>
                      <a:pt x="41" y="48"/>
                      <a:pt x="42" y="48"/>
                    </a:cubicBezTo>
                    <a:cubicBezTo>
                      <a:pt x="42" y="49"/>
                      <a:pt x="42" y="50"/>
                      <a:pt x="42" y="49"/>
                    </a:cubicBezTo>
                    <a:cubicBezTo>
                      <a:pt x="42" y="50"/>
                      <a:pt x="41" y="48"/>
                      <a:pt x="40" y="49"/>
                    </a:cubicBezTo>
                    <a:cubicBezTo>
                      <a:pt x="40" y="48"/>
                      <a:pt x="41" y="50"/>
                      <a:pt x="41" y="50"/>
                    </a:cubicBezTo>
                    <a:cubicBezTo>
                      <a:pt x="39" y="48"/>
                      <a:pt x="41" y="52"/>
                      <a:pt x="39" y="51"/>
                    </a:cubicBezTo>
                    <a:cubicBezTo>
                      <a:pt x="40" y="52"/>
                      <a:pt x="39" y="51"/>
                      <a:pt x="39" y="50"/>
                    </a:cubicBezTo>
                    <a:cubicBezTo>
                      <a:pt x="39" y="51"/>
                      <a:pt x="38" y="52"/>
                      <a:pt x="39" y="54"/>
                    </a:cubicBezTo>
                    <a:cubicBezTo>
                      <a:pt x="38" y="53"/>
                      <a:pt x="38" y="53"/>
                      <a:pt x="38" y="53"/>
                    </a:cubicBezTo>
                    <a:cubicBezTo>
                      <a:pt x="38" y="53"/>
                      <a:pt x="38" y="53"/>
                      <a:pt x="38" y="54"/>
                    </a:cubicBezTo>
                    <a:cubicBezTo>
                      <a:pt x="39" y="55"/>
                      <a:pt x="40" y="56"/>
                      <a:pt x="39" y="56"/>
                    </a:cubicBezTo>
                    <a:cubicBezTo>
                      <a:pt x="39" y="56"/>
                      <a:pt x="39" y="56"/>
                      <a:pt x="39" y="56"/>
                    </a:cubicBezTo>
                    <a:cubicBezTo>
                      <a:pt x="39" y="56"/>
                      <a:pt x="39" y="57"/>
                      <a:pt x="39" y="57"/>
                    </a:cubicBezTo>
                    <a:cubicBezTo>
                      <a:pt x="38" y="57"/>
                      <a:pt x="39" y="57"/>
                      <a:pt x="38" y="56"/>
                    </a:cubicBezTo>
                    <a:cubicBezTo>
                      <a:pt x="36" y="54"/>
                      <a:pt x="36" y="56"/>
                      <a:pt x="36" y="56"/>
                    </a:cubicBezTo>
                    <a:cubicBezTo>
                      <a:pt x="37" y="57"/>
                      <a:pt x="37" y="57"/>
                      <a:pt x="37" y="57"/>
                    </a:cubicBezTo>
                    <a:cubicBezTo>
                      <a:pt x="37" y="58"/>
                      <a:pt x="36" y="56"/>
                      <a:pt x="36" y="56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7" y="59"/>
                      <a:pt x="36" y="58"/>
                    </a:cubicBezTo>
                    <a:cubicBezTo>
                      <a:pt x="36" y="59"/>
                      <a:pt x="37" y="61"/>
                      <a:pt x="38" y="63"/>
                    </a:cubicBezTo>
                    <a:cubicBezTo>
                      <a:pt x="38" y="63"/>
                      <a:pt x="38" y="64"/>
                      <a:pt x="38" y="64"/>
                    </a:cubicBezTo>
                    <a:cubicBezTo>
                      <a:pt x="37" y="63"/>
                      <a:pt x="38" y="64"/>
                      <a:pt x="37" y="63"/>
                    </a:cubicBezTo>
                    <a:cubicBezTo>
                      <a:pt x="36" y="63"/>
                      <a:pt x="36" y="63"/>
                      <a:pt x="36" y="63"/>
                    </a:cubicBezTo>
                    <a:cubicBezTo>
                      <a:pt x="36" y="62"/>
                      <a:pt x="34" y="61"/>
                      <a:pt x="34" y="60"/>
                    </a:cubicBezTo>
                    <a:cubicBezTo>
                      <a:pt x="34" y="61"/>
                      <a:pt x="33" y="61"/>
                      <a:pt x="32" y="61"/>
                    </a:cubicBezTo>
                    <a:cubicBezTo>
                      <a:pt x="34" y="63"/>
                      <a:pt x="32" y="63"/>
                      <a:pt x="34" y="65"/>
                    </a:cubicBezTo>
                    <a:cubicBezTo>
                      <a:pt x="34" y="65"/>
                      <a:pt x="32" y="63"/>
                      <a:pt x="32" y="63"/>
                    </a:cubicBezTo>
                    <a:cubicBezTo>
                      <a:pt x="32" y="64"/>
                      <a:pt x="31" y="64"/>
                      <a:pt x="31" y="65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30" y="66"/>
                      <a:pt x="29" y="66"/>
                      <a:pt x="30" y="68"/>
                    </a:cubicBezTo>
                    <a:cubicBezTo>
                      <a:pt x="30" y="67"/>
                      <a:pt x="30" y="67"/>
                      <a:pt x="30" y="67"/>
                    </a:cubicBezTo>
                    <a:cubicBezTo>
                      <a:pt x="28" y="67"/>
                      <a:pt x="32" y="69"/>
                      <a:pt x="30" y="69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30" y="69"/>
                      <a:pt x="28" y="68"/>
                      <a:pt x="29" y="70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8" y="69"/>
                      <a:pt x="28" y="69"/>
                      <a:pt x="28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9"/>
                      <a:pt x="28" y="71"/>
                      <a:pt x="27" y="71"/>
                    </a:cubicBezTo>
                    <a:cubicBezTo>
                      <a:pt x="27" y="71"/>
                      <a:pt x="26" y="71"/>
                      <a:pt x="26" y="70"/>
                    </a:cubicBezTo>
                    <a:cubicBezTo>
                      <a:pt x="27" y="71"/>
                      <a:pt x="26" y="72"/>
                      <a:pt x="27" y="72"/>
                    </a:cubicBezTo>
                    <a:cubicBezTo>
                      <a:pt x="25" y="71"/>
                      <a:pt x="25" y="71"/>
                      <a:pt x="25" y="71"/>
                    </a:cubicBezTo>
                    <a:cubicBezTo>
                      <a:pt x="23" y="73"/>
                      <a:pt x="21" y="75"/>
                      <a:pt x="21" y="78"/>
                    </a:cubicBezTo>
                    <a:cubicBezTo>
                      <a:pt x="19" y="77"/>
                      <a:pt x="20" y="77"/>
                      <a:pt x="19" y="76"/>
                    </a:cubicBezTo>
                    <a:cubicBezTo>
                      <a:pt x="20" y="77"/>
                      <a:pt x="19" y="77"/>
                      <a:pt x="19" y="78"/>
                    </a:cubicBezTo>
                    <a:cubicBezTo>
                      <a:pt x="19" y="77"/>
                      <a:pt x="19" y="77"/>
                      <a:pt x="19" y="77"/>
                    </a:cubicBezTo>
                    <a:cubicBezTo>
                      <a:pt x="19" y="78"/>
                      <a:pt x="18" y="77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6" y="77"/>
                      <a:pt x="18" y="79"/>
                    </a:cubicBezTo>
                    <a:cubicBezTo>
                      <a:pt x="16" y="78"/>
                      <a:pt x="16" y="78"/>
                      <a:pt x="16" y="78"/>
                    </a:cubicBezTo>
                    <a:cubicBezTo>
                      <a:pt x="18" y="80"/>
                      <a:pt x="15" y="78"/>
                      <a:pt x="17" y="80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15" y="79"/>
                      <a:pt x="18" y="82"/>
                      <a:pt x="16" y="81"/>
                    </a:cubicBezTo>
                    <a:cubicBezTo>
                      <a:pt x="16" y="82"/>
                      <a:pt x="16" y="83"/>
                      <a:pt x="17" y="84"/>
                    </a:cubicBezTo>
                    <a:cubicBezTo>
                      <a:pt x="15" y="82"/>
                      <a:pt x="15" y="82"/>
                      <a:pt x="15" y="82"/>
                    </a:cubicBezTo>
                    <a:cubicBezTo>
                      <a:pt x="15" y="85"/>
                      <a:pt x="13" y="86"/>
                      <a:pt x="14" y="89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4" y="90"/>
                      <a:pt x="10" y="89"/>
                      <a:pt x="13" y="92"/>
                    </a:cubicBezTo>
                    <a:cubicBezTo>
                      <a:pt x="14" y="93"/>
                      <a:pt x="14" y="93"/>
                      <a:pt x="14" y="93"/>
                    </a:cubicBezTo>
                    <a:cubicBezTo>
                      <a:pt x="12" y="92"/>
                      <a:pt x="12" y="92"/>
                      <a:pt x="12" y="92"/>
                    </a:cubicBezTo>
                    <a:cubicBezTo>
                      <a:pt x="13" y="93"/>
                      <a:pt x="11" y="93"/>
                      <a:pt x="13" y="94"/>
                    </a:cubicBezTo>
                    <a:cubicBezTo>
                      <a:pt x="12" y="94"/>
                      <a:pt x="12" y="93"/>
                      <a:pt x="12" y="93"/>
                    </a:cubicBezTo>
                    <a:cubicBezTo>
                      <a:pt x="11" y="93"/>
                      <a:pt x="13" y="95"/>
                      <a:pt x="12" y="95"/>
                    </a:cubicBezTo>
                    <a:cubicBezTo>
                      <a:pt x="11" y="95"/>
                      <a:pt x="11" y="95"/>
                      <a:pt x="11" y="95"/>
                    </a:cubicBezTo>
                    <a:cubicBezTo>
                      <a:pt x="8" y="95"/>
                      <a:pt x="4" y="96"/>
                      <a:pt x="6" y="100"/>
                    </a:cubicBezTo>
                    <a:cubicBezTo>
                      <a:pt x="6" y="101"/>
                      <a:pt x="4" y="99"/>
                      <a:pt x="4" y="99"/>
                    </a:cubicBezTo>
                    <a:cubicBezTo>
                      <a:pt x="6" y="103"/>
                      <a:pt x="0" y="102"/>
                      <a:pt x="3" y="107"/>
                    </a:cubicBezTo>
                    <a:cubicBezTo>
                      <a:pt x="4" y="109"/>
                      <a:pt x="9" y="112"/>
                      <a:pt x="9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8" name="Freeform 163"/>
              <p:cNvSpPr/>
              <p:nvPr>
                <p:custDataLst>
                  <p:tags r:id="rId409"/>
                </p:custDataLst>
              </p:nvPr>
            </p:nvSpPr>
            <p:spPr bwMode="auto">
              <a:xfrm>
                <a:off x="4499" y="1925"/>
                <a:ext cx="3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9" name="Freeform 164"/>
              <p:cNvSpPr/>
              <p:nvPr>
                <p:custDataLst>
                  <p:tags r:id="rId410"/>
                </p:custDataLst>
              </p:nvPr>
            </p:nvSpPr>
            <p:spPr bwMode="auto">
              <a:xfrm>
                <a:off x="3914" y="1322"/>
                <a:ext cx="2" cy="0"/>
              </a:xfrm>
              <a:custGeom>
                <a:avLst/>
                <a:gdLst>
                  <a:gd name="T0" fmla="*/ 2 w 2"/>
                  <a:gd name="T1" fmla="*/ 2 w 2"/>
                  <a:gd name="T2" fmla="*/ 0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0" name="Freeform 165"/>
              <p:cNvSpPr/>
              <p:nvPr>
                <p:custDataLst>
                  <p:tags r:id="rId411"/>
                </p:custDataLst>
              </p:nvPr>
            </p:nvSpPr>
            <p:spPr bwMode="auto">
              <a:xfrm>
                <a:off x="3122" y="2198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0 w 2"/>
                  <a:gd name="T3" fmla="*/ 0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1" name="Freeform 166"/>
              <p:cNvSpPr/>
              <p:nvPr>
                <p:custDataLst>
                  <p:tags r:id="rId412"/>
                </p:custDataLst>
              </p:nvPr>
            </p:nvSpPr>
            <p:spPr bwMode="auto">
              <a:xfrm>
                <a:off x="3126" y="2183"/>
                <a:ext cx="3" cy="3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2" name="Freeform 167"/>
              <p:cNvSpPr/>
              <p:nvPr>
                <p:custDataLst>
                  <p:tags r:id="rId413"/>
                </p:custDataLst>
              </p:nvPr>
            </p:nvSpPr>
            <p:spPr bwMode="auto">
              <a:xfrm>
                <a:off x="3540" y="154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3" name="Freeform 168"/>
              <p:cNvSpPr/>
              <p:nvPr>
                <p:custDataLst>
                  <p:tags r:id="rId414"/>
                </p:custDataLst>
              </p:nvPr>
            </p:nvSpPr>
            <p:spPr bwMode="auto">
              <a:xfrm>
                <a:off x="3156" y="221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4" name="Freeform 169"/>
              <p:cNvSpPr/>
              <p:nvPr>
                <p:custDataLst>
                  <p:tags r:id="rId415"/>
                </p:custDataLst>
              </p:nvPr>
            </p:nvSpPr>
            <p:spPr bwMode="auto">
              <a:xfrm>
                <a:off x="3129" y="2183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5" name="Freeform 170"/>
              <p:cNvSpPr/>
              <p:nvPr>
                <p:custDataLst>
                  <p:tags r:id="rId416"/>
                </p:custDataLst>
              </p:nvPr>
            </p:nvSpPr>
            <p:spPr bwMode="auto">
              <a:xfrm>
                <a:off x="3129" y="21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6" name="Freeform 171"/>
              <p:cNvSpPr/>
              <p:nvPr>
                <p:custDataLst>
                  <p:tags r:id="rId417"/>
                </p:custDataLst>
              </p:nvPr>
            </p:nvSpPr>
            <p:spPr bwMode="auto">
              <a:xfrm>
                <a:off x="3129" y="219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7" name="Freeform 172"/>
              <p:cNvSpPr/>
              <p:nvPr>
                <p:custDataLst>
                  <p:tags r:id="rId418"/>
                </p:custDataLst>
              </p:nvPr>
            </p:nvSpPr>
            <p:spPr bwMode="auto">
              <a:xfrm>
                <a:off x="3205" y="2162"/>
                <a:ext cx="2" cy="9"/>
              </a:xfrm>
              <a:custGeom>
                <a:avLst/>
                <a:gdLst>
                  <a:gd name="T0" fmla="*/ 1 w 1"/>
                  <a:gd name="T1" fmla="*/ 2 h 4"/>
                  <a:gd name="T2" fmla="*/ 1 w 1"/>
                  <a:gd name="T3" fmla="*/ 0 h 4"/>
                  <a:gd name="T4" fmla="*/ 1 w 1"/>
                  <a:gd name="T5" fmla="*/ 4 h 4"/>
                  <a:gd name="T6" fmla="*/ 1 w 1"/>
                  <a:gd name="T7" fmla="*/ 4 h 4"/>
                  <a:gd name="T8" fmla="*/ 1 w 1"/>
                  <a:gd name="T9" fmla="*/ 3 h 4"/>
                  <a:gd name="T10" fmla="*/ 1 w 1"/>
                  <a:gd name="T11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4">
                    <a:moveTo>
                      <a:pt x="1" y="2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3"/>
                      <a:pt x="1" y="3"/>
                    </a:cubicBezTo>
                    <a:cubicBezTo>
                      <a:pt x="1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8" name="Freeform 173"/>
              <p:cNvSpPr/>
              <p:nvPr>
                <p:custDataLst>
                  <p:tags r:id="rId419"/>
                </p:custDataLst>
              </p:nvPr>
            </p:nvSpPr>
            <p:spPr bwMode="auto">
              <a:xfrm>
                <a:off x="3207" y="2166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9" name="Freeform 174"/>
              <p:cNvSpPr/>
              <p:nvPr>
                <p:custDataLst>
                  <p:tags r:id="rId420"/>
                </p:custDataLst>
              </p:nvPr>
            </p:nvSpPr>
            <p:spPr bwMode="auto">
              <a:xfrm>
                <a:off x="3207" y="216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0" name="Freeform 175"/>
              <p:cNvSpPr/>
              <p:nvPr>
                <p:custDataLst>
                  <p:tags r:id="rId421"/>
                </p:custDataLst>
              </p:nvPr>
            </p:nvSpPr>
            <p:spPr bwMode="auto">
              <a:xfrm>
                <a:off x="3194" y="2156"/>
                <a:ext cx="0" cy="6"/>
              </a:xfrm>
              <a:custGeom>
                <a:avLst/>
                <a:gdLst>
                  <a:gd name="T0" fmla="*/ 2 h 3"/>
                  <a:gd name="T1" fmla="*/ 2 h 3"/>
                  <a:gd name="T2" fmla="*/ 2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2"/>
                    </a:moveTo>
                    <a:cubicBezTo>
                      <a:pt x="0" y="0"/>
                      <a:pt x="0" y="2"/>
                      <a:pt x="0" y="2"/>
                    </a:cubicBezTo>
                    <a:cubicBezTo>
                      <a:pt x="0" y="3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1" name="Freeform 176"/>
              <p:cNvSpPr/>
              <p:nvPr>
                <p:custDataLst>
                  <p:tags r:id="rId422"/>
                </p:custDataLst>
              </p:nvPr>
            </p:nvSpPr>
            <p:spPr bwMode="auto">
              <a:xfrm>
                <a:off x="3209" y="219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2" name="Freeform 177"/>
              <p:cNvSpPr/>
              <p:nvPr>
                <p:custDataLst>
                  <p:tags r:id="rId423"/>
                </p:custDataLst>
              </p:nvPr>
            </p:nvSpPr>
            <p:spPr bwMode="auto">
              <a:xfrm>
                <a:off x="3472" y="20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3" name="Freeform 178"/>
              <p:cNvSpPr/>
              <p:nvPr>
                <p:custDataLst>
                  <p:tags r:id="rId424"/>
                </p:custDataLst>
              </p:nvPr>
            </p:nvSpPr>
            <p:spPr bwMode="auto">
              <a:xfrm>
                <a:off x="3201" y="215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4" name="Freeform 179"/>
              <p:cNvSpPr/>
              <p:nvPr>
                <p:custDataLst>
                  <p:tags r:id="rId425"/>
                </p:custDataLst>
              </p:nvPr>
            </p:nvSpPr>
            <p:spPr bwMode="auto">
              <a:xfrm>
                <a:off x="3211" y="219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1" y="1"/>
                      <a:pt x="0" y="2"/>
                    </a:cubicBezTo>
                    <a:cubicBezTo>
                      <a:pt x="0" y="2"/>
                      <a:pt x="0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5" name="Freeform 180"/>
              <p:cNvSpPr/>
              <p:nvPr>
                <p:custDataLst>
                  <p:tags r:id="rId426"/>
                </p:custDataLst>
              </p:nvPr>
            </p:nvSpPr>
            <p:spPr bwMode="auto">
              <a:xfrm>
                <a:off x="3317" y="2561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6" name="Freeform 181"/>
              <p:cNvSpPr/>
              <p:nvPr>
                <p:custDataLst>
                  <p:tags r:id="rId427"/>
                </p:custDataLst>
              </p:nvPr>
            </p:nvSpPr>
            <p:spPr bwMode="auto">
              <a:xfrm>
                <a:off x="3345" y="253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7" name="Freeform 182"/>
              <p:cNvSpPr/>
              <p:nvPr>
                <p:custDataLst>
                  <p:tags r:id="rId428"/>
                </p:custDataLst>
              </p:nvPr>
            </p:nvSpPr>
            <p:spPr bwMode="auto">
              <a:xfrm>
                <a:off x="3211" y="2192"/>
                <a:ext cx="2" cy="6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0 h 3"/>
                  <a:gd name="T4" fmla="*/ 0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8" name="Freeform 183"/>
              <p:cNvSpPr/>
              <p:nvPr>
                <p:custDataLst>
                  <p:tags r:id="rId429"/>
                </p:custDataLst>
              </p:nvPr>
            </p:nvSpPr>
            <p:spPr bwMode="auto">
              <a:xfrm>
                <a:off x="3266" y="2548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9" name="Freeform 184"/>
              <p:cNvSpPr/>
              <p:nvPr>
                <p:custDataLst>
                  <p:tags r:id="rId430"/>
                </p:custDataLst>
              </p:nvPr>
            </p:nvSpPr>
            <p:spPr bwMode="auto">
              <a:xfrm>
                <a:off x="3271" y="254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0" name="Freeform 185"/>
              <p:cNvSpPr/>
              <p:nvPr>
                <p:custDataLst>
                  <p:tags r:id="rId431"/>
                </p:custDataLst>
              </p:nvPr>
            </p:nvSpPr>
            <p:spPr bwMode="auto">
              <a:xfrm>
                <a:off x="3273" y="255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1" name="Freeform 186"/>
              <p:cNvSpPr/>
              <p:nvPr>
                <p:custDataLst>
                  <p:tags r:id="rId432"/>
                </p:custDataLst>
              </p:nvPr>
            </p:nvSpPr>
            <p:spPr bwMode="auto">
              <a:xfrm>
                <a:off x="3271" y="2557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2" name="Freeform 187"/>
              <p:cNvSpPr/>
              <p:nvPr>
                <p:custDataLst>
                  <p:tags r:id="rId433"/>
                </p:custDataLst>
              </p:nvPr>
            </p:nvSpPr>
            <p:spPr bwMode="auto">
              <a:xfrm>
                <a:off x="4616" y="188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3" name="Freeform 188"/>
              <p:cNvSpPr/>
              <p:nvPr>
                <p:custDataLst>
                  <p:tags r:id="rId434"/>
                </p:custDataLst>
              </p:nvPr>
            </p:nvSpPr>
            <p:spPr bwMode="auto">
              <a:xfrm>
                <a:off x="3175" y="2211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4" name="Freeform 189"/>
              <p:cNvSpPr/>
              <p:nvPr>
                <p:custDataLst>
                  <p:tags r:id="rId435"/>
                </p:custDataLst>
              </p:nvPr>
            </p:nvSpPr>
            <p:spPr bwMode="auto">
              <a:xfrm>
                <a:off x="3137" y="218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5" name="Freeform 190"/>
              <p:cNvSpPr/>
              <p:nvPr>
                <p:custDataLst>
                  <p:tags r:id="rId436"/>
                </p:custDataLst>
              </p:nvPr>
            </p:nvSpPr>
            <p:spPr bwMode="auto">
              <a:xfrm>
                <a:off x="3203" y="2166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1" y="1"/>
                      <a:pt x="0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6" name="Freeform 191"/>
              <p:cNvSpPr/>
              <p:nvPr>
                <p:custDataLst>
                  <p:tags r:id="rId437"/>
                </p:custDataLst>
              </p:nvPr>
            </p:nvSpPr>
            <p:spPr bwMode="auto">
              <a:xfrm>
                <a:off x="4497" y="192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7" name="Freeform 192"/>
              <p:cNvSpPr/>
              <p:nvPr>
                <p:custDataLst>
                  <p:tags r:id="rId438"/>
                </p:custDataLst>
              </p:nvPr>
            </p:nvSpPr>
            <p:spPr bwMode="auto">
              <a:xfrm>
                <a:off x="3082" y="2156"/>
                <a:ext cx="131" cy="91"/>
              </a:xfrm>
              <a:custGeom>
                <a:avLst/>
                <a:gdLst>
                  <a:gd name="T0" fmla="*/ 46 w 62"/>
                  <a:gd name="T1" fmla="*/ 23 h 43"/>
                  <a:gd name="T2" fmla="*/ 51 w 62"/>
                  <a:gd name="T3" fmla="*/ 20 h 43"/>
                  <a:gd name="T4" fmla="*/ 54 w 62"/>
                  <a:gd name="T5" fmla="*/ 19 h 43"/>
                  <a:gd name="T6" fmla="*/ 58 w 62"/>
                  <a:gd name="T7" fmla="*/ 21 h 43"/>
                  <a:gd name="T8" fmla="*/ 60 w 62"/>
                  <a:gd name="T9" fmla="*/ 20 h 43"/>
                  <a:gd name="T10" fmla="*/ 61 w 62"/>
                  <a:gd name="T11" fmla="*/ 16 h 43"/>
                  <a:gd name="T12" fmla="*/ 62 w 62"/>
                  <a:gd name="T13" fmla="*/ 13 h 43"/>
                  <a:gd name="T14" fmla="*/ 62 w 62"/>
                  <a:gd name="T15" fmla="*/ 11 h 43"/>
                  <a:gd name="T16" fmla="*/ 58 w 62"/>
                  <a:gd name="T17" fmla="*/ 12 h 43"/>
                  <a:gd name="T18" fmla="*/ 56 w 62"/>
                  <a:gd name="T19" fmla="*/ 9 h 43"/>
                  <a:gd name="T20" fmla="*/ 57 w 62"/>
                  <a:gd name="T21" fmla="*/ 2 h 43"/>
                  <a:gd name="T22" fmla="*/ 56 w 62"/>
                  <a:gd name="T23" fmla="*/ 2 h 43"/>
                  <a:gd name="T24" fmla="*/ 55 w 62"/>
                  <a:gd name="T25" fmla="*/ 5 h 43"/>
                  <a:gd name="T26" fmla="*/ 54 w 62"/>
                  <a:gd name="T27" fmla="*/ 3 h 43"/>
                  <a:gd name="T28" fmla="*/ 53 w 62"/>
                  <a:gd name="T29" fmla="*/ 8 h 43"/>
                  <a:gd name="T30" fmla="*/ 51 w 62"/>
                  <a:gd name="T31" fmla="*/ 3 h 43"/>
                  <a:gd name="T32" fmla="*/ 51 w 62"/>
                  <a:gd name="T33" fmla="*/ 1 h 43"/>
                  <a:gd name="T34" fmla="*/ 50 w 62"/>
                  <a:gd name="T35" fmla="*/ 4 h 43"/>
                  <a:gd name="T36" fmla="*/ 49 w 62"/>
                  <a:gd name="T37" fmla="*/ 2 h 43"/>
                  <a:gd name="T38" fmla="*/ 48 w 62"/>
                  <a:gd name="T39" fmla="*/ 7 h 43"/>
                  <a:gd name="T40" fmla="*/ 47 w 62"/>
                  <a:gd name="T41" fmla="*/ 12 h 43"/>
                  <a:gd name="T42" fmla="*/ 46 w 62"/>
                  <a:gd name="T43" fmla="*/ 7 h 43"/>
                  <a:gd name="T44" fmla="*/ 43 w 62"/>
                  <a:gd name="T45" fmla="*/ 7 h 43"/>
                  <a:gd name="T46" fmla="*/ 42 w 62"/>
                  <a:gd name="T47" fmla="*/ 7 h 43"/>
                  <a:gd name="T48" fmla="*/ 40 w 62"/>
                  <a:gd name="T49" fmla="*/ 8 h 43"/>
                  <a:gd name="T50" fmla="*/ 37 w 62"/>
                  <a:gd name="T51" fmla="*/ 9 h 43"/>
                  <a:gd name="T52" fmla="*/ 36 w 62"/>
                  <a:gd name="T53" fmla="*/ 10 h 43"/>
                  <a:gd name="T54" fmla="*/ 36 w 62"/>
                  <a:gd name="T55" fmla="*/ 10 h 43"/>
                  <a:gd name="T56" fmla="*/ 35 w 62"/>
                  <a:gd name="T57" fmla="*/ 12 h 43"/>
                  <a:gd name="T58" fmla="*/ 34 w 62"/>
                  <a:gd name="T59" fmla="*/ 10 h 43"/>
                  <a:gd name="T60" fmla="*/ 33 w 62"/>
                  <a:gd name="T61" fmla="*/ 12 h 43"/>
                  <a:gd name="T62" fmla="*/ 30 w 62"/>
                  <a:gd name="T63" fmla="*/ 11 h 43"/>
                  <a:gd name="T64" fmla="*/ 28 w 62"/>
                  <a:gd name="T65" fmla="*/ 12 h 43"/>
                  <a:gd name="T66" fmla="*/ 26 w 62"/>
                  <a:gd name="T67" fmla="*/ 12 h 43"/>
                  <a:gd name="T68" fmla="*/ 26 w 62"/>
                  <a:gd name="T69" fmla="*/ 14 h 43"/>
                  <a:gd name="T70" fmla="*/ 25 w 62"/>
                  <a:gd name="T71" fmla="*/ 13 h 43"/>
                  <a:gd name="T72" fmla="*/ 24 w 62"/>
                  <a:gd name="T73" fmla="*/ 15 h 43"/>
                  <a:gd name="T74" fmla="*/ 22 w 62"/>
                  <a:gd name="T75" fmla="*/ 16 h 43"/>
                  <a:gd name="T76" fmla="*/ 21 w 62"/>
                  <a:gd name="T77" fmla="*/ 17 h 43"/>
                  <a:gd name="T78" fmla="*/ 22 w 62"/>
                  <a:gd name="T79" fmla="*/ 25 h 43"/>
                  <a:gd name="T80" fmla="*/ 19 w 62"/>
                  <a:gd name="T81" fmla="*/ 21 h 43"/>
                  <a:gd name="T82" fmla="*/ 17 w 62"/>
                  <a:gd name="T83" fmla="*/ 23 h 43"/>
                  <a:gd name="T84" fmla="*/ 16 w 62"/>
                  <a:gd name="T85" fmla="*/ 23 h 43"/>
                  <a:gd name="T86" fmla="*/ 11 w 62"/>
                  <a:gd name="T87" fmla="*/ 24 h 43"/>
                  <a:gd name="T88" fmla="*/ 10 w 62"/>
                  <a:gd name="T89" fmla="*/ 24 h 43"/>
                  <a:gd name="T90" fmla="*/ 8 w 62"/>
                  <a:gd name="T91" fmla="*/ 31 h 43"/>
                  <a:gd name="T92" fmla="*/ 7 w 62"/>
                  <a:gd name="T93" fmla="*/ 32 h 43"/>
                  <a:gd name="T94" fmla="*/ 12 w 62"/>
                  <a:gd name="T95" fmla="*/ 41 h 43"/>
                  <a:gd name="T96" fmla="*/ 18 w 62"/>
                  <a:gd name="T97" fmla="*/ 38 h 43"/>
                  <a:gd name="T98" fmla="*/ 28 w 62"/>
                  <a:gd name="T99" fmla="*/ 27 h 43"/>
                  <a:gd name="T100" fmla="*/ 31 w 62"/>
                  <a:gd name="T101" fmla="*/ 31 h 43"/>
                  <a:gd name="T102" fmla="*/ 36 w 62"/>
                  <a:gd name="T103" fmla="*/ 29 h 43"/>
                  <a:gd name="T104" fmla="*/ 41 w 62"/>
                  <a:gd name="T105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2" h="43">
                    <a:moveTo>
                      <a:pt x="44" y="25"/>
                    </a:moveTo>
                    <a:cubicBezTo>
                      <a:pt x="44" y="25"/>
                      <a:pt x="44" y="26"/>
                      <a:pt x="44" y="26"/>
                    </a:cubicBezTo>
                    <a:cubicBezTo>
                      <a:pt x="44" y="26"/>
                      <a:pt x="44" y="26"/>
                      <a:pt x="45" y="27"/>
                    </a:cubicBezTo>
                    <a:cubicBezTo>
                      <a:pt x="45" y="26"/>
                      <a:pt x="45" y="25"/>
                      <a:pt x="45" y="25"/>
                    </a:cubicBezTo>
                    <a:cubicBezTo>
                      <a:pt x="46" y="27"/>
                      <a:pt x="46" y="25"/>
                      <a:pt x="46" y="26"/>
                    </a:cubicBezTo>
                    <a:cubicBezTo>
                      <a:pt x="46" y="24"/>
                      <a:pt x="46" y="22"/>
                      <a:pt x="46" y="23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4"/>
                      <a:pt x="48" y="27"/>
                      <a:pt x="48" y="23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9" y="23"/>
                      <a:pt x="50" y="25"/>
                      <a:pt x="50" y="22"/>
                    </a:cubicBezTo>
                    <a:cubicBezTo>
                      <a:pt x="50" y="23"/>
                      <a:pt x="51" y="23"/>
                      <a:pt x="51" y="23"/>
                    </a:cubicBezTo>
                    <a:cubicBezTo>
                      <a:pt x="51" y="22"/>
                      <a:pt x="51" y="22"/>
                      <a:pt x="51" y="20"/>
                    </a:cubicBezTo>
                    <a:cubicBezTo>
                      <a:pt x="51" y="20"/>
                      <a:pt x="52" y="21"/>
                      <a:pt x="52" y="21"/>
                    </a:cubicBezTo>
                    <a:cubicBezTo>
                      <a:pt x="52" y="22"/>
                      <a:pt x="52" y="24"/>
                      <a:pt x="52" y="22"/>
                    </a:cubicBezTo>
                    <a:cubicBezTo>
                      <a:pt x="52" y="23"/>
                      <a:pt x="52" y="23"/>
                      <a:pt x="52" y="23"/>
                    </a:cubicBezTo>
                    <a:cubicBezTo>
                      <a:pt x="53" y="22"/>
                      <a:pt x="53" y="20"/>
                      <a:pt x="53" y="21"/>
                    </a:cubicBezTo>
                    <a:cubicBezTo>
                      <a:pt x="54" y="20"/>
                      <a:pt x="54" y="20"/>
                      <a:pt x="54" y="18"/>
                    </a:cubicBezTo>
                    <a:cubicBezTo>
                      <a:pt x="54" y="18"/>
                      <a:pt x="54" y="20"/>
                      <a:pt x="54" y="19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4" y="21"/>
                      <a:pt x="55" y="20"/>
                      <a:pt x="56" y="19"/>
                    </a:cubicBezTo>
                    <a:cubicBezTo>
                      <a:pt x="56" y="22"/>
                      <a:pt x="56" y="19"/>
                      <a:pt x="57" y="21"/>
                    </a:cubicBezTo>
                    <a:cubicBezTo>
                      <a:pt x="57" y="19"/>
                      <a:pt x="57" y="21"/>
                      <a:pt x="58" y="18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8" y="20"/>
                      <a:pt x="58" y="20"/>
                      <a:pt x="58" y="21"/>
                    </a:cubicBezTo>
                    <a:cubicBezTo>
                      <a:pt x="58" y="21"/>
                      <a:pt x="59" y="19"/>
                      <a:pt x="59" y="18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19"/>
                      <a:pt x="60" y="17"/>
                      <a:pt x="60" y="15"/>
                    </a:cubicBezTo>
                    <a:cubicBezTo>
                      <a:pt x="60" y="16"/>
                      <a:pt x="60" y="15"/>
                      <a:pt x="60" y="16"/>
                    </a:cubicBezTo>
                    <a:cubicBezTo>
                      <a:pt x="60" y="17"/>
                      <a:pt x="59" y="19"/>
                      <a:pt x="59" y="20"/>
                    </a:cubicBezTo>
                    <a:cubicBezTo>
                      <a:pt x="59" y="21"/>
                      <a:pt x="60" y="18"/>
                      <a:pt x="60" y="20"/>
                    </a:cubicBezTo>
                    <a:cubicBezTo>
                      <a:pt x="60" y="20"/>
                      <a:pt x="60" y="20"/>
                      <a:pt x="60" y="18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0" y="20"/>
                      <a:pt x="60" y="20"/>
                      <a:pt x="60" y="19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2" y="15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62" y="15"/>
                      <a:pt x="62" y="14"/>
                      <a:pt x="62" y="16"/>
                    </a:cubicBezTo>
                    <a:cubicBezTo>
                      <a:pt x="61" y="17"/>
                      <a:pt x="61" y="18"/>
                      <a:pt x="61" y="19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6"/>
                      <a:pt x="62" y="16"/>
                      <a:pt x="62" y="14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3"/>
                      <a:pt x="62" y="13"/>
                      <a:pt x="62" y="13"/>
                    </a:cubicBezTo>
                    <a:cubicBezTo>
                      <a:pt x="62" y="14"/>
                      <a:pt x="62" y="12"/>
                      <a:pt x="61" y="14"/>
                    </a:cubicBezTo>
                    <a:cubicBezTo>
                      <a:pt x="61" y="15"/>
                      <a:pt x="61" y="15"/>
                      <a:pt x="61" y="15"/>
                    </a:cubicBezTo>
                    <a:cubicBezTo>
                      <a:pt x="61" y="15"/>
                      <a:pt x="60" y="17"/>
                      <a:pt x="61" y="15"/>
                    </a:cubicBezTo>
                    <a:cubicBezTo>
                      <a:pt x="61" y="13"/>
                      <a:pt x="61" y="13"/>
                      <a:pt x="61" y="13"/>
                    </a:cubicBezTo>
                    <a:cubicBezTo>
                      <a:pt x="61" y="13"/>
                      <a:pt x="61" y="14"/>
                      <a:pt x="61" y="14"/>
                    </a:cubicBezTo>
                    <a:cubicBezTo>
                      <a:pt x="62" y="11"/>
                      <a:pt x="62" y="11"/>
                      <a:pt x="62" y="11"/>
                    </a:cubicBezTo>
                    <a:cubicBezTo>
                      <a:pt x="61" y="15"/>
                      <a:pt x="61" y="12"/>
                      <a:pt x="60" y="13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1"/>
                      <a:pt x="60" y="14"/>
                      <a:pt x="60" y="14"/>
                    </a:cubicBezTo>
                    <a:cubicBezTo>
                      <a:pt x="60" y="13"/>
                      <a:pt x="61" y="11"/>
                      <a:pt x="61" y="10"/>
                    </a:cubicBezTo>
                    <a:cubicBezTo>
                      <a:pt x="60" y="10"/>
                      <a:pt x="59" y="12"/>
                      <a:pt x="59" y="10"/>
                    </a:cubicBezTo>
                    <a:cubicBezTo>
                      <a:pt x="59" y="10"/>
                      <a:pt x="59" y="11"/>
                      <a:pt x="58" y="12"/>
                    </a:cubicBezTo>
                    <a:cubicBezTo>
                      <a:pt x="58" y="12"/>
                      <a:pt x="59" y="9"/>
                      <a:pt x="58" y="11"/>
                    </a:cubicBezTo>
                    <a:cubicBezTo>
                      <a:pt x="58" y="10"/>
                      <a:pt x="58" y="9"/>
                      <a:pt x="59" y="8"/>
                    </a:cubicBezTo>
                    <a:cubicBezTo>
                      <a:pt x="58" y="9"/>
                      <a:pt x="58" y="8"/>
                      <a:pt x="58" y="10"/>
                    </a:cubicBezTo>
                    <a:cubicBezTo>
                      <a:pt x="58" y="9"/>
                      <a:pt x="57" y="9"/>
                      <a:pt x="57" y="9"/>
                    </a:cubicBezTo>
                    <a:cubicBezTo>
                      <a:pt x="57" y="9"/>
                      <a:pt x="57" y="8"/>
                      <a:pt x="57" y="7"/>
                    </a:cubicBezTo>
                    <a:cubicBezTo>
                      <a:pt x="57" y="8"/>
                      <a:pt x="56" y="9"/>
                      <a:pt x="56" y="9"/>
                    </a:cubicBezTo>
                    <a:cubicBezTo>
                      <a:pt x="56" y="11"/>
                      <a:pt x="56" y="11"/>
                      <a:pt x="56" y="12"/>
                    </a:cubicBezTo>
                    <a:cubicBezTo>
                      <a:pt x="56" y="13"/>
                      <a:pt x="56" y="13"/>
                      <a:pt x="56" y="13"/>
                    </a:cubicBezTo>
                    <a:cubicBezTo>
                      <a:pt x="56" y="11"/>
                      <a:pt x="56" y="9"/>
                      <a:pt x="56" y="9"/>
                    </a:cubicBezTo>
                    <a:cubicBezTo>
                      <a:pt x="56" y="6"/>
                      <a:pt x="56" y="9"/>
                      <a:pt x="56" y="6"/>
                    </a:cubicBezTo>
                    <a:cubicBezTo>
                      <a:pt x="56" y="4"/>
                      <a:pt x="57" y="4"/>
                      <a:pt x="57" y="5"/>
                    </a:cubicBezTo>
                    <a:cubicBezTo>
                      <a:pt x="58" y="3"/>
                      <a:pt x="57" y="5"/>
                      <a:pt x="57" y="2"/>
                    </a:cubicBezTo>
                    <a:cubicBezTo>
                      <a:pt x="57" y="3"/>
                      <a:pt x="57" y="4"/>
                      <a:pt x="56" y="4"/>
                    </a:cubicBezTo>
                    <a:cubicBezTo>
                      <a:pt x="56" y="5"/>
                      <a:pt x="56" y="6"/>
                      <a:pt x="56" y="7"/>
                    </a:cubicBezTo>
                    <a:cubicBezTo>
                      <a:pt x="56" y="9"/>
                      <a:pt x="56" y="5"/>
                      <a:pt x="56" y="5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3"/>
                      <a:pt x="55" y="5"/>
                      <a:pt x="55" y="5"/>
                    </a:cubicBezTo>
                    <a:cubicBezTo>
                      <a:pt x="55" y="1"/>
                      <a:pt x="56" y="4"/>
                      <a:pt x="56" y="2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5" y="0"/>
                      <a:pt x="56" y="3"/>
                      <a:pt x="55" y="2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3"/>
                      <a:pt x="55" y="4"/>
                      <a:pt x="55" y="4"/>
                    </a:cubicBezTo>
                    <a:cubicBezTo>
                      <a:pt x="55" y="7"/>
                      <a:pt x="55" y="5"/>
                      <a:pt x="55" y="5"/>
                    </a:cubicBezTo>
                    <a:cubicBezTo>
                      <a:pt x="54" y="7"/>
                      <a:pt x="55" y="5"/>
                      <a:pt x="55" y="7"/>
                    </a:cubicBezTo>
                    <a:cubicBezTo>
                      <a:pt x="55" y="8"/>
                      <a:pt x="54" y="9"/>
                      <a:pt x="54" y="9"/>
                    </a:cubicBezTo>
                    <a:cubicBezTo>
                      <a:pt x="54" y="9"/>
                      <a:pt x="54" y="7"/>
                      <a:pt x="54" y="6"/>
                    </a:cubicBezTo>
                    <a:cubicBezTo>
                      <a:pt x="54" y="5"/>
                      <a:pt x="54" y="5"/>
                      <a:pt x="54" y="6"/>
                    </a:cubicBezTo>
                    <a:cubicBezTo>
                      <a:pt x="55" y="4"/>
                      <a:pt x="54" y="3"/>
                      <a:pt x="55" y="1"/>
                    </a:cubicBezTo>
                    <a:cubicBezTo>
                      <a:pt x="54" y="0"/>
                      <a:pt x="54" y="2"/>
                      <a:pt x="54" y="3"/>
                    </a:cubicBezTo>
                    <a:cubicBezTo>
                      <a:pt x="54" y="3"/>
                      <a:pt x="54" y="5"/>
                      <a:pt x="54" y="5"/>
                    </a:cubicBezTo>
                    <a:cubicBezTo>
                      <a:pt x="54" y="10"/>
                      <a:pt x="54" y="2"/>
                      <a:pt x="53" y="3"/>
                    </a:cubicBezTo>
                    <a:cubicBezTo>
                      <a:pt x="53" y="6"/>
                      <a:pt x="53" y="7"/>
                      <a:pt x="53" y="10"/>
                    </a:cubicBezTo>
                    <a:cubicBezTo>
                      <a:pt x="53" y="11"/>
                      <a:pt x="53" y="12"/>
                      <a:pt x="53" y="11"/>
                    </a:cubicBezTo>
                    <a:cubicBezTo>
                      <a:pt x="53" y="9"/>
                      <a:pt x="53" y="10"/>
                      <a:pt x="53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4"/>
                      <a:pt x="52" y="2"/>
                      <a:pt x="52" y="1"/>
                    </a:cubicBezTo>
                    <a:cubicBezTo>
                      <a:pt x="52" y="2"/>
                      <a:pt x="52" y="3"/>
                      <a:pt x="52" y="4"/>
                    </a:cubicBezTo>
                    <a:cubicBezTo>
                      <a:pt x="52" y="3"/>
                      <a:pt x="52" y="2"/>
                      <a:pt x="52" y="2"/>
                    </a:cubicBezTo>
                    <a:cubicBezTo>
                      <a:pt x="52" y="3"/>
                      <a:pt x="52" y="5"/>
                      <a:pt x="52" y="5"/>
                    </a:cubicBezTo>
                    <a:cubicBezTo>
                      <a:pt x="52" y="5"/>
                      <a:pt x="51" y="3"/>
                      <a:pt x="51" y="3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3"/>
                      <a:pt x="52" y="0"/>
                      <a:pt x="51" y="1"/>
                    </a:cubicBezTo>
                    <a:cubicBezTo>
                      <a:pt x="51" y="2"/>
                      <a:pt x="51" y="4"/>
                      <a:pt x="51" y="5"/>
                    </a:cubicBezTo>
                    <a:cubicBezTo>
                      <a:pt x="51" y="6"/>
                      <a:pt x="51" y="4"/>
                      <a:pt x="51" y="5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4"/>
                      <a:pt x="51" y="0"/>
                      <a:pt x="51" y="1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2"/>
                      <a:pt x="51" y="2"/>
                      <a:pt x="51" y="1"/>
                    </a:cubicBezTo>
                    <a:cubicBezTo>
                      <a:pt x="51" y="2"/>
                      <a:pt x="50" y="2"/>
                      <a:pt x="50" y="2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0" y="2"/>
                      <a:pt x="50" y="4"/>
                      <a:pt x="50" y="2"/>
                    </a:cubicBezTo>
                    <a:cubicBezTo>
                      <a:pt x="50" y="5"/>
                      <a:pt x="50" y="2"/>
                      <a:pt x="50" y="4"/>
                    </a:cubicBezTo>
                    <a:cubicBezTo>
                      <a:pt x="51" y="5"/>
                      <a:pt x="50" y="5"/>
                      <a:pt x="50" y="6"/>
                    </a:cubicBezTo>
                    <a:cubicBezTo>
                      <a:pt x="50" y="3"/>
                      <a:pt x="50" y="5"/>
                      <a:pt x="50" y="5"/>
                    </a:cubicBezTo>
                    <a:cubicBezTo>
                      <a:pt x="50" y="4"/>
                      <a:pt x="49" y="4"/>
                      <a:pt x="49" y="3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9" y="6"/>
                      <a:pt x="49" y="5"/>
                    </a:cubicBezTo>
                    <a:cubicBezTo>
                      <a:pt x="49" y="4"/>
                      <a:pt x="49" y="2"/>
                      <a:pt x="49" y="2"/>
                    </a:cubicBezTo>
                    <a:cubicBezTo>
                      <a:pt x="49" y="4"/>
                      <a:pt x="49" y="5"/>
                      <a:pt x="49" y="7"/>
                    </a:cubicBezTo>
                    <a:cubicBezTo>
                      <a:pt x="48" y="6"/>
                      <a:pt x="49" y="4"/>
                      <a:pt x="48" y="2"/>
                    </a:cubicBezTo>
                    <a:cubicBezTo>
                      <a:pt x="48" y="4"/>
                      <a:pt x="48" y="0"/>
                      <a:pt x="48" y="3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5"/>
                      <a:pt x="48" y="4"/>
                    </a:cubicBezTo>
                    <a:cubicBezTo>
                      <a:pt x="48" y="4"/>
                      <a:pt x="48" y="6"/>
                      <a:pt x="48" y="7"/>
                    </a:cubicBezTo>
                    <a:cubicBezTo>
                      <a:pt x="48" y="6"/>
                      <a:pt x="48" y="9"/>
                      <a:pt x="47" y="7"/>
                    </a:cubicBezTo>
                    <a:cubicBezTo>
                      <a:pt x="47" y="6"/>
                      <a:pt x="48" y="7"/>
                      <a:pt x="48" y="5"/>
                    </a:cubicBezTo>
                    <a:cubicBezTo>
                      <a:pt x="47" y="5"/>
                      <a:pt x="48" y="9"/>
                      <a:pt x="47" y="10"/>
                    </a:cubicBezTo>
                    <a:cubicBezTo>
                      <a:pt x="48" y="11"/>
                      <a:pt x="48" y="14"/>
                      <a:pt x="48" y="15"/>
                    </a:cubicBezTo>
                    <a:cubicBezTo>
                      <a:pt x="47" y="14"/>
                      <a:pt x="48" y="14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9"/>
                      <a:pt x="47" y="7"/>
                      <a:pt x="47" y="5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5"/>
                      <a:pt x="46" y="3"/>
                      <a:pt x="46" y="4"/>
                    </a:cubicBezTo>
                    <a:cubicBezTo>
                      <a:pt x="46" y="6"/>
                      <a:pt x="46" y="3"/>
                      <a:pt x="46" y="5"/>
                    </a:cubicBezTo>
                    <a:cubicBezTo>
                      <a:pt x="46" y="5"/>
                      <a:pt x="47" y="8"/>
                      <a:pt x="46" y="7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6" y="3"/>
                      <a:pt x="46" y="6"/>
                      <a:pt x="46" y="5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5" y="4"/>
                      <a:pt x="44" y="4"/>
                      <a:pt x="44" y="8"/>
                    </a:cubicBezTo>
                    <a:cubicBezTo>
                      <a:pt x="44" y="6"/>
                      <a:pt x="43" y="6"/>
                      <a:pt x="43" y="5"/>
                    </a:cubicBezTo>
                    <a:cubicBezTo>
                      <a:pt x="43" y="6"/>
                      <a:pt x="43" y="7"/>
                      <a:pt x="43" y="7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2" y="4"/>
                      <a:pt x="42" y="6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4"/>
                      <a:pt x="42" y="7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2" y="8"/>
                      <a:pt x="42" y="8"/>
                      <a:pt x="41" y="6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6"/>
                      <a:pt x="41" y="6"/>
                      <a:pt x="40" y="7"/>
                    </a:cubicBezTo>
                    <a:cubicBezTo>
                      <a:pt x="41" y="7"/>
                      <a:pt x="41" y="8"/>
                      <a:pt x="41" y="9"/>
                    </a:cubicBezTo>
                    <a:cubicBezTo>
                      <a:pt x="41" y="12"/>
                      <a:pt x="41" y="9"/>
                      <a:pt x="41" y="10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5"/>
                      <a:pt x="39" y="7"/>
                      <a:pt x="39" y="7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38" y="6"/>
                      <a:pt x="38" y="8"/>
                      <a:pt x="38" y="8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13"/>
                      <a:pt x="38" y="9"/>
                      <a:pt x="37" y="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9"/>
                      <a:pt x="37" y="10"/>
                      <a:pt x="37" y="9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6" y="9"/>
                      <a:pt x="36" y="8"/>
                      <a:pt x="36" y="8"/>
                    </a:cubicBezTo>
                    <a:cubicBezTo>
                      <a:pt x="36" y="10"/>
                      <a:pt x="36" y="9"/>
                      <a:pt x="36" y="10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5" y="8"/>
                      <a:pt x="36" y="10"/>
                      <a:pt x="36" y="11"/>
                    </a:cubicBezTo>
                    <a:cubicBezTo>
                      <a:pt x="36" y="12"/>
                      <a:pt x="36" y="11"/>
                      <a:pt x="35" y="10"/>
                    </a:cubicBezTo>
                    <a:cubicBezTo>
                      <a:pt x="35" y="9"/>
                      <a:pt x="36" y="10"/>
                      <a:pt x="36" y="10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9"/>
                      <a:pt x="36" y="10"/>
                      <a:pt x="35" y="10"/>
                    </a:cubicBezTo>
                    <a:cubicBezTo>
                      <a:pt x="35" y="10"/>
                      <a:pt x="35" y="10"/>
                      <a:pt x="35" y="9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11"/>
                      <a:pt x="35" y="11"/>
                      <a:pt x="35" y="12"/>
                    </a:cubicBezTo>
                    <a:cubicBezTo>
                      <a:pt x="35" y="12"/>
                      <a:pt x="35" y="13"/>
                      <a:pt x="35" y="12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5" y="11"/>
                      <a:pt x="35" y="11"/>
                      <a:pt x="35" y="11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4" y="11"/>
                      <a:pt x="34" y="9"/>
                      <a:pt x="33" y="9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1"/>
                      <a:pt x="33" y="10"/>
                      <a:pt x="33" y="9"/>
                    </a:cubicBezTo>
                    <a:cubicBezTo>
                      <a:pt x="33" y="8"/>
                      <a:pt x="34" y="14"/>
                      <a:pt x="33" y="13"/>
                    </a:cubicBezTo>
                    <a:cubicBezTo>
                      <a:pt x="33" y="11"/>
                      <a:pt x="33" y="10"/>
                      <a:pt x="32" y="10"/>
                    </a:cubicBezTo>
                    <a:cubicBezTo>
                      <a:pt x="33" y="10"/>
                      <a:pt x="33" y="11"/>
                      <a:pt x="33" y="11"/>
                    </a:cubicBezTo>
                    <a:cubicBezTo>
                      <a:pt x="33" y="12"/>
                      <a:pt x="32" y="10"/>
                      <a:pt x="33" y="11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2" y="8"/>
                      <a:pt x="32" y="11"/>
                      <a:pt x="31" y="9"/>
                    </a:cubicBezTo>
                    <a:cubicBezTo>
                      <a:pt x="31" y="12"/>
                      <a:pt x="31" y="10"/>
                      <a:pt x="31" y="11"/>
                    </a:cubicBezTo>
                    <a:cubicBezTo>
                      <a:pt x="30" y="9"/>
                      <a:pt x="31" y="12"/>
                      <a:pt x="30" y="10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0" y="11"/>
                      <a:pt x="32" y="16"/>
                      <a:pt x="31" y="13"/>
                    </a:cubicBezTo>
                    <a:cubicBezTo>
                      <a:pt x="30" y="13"/>
                      <a:pt x="30" y="12"/>
                      <a:pt x="30" y="11"/>
                    </a:cubicBezTo>
                    <a:cubicBezTo>
                      <a:pt x="29" y="9"/>
                      <a:pt x="30" y="14"/>
                      <a:pt x="29" y="11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29" y="12"/>
                      <a:pt x="29" y="11"/>
                    </a:cubicBezTo>
                    <a:cubicBezTo>
                      <a:pt x="29" y="12"/>
                      <a:pt x="29" y="13"/>
                      <a:pt x="29" y="12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1"/>
                      <a:pt x="28" y="12"/>
                    </a:cubicBezTo>
                    <a:cubicBezTo>
                      <a:pt x="28" y="11"/>
                      <a:pt x="28" y="12"/>
                      <a:pt x="27" y="11"/>
                    </a:cubicBezTo>
                    <a:cubicBezTo>
                      <a:pt x="28" y="13"/>
                      <a:pt x="26" y="10"/>
                      <a:pt x="27" y="13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7" y="13"/>
                      <a:pt x="28" y="15"/>
                      <a:pt x="28" y="15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6" y="11"/>
                      <a:pt x="27" y="13"/>
                      <a:pt x="26" y="12"/>
                    </a:cubicBezTo>
                    <a:cubicBezTo>
                      <a:pt x="27" y="13"/>
                      <a:pt x="26" y="12"/>
                      <a:pt x="26" y="13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26" y="15"/>
                      <a:pt x="26" y="13"/>
                      <a:pt x="26" y="13"/>
                    </a:cubicBezTo>
                    <a:cubicBezTo>
                      <a:pt x="25" y="12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4" y="11"/>
                      <a:pt x="25" y="13"/>
                      <a:pt x="25" y="13"/>
                    </a:cubicBezTo>
                    <a:cubicBezTo>
                      <a:pt x="24" y="12"/>
                      <a:pt x="24" y="14"/>
                      <a:pt x="24" y="15"/>
                    </a:cubicBezTo>
                    <a:cubicBezTo>
                      <a:pt x="24" y="15"/>
                      <a:pt x="24" y="14"/>
                      <a:pt x="24" y="14"/>
                    </a:cubicBezTo>
                    <a:cubicBezTo>
                      <a:pt x="24" y="15"/>
                      <a:pt x="24" y="16"/>
                      <a:pt x="24" y="15"/>
                    </a:cubicBezTo>
                    <a:cubicBezTo>
                      <a:pt x="24" y="16"/>
                      <a:pt x="23" y="14"/>
                      <a:pt x="23" y="14"/>
                    </a:cubicBezTo>
                    <a:cubicBezTo>
                      <a:pt x="23" y="14"/>
                      <a:pt x="24" y="15"/>
                      <a:pt x="24" y="15"/>
                    </a:cubicBezTo>
                    <a:cubicBezTo>
                      <a:pt x="23" y="13"/>
                      <a:pt x="23" y="17"/>
                      <a:pt x="23" y="15"/>
                    </a:cubicBezTo>
                    <a:cubicBezTo>
                      <a:pt x="23" y="15"/>
                      <a:pt x="22" y="14"/>
                      <a:pt x="22" y="14"/>
                    </a:cubicBezTo>
                    <a:cubicBezTo>
                      <a:pt x="22" y="15"/>
                      <a:pt x="22" y="16"/>
                      <a:pt x="23" y="17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7"/>
                    </a:cubicBezTo>
                    <a:cubicBezTo>
                      <a:pt x="23" y="18"/>
                      <a:pt x="23" y="20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20"/>
                      <a:pt x="22" y="19"/>
                    </a:cubicBezTo>
                    <a:cubicBezTo>
                      <a:pt x="21" y="16"/>
                      <a:pt x="21" y="17"/>
                      <a:pt x="21" y="17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7"/>
                      <a:pt x="21" y="17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1" y="20"/>
                      <a:pt x="21" y="19"/>
                    </a:cubicBezTo>
                    <a:cubicBezTo>
                      <a:pt x="21" y="20"/>
                      <a:pt x="22" y="22"/>
                      <a:pt x="22" y="24"/>
                    </a:cubicBezTo>
                    <a:cubicBezTo>
                      <a:pt x="22" y="24"/>
                      <a:pt x="22" y="25"/>
                      <a:pt x="22" y="25"/>
                    </a:cubicBezTo>
                    <a:cubicBezTo>
                      <a:pt x="21" y="24"/>
                      <a:pt x="22" y="25"/>
                      <a:pt x="22" y="24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2"/>
                      <a:pt x="20" y="20"/>
                      <a:pt x="20" y="19"/>
                    </a:cubicBezTo>
                    <a:cubicBezTo>
                      <a:pt x="20" y="20"/>
                      <a:pt x="19" y="19"/>
                      <a:pt x="19" y="19"/>
                    </a:cubicBezTo>
                    <a:cubicBezTo>
                      <a:pt x="20" y="22"/>
                      <a:pt x="19" y="21"/>
                      <a:pt x="20" y="23"/>
                    </a:cubicBezTo>
                    <a:cubicBezTo>
                      <a:pt x="20" y="24"/>
                      <a:pt x="19" y="21"/>
                      <a:pt x="19" y="21"/>
                    </a:cubicBezTo>
                    <a:cubicBezTo>
                      <a:pt x="19" y="22"/>
                      <a:pt x="18" y="21"/>
                      <a:pt x="18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7" y="21"/>
                      <a:pt x="18" y="24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22"/>
                      <a:pt x="19" y="25"/>
                      <a:pt x="18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4"/>
                      <a:pt x="16" y="22"/>
                      <a:pt x="17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6" y="23"/>
                      <a:pt x="17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2"/>
                      <a:pt x="17" y="25"/>
                      <a:pt x="16" y="24"/>
                    </a:cubicBezTo>
                    <a:cubicBezTo>
                      <a:pt x="16" y="24"/>
                      <a:pt x="16" y="23"/>
                      <a:pt x="16" y="23"/>
                    </a:cubicBezTo>
                    <a:cubicBezTo>
                      <a:pt x="16" y="24"/>
                      <a:pt x="16" y="24"/>
                      <a:pt x="16" y="25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3"/>
                      <a:pt x="13" y="23"/>
                      <a:pt x="13" y="26"/>
                    </a:cubicBezTo>
                    <a:cubicBezTo>
                      <a:pt x="11" y="24"/>
                      <a:pt x="12" y="24"/>
                      <a:pt x="11" y="23"/>
                    </a:cubicBezTo>
                    <a:cubicBezTo>
                      <a:pt x="12" y="25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5"/>
                      <a:pt x="11" y="23"/>
                      <a:pt x="11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6"/>
                      <a:pt x="10" y="22"/>
                      <a:pt x="11" y="25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6"/>
                      <a:pt x="9" y="23"/>
                      <a:pt x="10" y="25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9" y="24"/>
                      <a:pt x="11" y="27"/>
                      <a:pt x="10" y="25"/>
                    </a:cubicBezTo>
                    <a:cubicBezTo>
                      <a:pt x="10" y="26"/>
                      <a:pt x="10" y="26"/>
                      <a:pt x="11" y="28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8" y="27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9" y="31"/>
                      <a:pt x="6" y="27"/>
                      <a:pt x="8" y="31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32"/>
                      <a:pt x="7" y="31"/>
                      <a:pt x="8" y="32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8" y="33"/>
                      <a:pt x="8" y="33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5" y="30"/>
                      <a:pt x="2" y="29"/>
                      <a:pt x="4" y="33"/>
                    </a:cubicBezTo>
                    <a:cubicBezTo>
                      <a:pt x="4" y="33"/>
                      <a:pt x="3" y="31"/>
                      <a:pt x="3" y="31"/>
                    </a:cubicBezTo>
                    <a:cubicBezTo>
                      <a:pt x="4" y="34"/>
                      <a:pt x="0" y="30"/>
                      <a:pt x="2" y="35"/>
                    </a:cubicBezTo>
                    <a:cubicBezTo>
                      <a:pt x="3" y="36"/>
                      <a:pt x="6" y="41"/>
                      <a:pt x="6" y="41"/>
                    </a:cubicBezTo>
                    <a:cubicBezTo>
                      <a:pt x="6" y="39"/>
                      <a:pt x="9" y="40"/>
                      <a:pt x="11" y="42"/>
                    </a:cubicBezTo>
                    <a:cubicBezTo>
                      <a:pt x="11" y="41"/>
                      <a:pt x="11" y="40"/>
                      <a:pt x="12" y="41"/>
                    </a:cubicBezTo>
                    <a:cubicBezTo>
                      <a:pt x="13" y="40"/>
                      <a:pt x="17" y="43"/>
                      <a:pt x="17" y="40"/>
                    </a:cubicBezTo>
                    <a:cubicBezTo>
                      <a:pt x="17" y="40"/>
                      <a:pt x="16" y="39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37"/>
                      <a:pt x="17" y="39"/>
                      <a:pt x="17" y="39"/>
                    </a:cubicBezTo>
                    <a:cubicBezTo>
                      <a:pt x="17" y="39"/>
                      <a:pt x="18" y="38"/>
                      <a:pt x="18" y="38"/>
                    </a:cubicBezTo>
                    <a:cubicBezTo>
                      <a:pt x="18" y="36"/>
                      <a:pt x="19" y="38"/>
                      <a:pt x="18" y="36"/>
                    </a:cubicBezTo>
                    <a:cubicBezTo>
                      <a:pt x="18" y="37"/>
                      <a:pt x="18" y="37"/>
                      <a:pt x="18" y="37"/>
                    </a:cubicBezTo>
                    <a:cubicBezTo>
                      <a:pt x="18" y="36"/>
                      <a:pt x="18" y="35"/>
                      <a:pt x="20" y="38"/>
                    </a:cubicBezTo>
                    <a:cubicBezTo>
                      <a:pt x="22" y="39"/>
                      <a:pt x="23" y="37"/>
                      <a:pt x="25" y="37"/>
                    </a:cubicBezTo>
                    <a:cubicBezTo>
                      <a:pt x="26" y="35"/>
                      <a:pt x="27" y="33"/>
                      <a:pt x="29" y="32"/>
                    </a:cubicBezTo>
                    <a:cubicBezTo>
                      <a:pt x="28" y="28"/>
                      <a:pt x="29" y="30"/>
                      <a:pt x="28" y="27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8" y="26"/>
                      <a:pt x="29" y="28"/>
                      <a:pt x="30" y="29"/>
                    </a:cubicBezTo>
                    <a:cubicBezTo>
                      <a:pt x="29" y="28"/>
                      <a:pt x="30" y="29"/>
                      <a:pt x="29" y="27"/>
                    </a:cubicBezTo>
                    <a:cubicBezTo>
                      <a:pt x="29" y="25"/>
                      <a:pt x="30" y="30"/>
                      <a:pt x="30" y="29"/>
                    </a:cubicBezTo>
                    <a:cubicBezTo>
                      <a:pt x="30" y="29"/>
                      <a:pt x="30" y="27"/>
                      <a:pt x="30" y="28"/>
                    </a:cubicBezTo>
                    <a:cubicBezTo>
                      <a:pt x="30" y="26"/>
                      <a:pt x="30" y="29"/>
                      <a:pt x="31" y="31"/>
                    </a:cubicBezTo>
                    <a:cubicBezTo>
                      <a:pt x="32" y="30"/>
                      <a:pt x="32" y="28"/>
                      <a:pt x="33" y="29"/>
                    </a:cubicBezTo>
                    <a:cubicBezTo>
                      <a:pt x="33" y="29"/>
                      <a:pt x="33" y="27"/>
                      <a:pt x="33" y="27"/>
                    </a:cubicBezTo>
                    <a:cubicBezTo>
                      <a:pt x="34" y="30"/>
                      <a:pt x="33" y="26"/>
                      <a:pt x="33" y="27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4" y="30"/>
                      <a:pt x="34" y="28"/>
                      <a:pt x="35" y="29"/>
                    </a:cubicBezTo>
                    <a:cubicBezTo>
                      <a:pt x="35" y="28"/>
                      <a:pt x="36" y="30"/>
                      <a:pt x="36" y="29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6" y="26"/>
                      <a:pt x="37" y="31"/>
                      <a:pt x="37" y="29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38" y="29"/>
                      <a:pt x="39" y="29"/>
                      <a:pt x="40" y="27"/>
                    </a:cubicBezTo>
                    <a:cubicBezTo>
                      <a:pt x="40" y="27"/>
                      <a:pt x="41" y="30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8"/>
                      <a:pt x="42" y="28"/>
                    </a:cubicBezTo>
                    <a:cubicBezTo>
                      <a:pt x="42" y="27"/>
                      <a:pt x="42" y="28"/>
                      <a:pt x="43" y="28"/>
                    </a:cubicBezTo>
                    <a:cubicBezTo>
                      <a:pt x="43" y="28"/>
                      <a:pt x="43" y="27"/>
                      <a:pt x="42" y="27"/>
                    </a:cubicBezTo>
                    <a:cubicBezTo>
                      <a:pt x="43" y="29"/>
                      <a:pt x="43" y="26"/>
                      <a:pt x="44" y="27"/>
                    </a:cubicBezTo>
                    <a:cubicBezTo>
                      <a:pt x="43" y="24"/>
                      <a:pt x="44" y="26"/>
                      <a:pt x="4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8" name="Freeform 193"/>
              <p:cNvSpPr/>
              <p:nvPr>
                <p:custDataLst>
                  <p:tags r:id="rId439"/>
                </p:custDataLst>
              </p:nvPr>
            </p:nvSpPr>
            <p:spPr bwMode="auto">
              <a:xfrm>
                <a:off x="3192" y="2160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9" name="Freeform 194"/>
              <p:cNvSpPr/>
              <p:nvPr>
                <p:custDataLst>
                  <p:tags r:id="rId440"/>
                </p:custDataLst>
              </p:nvPr>
            </p:nvSpPr>
            <p:spPr bwMode="auto">
              <a:xfrm>
                <a:off x="3146" y="2177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2 h 2"/>
                  <a:gd name="T4" fmla="*/ 2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0" name="Freeform 195"/>
              <p:cNvSpPr/>
              <p:nvPr>
                <p:custDataLst>
                  <p:tags r:id="rId441"/>
                </p:custDataLst>
              </p:nvPr>
            </p:nvSpPr>
            <p:spPr bwMode="auto">
              <a:xfrm>
                <a:off x="3264" y="185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0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0" y="1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1" name="Freeform 196"/>
              <p:cNvSpPr/>
              <p:nvPr>
                <p:custDataLst>
                  <p:tags r:id="rId442"/>
                </p:custDataLst>
              </p:nvPr>
            </p:nvSpPr>
            <p:spPr bwMode="auto">
              <a:xfrm>
                <a:off x="3209" y="1836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0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2" name="Freeform 197"/>
              <p:cNvSpPr/>
              <p:nvPr>
                <p:custDataLst>
                  <p:tags r:id="rId443"/>
                </p:custDataLst>
              </p:nvPr>
            </p:nvSpPr>
            <p:spPr bwMode="auto">
              <a:xfrm>
                <a:off x="3343" y="24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3" name="Freeform 198"/>
              <p:cNvSpPr/>
              <p:nvPr>
                <p:custDataLst>
                  <p:tags r:id="rId444"/>
                </p:custDataLst>
              </p:nvPr>
            </p:nvSpPr>
            <p:spPr bwMode="auto">
              <a:xfrm>
                <a:off x="3186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4" name="Freeform 199"/>
              <p:cNvSpPr/>
              <p:nvPr>
                <p:custDataLst>
                  <p:tags r:id="rId445"/>
                </p:custDataLst>
              </p:nvPr>
            </p:nvSpPr>
            <p:spPr bwMode="auto">
              <a:xfrm>
                <a:off x="3188" y="182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5" name="Freeform 200"/>
              <p:cNvSpPr/>
              <p:nvPr>
                <p:custDataLst>
                  <p:tags r:id="rId446"/>
                </p:custDataLst>
              </p:nvPr>
            </p:nvSpPr>
            <p:spPr bwMode="auto">
              <a:xfrm>
                <a:off x="3184" y="1833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6" name="Freeform 201"/>
              <p:cNvSpPr/>
              <p:nvPr>
                <p:custDataLst>
                  <p:tags r:id="rId447"/>
                </p:custDataLst>
              </p:nvPr>
            </p:nvSpPr>
            <p:spPr bwMode="auto">
              <a:xfrm>
                <a:off x="3351" y="2465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7" name="Freeform 202"/>
              <p:cNvSpPr/>
              <p:nvPr>
                <p:custDataLst>
                  <p:tags r:id="rId448"/>
                </p:custDataLst>
              </p:nvPr>
            </p:nvSpPr>
            <p:spPr bwMode="auto">
              <a:xfrm>
                <a:off x="3173" y="1831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2 w 2"/>
                  <a:gd name="T3" fmla="*/ 0 h 5"/>
                  <a:gd name="T4" fmla="*/ 0 w 2"/>
                  <a:gd name="T5" fmla="*/ 5 h 5"/>
                  <a:gd name="T6" fmla="*/ 2 w 2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8" name="Freeform 203"/>
              <p:cNvSpPr/>
              <p:nvPr>
                <p:custDataLst>
                  <p:tags r:id="rId449"/>
                </p:custDataLst>
              </p:nvPr>
            </p:nvSpPr>
            <p:spPr bwMode="auto">
              <a:xfrm>
                <a:off x="3536" y="1554"/>
                <a:ext cx="8" cy="2"/>
              </a:xfrm>
              <a:custGeom>
                <a:avLst/>
                <a:gdLst>
                  <a:gd name="T0" fmla="*/ 0 w 4"/>
                  <a:gd name="T1" fmla="*/ 1 h 1"/>
                  <a:gd name="T2" fmla="*/ 0 w 4"/>
                  <a:gd name="T3" fmla="*/ 1 h 1"/>
                  <a:gd name="T4" fmla="*/ 1 w 4"/>
                  <a:gd name="T5" fmla="*/ 1 h 1"/>
                  <a:gd name="T6" fmla="*/ 2 w 4"/>
                  <a:gd name="T7" fmla="*/ 0 h 1"/>
                  <a:gd name="T8" fmla="*/ 4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2" y="1"/>
                      <a:pt x="3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3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9" name="Freeform 204"/>
              <p:cNvSpPr/>
              <p:nvPr>
                <p:custDataLst>
                  <p:tags r:id="rId450"/>
                </p:custDataLst>
              </p:nvPr>
            </p:nvSpPr>
            <p:spPr bwMode="auto">
              <a:xfrm>
                <a:off x="3538" y="155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grpSp>
          <p:nvGrpSpPr>
            <p:cNvPr id="58" name="Group 406"/>
            <p:cNvGrpSpPr/>
            <p:nvPr/>
          </p:nvGrpSpPr>
          <p:grpSpPr bwMode="auto">
            <a:xfrm>
              <a:off x="3112" y="1551"/>
              <a:ext cx="1462" cy="1559"/>
              <a:chOff x="3112" y="1551"/>
              <a:chExt cx="1462" cy="1559"/>
            </a:xfrm>
            <a:grpFill/>
          </p:grpSpPr>
          <p:sp>
            <p:nvSpPr>
              <p:cNvPr id="118" name="Freeform 206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3534" y="1558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19" name="Freeform 207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3513" y="1581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0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1" y="1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0" name="Freeform 208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3513" y="1579"/>
                <a:ext cx="6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1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2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1" name="Freeform 209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3536" y="1551"/>
                <a:ext cx="4" cy="3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  <a:gd name="T4" fmla="*/ 2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2" name="Freeform 210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3112" y="1810"/>
                <a:ext cx="161" cy="87"/>
              </a:xfrm>
              <a:custGeom>
                <a:avLst/>
                <a:gdLst>
                  <a:gd name="T0" fmla="*/ 12 w 76"/>
                  <a:gd name="T1" fmla="*/ 18 h 41"/>
                  <a:gd name="T2" fmla="*/ 22 w 76"/>
                  <a:gd name="T3" fmla="*/ 26 h 41"/>
                  <a:gd name="T4" fmla="*/ 33 w 76"/>
                  <a:gd name="T5" fmla="*/ 25 h 41"/>
                  <a:gd name="T6" fmla="*/ 37 w 76"/>
                  <a:gd name="T7" fmla="*/ 28 h 41"/>
                  <a:gd name="T8" fmla="*/ 43 w 76"/>
                  <a:gd name="T9" fmla="*/ 32 h 41"/>
                  <a:gd name="T10" fmla="*/ 48 w 76"/>
                  <a:gd name="T11" fmla="*/ 35 h 41"/>
                  <a:gd name="T12" fmla="*/ 53 w 76"/>
                  <a:gd name="T13" fmla="*/ 33 h 41"/>
                  <a:gd name="T14" fmla="*/ 60 w 76"/>
                  <a:gd name="T15" fmla="*/ 35 h 41"/>
                  <a:gd name="T16" fmla="*/ 63 w 76"/>
                  <a:gd name="T17" fmla="*/ 36 h 41"/>
                  <a:gd name="T18" fmla="*/ 67 w 76"/>
                  <a:gd name="T19" fmla="*/ 40 h 41"/>
                  <a:gd name="T20" fmla="*/ 69 w 76"/>
                  <a:gd name="T21" fmla="*/ 40 h 41"/>
                  <a:gd name="T22" fmla="*/ 72 w 76"/>
                  <a:gd name="T23" fmla="*/ 38 h 41"/>
                  <a:gd name="T24" fmla="*/ 74 w 76"/>
                  <a:gd name="T25" fmla="*/ 36 h 41"/>
                  <a:gd name="T26" fmla="*/ 75 w 76"/>
                  <a:gd name="T27" fmla="*/ 34 h 41"/>
                  <a:gd name="T28" fmla="*/ 71 w 76"/>
                  <a:gd name="T29" fmla="*/ 33 h 41"/>
                  <a:gd name="T30" fmla="*/ 72 w 76"/>
                  <a:gd name="T31" fmla="*/ 31 h 41"/>
                  <a:gd name="T32" fmla="*/ 71 w 76"/>
                  <a:gd name="T33" fmla="*/ 29 h 41"/>
                  <a:gd name="T34" fmla="*/ 73 w 76"/>
                  <a:gd name="T35" fmla="*/ 25 h 41"/>
                  <a:gd name="T36" fmla="*/ 75 w 76"/>
                  <a:gd name="T37" fmla="*/ 22 h 41"/>
                  <a:gd name="T38" fmla="*/ 71 w 76"/>
                  <a:gd name="T39" fmla="*/ 25 h 41"/>
                  <a:gd name="T40" fmla="*/ 67 w 76"/>
                  <a:gd name="T41" fmla="*/ 28 h 41"/>
                  <a:gd name="T42" fmla="*/ 70 w 76"/>
                  <a:gd name="T43" fmla="*/ 22 h 41"/>
                  <a:gd name="T44" fmla="*/ 69 w 76"/>
                  <a:gd name="T45" fmla="*/ 23 h 41"/>
                  <a:gd name="T46" fmla="*/ 70 w 76"/>
                  <a:gd name="T47" fmla="*/ 20 h 41"/>
                  <a:gd name="T48" fmla="*/ 68 w 76"/>
                  <a:gd name="T49" fmla="*/ 20 h 41"/>
                  <a:gd name="T50" fmla="*/ 67 w 76"/>
                  <a:gd name="T51" fmla="*/ 19 h 41"/>
                  <a:gd name="T52" fmla="*/ 62 w 76"/>
                  <a:gd name="T53" fmla="*/ 24 h 41"/>
                  <a:gd name="T54" fmla="*/ 66 w 76"/>
                  <a:gd name="T55" fmla="*/ 18 h 41"/>
                  <a:gd name="T56" fmla="*/ 65 w 76"/>
                  <a:gd name="T57" fmla="*/ 18 h 41"/>
                  <a:gd name="T58" fmla="*/ 60 w 76"/>
                  <a:gd name="T59" fmla="*/ 17 h 41"/>
                  <a:gd name="T60" fmla="*/ 58 w 76"/>
                  <a:gd name="T61" fmla="*/ 17 h 41"/>
                  <a:gd name="T62" fmla="*/ 55 w 76"/>
                  <a:gd name="T63" fmla="*/ 15 h 41"/>
                  <a:gd name="T64" fmla="*/ 53 w 76"/>
                  <a:gd name="T65" fmla="*/ 16 h 41"/>
                  <a:gd name="T66" fmla="*/ 53 w 76"/>
                  <a:gd name="T67" fmla="*/ 15 h 41"/>
                  <a:gd name="T68" fmla="*/ 52 w 76"/>
                  <a:gd name="T69" fmla="*/ 14 h 41"/>
                  <a:gd name="T70" fmla="*/ 50 w 76"/>
                  <a:gd name="T71" fmla="*/ 16 h 41"/>
                  <a:gd name="T72" fmla="*/ 49 w 76"/>
                  <a:gd name="T73" fmla="*/ 13 h 41"/>
                  <a:gd name="T74" fmla="*/ 47 w 76"/>
                  <a:gd name="T75" fmla="*/ 12 h 41"/>
                  <a:gd name="T76" fmla="*/ 45 w 76"/>
                  <a:gd name="T77" fmla="*/ 12 h 41"/>
                  <a:gd name="T78" fmla="*/ 43 w 76"/>
                  <a:gd name="T79" fmla="*/ 11 h 41"/>
                  <a:gd name="T80" fmla="*/ 40 w 76"/>
                  <a:gd name="T81" fmla="*/ 13 h 41"/>
                  <a:gd name="T82" fmla="*/ 40 w 76"/>
                  <a:gd name="T83" fmla="*/ 11 h 41"/>
                  <a:gd name="T84" fmla="*/ 40 w 76"/>
                  <a:gd name="T85" fmla="*/ 11 h 41"/>
                  <a:gd name="T86" fmla="*/ 37 w 76"/>
                  <a:gd name="T87" fmla="*/ 10 h 41"/>
                  <a:gd name="T88" fmla="*/ 34 w 76"/>
                  <a:gd name="T89" fmla="*/ 13 h 41"/>
                  <a:gd name="T90" fmla="*/ 31 w 76"/>
                  <a:gd name="T91" fmla="*/ 14 h 41"/>
                  <a:gd name="T92" fmla="*/ 31 w 76"/>
                  <a:gd name="T93" fmla="*/ 10 h 41"/>
                  <a:gd name="T94" fmla="*/ 26 w 76"/>
                  <a:gd name="T95" fmla="*/ 12 h 41"/>
                  <a:gd name="T96" fmla="*/ 24 w 76"/>
                  <a:gd name="T97" fmla="*/ 12 h 41"/>
                  <a:gd name="T98" fmla="*/ 20 w 76"/>
                  <a:gd name="T99" fmla="*/ 9 h 41"/>
                  <a:gd name="T100" fmla="*/ 20 w 76"/>
                  <a:gd name="T101" fmla="*/ 7 h 41"/>
                  <a:gd name="T102" fmla="*/ 18 w 76"/>
                  <a:gd name="T103" fmla="*/ 6 h 41"/>
                  <a:gd name="T104" fmla="*/ 11 w 76"/>
                  <a:gd name="T105" fmla="*/ 8 h 41"/>
                  <a:gd name="T106" fmla="*/ 4 w 76"/>
                  <a:gd name="T10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6" h="41">
                    <a:moveTo>
                      <a:pt x="3" y="15"/>
                    </a:moveTo>
                    <a:cubicBezTo>
                      <a:pt x="4" y="15"/>
                      <a:pt x="5" y="15"/>
                      <a:pt x="5" y="16"/>
                    </a:cubicBezTo>
                    <a:cubicBezTo>
                      <a:pt x="7" y="16"/>
                      <a:pt x="8" y="22"/>
                      <a:pt x="11" y="21"/>
                    </a:cubicBezTo>
                    <a:cubicBezTo>
                      <a:pt x="11" y="20"/>
                      <a:pt x="11" y="19"/>
                      <a:pt x="12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3" y="18"/>
                      <a:pt x="12" y="20"/>
                      <a:pt x="11" y="20"/>
                    </a:cubicBezTo>
                    <a:cubicBezTo>
                      <a:pt x="12" y="21"/>
                      <a:pt x="13" y="20"/>
                      <a:pt x="14" y="21"/>
                    </a:cubicBezTo>
                    <a:cubicBezTo>
                      <a:pt x="15" y="19"/>
                      <a:pt x="15" y="21"/>
                      <a:pt x="15" y="19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6" y="19"/>
                      <a:pt x="16" y="19"/>
                      <a:pt x="16" y="22"/>
                    </a:cubicBezTo>
                    <a:cubicBezTo>
                      <a:pt x="17" y="25"/>
                      <a:pt x="20" y="24"/>
                      <a:pt x="22" y="26"/>
                    </a:cubicBezTo>
                    <a:cubicBezTo>
                      <a:pt x="24" y="27"/>
                      <a:pt x="27" y="26"/>
                      <a:pt x="30" y="26"/>
                    </a:cubicBezTo>
                    <a:cubicBezTo>
                      <a:pt x="31" y="23"/>
                      <a:pt x="31" y="25"/>
                      <a:pt x="33" y="22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2"/>
                      <a:pt x="33" y="24"/>
                      <a:pt x="33" y="25"/>
                    </a:cubicBezTo>
                    <a:cubicBezTo>
                      <a:pt x="33" y="24"/>
                      <a:pt x="33" y="25"/>
                      <a:pt x="34" y="23"/>
                    </a:cubicBezTo>
                    <a:cubicBezTo>
                      <a:pt x="34" y="22"/>
                      <a:pt x="33" y="26"/>
                      <a:pt x="33" y="25"/>
                    </a:cubicBezTo>
                    <a:cubicBezTo>
                      <a:pt x="33" y="26"/>
                      <a:pt x="34" y="24"/>
                      <a:pt x="34" y="24"/>
                    </a:cubicBezTo>
                    <a:cubicBezTo>
                      <a:pt x="35" y="23"/>
                      <a:pt x="33" y="25"/>
                      <a:pt x="33" y="28"/>
                    </a:cubicBezTo>
                    <a:cubicBezTo>
                      <a:pt x="34" y="27"/>
                      <a:pt x="36" y="26"/>
                      <a:pt x="37" y="27"/>
                    </a:cubicBezTo>
                    <a:cubicBezTo>
                      <a:pt x="36" y="28"/>
                      <a:pt x="37" y="26"/>
                      <a:pt x="37" y="26"/>
                    </a:cubicBezTo>
                    <a:cubicBezTo>
                      <a:pt x="36" y="29"/>
                      <a:pt x="38" y="25"/>
                      <a:pt x="37" y="27"/>
                    </a:cubicBezTo>
                    <a:cubicBezTo>
                      <a:pt x="37" y="27"/>
                      <a:pt x="37" y="27"/>
                      <a:pt x="37" y="28"/>
                    </a:cubicBezTo>
                    <a:cubicBezTo>
                      <a:pt x="37" y="29"/>
                      <a:pt x="38" y="27"/>
                      <a:pt x="38" y="29"/>
                    </a:cubicBezTo>
                    <a:cubicBezTo>
                      <a:pt x="39" y="28"/>
                      <a:pt x="38" y="31"/>
                      <a:pt x="39" y="29"/>
                    </a:cubicBezTo>
                    <a:cubicBezTo>
                      <a:pt x="38" y="31"/>
                      <a:pt x="39" y="30"/>
                      <a:pt x="38" y="31"/>
                    </a:cubicBezTo>
                    <a:cubicBezTo>
                      <a:pt x="40" y="28"/>
                      <a:pt x="38" y="33"/>
                      <a:pt x="40" y="30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41" y="31"/>
                      <a:pt x="41" y="33"/>
                      <a:pt x="43" y="32"/>
                    </a:cubicBezTo>
                    <a:cubicBezTo>
                      <a:pt x="44" y="31"/>
                      <a:pt x="43" y="35"/>
                      <a:pt x="44" y="34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2"/>
                      <a:pt x="45" y="33"/>
                      <a:pt x="45" y="34"/>
                    </a:cubicBezTo>
                    <a:cubicBezTo>
                      <a:pt x="46" y="33"/>
                      <a:pt x="45" y="34"/>
                      <a:pt x="46" y="35"/>
                    </a:cubicBezTo>
                    <a:cubicBezTo>
                      <a:pt x="46" y="34"/>
                      <a:pt x="46" y="34"/>
                      <a:pt x="47" y="33"/>
                    </a:cubicBezTo>
                    <a:cubicBezTo>
                      <a:pt x="46" y="36"/>
                      <a:pt x="48" y="33"/>
                      <a:pt x="48" y="35"/>
                    </a:cubicBezTo>
                    <a:cubicBezTo>
                      <a:pt x="49" y="32"/>
                      <a:pt x="49" y="33"/>
                      <a:pt x="49" y="33"/>
                    </a:cubicBezTo>
                    <a:cubicBezTo>
                      <a:pt x="49" y="33"/>
                      <a:pt x="49" y="34"/>
                      <a:pt x="48" y="34"/>
                    </a:cubicBezTo>
                    <a:cubicBezTo>
                      <a:pt x="49" y="34"/>
                      <a:pt x="49" y="34"/>
                      <a:pt x="49" y="35"/>
                    </a:cubicBezTo>
                    <a:cubicBezTo>
                      <a:pt x="50" y="35"/>
                      <a:pt x="51" y="33"/>
                      <a:pt x="50" y="34"/>
                    </a:cubicBezTo>
                    <a:cubicBezTo>
                      <a:pt x="49" y="36"/>
                      <a:pt x="51" y="34"/>
                      <a:pt x="51" y="35"/>
                    </a:cubicBezTo>
                    <a:cubicBezTo>
                      <a:pt x="52" y="33"/>
                      <a:pt x="53" y="32"/>
                      <a:pt x="53" y="33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3" y="34"/>
                      <a:pt x="52" y="37"/>
                      <a:pt x="55" y="35"/>
                    </a:cubicBezTo>
                    <a:cubicBezTo>
                      <a:pt x="54" y="36"/>
                      <a:pt x="54" y="36"/>
                      <a:pt x="54" y="36"/>
                    </a:cubicBezTo>
                    <a:cubicBezTo>
                      <a:pt x="56" y="35"/>
                      <a:pt x="55" y="38"/>
                      <a:pt x="58" y="35"/>
                    </a:cubicBezTo>
                    <a:cubicBezTo>
                      <a:pt x="57" y="36"/>
                      <a:pt x="57" y="37"/>
                      <a:pt x="57" y="37"/>
                    </a:cubicBezTo>
                    <a:cubicBezTo>
                      <a:pt x="58" y="36"/>
                      <a:pt x="58" y="36"/>
                      <a:pt x="60" y="35"/>
                    </a:cubicBezTo>
                    <a:cubicBezTo>
                      <a:pt x="60" y="35"/>
                      <a:pt x="59" y="36"/>
                      <a:pt x="59" y="36"/>
                    </a:cubicBezTo>
                    <a:cubicBezTo>
                      <a:pt x="59" y="37"/>
                      <a:pt x="58" y="39"/>
                      <a:pt x="60" y="37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60" y="37"/>
                      <a:pt x="62" y="36"/>
                      <a:pt x="61" y="38"/>
                    </a:cubicBezTo>
                    <a:cubicBezTo>
                      <a:pt x="62" y="37"/>
                      <a:pt x="62" y="36"/>
                      <a:pt x="63" y="35"/>
                    </a:cubicBezTo>
                    <a:cubicBezTo>
                      <a:pt x="64" y="35"/>
                      <a:pt x="62" y="37"/>
                      <a:pt x="63" y="36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2" y="38"/>
                      <a:pt x="63" y="38"/>
                      <a:pt x="64" y="38"/>
                    </a:cubicBezTo>
                    <a:cubicBezTo>
                      <a:pt x="63" y="40"/>
                      <a:pt x="65" y="38"/>
                      <a:pt x="65" y="39"/>
                    </a:cubicBezTo>
                    <a:cubicBezTo>
                      <a:pt x="66" y="38"/>
                      <a:pt x="65" y="40"/>
                      <a:pt x="67" y="38"/>
                    </a:cubicBezTo>
                    <a:cubicBezTo>
                      <a:pt x="66" y="39"/>
                      <a:pt x="66" y="39"/>
                      <a:pt x="66" y="39"/>
                    </a:cubicBezTo>
                    <a:cubicBezTo>
                      <a:pt x="66" y="39"/>
                      <a:pt x="67" y="40"/>
                      <a:pt x="67" y="40"/>
                    </a:cubicBezTo>
                    <a:cubicBezTo>
                      <a:pt x="67" y="41"/>
                      <a:pt x="68" y="39"/>
                      <a:pt x="69" y="39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8" y="39"/>
                      <a:pt x="70" y="38"/>
                      <a:pt x="71" y="37"/>
                    </a:cubicBezTo>
                    <a:cubicBezTo>
                      <a:pt x="71" y="38"/>
                      <a:pt x="71" y="37"/>
                      <a:pt x="71" y="38"/>
                    </a:cubicBezTo>
                    <a:cubicBezTo>
                      <a:pt x="70" y="38"/>
                      <a:pt x="69" y="39"/>
                      <a:pt x="68" y="41"/>
                    </a:cubicBezTo>
                    <a:cubicBezTo>
                      <a:pt x="67" y="41"/>
                      <a:pt x="70" y="39"/>
                      <a:pt x="69" y="40"/>
                    </a:cubicBezTo>
                    <a:cubicBezTo>
                      <a:pt x="69" y="41"/>
                      <a:pt x="69" y="41"/>
                      <a:pt x="70" y="39"/>
                    </a:cubicBezTo>
                    <a:cubicBezTo>
                      <a:pt x="69" y="41"/>
                      <a:pt x="69" y="41"/>
                      <a:pt x="69" y="41"/>
                    </a:cubicBezTo>
                    <a:cubicBezTo>
                      <a:pt x="69" y="41"/>
                      <a:pt x="69" y="41"/>
                      <a:pt x="70" y="40"/>
                    </a:cubicBezTo>
                    <a:cubicBezTo>
                      <a:pt x="70" y="41"/>
                      <a:pt x="70" y="40"/>
                      <a:pt x="70" y="40"/>
                    </a:cubicBezTo>
                    <a:cubicBezTo>
                      <a:pt x="71" y="39"/>
                      <a:pt x="71" y="39"/>
                      <a:pt x="73" y="38"/>
                    </a:cubicBezTo>
                    <a:cubicBezTo>
                      <a:pt x="72" y="38"/>
                      <a:pt x="72" y="38"/>
                      <a:pt x="72" y="38"/>
                    </a:cubicBezTo>
                    <a:cubicBezTo>
                      <a:pt x="73" y="37"/>
                      <a:pt x="74" y="37"/>
                      <a:pt x="73" y="38"/>
                    </a:cubicBezTo>
                    <a:cubicBezTo>
                      <a:pt x="72" y="39"/>
                      <a:pt x="71" y="40"/>
                      <a:pt x="70" y="40"/>
                    </a:cubicBezTo>
                    <a:cubicBezTo>
                      <a:pt x="74" y="38"/>
                      <a:pt x="74" y="38"/>
                      <a:pt x="74" y="38"/>
                    </a:cubicBezTo>
                    <a:cubicBezTo>
                      <a:pt x="73" y="39"/>
                      <a:pt x="73" y="38"/>
                      <a:pt x="74" y="37"/>
                    </a:cubicBezTo>
                    <a:cubicBezTo>
                      <a:pt x="73" y="38"/>
                      <a:pt x="73" y="38"/>
                      <a:pt x="73" y="38"/>
                    </a:cubicBezTo>
                    <a:cubicBezTo>
                      <a:pt x="74" y="36"/>
                      <a:pt x="74" y="36"/>
                      <a:pt x="74" y="36"/>
                    </a:cubicBezTo>
                    <a:cubicBezTo>
                      <a:pt x="74" y="37"/>
                      <a:pt x="75" y="35"/>
                      <a:pt x="73" y="36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2" y="37"/>
                      <a:pt x="71" y="39"/>
                      <a:pt x="72" y="37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5" y="34"/>
                      <a:pt x="75" y="34"/>
                      <a:pt x="75" y="34"/>
                    </a:cubicBezTo>
                    <a:cubicBezTo>
                      <a:pt x="72" y="37"/>
                      <a:pt x="73" y="35"/>
                      <a:pt x="73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4" y="34"/>
                      <a:pt x="72" y="36"/>
                      <a:pt x="72" y="36"/>
                    </a:cubicBezTo>
                    <a:cubicBezTo>
                      <a:pt x="72" y="35"/>
                      <a:pt x="74" y="33"/>
                      <a:pt x="75" y="33"/>
                    </a:cubicBezTo>
                    <a:cubicBezTo>
                      <a:pt x="74" y="32"/>
                      <a:pt x="72" y="33"/>
                      <a:pt x="73" y="32"/>
                    </a:cubicBezTo>
                    <a:cubicBezTo>
                      <a:pt x="73" y="32"/>
                      <a:pt x="72" y="32"/>
                      <a:pt x="71" y="33"/>
                    </a:cubicBezTo>
                    <a:cubicBezTo>
                      <a:pt x="71" y="33"/>
                      <a:pt x="73" y="31"/>
                      <a:pt x="72" y="32"/>
                    </a:cubicBezTo>
                    <a:cubicBezTo>
                      <a:pt x="73" y="30"/>
                      <a:pt x="74" y="29"/>
                      <a:pt x="75" y="28"/>
                    </a:cubicBezTo>
                    <a:cubicBezTo>
                      <a:pt x="75" y="28"/>
                      <a:pt x="76" y="27"/>
                      <a:pt x="75" y="27"/>
                    </a:cubicBezTo>
                    <a:cubicBezTo>
                      <a:pt x="76" y="27"/>
                      <a:pt x="76" y="26"/>
                      <a:pt x="76" y="26"/>
                    </a:cubicBezTo>
                    <a:cubicBezTo>
                      <a:pt x="75" y="27"/>
                      <a:pt x="74" y="28"/>
                      <a:pt x="74" y="29"/>
                    </a:cubicBezTo>
                    <a:cubicBezTo>
                      <a:pt x="73" y="31"/>
                      <a:pt x="74" y="29"/>
                      <a:pt x="72" y="31"/>
                    </a:cubicBezTo>
                    <a:cubicBezTo>
                      <a:pt x="72" y="30"/>
                      <a:pt x="72" y="30"/>
                      <a:pt x="71" y="30"/>
                    </a:cubicBezTo>
                    <a:cubicBezTo>
                      <a:pt x="71" y="30"/>
                      <a:pt x="72" y="29"/>
                      <a:pt x="73" y="28"/>
                    </a:cubicBezTo>
                    <a:cubicBezTo>
                      <a:pt x="72" y="29"/>
                      <a:pt x="71" y="30"/>
                      <a:pt x="71" y="29"/>
                    </a:cubicBezTo>
                    <a:cubicBezTo>
                      <a:pt x="70" y="31"/>
                      <a:pt x="70" y="31"/>
                      <a:pt x="69" y="32"/>
                    </a:cubicBezTo>
                    <a:cubicBezTo>
                      <a:pt x="68" y="32"/>
                      <a:pt x="68" y="33"/>
                      <a:pt x="68" y="33"/>
                    </a:cubicBezTo>
                    <a:cubicBezTo>
                      <a:pt x="69" y="31"/>
                      <a:pt x="71" y="29"/>
                      <a:pt x="71" y="29"/>
                    </a:cubicBezTo>
                    <a:cubicBezTo>
                      <a:pt x="72" y="27"/>
                      <a:pt x="71" y="29"/>
                      <a:pt x="72" y="27"/>
                    </a:cubicBezTo>
                    <a:cubicBezTo>
                      <a:pt x="74" y="25"/>
                      <a:pt x="75" y="26"/>
                      <a:pt x="74" y="27"/>
                    </a:cubicBezTo>
                    <a:cubicBezTo>
                      <a:pt x="76" y="25"/>
                      <a:pt x="74" y="26"/>
                      <a:pt x="75" y="25"/>
                    </a:cubicBezTo>
                    <a:cubicBezTo>
                      <a:pt x="75" y="25"/>
                      <a:pt x="74" y="25"/>
                      <a:pt x="73" y="26"/>
                    </a:cubicBezTo>
                    <a:cubicBezTo>
                      <a:pt x="73" y="26"/>
                      <a:pt x="73" y="27"/>
                      <a:pt x="72" y="27"/>
                    </a:cubicBezTo>
                    <a:cubicBezTo>
                      <a:pt x="70" y="29"/>
                      <a:pt x="73" y="26"/>
                      <a:pt x="73" y="25"/>
                    </a:cubicBezTo>
                    <a:cubicBezTo>
                      <a:pt x="73" y="25"/>
                      <a:pt x="73" y="25"/>
                      <a:pt x="73" y="25"/>
                    </a:cubicBezTo>
                    <a:cubicBezTo>
                      <a:pt x="74" y="24"/>
                      <a:pt x="72" y="26"/>
                      <a:pt x="72" y="25"/>
                    </a:cubicBezTo>
                    <a:cubicBezTo>
                      <a:pt x="74" y="23"/>
                      <a:pt x="73" y="25"/>
                      <a:pt x="74" y="24"/>
                    </a:cubicBezTo>
                    <a:cubicBezTo>
                      <a:pt x="76" y="22"/>
                      <a:pt x="76" y="22"/>
                      <a:pt x="76" y="22"/>
                    </a:cubicBezTo>
                    <a:cubicBezTo>
                      <a:pt x="75" y="21"/>
                      <a:pt x="74" y="24"/>
                      <a:pt x="74" y="23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74" y="22"/>
                      <a:pt x="74" y="22"/>
                      <a:pt x="74" y="22"/>
                    </a:cubicBezTo>
                    <a:cubicBezTo>
                      <a:pt x="73" y="23"/>
                      <a:pt x="72" y="25"/>
                      <a:pt x="73" y="25"/>
                    </a:cubicBezTo>
                    <a:cubicBezTo>
                      <a:pt x="70" y="27"/>
                      <a:pt x="72" y="25"/>
                      <a:pt x="71" y="25"/>
                    </a:cubicBezTo>
                    <a:cubicBezTo>
                      <a:pt x="70" y="27"/>
                      <a:pt x="72" y="25"/>
                      <a:pt x="71" y="27"/>
                    </a:cubicBezTo>
                    <a:cubicBezTo>
                      <a:pt x="70" y="28"/>
                      <a:pt x="69" y="28"/>
                      <a:pt x="69" y="28"/>
                    </a:cubicBezTo>
                    <a:cubicBezTo>
                      <a:pt x="69" y="28"/>
                      <a:pt x="70" y="26"/>
                      <a:pt x="71" y="25"/>
                    </a:cubicBezTo>
                    <a:cubicBezTo>
                      <a:pt x="71" y="25"/>
                      <a:pt x="71" y="25"/>
                      <a:pt x="71" y="26"/>
                    </a:cubicBezTo>
                    <a:cubicBezTo>
                      <a:pt x="72" y="25"/>
                      <a:pt x="73" y="23"/>
                      <a:pt x="74" y="22"/>
                    </a:cubicBezTo>
                    <a:cubicBezTo>
                      <a:pt x="74" y="21"/>
                      <a:pt x="72" y="24"/>
                      <a:pt x="72" y="23"/>
                    </a:cubicBezTo>
                    <a:cubicBezTo>
                      <a:pt x="73" y="23"/>
                      <a:pt x="71" y="24"/>
                      <a:pt x="71" y="25"/>
                    </a:cubicBezTo>
                    <a:cubicBezTo>
                      <a:pt x="68" y="29"/>
                      <a:pt x="73" y="22"/>
                      <a:pt x="72" y="22"/>
                    </a:cubicBezTo>
                    <a:cubicBezTo>
                      <a:pt x="70" y="25"/>
                      <a:pt x="69" y="25"/>
                      <a:pt x="67" y="28"/>
                    </a:cubicBezTo>
                    <a:cubicBezTo>
                      <a:pt x="67" y="29"/>
                      <a:pt x="66" y="29"/>
                      <a:pt x="66" y="29"/>
                    </a:cubicBezTo>
                    <a:cubicBezTo>
                      <a:pt x="68" y="27"/>
                      <a:pt x="67" y="27"/>
                      <a:pt x="69" y="26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71" y="23"/>
                      <a:pt x="71" y="21"/>
                      <a:pt x="72" y="21"/>
                    </a:cubicBezTo>
                    <a:cubicBezTo>
                      <a:pt x="71" y="21"/>
                      <a:pt x="71" y="22"/>
                      <a:pt x="70" y="22"/>
                    </a:cubicBezTo>
                    <a:cubicBezTo>
                      <a:pt x="71" y="22"/>
                      <a:pt x="71" y="21"/>
                      <a:pt x="71" y="21"/>
                    </a:cubicBezTo>
                    <a:cubicBezTo>
                      <a:pt x="71" y="22"/>
                      <a:pt x="69" y="23"/>
                      <a:pt x="69" y="23"/>
                    </a:cubicBezTo>
                    <a:cubicBezTo>
                      <a:pt x="69" y="23"/>
                      <a:pt x="70" y="22"/>
                      <a:pt x="70" y="21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70" y="21"/>
                      <a:pt x="72" y="19"/>
                      <a:pt x="71" y="20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8" y="23"/>
                      <a:pt x="69" y="22"/>
                      <a:pt x="69" y="22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69" y="22"/>
                      <a:pt x="71" y="19"/>
                      <a:pt x="71" y="19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71" y="19"/>
                      <a:pt x="71" y="19"/>
                      <a:pt x="71" y="19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0" y="20"/>
                      <a:pt x="68" y="22"/>
                      <a:pt x="69" y="20"/>
                    </a:cubicBezTo>
                    <a:cubicBezTo>
                      <a:pt x="68" y="22"/>
                      <a:pt x="69" y="20"/>
                      <a:pt x="69" y="21"/>
                    </a:cubicBezTo>
                    <a:cubicBezTo>
                      <a:pt x="68" y="23"/>
                      <a:pt x="68" y="22"/>
                      <a:pt x="67" y="22"/>
                    </a:cubicBezTo>
                    <a:cubicBezTo>
                      <a:pt x="69" y="20"/>
                      <a:pt x="67" y="22"/>
                      <a:pt x="67" y="22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69" y="19"/>
                      <a:pt x="66" y="22"/>
                      <a:pt x="67" y="21"/>
                    </a:cubicBezTo>
                    <a:cubicBezTo>
                      <a:pt x="67" y="20"/>
                      <a:pt x="68" y="19"/>
                      <a:pt x="68" y="18"/>
                    </a:cubicBezTo>
                    <a:cubicBezTo>
                      <a:pt x="67" y="21"/>
                      <a:pt x="66" y="21"/>
                      <a:pt x="65" y="23"/>
                    </a:cubicBezTo>
                    <a:cubicBezTo>
                      <a:pt x="66" y="22"/>
                      <a:pt x="67" y="20"/>
                      <a:pt x="68" y="18"/>
                    </a:cubicBezTo>
                    <a:cubicBezTo>
                      <a:pt x="67" y="20"/>
                      <a:pt x="69" y="17"/>
                      <a:pt x="67" y="19"/>
                    </a:cubicBezTo>
                    <a:cubicBezTo>
                      <a:pt x="67" y="20"/>
                      <a:pt x="66" y="20"/>
                      <a:pt x="65" y="21"/>
                    </a:cubicBezTo>
                    <a:cubicBezTo>
                      <a:pt x="65" y="21"/>
                      <a:pt x="66" y="20"/>
                      <a:pt x="66" y="19"/>
                    </a:cubicBezTo>
                    <a:cubicBezTo>
                      <a:pt x="66" y="20"/>
                      <a:pt x="65" y="21"/>
                      <a:pt x="65" y="22"/>
                    </a:cubicBezTo>
                    <a:cubicBezTo>
                      <a:pt x="65" y="21"/>
                      <a:pt x="63" y="23"/>
                      <a:pt x="64" y="22"/>
                    </a:cubicBezTo>
                    <a:cubicBezTo>
                      <a:pt x="65" y="21"/>
                      <a:pt x="65" y="22"/>
                      <a:pt x="65" y="20"/>
                    </a:cubicBezTo>
                    <a:cubicBezTo>
                      <a:pt x="65" y="20"/>
                      <a:pt x="63" y="24"/>
                      <a:pt x="62" y="24"/>
                    </a:cubicBezTo>
                    <a:cubicBezTo>
                      <a:pt x="62" y="25"/>
                      <a:pt x="60" y="27"/>
                      <a:pt x="60" y="28"/>
                    </a:cubicBezTo>
                    <a:cubicBezTo>
                      <a:pt x="60" y="27"/>
                      <a:pt x="60" y="27"/>
                      <a:pt x="61" y="25"/>
                    </a:cubicBezTo>
                    <a:cubicBezTo>
                      <a:pt x="61" y="26"/>
                      <a:pt x="61" y="26"/>
                      <a:pt x="61" y="26"/>
                    </a:cubicBezTo>
                    <a:cubicBezTo>
                      <a:pt x="62" y="23"/>
                      <a:pt x="64" y="22"/>
                      <a:pt x="65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5" y="19"/>
                      <a:pt x="65" y="18"/>
                      <a:pt x="65" y="18"/>
                    </a:cubicBezTo>
                    <a:cubicBezTo>
                      <a:pt x="64" y="20"/>
                      <a:pt x="65" y="18"/>
                      <a:pt x="65" y="19"/>
                    </a:cubicBezTo>
                    <a:cubicBezTo>
                      <a:pt x="64" y="19"/>
                      <a:pt x="63" y="22"/>
                      <a:pt x="63" y="21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5" y="17"/>
                      <a:pt x="64" y="20"/>
                      <a:pt x="64" y="19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4" y="17"/>
                      <a:pt x="63" y="17"/>
                      <a:pt x="60" y="20"/>
                    </a:cubicBezTo>
                    <a:cubicBezTo>
                      <a:pt x="61" y="19"/>
                      <a:pt x="61" y="18"/>
                      <a:pt x="61" y="17"/>
                    </a:cubicBezTo>
                    <a:cubicBezTo>
                      <a:pt x="61" y="18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1" y="17"/>
                    </a:cubicBezTo>
                    <a:cubicBezTo>
                      <a:pt x="61" y="16"/>
                      <a:pt x="60" y="17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61" y="16"/>
                      <a:pt x="59" y="18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8" y="19"/>
                      <a:pt x="58" y="18"/>
                      <a:pt x="60" y="16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9" y="16"/>
                      <a:pt x="59" y="16"/>
                      <a:pt x="58" y="17"/>
                    </a:cubicBezTo>
                    <a:cubicBezTo>
                      <a:pt x="58" y="17"/>
                      <a:pt x="58" y="18"/>
                      <a:pt x="57" y="19"/>
                    </a:cubicBezTo>
                    <a:cubicBezTo>
                      <a:pt x="56" y="21"/>
                      <a:pt x="57" y="19"/>
                      <a:pt x="56" y="20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9" y="15"/>
                      <a:pt x="57" y="17"/>
                      <a:pt x="56" y="16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7" y="15"/>
                      <a:pt x="55" y="17"/>
                      <a:pt x="55" y="15"/>
                    </a:cubicBezTo>
                    <a:cubicBezTo>
                      <a:pt x="55" y="16"/>
                      <a:pt x="53" y="19"/>
                      <a:pt x="53" y="19"/>
                    </a:cubicBezTo>
                    <a:cubicBezTo>
                      <a:pt x="52" y="20"/>
                      <a:pt x="54" y="16"/>
                      <a:pt x="55" y="15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6"/>
                      <a:pt x="53" y="17"/>
                      <a:pt x="5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4" y="14"/>
                      <a:pt x="53" y="15"/>
                    </a:cubicBezTo>
                    <a:cubicBezTo>
                      <a:pt x="52" y="16"/>
                      <a:pt x="53" y="15"/>
                      <a:pt x="52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53" y="14"/>
                      <a:pt x="52" y="16"/>
                      <a:pt x="51" y="17"/>
                    </a:cubicBezTo>
                    <a:cubicBezTo>
                      <a:pt x="51" y="18"/>
                      <a:pt x="51" y="16"/>
                      <a:pt x="51" y="16"/>
                    </a:cubicBezTo>
                    <a:cubicBezTo>
                      <a:pt x="52" y="15"/>
                      <a:pt x="51" y="16"/>
                      <a:pt x="52" y="16"/>
                    </a:cubicBezTo>
                    <a:cubicBezTo>
                      <a:pt x="52" y="15"/>
                      <a:pt x="52" y="15"/>
                      <a:pt x="52" y="14"/>
                    </a:cubicBezTo>
                    <a:cubicBezTo>
                      <a:pt x="52" y="14"/>
                      <a:pt x="51" y="16"/>
                      <a:pt x="51" y="16"/>
                    </a:cubicBezTo>
                    <a:cubicBezTo>
                      <a:pt x="51" y="15"/>
                      <a:pt x="51" y="16"/>
                      <a:pt x="52" y="14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1" y="16"/>
                      <a:pt x="51" y="16"/>
                      <a:pt x="50" y="17"/>
                    </a:cubicBezTo>
                    <a:cubicBezTo>
                      <a:pt x="50" y="17"/>
                      <a:pt x="49" y="18"/>
                      <a:pt x="50" y="17"/>
                    </a:cubicBezTo>
                    <a:cubicBezTo>
                      <a:pt x="50" y="17"/>
                      <a:pt x="50" y="17"/>
                      <a:pt x="50" y="17"/>
                    </a:cubicBezTo>
                    <a:cubicBezTo>
                      <a:pt x="50" y="17"/>
                      <a:pt x="50" y="16"/>
                      <a:pt x="49" y="1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0" y="15"/>
                      <a:pt x="51" y="14"/>
                      <a:pt x="51" y="13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9" y="15"/>
                      <a:pt x="50" y="14"/>
                      <a:pt x="50" y="14"/>
                    </a:cubicBezTo>
                    <a:cubicBezTo>
                      <a:pt x="50" y="12"/>
                      <a:pt x="47" y="18"/>
                      <a:pt x="48" y="16"/>
                    </a:cubicBezTo>
                    <a:cubicBezTo>
                      <a:pt x="49" y="14"/>
                      <a:pt x="49" y="14"/>
                      <a:pt x="49" y="13"/>
                    </a:cubicBezTo>
                    <a:cubicBezTo>
                      <a:pt x="49" y="14"/>
                      <a:pt x="48" y="14"/>
                      <a:pt x="48" y="14"/>
                    </a:cubicBezTo>
                    <a:cubicBezTo>
                      <a:pt x="48" y="15"/>
                      <a:pt x="49" y="13"/>
                      <a:pt x="49" y="14"/>
                    </a:cubicBezTo>
                    <a:cubicBezTo>
                      <a:pt x="48" y="16"/>
                      <a:pt x="48" y="15"/>
                      <a:pt x="48" y="15"/>
                    </a:cubicBezTo>
                    <a:cubicBezTo>
                      <a:pt x="50" y="11"/>
                      <a:pt x="47" y="14"/>
                      <a:pt x="48" y="12"/>
                    </a:cubicBezTo>
                    <a:cubicBezTo>
                      <a:pt x="47" y="14"/>
                      <a:pt x="47" y="12"/>
                      <a:pt x="47" y="13"/>
                    </a:cubicBezTo>
                    <a:cubicBezTo>
                      <a:pt x="48" y="11"/>
                      <a:pt x="46" y="13"/>
                      <a:pt x="47" y="1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6" y="13"/>
                      <a:pt x="44" y="18"/>
                      <a:pt x="45" y="15"/>
                    </a:cubicBezTo>
                    <a:cubicBezTo>
                      <a:pt x="45" y="14"/>
                      <a:pt x="46" y="13"/>
                      <a:pt x="46" y="13"/>
                    </a:cubicBezTo>
                    <a:cubicBezTo>
                      <a:pt x="47" y="10"/>
                      <a:pt x="44" y="14"/>
                      <a:pt x="46" y="12"/>
                    </a:cubicBezTo>
                    <a:cubicBezTo>
                      <a:pt x="45" y="12"/>
                      <a:pt x="44" y="14"/>
                      <a:pt x="44" y="15"/>
                    </a:cubicBezTo>
                    <a:cubicBezTo>
                      <a:pt x="44" y="14"/>
                      <a:pt x="44" y="12"/>
                      <a:pt x="45" y="12"/>
                    </a:cubicBezTo>
                    <a:cubicBezTo>
                      <a:pt x="44" y="12"/>
                      <a:pt x="44" y="13"/>
                      <a:pt x="44" y="12"/>
                    </a:cubicBezTo>
                    <a:cubicBezTo>
                      <a:pt x="44" y="11"/>
                      <a:pt x="45" y="11"/>
                      <a:pt x="45" y="11"/>
                    </a:cubicBezTo>
                    <a:cubicBezTo>
                      <a:pt x="45" y="10"/>
                      <a:pt x="44" y="11"/>
                      <a:pt x="44" y="12"/>
                    </a:cubicBezTo>
                    <a:cubicBezTo>
                      <a:pt x="44" y="10"/>
                      <a:pt x="43" y="11"/>
                      <a:pt x="44" y="10"/>
                    </a:cubicBezTo>
                    <a:cubicBezTo>
                      <a:pt x="42" y="12"/>
                      <a:pt x="44" y="9"/>
                      <a:pt x="42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2"/>
                      <a:pt x="41" y="13"/>
                      <a:pt x="41" y="13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3" y="9"/>
                      <a:pt x="42" y="11"/>
                      <a:pt x="42" y="10"/>
                    </a:cubicBezTo>
                    <a:cubicBezTo>
                      <a:pt x="42" y="11"/>
                      <a:pt x="42" y="10"/>
                      <a:pt x="42" y="11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40" y="13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0" y="11"/>
                      <a:pt x="40" y="11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0" y="10"/>
                      <a:pt x="40" y="11"/>
                    </a:cubicBezTo>
                    <a:cubicBezTo>
                      <a:pt x="40" y="9"/>
                      <a:pt x="39" y="10"/>
                      <a:pt x="38" y="11"/>
                    </a:cubicBezTo>
                    <a:cubicBezTo>
                      <a:pt x="38" y="11"/>
                      <a:pt x="39" y="10"/>
                      <a:pt x="39" y="10"/>
                    </a:cubicBezTo>
                    <a:cubicBezTo>
                      <a:pt x="38" y="10"/>
                      <a:pt x="38" y="12"/>
                      <a:pt x="38" y="11"/>
                    </a:cubicBezTo>
                    <a:cubicBezTo>
                      <a:pt x="38" y="11"/>
                      <a:pt x="38" y="10"/>
                      <a:pt x="38" y="9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8"/>
                      <a:pt x="36" y="12"/>
                      <a:pt x="37" y="10"/>
                    </a:cubicBezTo>
                    <a:cubicBezTo>
                      <a:pt x="36" y="10"/>
                      <a:pt x="37" y="9"/>
                      <a:pt x="37" y="9"/>
                    </a:cubicBezTo>
                    <a:cubicBezTo>
                      <a:pt x="37" y="9"/>
                      <a:pt x="36" y="10"/>
                      <a:pt x="35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0"/>
                      <a:pt x="35" y="10"/>
                      <a:pt x="35" y="11"/>
                    </a:cubicBezTo>
                    <a:cubicBezTo>
                      <a:pt x="34" y="12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3" y="12"/>
                      <a:pt x="33" y="13"/>
                      <a:pt x="33" y="13"/>
                    </a:cubicBezTo>
                    <a:cubicBezTo>
                      <a:pt x="33" y="12"/>
                      <a:pt x="33" y="13"/>
                      <a:pt x="34" y="12"/>
                    </a:cubicBezTo>
                    <a:cubicBezTo>
                      <a:pt x="35" y="10"/>
                      <a:pt x="34" y="10"/>
                      <a:pt x="34" y="10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2"/>
                      <a:pt x="34" y="10"/>
                      <a:pt x="33" y="10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2" y="12"/>
                      <a:pt x="32" y="11"/>
                    </a:cubicBezTo>
                    <a:cubicBezTo>
                      <a:pt x="32" y="12"/>
                      <a:pt x="30" y="14"/>
                      <a:pt x="29" y="15"/>
                    </a:cubicBezTo>
                    <a:cubicBezTo>
                      <a:pt x="30" y="15"/>
                      <a:pt x="29" y="16"/>
                      <a:pt x="29" y="16"/>
                    </a:cubicBezTo>
                    <a:cubicBezTo>
                      <a:pt x="29" y="15"/>
                      <a:pt x="29" y="16"/>
                      <a:pt x="29" y="15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31" y="11"/>
                      <a:pt x="31" y="10"/>
                    </a:cubicBezTo>
                    <a:cubicBezTo>
                      <a:pt x="31" y="11"/>
                      <a:pt x="31" y="10"/>
                      <a:pt x="30" y="10"/>
                    </a:cubicBezTo>
                    <a:cubicBezTo>
                      <a:pt x="29" y="12"/>
                      <a:pt x="29" y="11"/>
                      <a:pt x="28" y="13"/>
                    </a:cubicBezTo>
                    <a:cubicBezTo>
                      <a:pt x="28" y="13"/>
                      <a:pt x="29" y="11"/>
                      <a:pt x="29" y="11"/>
                    </a:cubicBezTo>
                    <a:cubicBezTo>
                      <a:pt x="28" y="11"/>
                      <a:pt x="28" y="10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1"/>
                      <a:pt x="27" y="10"/>
                      <a:pt x="26" y="12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0"/>
                      <a:pt x="25" y="14"/>
                      <a:pt x="26" y="12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2"/>
                      <a:pt x="26" y="10"/>
                      <a:pt x="25" y="11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1"/>
                      <a:pt x="25" y="10"/>
                      <a:pt x="24" y="12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6" y="9"/>
                      <a:pt x="24" y="12"/>
                      <a:pt x="24" y="11"/>
                    </a:cubicBezTo>
                    <a:cubicBezTo>
                      <a:pt x="24" y="11"/>
                      <a:pt x="25" y="10"/>
                      <a:pt x="25" y="10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3" y="8"/>
                      <a:pt x="22" y="8"/>
                      <a:pt x="20" y="9"/>
                    </a:cubicBezTo>
                    <a:cubicBezTo>
                      <a:pt x="21" y="7"/>
                      <a:pt x="21" y="8"/>
                      <a:pt x="22" y="6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0" y="7"/>
                      <a:pt x="21" y="6"/>
                      <a:pt x="20" y="6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19" y="8"/>
                      <a:pt x="21" y="4"/>
                      <a:pt x="20" y="7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9" y="7"/>
                      <a:pt x="20" y="4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5"/>
                      <a:pt x="18" y="8"/>
                      <a:pt x="18" y="6"/>
                    </a:cubicBezTo>
                    <a:cubicBezTo>
                      <a:pt x="18" y="6"/>
                      <a:pt x="18" y="7"/>
                      <a:pt x="17" y="8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7" y="7"/>
                      <a:pt x="16" y="6"/>
                      <a:pt x="14" y="8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8"/>
                      <a:pt x="15" y="4"/>
                      <a:pt x="12" y="8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8"/>
                      <a:pt x="12" y="7"/>
                      <a:pt x="11" y="8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0" y="9"/>
                      <a:pt x="10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4"/>
                      <a:pt x="11" y="1"/>
                      <a:pt x="8" y="5"/>
                    </a:cubicBezTo>
                    <a:cubicBezTo>
                      <a:pt x="7" y="5"/>
                      <a:pt x="9" y="2"/>
                      <a:pt x="9" y="3"/>
                    </a:cubicBezTo>
                    <a:cubicBezTo>
                      <a:pt x="6" y="5"/>
                      <a:pt x="8" y="0"/>
                      <a:pt x="4" y="4"/>
                    </a:cubicBezTo>
                    <a:cubicBezTo>
                      <a:pt x="3" y="5"/>
                      <a:pt x="0" y="10"/>
                      <a:pt x="0" y="10"/>
                    </a:cubicBezTo>
                    <a:cubicBezTo>
                      <a:pt x="3" y="9"/>
                      <a:pt x="3" y="12"/>
                      <a:pt x="3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3" name="Freeform 211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3266" y="1867"/>
                <a:ext cx="5" cy="3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0"/>
                      <a:pt x="1" y="0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4" name="Freeform 212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3266" y="1861"/>
                <a:ext cx="3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5" name="Freeform 213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3260" y="185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6" name="Freeform 214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3260" y="1893"/>
                <a:ext cx="4" cy="6"/>
              </a:xfrm>
              <a:custGeom>
                <a:avLst/>
                <a:gdLst>
                  <a:gd name="T0" fmla="*/ 0 w 2"/>
                  <a:gd name="T1" fmla="*/ 3 h 3"/>
                  <a:gd name="T2" fmla="*/ 2 w 2"/>
                  <a:gd name="T3" fmla="*/ 0 h 3"/>
                  <a:gd name="T4" fmla="*/ 0 w 2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0" y="3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7" name="Freeform 215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3269" y="18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0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8" name="Freeform 216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3260" y="1895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2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0"/>
                      <a:pt x="1" y="2"/>
                      <a:pt x="1" y="2"/>
                    </a:cubicBezTo>
                    <a:cubicBezTo>
                      <a:pt x="0" y="2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9" name="Freeform 217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453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" name="Freeform 218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3213" y="1882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0" name="Freeform 219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3190" y="182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1" name="Freeform 220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3271" y="18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" name="Freeform 221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3190" y="187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" name="Freeform 222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4574" y="1855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" name="Freeform 223"/>
              <p:cNvSpPr/>
              <p:nvPr>
                <p:custDataLst>
                  <p:tags r:id="rId68"/>
                </p:custDataLst>
              </p:nvPr>
            </p:nvSpPr>
            <p:spPr bwMode="auto">
              <a:xfrm>
                <a:off x="3199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6" name="Freeform 224"/>
              <p:cNvSpPr/>
              <p:nvPr>
                <p:custDataLst>
                  <p:tags r:id="rId69"/>
                </p:custDataLst>
              </p:nvPr>
            </p:nvSpPr>
            <p:spPr bwMode="auto">
              <a:xfrm>
                <a:off x="3271" y="1859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7" name="Freeform 225"/>
              <p:cNvSpPr/>
              <p:nvPr>
                <p:custDataLst>
                  <p:tags r:id="rId70"/>
                </p:custDataLst>
              </p:nvPr>
            </p:nvSpPr>
            <p:spPr bwMode="auto">
              <a:xfrm>
                <a:off x="3742" y="3006"/>
                <a:ext cx="6" cy="9"/>
              </a:xfrm>
              <a:custGeom>
                <a:avLst/>
                <a:gdLst>
                  <a:gd name="T0" fmla="*/ 3 w 3"/>
                  <a:gd name="T1" fmla="*/ 0 h 4"/>
                  <a:gd name="T2" fmla="*/ 1 w 3"/>
                  <a:gd name="T3" fmla="*/ 1 h 4"/>
                  <a:gd name="T4" fmla="*/ 1 w 3"/>
                  <a:gd name="T5" fmla="*/ 3 h 4"/>
                  <a:gd name="T6" fmla="*/ 0 w 3"/>
                  <a:gd name="T7" fmla="*/ 4 h 4"/>
                  <a:gd name="T8" fmla="*/ 2 w 3"/>
                  <a:gd name="T9" fmla="*/ 1 h 4"/>
                  <a:gd name="T10" fmla="*/ 3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3"/>
                    </a:cubicBezTo>
                    <a:cubicBezTo>
                      <a:pt x="1" y="3"/>
                      <a:pt x="0" y="4"/>
                      <a:pt x="0" y="4"/>
                    </a:cubicBezTo>
                    <a:cubicBezTo>
                      <a:pt x="1" y="4"/>
                      <a:pt x="2" y="2"/>
                      <a:pt x="2" y="1"/>
                    </a:cubicBezTo>
                    <a:cubicBezTo>
                      <a:pt x="3" y="1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8" name="Freeform 226"/>
              <p:cNvSpPr/>
              <p:nvPr>
                <p:custDataLst>
                  <p:tags r:id="rId71"/>
                </p:custDataLst>
              </p:nvPr>
            </p:nvSpPr>
            <p:spPr bwMode="auto">
              <a:xfrm>
                <a:off x="3988" y="301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9" name="Freeform 227"/>
              <p:cNvSpPr/>
              <p:nvPr>
                <p:custDataLst>
                  <p:tags r:id="rId72"/>
                </p:custDataLst>
              </p:nvPr>
            </p:nvSpPr>
            <p:spPr bwMode="auto">
              <a:xfrm>
                <a:off x="3742" y="30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0" name="Rectangle 228"/>
              <p:cNvSpPr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3748" y="3015"/>
                <a:ext cx="4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1" name="Freeform 229"/>
              <p:cNvSpPr/>
              <p:nvPr>
                <p:custDataLst>
                  <p:tags r:id="rId74"/>
                </p:custDataLst>
              </p:nvPr>
            </p:nvSpPr>
            <p:spPr bwMode="auto">
              <a:xfrm>
                <a:off x="3744" y="2894"/>
                <a:ext cx="2" cy="10"/>
              </a:xfrm>
              <a:custGeom>
                <a:avLst/>
                <a:gdLst>
                  <a:gd name="T0" fmla="*/ 0 w 1"/>
                  <a:gd name="T1" fmla="*/ 2 h 5"/>
                  <a:gd name="T2" fmla="*/ 1 w 1"/>
                  <a:gd name="T3" fmla="*/ 3 h 5"/>
                  <a:gd name="T4" fmla="*/ 0 w 1"/>
                  <a:gd name="T5" fmla="*/ 5 h 5"/>
                  <a:gd name="T6" fmla="*/ 1 w 1"/>
                  <a:gd name="T7" fmla="*/ 1 h 5"/>
                  <a:gd name="T8" fmla="*/ 1 w 1"/>
                  <a:gd name="T9" fmla="*/ 0 h 5"/>
                  <a:gd name="T10" fmla="*/ 0 w 1"/>
                  <a:gd name="T1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5">
                    <a:moveTo>
                      <a:pt x="0" y="2"/>
                    </a:moveTo>
                    <a:cubicBezTo>
                      <a:pt x="0" y="2"/>
                      <a:pt x="0" y="4"/>
                      <a:pt x="1" y="3"/>
                    </a:cubicBezTo>
                    <a:cubicBezTo>
                      <a:pt x="1" y="3"/>
                      <a:pt x="0" y="4"/>
                      <a:pt x="0" y="5"/>
                    </a:cubicBezTo>
                    <a:cubicBezTo>
                      <a:pt x="1" y="4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2" name="Freeform 230"/>
              <p:cNvSpPr/>
              <p:nvPr>
                <p:custDataLst>
                  <p:tags r:id="rId75"/>
                </p:custDataLst>
              </p:nvPr>
            </p:nvSpPr>
            <p:spPr bwMode="auto">
              <a:xfrm>
                <a:off x="3744" y="30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3" name="Freeform 231"/>
              <p:cNvSpPr/>
              <p:nvPr>
                <p:custDataLst>
                  <p:tags r:id="rId76"/>
                </p:custDataLst>
              </p:nvPr>
            </p:nvSpPr>
            <p:spPr bwMode="auto">
              <a:xfrm>
                <a:off x="3742" y="289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4" name="Freeform 232"/>
              <p:cNvSpPr/>
              <p:nvPr>
                <p:custDataLst>
                  <p:tags r:id="rId77"/>
                </p:custDataLst>
              </p:nvPr>
            </p:nvSpPr>
            <p:spPr bwMode="auto">
              <a:xfrm>
                <a:off x="3772" y="3038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2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0"/>
                      <a:pt x="2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5" name="Freeform 233"/>
              <p:cNvSpPr/>
              <p:nvPr>
                <p:custDataLst>
                  <p:tags r:id="rId78"/>
                </p:custDataLst>
              </p:nvPr>
            </p:nvSpPr>
            <p:spPr bwMode="auto">
              <a:xfrm>
                <a:off x="3895" y="30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6" name="Freeform 234"/>
              <p:cNvSpPr/>
              <p:nvPr>
                <p:custDataLst>
                  <p:tags r:id="rId79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7" name="Freeform 235"/>
              <p:cNvSpPr/>
              <p:nvPr>
                <p:custDataLst>
                  <p:tags r:id="rId80"/>
                </p:custDataLst>
              </p:nvPr>
            </p:nvSpPr>
            <p:spPr bwMode="auto">
              <a:xfrm>
                <a:off x="3742" y="289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8" name="Freeform 236"/>
              <p:cNvSpPr/>
              <p:nvPr>
                <p:custDataLst>
                  <p:tags r:id="rId81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9" name="Freeform 237"/>
              <p:cNvSpPr/>
              <p:nvPr>
                <p:custDataLst>
                  <p:tags r:id="rId82"/>
                </p:custDataLst>
              </p:nvPr>
            </p:nvSpPr>
            <p:spPr bwMode="auto">
              <a:xfrm>
                <a:off x="3755" y="3027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0" name="Oval 238"/>
              <p:cNvSpPr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3602" y="1823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1" name="Freeform 239"/>
              <p:cNvSpPr/>
              <p:nvPr>
                <p:custDataLst>
                  <p:tags r:id="rId84"/>
                </p:custDataLst>
              </p:nvPr>
            </p:nvSpPr>
            <p:spPr bwMode="auto">
              <a:xfrm>
                <a:off x="3922" y="2890"/>
                <a:ext cx="0" cy="2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2" name="Freeform 240"/>
              <p:cNvSpPr/>
              <p:nvPr>
                <p:custDataLst>
                  <p:tags r:id="rId85"/>
                </p:custDataLst>
              </p:nvPr>
            </p:nvSpPr>
            <p:spPr bwMode="auto">
              <a:xfrm>
                <a:off x="3975" y="28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3" name="Freeform 241"/>
              <p:cNvSpPr/>
              <p:nvPr>
                <p:custDataLst>
                  <p:tags r:id="rId86"/>
                </p:custDataLst>
              </p:nvPr>
            </p:nvSpPr>
            <p:spPr bwMode="auto">
              <a:xfrm>
                <a:off x="3954" y="288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4" name="Freeform 242"/>
              <p:cNvSpPr/>
              <p:nvPr>
                <p:custDataLst>
                  <p:tags r:id="rId87"/>
                </p:custDataLst>
              </p:nvPr>
            </p:nvSpPr>
            <p:spPr bwMode="auto">
              <a:xfrm>
                <a:off x="3725" y="2760"/>
                <a:ext cx="399" cy="159"/>
              </a:xfrm>
              <a:custGeom>
                <a:avLst/>
                <a:gdLst>
                  <a:gd name="T0" fmla="*/ 11 w 188"/>
                  <a:gd name="T1" fmla="*/ 59 h 75"/>
                  <a:gd name="T2" fmla="*/ 17 w 188"/>
                  <a:gd name="T3" fmla="*/ 64 h 75"/>
                  <a:gd name="T4" fmla="*/ 14 w 188"/>
                  <a:gd name="T5" fmla="*/ 70 h 75"/>
                  <a:gd name="T6" fmla="*/ 17 w 188"/>
                  <a:gd name="T7" fmla="*/ 71 h 75"/>
                  <a:gd name="T8" fmla="*/ 21 w 188"/>
                  <a:gd name="T9" fmla="*/ 69 h 75"/>
                  <a:gd name="T10" fmla="*/ 22 w 188"/>
                  <a:gd name="T11" fmla="*/ 71 h 75"/>
                  <a:gd name="T12" fmla="*/ 27 w 188"/>
                  <a:gd name="T13" fmla="*/ 67 h 75"/>
                  <a:gd name="T14" fmla="*/ 30 w 188"/>
                  <a:gd name="T15" fmla="*/ 72 h 75"/>
                  <a:gd name="T16" fmla="*/ 31 w 188"/>
                  <a:gd name="T17" fmla="*/ 74 h 75"/>
                  <a:gd name="T18" fmla="*/ 33 w 188"/>
                  <a:gd name="T19" fmla="*/ 72 h 75"/>
                  <a:gd name="T20" fmla="*/ 37 w 188"/>
                  <a:gd name="T21" fmla="*/ 74 h 75"/>
                  <a:gd name="T22" fmla="*/ 40 w 188"/>
                  <a:gd name="T23" fmla="*/ 69 h 75"/>
                  <a:gd name="T24" fmla="*/ 43 w 188"/>
                  <a:gd name="T25" fmla="*/ 64 h 75"/>
                  <a:gd name="T26" fmla="*/ 45 w 188"/>
                  <a:gd name="T27" fmla="*/ 69 h 75"/>
                  <a:gd name="T28" fmla="*/ 54 w 188"/>
                  <a:gd name="T29" fmla="*/ 69 h 75"/>
                  <a:gd name="T30" fmla="*/ 58 w 188"/>
                  <a:gd name="T31" fmla="*/ 69 h 75"/>
                  <a:gd name="T32" fmla="*/ 62 w 188"/>
                  <a:gd name="T33" fmla="*/ 68 h 75"/>
                  <a:gd name="T34" fmla="*/ 73 w 188"/>
                  <a:gd name="T35" fmla="*/ 66 h 75"/>
                  <a:gd name="T36" fmla="*/ 76 w 188"/>
                  <a:gd name="T37" fmla="*/ 65 h 75"/>
                  <a:gd name="T38" fmla="*/ 77 w 188"/>
                  <a:gd name="T39" fmla="*/ 64 h 75"/>
                  <a:gd name="T40" fmla="*/ 80 w 188"/>
                  <a:gd name="T41" fmla="*/ 62 h 75"/>
                  <a:gd name="T42" fmla="*/ 83 w 188"/>
                  <a:gd name="T43" fmla="*/ 63 h 75"/>
                  <a:gd name="T44" fmla="*/ 86 w 188"/>
                  <a:gd name="T45" fmla="*/ 61 h 75"/>
                  <a:gd name="T46" fmla="*/ 94 w 188"/>
                  <a:gd name="T47" fmla="*/ 61 h 75"/>
                  <a:gd name="T48" fmla="*/ 100 w 188"/>
                  <a:gd name="T49" fmla="*/ 59 h 75"/>
                  <a:gd name="T50" fmla="*/ 105 w 188"/>
                  <a:gd name="T51" fmla="*/ 59 h 75"/>
                  <a:gd name="T52" fmla="*/ 108 w 188"/>
                  <a:gd name="T53" fmla="*/ 57 h 75"/>
                  <a:gd name="T54" fmla="*/ 109 w 188"/>
                  <a:gd name="T55" fmla="*/ 57 h 75"/>
                  <a:gd name="T56" fmla="*/ 114 w 188"/>
                  <a:gd name="T57" fmla="*/ 54 h 75"/>
                  <a:gd name="T58" fmla="*/ 120 w 188"/>
                  <a:gd name="T59" fmla="*/ 53 h 75"/>
                  <a:gd name="T60" fmla="*/ 124 w 188"/>
                  <a:gd name="T61" fmla="*/ 50 h 75"/>
                  <a:gd name="T62" fmla="*/ 127 w 188"/>
                  <a:gd name="T63" fmla="*/ 41 h 75"/>
                  <a:gd name="T64" fmla="*/ 133 w 188"/>
                  <a:gd name="T65" fmla="*/ 44 h 75"/>
                  <a:gd name="T66" fmla="*/ 139 w 188"/>
                  <a:gd name="T67" fmla="*/ 41 h 75"/>
                  <a:gd name="T68" fmla="*/ 144 w 188"/>
                  <a:gd name="T69" fmla="*/ 39 h 75"/>
                  <a:gd name="T70" fmla="*/ 156 w 188"/>
                  <a:gd name="T71" fmla="*/ 34 h 75"/>
                  <a:gd name="T72" fmla="*/ 160 w 188"/>
                  <a:gd name="T73" fmla="*/ 33 h 75"/>
                  <a:gd name="T74" fmla="*/ 170 w 188"/>
                  <a:gd name="T75" fmla="*/ 21 h 75"/>
                  <a:gd name="T76" fmla="*/ 173 w 188"/>
                  <a:gd name="T77" fmla="*/ 18 h 75"/>
                  <a:gd name="T78" fmla="*/ 169 w 188"/>
                  <a:gd name="T79" fmla="*/ 9 h 75"/>
                  <a:gd name="T80" fmla="*/ 149 w 188"/>
                  <a:gd name="T81" fmla="*/ 20 h 75"/>
                  <a:gd name="T82" fmla="*/ 110 w 188"/>
                  <a:gd name="T83" fmla="*/ 42 h 75"/>
                  <a:gd name="T84" fmla="*/ 103 w 188"/>
                  <a:gd name="T85" fmla="*/ 39 h 75"/>
                  <a:gd name="T86" fmla="*/ 88 w 188"/>
                  <a:gd name="T87" fmla="*/ 44 h 75"/>
                  <a:gd name="T88" fmla="*/ 69 w 188"/>
                  <a:gd name="T89" fmla="*/ 48 h 75"/>
                  <a:gd name="T90" fmla="*/ 59 w 188"/>
                  <a:gd name="T91" fmla="*/ 49 h 75"/>
                  <a:gd name="T92" fmla="*/ 44 w 188"/>
                  <a:gd name="T93" fmla="*/ 52 h 75"/>
                  <a:gd name="T94" fmla="*/ 29 w 188"/>
                  <a:gd name="T95" fmla="*/ 53 h 75"/>
                  <a:gd name="T96" fmla="*/ 19 w 188"/>
                  <a:gd name="T97" fmla="*/ 53 h 75"/>
                  <a:gd name="T98" fmla="*/ 10 w 188"/>
                  <a:gd name="T99" fmla="*/ 49 h 75"/>
                  <a:gd name="T100" fmla="*/ 7 w 188"/>
                  <a:gd name="T101" fmla="*/ 47 h 75"/>
                  <a:gd name="T102" fmla="*/ 5 w 188"/>
                  <a:gd name="T103" fmla="*/ 47 h 75"/>
                  <a:gd name="T104" fmla="*/ 3 w 188"/>
                  <a:gd name="T105" fmla="*/ 5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88" h="75">
                    <a:moveTo>
                      <a:pt x="5" y="55"/>
                    </a:moveTo>
                    <a:cubicBezTo>
                      <a:pt x="5" y="55"/>
                      <a:pt x="5" y="55"/>
                      <a:pt x="5" y="55"/>
                    </a:cubicBezTo>
                    <a:cubicBezTo>
                      <a:pt x="5" y="57"/>
                      <a:pt x="5" y="54"/>
                      <a:pt x="6" y="54"/>
                    </a:cubicBezTo>
                    <a:cubicBezTo>
                      <a:pt x="6" y="55"/>
                      <a:pt x="4" y="57"/>
                      <a:pt x="4" y="58"/>
                    </a:cubicBezTo>
                    <a:cubicBezTo>
                      <a:pt x="5" y="58"/>
                      <a:pt x="7" y="58"/>
                      <a:pt x="7" y="60"/>
                    </a:cubicBezTo>
                    <a:cubicBezTo>
                      <a:pt x="8" y="60"/>
                      <a:pt x="10" y="59"/>
                      <a:pt x="11" y="59"/>
                    </a:cubicBezTo>
                    <a:cubicBezTo>
                      <a:pt x="12" y="59"/>
                      <a:pt x="10" y="61"/>
                      <a:pt x="11" y="60"/>
                    </a:cubicBezTo>
                    <a:cubicBezTo>
                      <a:pt x="11" y="61"/>
                      <a:pt x="10" y="62"/>
                      <a:pt x="10" y="63"/>
                    </a:cubicBezTo>
                    <a:cubicBezTo>
                      <a:pt x="10" y="62"/>
                      <a:pt x="11" y="64"/>
                      <a:pt x="12" y="61"/>
                    </a:cubicBezTo>
                    <a:cubicBezTo>
                      <a:pt x="12" y="62"/>
                      <a:pt x="14" y="63"/>
                      <a:pt x="15" y="63"/>
                    </a:cubicBezTo>
                    <a:cubicBezTo>
                      <a:pt x="14" y="63"/>
                      <a:pt x="14" y="64"/>
                      <a:pt x="14" y="65"/>
                    </a:cubicBezTo>
                    <a:cubicBezTo>
                      <a:pt x="15" y="64"/>
                      <a:pt x="16" y="63"/>
                      <a:pt x="17" y="64"/>
                    </a:cubicBezTo>
                    <a:cubicBezTo>
                      <a:pt x="17" y="62"/>
                      <a:pt x="17" y="62"/>
                      <a:pt x="18" y="60"/>
                    </a:cubicBezTo>
                    <a:cubicBezTo>
                      <a:pt x="18" y="60"/>
                      <a:pt x="18" y="59"/>
                      <a:pt x="18" y="60"/>
                    </a:cubicBezTo>
                    <a:cubicBezTo>
                      <a:pt x="18" y="61"/>
                      <a:pt x="17" y="64"/>
                      <a:pt x="18" y="64"/>
                    </a:cubicBezTo>
                    <a:cubicBezTo>
                      <a:pt x="17" y="67"/>
                      <a:pt x="17" y="64"/>
                      <a:pt x="16" y="67"/>
                    </a:cubicBezTo>
                    <a:cubicBezTo>
                      <a:pt x="15" y="69"/>
                      <a:pt x="14" y="68"/>
                      <a:pt x="14" y="67"/>
                    </a:cubicBezTo>
                    <a:cubicBezTo>
                      <a:pt x="12" y="69"/>
                      <a:pt x="14" y="67"/>
                      <a:pt x="14" y="70"/>
                    </a:cubicBezTo>
                    <a:cubicBezTo>
                      <a:pt x="14" y="70"/>
                      <a:pt x="15" y="68"/>
                      <a:pt x="16" y="68"/>
                    </a:cubicBezTo>
                    <a:cubicBezTo>
                      <a:pt x="17" y="67"/>
                      <a:pt x="16" y="67"/>
                      <a:pt x="17" y="66"/>
                    </a:cubicBezTo>
                    <a:cubicBezTo>
                      <a:pt x="19" y="64"/>
                      <a:pt x="18" y="68"/>
                      <a:pt x="18" y="68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8" y="70"/>
                      <a:pt x="18" y="68"/>
                      <a:pt x="19" y="69"/>
                    </a:cubicBezTo>
                    <a:cubicBezTo>
                      <a:pt x="19" y="72"/>
                      <a:pt x="18" y="69"/>
                      <a:pt x="17" y="71"/>
                    </a:cubicBezTo>
                    <a:cubicBezTo>
                      <a:pt x="17" y="73"/>
                      <a:pt x="17" y="73"/>
                      <a:pt x="17" y="73"/>
                    </a:cubicBezTo>
                    <a:cubicBezTo>
                      <a:pt x="18" y="74"/>
                      <a:pt x="18" y="70"/>
                      <a:pt x="19" y="72"/>
                    </a:cubicBezTo>
                    <a:cubicBezTo>
                      <a:pt x="19" y="73"/>
                      <a:pt x="19" y="73"/>
                      <a:pt x="19" y="73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1"/>
                      <a:pt x="20" y="69"/>
                      <a:pt x="19" y="69"/>
                    </a:cubicBezTo>
                    <a:cubicBezTo>
                      <a:pt x="20" y="66"/>
                      <a:pt x="20" y="69"/>
                      <a:pt x="21" y="69"/>
                    </a:cubicBezTo>
                    <a:cubicBezTo>
                      <a:pt x="22" y="67"/>
                      <a:pt x="21" y="69"/>
                      <a:pt x="21" y="67"/>
                    </a:cubicBezTo>
                    <a:cubicBezTo>
                      <a:pt x="21" y="65"/>
                      <a:pt x="22" y="65"/>
                      <a:pt x="22" y="65"/>
                    </a:cubicBezTo>
                    <a:cubicBezTo>
                      <a:pt x="23" y="65"/>
                      <a:pt x="22" y="67"/>
                      <a:pt x="22" y="68"/>
                    </a:cubicBezTo>
                    <a:cubicBezTo>
                      <a:pt x="22" y="69"/>
                      <a:pt x="22" y="69"/>
                      <a:pt x="22" y="68"/>
                    </a:cubicBezTo>
                    <a:cubicBezTo>
                      <a:pt x="21" y="69"/>
                      <a:pt x="22" y="71"/>
                      <a:pt x="21" y="73"/>
                    </a:cubicBezTo>
                    <a:cubicBezTo>
                      <a:pt x="21" y="74"/>
                      <a:pt x="22" y="72"/>
                      <a:pt x="22" y="71"/>
                    </a:cubicBezTo>
                    <a:cubicBezTo>
                      <a:pt x="22" y="71"/>
                      <a:pt x="23" y="69"/>
                      <a:pt x="22" y="69"/>
                    </a:cubicBezTo>
                    <a:cubicBezTo>
                      <a:pt x="25" y="64"/>
                      <a:pt x="23" y="72"/>
                      <a:pt x="24" y="72"/>
                    </a:cubicBezTo>
                    <a:cubicBezTo>
                      <a:pt x="24" y="69"/>
                      <a:pt x="26" y="68"/>
                      <a:pt x="26" y="64"/>
                    </a:cubicBezTo>
                    <a:cubicBezTo>
                      <a:pt x="26" y="64"/>
                      <a:pt x="27" y="63"/>
                      <a:pt x="27" y="63"/>
                    </a:cubicBezTo>
                    <a:cubicBezTo>
                      <a:pt x="26" y="65"/>
                      <a:pt x="27" y="65"/>
                      <a:pt x="26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6" y="71"/>
                      <a:pt x="27" y="72"/>
                      <a:pt x="27" y="73"/>
                    </a:cubicBezTo>
                    <a:cubicBezTo>
                      <a:pt x="28" y="73"/>
                      <a:pt x="27" y="71"/>
                      <a:pt x="28" y="71"/>
                    </a:cubicBezTo>
                    <a:cubicBezTo>
                      <a:pt x="27" y="72"/>
                      <a:pt x="28" y="73"/>
                      <a:pt x="28" y="73"/>
                    </a:cubicBezTo>
                    <a:cubicBezTo>
                      <a:pt x="27" y="72"/>
                      <a:pt x="28" y="70"/>
                      <a:pt x="29" y="70"/>
                    </a:cubicBezTo>
                    <a:cubicBezTo>
                      <a:pt x="29" y="70"/>
                      <a:pt x="30" y="72"/>
                      <a:pt x="30" y="72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29" y="72"/>
                      <a:pt x="29" y="75"/>
                      <a:pt x="29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1" y="69"/>
                      <a:pt x="31" y="71"/>
                      <a:pt x="31" y="70"/>
                    </a:cubicBezTo>
                    <a:cubicBezTo>
                      <a:pt x="30" y="72"/>
                      <a:pt x="30" y="72"/>
                      <a:pt x="30" y="72"/>
                    </a:cubicBezTo>
                    <a:cubicBezTo>
                      <a:pt x="31" y="71"/>
                      <a:pt x="30" y="75"/>
                      <a:pt x="31" y="74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2" y="73"/>
                      <a:pt x="32" y="73"/>
                      <a:pt x="33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3"/>
                      <a:pt x="34" y="71"/>
                      <a:pt x="34" y="73"/>
                    </a:cubicBezTo>
                    <a:cubicBezTo>
                      <a:pt x="34" y="70"/>
                      <a:pt x="33" y="73"/>
                      <a:pt x="33" y="72"/>
                    </a:cubicBezTo>
                    <a:cubicBezTo>
                      <a:pt x="33" y="70"/>
                      <a:pt x="34" y="70"/>
                      <a:pt x="34" y="70"/>
                    </a:cubicBezTo>
                    <a:cubicBezTo>
                      <a:pt x="34" y="72"/>
                      <a:pt x="35" y="70"/>
                      <a:pt x="35" y="70"/>
                    </a:cubicBezTo>
                    <a:cubicBezTo>
                      <a:pt x="35" y="71"/>
                      <a:pt x="35" y="72"/>
                      <a:pt x="36" y="72"/>
                    </a:cubicBezTo>
                    <a:cubicBezTo>
                      <a:pt x="36" y="70"/>
                      <a:pt x="36" y="70"/>
                      <a:pt x="36" y="70"/>
                    </a:cubicBezTo>
                    <a:cubicBezTo>
                      <a:pt x="36" y="74"/>
                      <a:pt x="37" y="70"/>
                      <a:pt x="37" y="71"/>
                    </a:cubicBezTo>
                    <a:cubicBezTo>
                      <a:pt x="37" y="72"/>
                      <a:pt x="37" y="73"/>
                      <a:pt x="37" y="74"/>
                    </a:cubicBezTo>
                    <a:cubicBezTo>
                      <a:pt x="37" y="71"/>
                      <a:pt x="38" y="70"/>
                      <a:pt x="38" y="69"/>
                    </a:cubicBezTo>
                    <a:cubicBezTo>
                      <a:pt x="39" y="70"/>
                      <a:pt x="38" y="72"/>
                      <a:pt x="38" y="74"/>
                    </a:cubicBezTo>
                    <a:cubicBezTo>
                      <a:pt x="38" y="72"/>
                      <a:pt x="39" y="75"/>
                      <a:pt x="39" y="73"/>
                    </a:cubicBezTo>
                    <a:cubicBezTo>
                      <a:pt x="39" y="72"/>
                      <a:pt x="39" y="71"/>
                      <a:pt x="39" y="70"/>
                    </a:cubicBezTo>
                    <a:cubicBezTo>
                      <a:pt x="40" y="70"/>
                      <a:pt x="39" y="71"/>
                      <a:pt x="40" y="72"/>
                    </a:cubicBezTo>
                    <a:cubicBezTo>
                      <a:pt x="40" y="72"/>
                      <a:pt x="41" y="69"/>
                      <a:pt x="40" y="69"/>
                    </a:cubicBezTo>
                    <a:cubicBezTo>
                      <a:pt x="41" y="69"/>
                      <a:pt x="41" y="67"/>
                      <a:pt x="42" y="68"/>
                    </a:cubicBezTo>
                    <a:cubicBezTo>
                      <a:pt x="42" y="70"/>
                      <a:pt x="41" y="69"/>
                      <a:pt x="41" y="70"/>
                    </a:cubicBezTo>
                    <a:cubicBezTo>
                      <a:pt x="42" y="70"/>
                      <a:pt x="41" y="66"/>
                      <a:pt x="42" y="66"/>
                    </a:cubicBezTo>
                    <a:cubicBezTo>
                      <a:pt x="42" y="65"/>
                      <a:pt x="42" y="62"/>
                      <a:pt x="43" y="61"/>
                    </a:cubicBezTo>
                    <a:cubicBezTo>
                      <a:pt x="44" y="62"/>
                      <a:pt x="42" y="62"/>
                      <a:pt x="43" y="64"/>
                    </a:cubicBezTo>
                    <a:cubicBezTo>
                      <a:pt x="43" y="64"/>
                      <a:pt x="43" y="64"/>
                      <a:pt x="43" y="64"/>
                    </a:cubicBezTo>
                    <a:cubicBezTo>
                      <a:pt x="44" y="67"/>
                      <a:pt x="42" y="68"/>
                      <a:pt x="43" y="71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1"/>
                      <a:pt x="44" y="72"/>
                      <a:pt x="44" y="72"/>
                    </a:cubicBezTo>
                    <a:cubicBezTo>
                      <a:pt x="44" y="70"/>
                      <a:pt x="44" y="72"/>
                      <a:pt x="44" y="71"/>
                    </a:cubicBezTo>
                    <a:cubicBezTo>
                      <a:pt x="44" y="71"/>
                      <a:pt x="45" y="68"/>
                      <a:pt x="45" y="69"/>
                    </a:cubicBezTo>
                    <a:cubicBezTo>
                      <a:pt x="45" y="70"/>
                      <a:pt x="46" y="71"/>
                      <a:pt x="45" y="72"/>
                    </a:cubicBezTo>
                    <a:cubicBezTo>
                      <a:pt x="46" y="73"/>
                      <a:pt x="45" y="70"/>
                      <a:pt x="46" y="71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8" y="72"/>
                      <a:pt x="50" y="72"/>
                      <a:pt x="52" y="68"/>
                    </a:cubicBezTo>
                    <a:cubicBezTo>
                      <a:pt x="52" y="70"/>
                      <a:pt x="53" y="70"/>
                      <a:pt x="54" y="71"/>
                    </a:cubicBezTo>
                    <a:cubicBezTo>
                      <a:pt x="53" y="70"/>
                      <a:pt x="54" y="69"/>
                      <a:pt x="54" y="69"/>
                    </a:cubicBezTo>
                    <a:cubicBezTo>
                      <a:pt x="55" y="71"/>
                      <a:pt x="55" y="71"/>
                      <a:pt x="55" y="71"/>
                    </a:cubicBezTo>
                    <a:cubicBezTo>
                      <a:pt x="56" y="72"/>
                      <a:pt x="56" y="70"/>
                      <a:pt x="57" y="69"/>
                    </a:cubicBezTo>
                    <a:cubicBezTo>
                      <a:pt x="57" y="70"/>
                      <a:pt x="57" y="70"/>
                      <a:pt x="57" y="70"/>
                    </a:cubicBezTo>
                    <a:cubicBezTo>
                      <a:pt x="58" y="71"/>
                      <a:pt x="57" y="69"/>
                      <a:pt x="58" y="69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8" y="69"/>
                      <a:pt x="58" y="69"/>
                      <a:pt x="58" y="69"/>
                    </a:cubicBezTo>
                    <a:cubicBezTo>
                      <a:pt x="59" y="68"/>
                      <a:pt x="59" y="68"/>
                      <a:pt x="59" y="70"/>
                    </a:cubicBezTo>
                    <a:cubicBezTo>
                      <a:pt x="60" y="70"/>
                      <a:pt x="60" y="69"/>
                      <a:pt x="59" y="69"/>
                    </a:cubicBezTo>
                    <a:cubicBezTo>
                      <a:pt x="60" y="70"/>
                      <a:pt x="61" y="70"/>
                      <a:pt x="62" y="69"/>
                    </a:cubicBezTo>
                    <a:cubicBezTo>
                      <a:pt x="62" y="68"/>
                      <a:pt x="62" y="68"/>
                      <a:pt x="62" y="66"/>
                    </a:cubicBezTo>
                    <a:cubicBezTo>
                      <a:pt x="61" y="64"/>
                      <a:pt x="62" y="67"/>
                      <a:pt x="62" y="65"/>
                    </a:cubicBezTo>
                    <a:cubicBezTo>
                      <a:pt x="62" y="66"/>
                      <a:pt x="63" y="67"/>
                      <a:pt x="62" y="68"/>
                    </a:cubicBezTo>
                    <a:cubicBezTo>
                      <a:pt x="64" y="71"/>
                      <a:pt x="65" y="68"/>
                      <a:pt x="67" y="68"/>
                    </a:cubicBezTo>
                    <a:cubicBezTo>
                      <a:pt x="67" y="67"/>
                      <a:pt x="67" y="67"/>
                      <a:pt x="67" y="67"/>
                    </a:cubicBezTo>
                    <a:cubicBezTo>
                      <a:pt x="68" y="69"/>
                      <a:pt x="69" y="67"/>
                      <a:pt x="70" y="67"/>
                    </a:cubicBezTo>
                    <a:cubicBezTo>
                      <a:pt x="70" y="66"/>
                      <a:pt x="70" y="64"/>
                      <a:pt x="71" y="64"/>
                    </a:cubicBezTo>
                    <a:cubicBezTo>
                      <a:pt x="71" y="61"/>
                      <a:pt x="71" y="66"/>
                      <a:pt x="72" y="67"/>
                    </a:cubicBezTo>
                    <a:cubicBezTo>
                      <a:pt x="72" y="66"/>
                      <a:pt x="73" y="66"/>
                      <a:pt x="73" y="66"/>
                    </a:cubicBezTo>
                    <a:cubicBezTo>
                      <a:pt x="73" y="66"/>
                      <a:pt x="73" y="66"/>
                      <a:pt x="73" y="66"/>
                    </a:cubicBezTo>
                    <a:cubicBezTo>
                      <a:pt x="73" y="65"/>
                      <a:pt x="73" y="65"/>
                      <a:pt x="74" y="65"/>
                    </a:cubicBezTo>
                    <a:cubicBezTo>
                      <a:pt x="74" y="66"/>
                      <a:pt x="74" y="66"/>
                      <a:pt x="74" y="66"/>
                    </a:cubicBezTo>
                    <a:cubicBezTo>
                      <a:pt x="74" y="66"/>
                      <a:pt x="75" y="67"/>
                      <a:pt x="75" y="67"/>
                    </a:cubicBezTo>
                    <a:cubicBezTo>
                      <a:pt x="75" y="65"/>
                      <a:pt x="76" y="66"/>
                      <a:pt x="76" y="64"/>
                    </a:cubicBezTo>
                    <a:cubicBezTo>
                      <a:pt x="76" y="65"/>
                      <a:pt x="76" y="65"/>
                      <a:pt x="76" y="65"/>
                    </a:cubicBezTo>
                    <a:cubicBezTo>
                      <a:pt x="76" y="63"/>
                      <a:pt x="76" y="63"/>
                      <a:pt x="76" y="63"/>
                    </a:cubicBezTo>
                    <a:cubicBezTo>
                      <a:pt x="77" y="64"/>
                      <a:pt x="77" y="64"/>
                      <a:pt x="77" y="64"/>
                    </a:cubicBezTo>
                    <a:cubicBezTo>
                      <a:pt x="77" y="66"/>
                      <a:pt x="77" y="66"/>
                      <a:pt x="77" y="66"/>
                    </a:cubicBezTo>
                    <a:cubicBezTo>
                      <a:pt x="78" y="67"/>
                      <a:pt x="77" y="64"/>
                      <a:pt x="77" y="63"/>
                    </a:cubicBezTo>
                    <a:cubicBezTo>
                      <a:pt x="77" y="62"/>
                      <a:pt x="78" y="64"/>
                      <a:pt x="78" y="64"/>
                    </a:cubicBezTo>
                    <a:cubicBezTo>
                      <a:pt x="78" y="65"/>
                      <a:pt x="78" y="64"/>
                      <a:pt x="77" y="64"/>
                    </a:cubicBezTo>
                    <a:cubicBezTo>
                      <a:pt x="77" y="66"/>
                      <a:pt x="78" y="65"/>
                      <a:pt x="78" y="66"/>
                    </a:cubicBezTo>
                    <a:cubicBezTo>
                      <a:pt x="78" y="66"/>
                      <a:pt x="78" y="64"/>
                      <a:pt x="78" y="64"/>
                    </a:cubicBezTo>
                    <a:cubicBezTo>
                      <a:pt x="79" y="64"/>
                      <a:pt x="79" y="64"/>
                      <a:pt x="80" y="65"/>
                    </a:cubicBezTo>
                    <a:cubicBezTo>
                      <a:pt x="80" y="64"/>
                      <a:pt x="80" y="65"/>
                      <a:pt x="80" y="64"/>
                    </a:cubicBezTo>
                    <a:cubicBezTo>
                      <a:pt x="80" y="64"/>
                      <a:pt x="79" y="63"/>
                      <a:pt x="79" y="62"/>
                    </a:cubicBezTo>
                    <a:cubicBezTo>
                      <a:pt x="79" y="62"/>
                      <a:pt x="80" y="61"/>
                      <a:pt x="80" y="62"/>
                    </a:cubicBezTo>
                    <a:cubicBezTo>
                      <a:pt x="80" y="63"/>
                      <a:pt x="80" y="63"/>
                      <a:pt x="80" y="63"/>
                    </a:cubicBezTo>
                    <a:cubicBezTo>
                      <a:pt x="80" y="62"/>
                      <a:pt x="81" y="62"/>
                      <a:pt x="80" y="61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81" y="62"/>
                      <a:pt x="81" y="62"/>
                      <a:pt x="82" y="61"/>
                    </a:cubicBezTo>
                    <a:cubicBezTo>
                      <a:pt x="82" y="63"/>
                      <a:pt x="82" y="65"/>
                      <a:pt x="83" y="65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4" y="63"/>
                      <a:pt x="84" y="64"/>
                      <a:pt x="84" y="65"/>
                    </a:cubicBezTo>
                    <a:cubicBezTo>
                      <a:pt x="85" y="65"/>
                      <a:pt x="84" y="60"/>
                      <a:pt x="85" y="61"/>
                    </a:cubicBezTo>
                    <a:cubicBezTo>
                      <a:pt x="85" y="63"/>
                      <a:pt x="86" y="63"/>
                      <a:pt x="86" y="64"/>
                    </a:cubicBezTo>
                    <a:cubicBezTo>
                      <a:pt x="86" y="63"/>
                      <a:pt x="86" y="63"/>
                      <a:pt x="86" y="62"/>
                    </a:cubicBezTo>
                    <a:cubicBezTo>
                      <a:pt x="86" y="62"/>
                      <a:pt x="86" y="64"/>
                      <a:pt x="86" y="63"/>
                    </a:cubicBezTo>
                    <a:cubicBezTo>
                      <a:pt x="85" y="61"/>
                      <a:pt x="86" y="62"/>
                      <a:pt x="86" y="61"/>
                    </a:cubicBezTo>
                    <a:cubicBezTo>
                      <a:pt x="88" y="65"/>
                      <a:pt x="89" y="62"/>
                      <a:pt x="91" y="64"/>
                    </a:cubicBezTo>
                    <a:cubicBezTo>
                      <a:pt x="90" y="61"/>
                      <a:pt x="91" y="63"/>
                      <a:pt x="91" y="62"/>
                    </a:cubicBezTo>
                    <a:cubicBezTo>
                      <a:pt x="92" y="64"/>
                      <a:pt x="92" y="61"/>
                      <a:pt x="93" y="63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93" y="61"/>
                      <a:pt x="92" y="56"/>
                      <a:pt x="94" y="59"/>
                    </a:cubicBezTo>
                    <a:cubicBezTo>
                      <a:pt x="94" y="60"/>
                      <a:pt x="94" y="61"/>
                      <a:pt x="94" y="61"/>
                    </a:cubicBezTo>
                    <a:cubicBezTo>
                      <a:pt x="95" y="64"/>
                      <a:pt x="95" y="59"/>
                      <a:pt x="96" y="62"/>
                    </a:cubicBezTo>
                    <a:cubicBezTo>
                      <a:pt x="96" y="61"/>
                      <a:pt x="95" y="59"/>
                      <a:pt x="96" y="58"/>
                    </a:cubicBezTo>
                    <a:cubicBezTo>
                      <a:pt x="96" y="59"/>
                      <a:pt x="98" y="60"/>
                      <a:pt x="98" y="60"/>
                    </a:cubicBezTo>
                    <a:cubicBezTo>
                      <a:pt x="98" y="60"/>
                      <a:pt x="98" y="59"/>
                      <a:pt x="98" y="60"/>
                    </a:cubicBezTo>
                    <a:cubicBezTo>
                      <a:pt x="99" y="61"/>
                      <a:pt x="98" y="61"/>
                      <a:pt x="98" y="61"/>
                    </a:cubicBezTo>
                    <a:cubicBezTo>
                      <a:pt x="99" y="62"/>
                      <a:pt x="99" y="60"/>
                      <a:pt x="100" y="59"/>
                    </a:cubicBezTo>
                    <a:cubicBezTo>
                      <a:pt x="101" y="61"/>
                      <a:pt x="101" y="60"/>
                      <a:pt x="102" y="61"/>
                    </a:cubicBezTo>
                    <a:cubicBezTo>
                      <a:pt x="102" y="58"/>
                      <a:pt x="104" y="61"/>
                      <a:pt x="103" y="58"/>
                    </a:cubicBezTo>
                    <a:cubicBezTo>
                      <a:pt x="103" y="59"/>
                      <a:pt x="103" y="59"/>
                      <a:pt x="103" y="59"/>
                    </a:cubicBezTo>
                    <a:cubicBezTo>
                      <a:pt x="104" y="58"/>
                      <a:pt x="103" y="56"/>
                      <a:pt x="104" y="56"/>
                    </a:cubicBezTo>
                    <a:cubicBezTo>
                      <a:pt x="104" y="58"/>
                      <a:pt x="104" y="58"/>
                      <a:pt x="104" y="58"/>
                    </a:cubicBezTo>
                    <a:cubicBezTo>
                      <a:pt x="105" y="61"/>
                      <a:pt x="105" y="58"/>
                      <a:pt x="105" y="59"/>
                    </a:cubicBezTo>
                    <a:cubicBezTo>
                      <a:pt x="105" y="58"/>
                      <a:pt x="106" y="59"/>
                      <a:pt x="106" y="58"/>
                    </a:cubicBezTo>
                    <a:cubicBezTo>
                      <a:pt x="106" y="57"/>
                      <a:pt x="106" y="57"/>
                      <a:pt x="106" y="57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107" y="55"/>
                      <a:pt x="107" y="58"/>
                      <a:pt x="107" y="58"/>
                    </a:cubicBezTo>
                    <a:cubicBezTo>
                      <a:pt x="107" y="59"/>
                      <a:pt x="108" y="58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9" y="57"/>
                    </a:cubicBezTo>
                    <a:cubicBezTo>
                      <a:pt x="109" y="57"/>
                      <a:pt x="109" y="57"/>
                      <a:pt x="109" y="57"/>
                    </a:cubicBezTo>
                    <a:cubicBezTo>
                      <a:pt x="109" y="57"/>
                      <a:pt x="109" y="57"/>
                      <a:pt x="109" y="58"/>
                    </a:cubicBezTo>
                    <a:cubicBezTo>
                      <a:pt x="109" y="59"/>
                      <a:pt x="109" y="59"/>
                      <a:pt x="109" y="59"/>
                    </a:cubicBezTo>
                    <a:cubicBezTo>
                      <a:pt x="110" y="59"/>
                      <a:pt x="110" y="57"/>
                      <a:pt x="110" y="57"/>
                    </a:cubicBezTo>
                    <a:cubicBezTo>
                      <a:pt x="111" y="58"/>
                      <a:pt x="113" y="56"/>
                      <a:pt x="113" y="55"/>
                    </a:cubicBezTo>
                    <a:cubicBezTo>
                      <a:pt x="113" y="55"/>
                      <a:pt x="113" y="56"/>
                      <a:pt x="113" y="55"/>
                    </a:cubicBezTo>
                    <a:cubicBezTo>
                      <a:pt x="114" y="55"/>
                      <a:pt x="114" y="53"/>
                      <a:pt x="114" y="54"/>
                    </a:cubicBezTo>
                    <a:cubicBezTo>
                      <a:pt x="114" y="54"/>
                      <a:pt x="115" y="55"/>
                      <a:pt x="115" y="55"/>
                    </a:cubicBezTo>
                    <a:cubicBezTo>
                      <a:pt x="115" y="56"/>
                      <a:pt x="115" y="54"/>
                      <a:pt x="115" y="54"/>
                    </a:cubicBezTo>
                    <a:cubicBezTo>
                      <a:pt x="116" y="56"/>
                      <a:pt x="116" y="52"/>
                      <a:pt x="118" y="53"/>
                    </a:cubicBezTo>
                    <a:cubicBezTo>
                      <a:pt x="118" y="53"/>
                      <a:pt x="118" y="54"/>
                      <a:pt x="118" y="55"/>
                    </a:cubicBezTo>
                    <a:cubicBezTo>
                      <a:pt x="119" y="54"/>
                      <a:pt x="119" y="53"/>
                      <a:pt x="120" y="51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52"/>
                      <a:pt x="121" y="52"/>
                      <a:pt x="121" y="51"/>
                    </a:cubicBezTo>
                    <a:cubicBezTo>
                      <a:pt x="120" y="50"/>
                      <a:pt x="120" y="48"/>
                      <a:pt x="121" y="49"/>
                    </a:cubicBezTo>
                    <a:cubicBezTo>
                      <a:pt x="121" y="49"/>
                      <a:pt x="121" y="49"/>
                      <a:pt x="121" y="49"/>
                    </a:cubicBezTo>
                    <a:cubicBezTo>
                      <a:pt x="122" y="48"/>
                      <a:pt x="122" y="48"/>
                      <a:pt x="122" y="48"/>
                    </a:cubicBezTo>
                    <a:cubicBezTo>
                      <a:pt x="122" y="48"/>
                      <a:pt x="122" y="48"/>
                      <a:pt x="122" y="49"/>
                    </a:cubicBezTo>
                    <a:cubicBezTo>
                      <a:pt x="123" y="51"/>
                      <a:pt x="124" y="50"/>
                      <a:pt x="124" y="50"/>
                    </a:cubicBezTo>
                    <a:cubicBezTo>
                      <a:pt x="124" y="49"/>
                      <a:pt x="124" y="49"/>
                      <a:pt x="124" y="49"/>
                    </a:cubicBezTo>
                    <a:cubicBezTo>
                      <a:pt x="124" y="48"/>
                      <a:pt x="125" y="50"/>
                      <a:pt x="125" y="50"/>
                    </a:cubicBezTo>
                    <a:cubicBezTo>
                      <a:pt x="125" y="45"/>
                      <a:pt x="125" y="45"/>
                      <a:pt x="125" y="45"/>
                    </a:cubicBezTo>
                    <a:cubicBezTo>
                      <a:pt x="125" y="45"/>
                      <a:pt x="126" y="47"/>
                      <a:pt x="126" y="48"/>
                    </a:cubicBezTo>
                    <a:cubicBezTo>
                      <a:pt x="127" y="47"/>
                      <a:pt x="126" y="44"/>
                      <a:pt x="126" y="42"/>
                    </a:cubicBezTo>
                    <a:cubicBezTo>
                      <a:pt x="127" y="43"/>
                      <a:pt x="127" y="41"/>
                      <a:pt x="127" y="41"/>
                    </a:cubicBezTo>
                    <a:cubicBezTo>
                      <a:pt x="128" y="42"/>
                      <a:pt x="127" y="41"/>
                      <a:pt x="127" y="42"/>
                    </a:cubicBezTo>
                    <a:cubicBezTo>
                      <a:pt x="128" y="43"/>
                      <a:pt x="128" y="43"/>
                      <a:pt x="128" y="43"/>
                    </a:cubicBezTo>
                    <a:cubicBezTo>
                      <a:pt x="128" y="44"/>
                      <a:pt x="129" y="46"/>
                      <a:pt x="129" y="47"/>
                    </a:cubicBezTo>
                    <a:cubicBezTo>
                      <a:pt x="129" y="46"/>
                      <a:pt x="131" y="46"/>
                      <a:pt x="132" y="46"/>
                    </a:cubicBezTo>
                    <a:cubicBezTo>
                      <a:pt x="130" y="44"/>
                      <a:pt x="132" y="45"/>
                      <a:pt x="132" y="42"/>
                    </a:cubicBezTo>
                    <a:cubicBezTo>
                      <a:pt x="132" y="41"/>
                      <a:pt x="133" y="44"/>
                      <a:pt x="133" y="44"/>
                    </a:cubicBezTo>
                    <a:cubicBezTo>
                      <a:pt x="134" y="43"/>
                      <a:pt x="135" y="44"/>
                      <a:pt x="136" y="43"/>
                    </a:cubicBezTo>
                    <a:cubicBezTo>
                      <a:pt x="136" y="43"/>
                      <a:pt x="136" y="43"/>
                      <a:pt x="136" y="43"/>
                    </a:cubicBezTo>
                    <a:cubicBezTo>
                      <a:pt x="136" y="42"/>
                      <a:pt x="138" y="43"/>
                      <a:pt x="138" y="40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139" y="42"/>
                      <a:pt x="137" y="39"/>
                      <a:pt x="139" y="40"/>
                    </a:cubicBezTo>
                    <a:cubicBezTo>
                      <a:pt x="139" y="41"/>
                      <a:pt x="139" y="41"/>
                      <a:pt x="139" y="41"/>
                    </a:cubicBezTo>
                    <a:cubicBezTo>
                      <a:pt x="139" y="40"/>
                      <a:pt x="140" y="42"/>
                      <a:pt x="140" y="39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41" y="40"/>
                      <a:pt x="142" y="40"/>
                      <a:pt x="142" y="38"/>
                    </a:cubicBezTo>
                    <a:cubicBezTo>
                      <a:pt x="142" y="40"/>
                      <a:pt x="142" y="40"/>
                      <a:pt x="142" y="40"/>
                    </a:cubicBezTo>
                    <a:cubicBezTo>
                      <a:pt x="143" y="41"/>
                      <a:pt x="142" y="38"/>
                      <a:pt x="143" y="38"/>
                    </a:cubicBezTo>
                    <a:cubicBezTo>
                      <a:pt x="143" y="38"/>
                      <a:pt x="144" y="39"/>
                      <a:pt x="144" y="39"/>
                    </a:cubicBezTo>
                    <a:cubicBezTo>
                      <a:pt x="143" y="38"/>
                      <a:pt x="144" y="38"/>
                      <a:pt x="144" y="37"/>
                    </a:cubicBezTo>
                    <a:cubicBezTo>
                      <a:pt x="146" y="39"/>
                      <a:pt x="146" y="39"/>
                      <a:pt x="146" y="39"/>
                    </a:cubicBezTo>
                    <a:cubicBezTo>
                      <a:pt x="149" y="37"/>
                      <a:pt x="152" y="36"/>
                      <a:pt x="154" y="33"/>
                    </a:cubicBezTo>
                    <a:cubicBezTo>
                      <a:pt x="156" y="35"/>
                      <a:pt x="154" y="35"/>
                      <a:pt x="155" y="36"/>
                    </a:cubicBezTo>
                    <a:cubicBezTo>
                      <a:pt x="154" y="34"/>
                      <a:pt x="155" y="35"/>
                      <a:pt x="156" y="34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4"/>
                      <a:pt x="157" y="35"/>
                      <a:pt x="157" y="34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2"/>
                      <a:pt x="159" y="36"/>
                      <a:pt x="158" y="33"/>
                    </a:cubicBezTo>
                    <a:cubicBezTo>
                      <a:pt x="159" y="34"/>
                      <a:pt x="159" y="34"/>
                      <a:pt x="159" y="34"/>
                    </a:cubicBezTo>
                    <a:cubicBezTo>
                      <a:pt x="158" y="32"/>
                      <a:pt x="160" y="35"/>
                      <a:pt x="160" y="33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61" y="34"/>
                      <a:pt x="160" y="30"/>
                      <a:pt x="161" y="32"/>
                    </a:cubicBezTo>
                    <a:cubicBezTo>
                      <a:pt x="162" y="31"/>
                      <a:pt x="162" y="30"/>
                      <a:pt x="161" y="28"/>
                    </a:cubicBezTo>
                    <a:cubicBezTo>
                      <a:pt x="162" y="30"/>
                      <a:pt x="162" y="30"/>
                      <a:pt x="162" y="30"/>
                    </a:cubicBezTo>
                    <a:cubicBezTo>
                      <a:pt x="164" y="28"/>
                      <a:pt x="167" y="27"/>
                      <a:pt x="167" y="24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167" y="22"/>
                      <a:pt x="171" y="25"/>
                      <a:pt x="170" y="21"/>
                    </a:cubicBezTo>
                    <a:cubicBezTo>
                      <a:pt x="169" y="19"/>
                      <a:pt x="169" y="19"/>
                      <a:pt x="169" y="19"/>
                    </a:cubicBezTo>
                    <a:cubicBezTo>
                      <a:pt x="171" y="21"/>
                      <a:pt x="171" y="21"/>
                      <a:pt x="171" y="21"/>
                    </a:cubicBezTo>
                    <a:cubicBezTo>
                      <a:pt x="170" y="20"/>
                      <a:pt x="172" y="20"/>
                      <a:pt x="171" y="19"/>
                    </a:cubicBezTo>
                    <a:cubicBezTo>
                      <a:pt x="171" y="19"/>
                      <a:pt x="171" y="19"/>
                      <a:pt x="172" y="20"/>
                    </a:cubicBezTo>
                    <a:cubicBezTo>
                      <a:pt x="172" y="20"/>
                      <a:pt x="171" y="17"/>
                      <a:pt x="172" y="17"/>
                    </a:cubicBezTo>
                    <a:cubicBezTo>
                      <a:pt x="173" y="18"/>
                      <a:pt x="173" y="18"/>
                      <a:pt x="173" y="18"/>
                    </a:cubicBezTo>
                    <a:cubicBezTo>
                      <a:pt x="177" y="19"/>
                      <a:pt x="182" y="18"/>
                      <a:pt x="181" y="13"/>
                    </a:cubicBezTo>
                    <a:cubicBezTo>
                      <a:pt x="181" y="12"/>
                      <a:pt x="183" y="14"/>
                      <a:pt x="183" y="14"/>
                    </a:cubicBezTo>
                    <a:cubicBezTo>
                      <a:pt x="182" y="10"/>
                      <a:pt x="188" y="11"/>
                      <a:pt x="186" y="6"/>
                    </a:cubicBezTo>
                    <a:cubicBezTo>
                      <a:pt x="186" y="4"/>
                      <a:pt x="182" y="0"/>
                      <a:pt x="182" y="0"/>
                    </a:cubicBezTo>
                    <a:cubicBezTo>
                      <a:pt x="180" y="4"/>
                      <a:pt x="176" y="5"/>
                      <a:pt x="171" y="6"/>
                    </a:cubicBezTo>
                    <a:cubicBezTo>
                      <a:pt x="171" y="7"/>
                      <a:pt x="170" y="9"/>
                      <a:pt x="169" y="9"/>
                    </a:cubicBezTo>
                    <a:cubicBezTo>
                      <a:pt x="165" y="12"/>
                      <a:pt x="158" y="11"/>
                      <a:pt x="154" y="16"/>
                    </a:cubicBezTo>
                    <a:cubicBezTo>
                      <a:pt x="155" y="16"/>
                      <a:pt x="155" y="18"/>
                      <a:pt x="155" y="18"/>
                    </a:cubicBezTo>
                    <a:cubicBezTo>
                      <a:pt x="155" y="18"/>
                      <a:pt x="155" y="18"/>
                      <a:pt x="155" y="18"/>
                    </a:cubicBezTo>
                    <a:cubicBezTo>
                      <a:pt x="155" y="19"/>
                      <a:pt x="155" y="19"/>
                      <a:pt x="155" y="19"/>
                    </a:cubicBezTo>
                    <a:cubicBezTo>
                      <a:pt x="155" y="19"/>
                      <a:pt x="154" y="18"/>
                      <a:pt x="154" y="17"/>
                    </a:cubicBezTo>
                    <a:cubicBezTo>
                      <a:pt x="153" y="19"/>
                      <a:pt x="151" y="20"/>
                      <a:pt x="149" y="20"/>
                    </a:cubicBezTo>
                    <a:cubicBezTo>
                      <a:pt x="150" y="22"/>
                      <a:pt x="148" y="21"/>
                      <a:pt x="149" y="23"/>
                    </a:cubicBezTo>
                    <a:cubicBezTo>
                      <a:pt x="148" y="22"/>
                      <a:pt x="148" y="22"/>
                      <a:pt x="148" y="22"/>
                    </a:cubicBezTo>
                    <a:cubicBezTo>
                      <a:pt x="147" y="24"/>
                      <a:pt x="147" y="24"/>
                      <a:pt x="145" y="22"/>
                    </a:cubicBezTo>
                    <a:cubicBezTo>
                      <a:pt x="139" y="23"/>
                      <a:pt x="134" y="27"/>
                      <a:pt x="128" y="28"/>
                    </a:cubicBezTo>
                    <a:cubicBezTo>
                      <a:pt x="123" y="30"/>
                      <a:pt x="118" y="35"/>
                      <a:pt x="112" y="37"/>
                    </a:cubicBezTo>
                    <a:cubicBezTo>
                      <a:pt x="112" y="40"/>
                      <a:pt x="110" y="39"/>
                      <a:pt x="110" y="4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09" y="43"/>
                      <a:pt x="109" y="41"/>
                      <a:pt x="107" y="40"/>
                    </a:cubicBezTo>
                    <a:cubicBezTo>
                      <a:pt x="107" y="42"/>
                      <a:pt x="107" y="41"/>
                      <a:pt x="107" y="43"/>
                    </a:cubicBezTo>
                    <a:cubicBezTo>
                      <a:pt x="107" y="45"/>
                      <a:pt x="106" y="40"/>
                      <a:pt x="106" y="41"/>
                    </a:cubicBezTo>
                    <a:cubicBezTo>
                      <a:pt x="105" y="41"/>
                      <a:pt x="106" y="42"/>
                      <a:pt x="106" y="42"/>
                    </a:cubicBezTo>
                    <a:cubicBezTo>
                      <a:pt x="105" y="45"/>
                      <a:pt x="106" y="41"/>
                      <a:pt x="103" y="39"/>
                    </a:cubicBezTo>
                    <a:cubicBezTo>
                      <a:pt x="101" y="41"/>
                      <a:pt x="98" y="44"/>
                      <a:pt x="95" y="43"/>
                    </a:cubicBezTo>
                    <a:cubicBezTo>
                      <a:pt x="95" y="43"/>
                      <a:pt x="96" y="44"/>
                      <a:pt x="96" y="44"/>
                    </a:cubicBezTo>
                    <a:cubicBezTo>
                      <a:pt x="95" y="41"/>
                      <a:pt x="95" y="46"/>
                      <a:pt x="94" y="44"/>
                    </a:cubicBezTo>
                    <a:cubicBezTo>
                      <a:pt x="94" y="44"/>
                      <a:pt x="94" y="43"/>
                      <a:pt x="94" y="43"/>
                    </a:cubicBezTo>
                    <a:cubicBezTo>
                      <a:pt x="93" y="42"/>
                      <a:pt x="92" y="44"/>
                      <a:pt x="91" y="43"/>
                    </a:cubicBezTo>
                    <a:cubicBezTo>
                      <a:pt x="90" y="45"/>
                      <a:pt x="88" y="42"/>
                      <a:pt x="88" y="44"/>
                    </a:cubicBezTo>
                    <a:cubicBezTo>
                      <a:pt x="88" y="43"/>
                      <a:pt x="87" y="43"/>
                      <a:pt x="87" y="43"/>
                    </a:cubicBezTo>
                    <a:cubicBezTo>
                      <a:pt x="87" y="47"/>
                      <a:pt x="84" y="42"/>
                      <a:pt x="84" y="44"/>
                    </a:cubicBezTo>
                    <a:cubicBezTo>
                      <a:pt x="84" y="44"/>
                      <a:pt x="84" y="44"/>
                      <a:pt x="84" y="44"/>
                    </a:cubicBezTo>
                    <a:cubicBezTo>
                      <a:pt x="81" y="45"/>
                      <a:pt x="77" y="45"/>
                      <a:pt x="75" y="47"/>
                    </a:cubicBezTo>
                    <a:cubicBezTo>
                      <a:pt x="73" y="47"/>
                      <a:pt x="70" y="44"/>
                      <a:pt x="69" y="46"/>
                    </a:cubicBezTo>
                    <a:cubicBezTo>
                      <a:pt x="69" y="48"/>
                      <a:pt x="69" y="48"/>
                      <a:pt x="69" y="48"/>
                    </a:cubicBezTo>
                    <a:cubicBezTo>
                      <a:pt x="68" y="48"/>
                      <a:pt x="69" y="47"/>
                      <a:pt x="68" y="46"/>
                    </a:cubicBezTo>
                    <a:cubicBezTo>
                      <a:pt x="68" y="48"/>
                      <a:pt x="66" y="47"/>
                      <a:pt x="65" y="47"/>
                    </a:cubicBezTo>
                    <a:cubicBezTo>
                      <a:pt x="65" y="47"/>
                      <a:pt x="65" y="48"/>
                      <a:pt x="65" y="49"/>
                    </a:cubicBezTo>
                    <a:cubicBezTo>
                      <a:pt x="63" y="46"/>
                      <a:pt x="62" y="50"/>
                      <a:pt x="60" y="48"/>
                    </a:cubicBezTo>
                    <a:cubicBezTo>
                      <a:pt x="61" y="51"/>
                      <a:pt x="60" y="50"/>
                      <a:pt x="59" y="51"/>
                    </a:cubicBezTo>
                    <a:cubicBezTo>
                      <a:pt x="59" y="51"/>
                      <a:pt x="59" y="50"/>
                      <a:pt x="59" y="49"/>
                    </a:cubicBezTo>
                    <a:cubicBezTo>
                      <a:pt x="58" y="50"/>
                      <a:pt x="57" y="50"/>
                      <a:pt x="56" y="49"/>
                    </a:cubicBezTo>
                    <a:cubicBezTo>
                      <a:pt x="56" y="49"/>
                      <a:pt x="56" y="51"/>
                      <a:pt x="55" y="51"/>
                    </a:cubicBezTo>
                    <a:cubicBezTo>
                      <a:pt x="54" y="49"/>
                      <a:pt x="54" y="51"/>
                      <a:pt x="53" y="50"/>
                    </a:cubicBezTo>
                    <a:cubicBezTo>
                      <a:pt x="54" y="52"/>
                      <a:pt x="52" y="54"/>
                      <a:pt x="52" y="53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0" y="52"/>
                      <a:pt x="47" y="49"/>
                      <a:pt x="44" y="52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2" y="53"/>
                      <a:pt x="39" y="51"/>
                      <a:pt x="37" y="54"/>
                    </a:cubicBezTo>
                    <a:cubicBezTo>
                      <a:pt x="36" y="53"/>
                      <a:pt x="35" y="52"/>
                      <a:pt x="35" y="52"/>
                    </a:cubicBezTo>
                    <a:cubicBezTo>
                      <a:pt x="34" y="53"/>
                      <a:pt x="33" y="53"/>
                      <a:pt x="32" y="55"/>
                    </a:cubicBezTo>
                    <a:cubicBezTo>
                      <a:pt x="32" y="56"/>
                      <a:pt x="32" y="54"/>
                      <a:pt x="32" y="54"/>
                    </a:cubicBezTo>
                    <a:cubicBezTo>
                      <a:pt x="31" y="53"/>
                      <a:pt x="30" y="51"/>
                      <a:pt x="29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8" y="53"/>
                      <a:pt x="27" y="55"/>
                      <a:pt x="26" y="53"/>
                    </a:cubicBezTo>
                    <a:cubicBezTo>
                      <a:pt x="25" y="54"/>
                      <a:pt x="24" y="55"/>
                      <a:pt x="25" y="56"/>
                    </a:cubicBezTo>
                    <a:cubicBezTo>
                      <a:pt x="24" y="56"/>
                      <a:pt x="25" y="54"/>
                      <a:pt x="24" y="55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3" y="52"/>
                      <a:pt x="21" y="53"/>
                      <a:pt x="19" y="53"/>
                    </a:cubicBezTo>
                    <a:cubicBezTo>
                      <a:pt x="19" y="51"/>
                      <a:pt x="17" y="53"/>
                      <a:pt x="16" y="51"/>
                    </a:cubicBezTo>
                    <a:cubicBezTo>
                      <a:pt x="15" y="52"/>
                      <a:pt x="15" y="50"/>
                      <a:pt x="13" y="53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3" y="51"/>
                      <a:pt x="12" y="51"/>
                      <a:pt x="11" y="49"/>
                    </a:cubicBezTo>
                    <a:cubicBezTo>
                      <a:pt x="11" y="49"/>
                      <a:pt x="10" y="50"/>
                      <a:pt x="9" y="5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9" y="50"/>
                      <a:pt x="7" y="51"/>
                      <a:pt x="6" y="52"/>
                    </a:cubicBezTo>
                    <a:cubicBezTo>
                      <a:pt x="6" y="51"/>
                      <a:pt x="6" y="52"/>
                      <a:pt x="6" y="51"/>
                    </a:cubicBezTo>
                    <a:cubicBezTo>
                      <a:pt x="7" y="51"/>
                      <a:pt x="8" y="50"/>
                      <a:pt x="9" y="48"/>
                    </a:cubicBezTo>
                    <a:cubicBezTo>
                      <a:pt x="9" y="48"/>
                      <a:pt x="6" y="50"/>
                      <a:pt x="7" y="48"/>
                    </a:cubicBezTo>
                    <a:cubicBezTo>
                      <a:pt x="7" y="47"/>
                      <a:pt x="7" y="47"/>
                      <a:pt x="5" y="49"/>
                    </a:cubicBezTo>
                    <a:cubicBezTo>
                      <a:pt x="6" y="48"/>
                      <a:pt x="6" y="48"/>
                      <a:pt x="7" y="47"/>
                    </a:cubicBezTo>
                    <a:cubicBezTo>
                      <a:pt x="6" y="47"/>
                      <a:pt x="6" y="47"/>
                      <a:pt x="5" y="47"/>
                    </a:cubicBezTo>
                    <a:cubicBezTo>
                      <a:pt x="6" y="47"/>
                      <a:pt x="5" y="47"/>
                      <a:pt x="5" y="48"/>
                    </a:cubicBezTo>
                    <a:cubicBezTo>
                      <a:pt x="4" y="48"/>
                      <a:pt x="4" y="48"/>
                      <a:pt x="2" y="49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2" y="50"/>
                      <a:pt x="1" y="50"/>
                      <a:pt x="2" y="49"/>
                    </a:cubicBezTo>
                    <a:cubicBezTo>
                      <a:pt x="3" y="48"/>
                      <a:pt x="4" y="48"/>
                      <a:pt x="5" y="47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8"/>
                      <a:pt x="2" y="49"/>
                      <a:pt x="1" y="49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1" y="51"/>
                      <a:pt x="1" y="52"/>
                      <a:pt x="2" y="52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4" y="51"/>
                      <a:pt x="5" y="50"/>
                      <a:pt x="5" y="52"/>
                    </a:cubicBezTo>
                    <a:cubicBezTo>
                      <a:pt x="4" y="52"/>
                      <a:pt x="4" y="53"/>
                      <a:pt x="3" y="53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2" y="55"/>
                      <a:pt x="2" y="55"/>
                      <a:pt x="2" y="55"/>
                    </a:cubicBezTo>
                    <a:cubicBezTo>
                      <a:pt x="5" y="52"/>
                      <a:pt x="4" y="55"/>
                      <a:pt x="5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5" name="Freeform 243"/>
              <p:cNvSpPr/>
              <p:nvPr>
                <p:custDataLst>
                  <p:tags r:id="rId88"/>
                </p:custDataLst>
              </p:nvPr>
            </p:nvSpPr>
            <p:spPr bwMode="auto">
              <a:xfrm>
                <a:off x="4005" y="2851"/>
                <a:ext cx="2" cy="5"/>
              </a:xfrm>
              <a:custGeom>
                <a:avLst/>
                <a:gdLst>
                  <a:gd name="T0" fmla="*/ 2 w 2"/>
                  <a:gd name="T1" fmla="*/ 5 h 5"/>
                  <a:gd name="T2" fmla="*/ 2 w 2"/>
                  <a:gd name="T3" fmla="*/ 5 h 5"/>
                  <a:gd name="T4" fmla="*/ 0 w 2"/>
                  <a:gd name="T5" fmla="*/ 0 h 5"/>
                  <a:gd name="T6" fmla="*/ 2 w 2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5"/>
                    </a:moveTo>
                    <a:lnTo>
                      <a:pt x="2" y="5"/>
                    </a:lnTo>
                    <a:lnTo>
                      <a:pt x="0" y="0"/>
                    </a:lnTo>
                    <a:lnTo>
                      <a:pt x="2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6" name="Freeform 244"/>
              <p:cNvSpPr/>
              <p:nvPr>
                <p:custDataLst>
                  <p:tags r:id="rId89"/>
                </p:custDataLst>
              </p:nvPr>
            </p:nvSpPr>
            <p:spPr bwMode="auto">
              <a:xfrm>
                <a:off x="3980" y="2866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7" name="Freeform 245"/>
              <p:cNvSpPr/>
              <p:nvPr>
                <p:custDataLst>
                  <p:tags r:id="rId90"/>
                </p:custDataLst>
              </p:nvPr>
            </p:nvSpPr>
            <p:spPr bwMode="auto">
              <a:xfrm>
                <a:off x="3982" y="286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8" name="Freeform 246"/>
              <p:cNvSpPr/>
              <p:nvPr>
                <p:custDataLst>
                  <p:tags r:id="rId91"/>
                </p:custDataLst>
              </p:nvPr>
            </p:nvSpPr>
            <p:spPr bwMode="auto">
              <a:xfrm>
                <a:off x="3748" y="2898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9" name="Freeform 247"/>
              <p:cNvSpPr/>
              <p:nvPr>
                <p:custDataLst>
                  <p:tags r:id="rId92"/>
                </p:custDataLst>
              </p:nvPr>
            </p:nvSpPr>
            <p:spPr bwMode="auto">
              <a:xfrm>
                <a:off x="3980" y="2875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1" y="2"/>
                    </a:cubicBezTo>
                    <a:cubicBezTo>
                      <a:pt x="1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0" name="Freeform 248"/>
              <p:cNvSpPr/>
              <p:nvPr>
                <p:custDataLst>
                  <p:tags r:id="rId93"/>
                </p:custDataLst>
              </p:nvPr>
            </p:nvSpPr>
            <p:spPr bwMode="auto">
              <a:xfrm>
                <a:off x="3757" y="2909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1" name="Freeform 249"/>
              <p:cNvSpPr/>
              <p:nvPr>
                <p:custDataLst>
                  <p:tags r:id="rId94"/>
                </p:custDataLst>
              </p:nvPr>
            </p:nvSpPr>
            <p:spPr bwMode="auto">
              <a:xfrm>
                <a:off x="3776" y="291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2" name="Freeform 250"/>
              <p:cNvSpPr/>
              <p:nvPr>
                <p:custDataLst>
                  <p:tags r:id="rId95"/>
                </p:custDataLst>
              </p:nvPr>
            </p:nvSpPr>
            <p:spPr bwMode="auto">
              <a:xfrm>
                <a:off x="3759" y="2904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3" name="Freeform 251"/>
              <p:cNvSpPr/>
              <p:nvPr>
                <p:custDataLst>
                  <p:tags r:id="rId96"/>
                </p:custDataLst>
              </p:nvPr>
            </p:nvSpPr>
            <p:spPr bwMode="auto">
              <a:xfrm>
                <a:off x="3893" y="3080"/>
                <a:ext cx="4" cy="9"/>
              </a:xfrm>
              <a:custGeom>
                <a:avLst/>
                <a:gdLst>
                  <a:gd name="T0" fmla="*/ 2 w 2"/>
                  <a:gd name="T1" fmla="*/ 0 h 4"/>
                  <a:gd name="T2" fmla="*/ 1 w 2"/>
                  <a:gd name="T3" fmla="*/ 1 h 4"/>
                  <a:gd name="T4" fmla="*/ 1 w 2"/>
                  <a:gd name="T5" fmla="*/ 2 h 4"/>
                  <a:gd name="T6" fmla="*/ 0 w 2"/>
                  <a:gd name="T7" fmla="*/ 4 h 4"/>
                  <a:gd name="T8" fmla="*/ 2 w 2"/>
                  <a:gd name="T9" fmla="*/ 1 h 4"/>
                  <a:gd name="T10" fmla="*/ 2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1" y="3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4" name="Freeform 252"/>
              <p:cNvSpPr/>
              <p:nvPr>
                <p:custDataLst>
                  <p:tags r:id="rId97"/>
                </p:custDataLst>
              </p:nvPr>
            </p:nvSpPr>
            <p:spPr bwMode="auto">
              <a:xfrm>
                <a:off x="3786" y="291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5" name="Freeform 253"/>
              <p:cNvSpPr/>
              <p:nvPr>
                <p:custDataLst>
                  <p:tags r:id="rId98"/>
                </p:custDataLst>
              </p:nvPr>
            </p:nvSpPr>
            <p:spPr bwMode="auto">
              <a:xfrm>
                <a:off x="3952" y="306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6" name="Freeform 254"/>
              <p:cNvSpPr>
                <a:spLocks noEditPoint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3895" y="3015"/>
                <a:ext cx="152" cy="95"/>
              </a:xfrm>
              <a:custGeom>
                <a:avLst/>
                <a:gdLst>
                  <a:gd name="T0" fmla="*/ 54 w 72"/>
                  <a:gd name="T1" fmla="*/ 4 h 45"/>
                  <a:gd name="T2" fmla="*/ 55 w 72"/>
                  <a:gd name="T3" fmla="*/ 8 h 45"/>
                  <a:gd name="T4" fmla="*/ 44 w 72"/>
                  <a:gd name="T5" fmla="*/ 20 h 45"/>
                  <a:gd name="T6" fmla="*/ 38 w 72"/>
                  <a:gd name="T7" fmla="*/ 21 h 45"/>
                  <a:gd name="T8" fmla="*/ 35 w 72"/>
                  <a:gd name="T9" fmla="*/ 21 h 45"/>
                  <a:gd name="T10" fmla="*/ 30 w 72"/>
                  <a:gd name="T11" fmla="*/ 22 h 45"/>
                  <a:gd name="T12" fmla="*/ 27 w 72"/>
                  <a:gd name="T13" fmla="*/ 22 h 45"/>
                  <a:gd name="T14" fmla="*/ 21 w 72"/>
                  <a:gd name="T15" fmla="*/ 23 h 45"/>
                  <a:gd name="T16" fmla="*/ 16 w 72"/>
                  <a:gd name="T17" fmla="*/ 23 h 45"/>
                  <a:gd name="T18" fmla="*/ 11 w 72"/>
                  <a:gd name="T19" fmla="*/ 23 h 45"/>
                  <a:gd name="T20" fmla="*/ 9 w 72"/>
                  <a:gd name="T21" fmla="*/ 21 h 45"/>
                  <a:gd name="T22" fmla="*/ 8 w 72"/>
                  <a:gd name="T23" fmla="*/ 20 h 45"/>
                  <a:gd name="T24" fmla="*/ 7 w 72"/>
                  <a:gd name="T25" fmla="*/ 20 h 45"/>
                  <a:gd name="T26" fmla="*/ 4 w 72"/>
                  <a:gd name="T27" fmla="*/ 22 h 45"/>
                  <a:gd name="T28" fmla="*/ 2 w 72"/>
                  <a:gd name="T29" fmla="*/ 25 h 45"/>
                  <a:gd name="T30" fmla="*/ 2 w 72"/>
                  <a:gd name="T31" fmla="*/ 31 h 45"/>
                  <a:gd name="T32" fmla="*/ 8 w 72"/>
                  <a:gd name="T33" fmla="*/ 29 h 45"/>
                  <a:gd name="T34" fmla="*/ 4 w 72"/>
                  <a:gd name="T35" fmla="*/ 34 h 45"/>
                  <a:gd name="T36" fmla="*/ 3 w 72"/>
                  <a:gd name="T37" fmla="*/ 39 h 45"/>
                  <a:gd name="T38" fmla="*/ 8 w 72"/>
                  <a:gd name="T39" fmla="*/ 33 h 45"/>
                  <a:gd name="T40" fmla="*/ 6 w 72"/>
                  <a:gd name="T41" fmla="*/ 39 h 45"/>
                  <a:gd name="T42" fmla="*/ 7 w 72"/>
                  <a:gd name="T43" fmla="*/ 41 h 45"/>
                  <a:gd name="T44" fmla="*/ 8 w 72"/>
                  <a:gd name="T45" fmla="*/ 42 h 45"/>
                  <a:gd name="T46" fmla="*/ 9 w 72"/>
                  <a:gd name="T47" fmla="*/ 43 h 45"/>
                  <a:gd name="T48" fmla="*/ 12 w 72"/>
                  <a:gd name="T49" fmla="*/ 40 h 45"/>
                  <a:gd name="T50" fmla="*/ 13 w 72"/>
                  <a:gd name="T51" fmla="*/ 44 h 45"/>
                  <a:gd name="T52" fmla="*/ 15 w 72"/>
                  <a:gd name="T53" fmla="*/ 40 h 45"/>
                  <a:gd name="T54" fmla="*/ 16 w 72"/>
                  <a:gd name="T55" fmla="*/ 40 h 45"/>
                  <a:gd name="T56" fmla="*/ 17 w 72"/>
                  <a:gd name="T57" fmla="*/ 42 h 45"/>
                  <a:gd name="T58" fmla="*/ 23 w 72"/>
                  <a:gd name="T59" fmla="*/ 41 h 45"/>
                  <a:gd name="T60" fmla="*/ 24 w 72"/>
                  <a:gd name="T61" fmla="*/ 41 h 45"/>
                  <a:gd name="T62" fmla="*/ 28 w 72"/>
                  <a:gd name="T63" fmla="*/ 41 h 45"/>
                  <a:gd name="T64" fmla="*/ 31 w 72"/>
                  <a:gd name="T65" fmla="*/ 40 h 45"/>
                  <a:gd name="T66" fmla="*/ 33 w 72"/>
                  <a:gd name="T67" fmla="*/ 39 h 45"/>
                  <a:gd name="T68" fmla="*/ 34 w 72"/>
                  <a:gd name="T69" fmla="*/ 40 h 45"/>
                  <a:gd name="T70" fmla="*/ 34 w 72"/>
                  <a:gd name="T71" fmla="*/ 37 h 45"/>
                  <a:gd name="T72" fmla="*/ 37 w 72"/>
                  <a:gd name="T73" fmla="*/ 38 h 45"/>
                  <a:gd name="T74" fmla="*/ 41 w 72"/>
                  <a:gd name="T75" fmla="*/ 39 h 45"/>
                  <a:gd name="T76" fmla="*/ 43 w 72"/>
                  <a:gd name="T77" fmla="*/ 35 h 45"/>
                  <a:gd name="T78" fmla="*/ 46 w 72"/>
                  <a:gd name="T79" fmla="*/ 35 h 45"/>
                  <a:gd name="T80" fmla="*/ 47 w 72"/>
                  <a:gd name="T81" fmla="*/ 34 h 45"/>
                  <a:gd name="T82" fmla="*/ 49 w 72"/>
                  <a:gd name="T83" fmla="*/ 34 h 45"/>
                  <a:gd name="T84" fmla="*/ 50 w 72"/>
                  <a:gd name="T85" fmla="*/ 36 h 45"/>
                  <a:gd name="T86" fmla="*/ 51 w 72"/>
                  <a:gd name="T87" fmla="*/ 32 h 45"/>
                  <a:gd name="T88" fmla="*/ 52 w 72"/>
                  <a:gd name="T89" fmla="*/ 27 h 45"/>
                  <a:gd name="T90" fmla="*/ 54 w 72"/>
                  <a:gd name="T91" fmla="*/ 28 h 45"/>
                  <a:gd name="T92" fmla="*/ 54 w 72"/>
                  <a:gd name="T93" fmla="*/ 23 h 45"/>
                  <a:gd name="T94" fmla="*/ 58 w 72"/>
                  <a:gd name="T95" fmla="*/ 23 h 45"/>
                  <a:gd name="T96" fmla="*/ 59 w 72"/>
                  <a:gd name="T97" fmla="*/ 21 h 45"/>
                  <a:gd name="T98" fmla="*/ 61 w 72"/>
                  <a:gd name="T99" fmla="*/ 20 h 45"/>
                  <a:gd name="T100" fmla="*/ 65 w 72"/>
                  <a:gd name="T101" fmla="*/ 17 h 45"/>
                  <a:gd name="T102" fmla="*/ 65 w 72"/>
                  <a:gd name="T103" fmla="*/ 13 h 45"/>
                  <a:gd name="T104" fmla="*/ 67 w 72"/>
                  <a:gd name="T105" fmla="*/ 8 h 45"/>
                  <a:gd name="T106" fmla="*/ 61 w 72"/>
                  <a:gd name="T107" fmla="*/ 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2" h="45">
                    <a:moveTo>
                      <a:pt x="68" y="4"/>
                    </a:moveTo>
                    <a:cubicBezTo>
                      <a:pt x="67" y="4"/>
                      <a:pt x="70" y="3"/>
                      <a:pt x="70" y="3"/>
                    </a:cubicBezTo>
                    <a:cubicBezTo>
                      <a:pt x="66" y="4"/>
                      <a:pt x="69" y="0"/>
                      <a:pt x="65" y="3"/>
                    </a:cubicBezTo>
                    <a:cubicBezTo>
                      <a:pt x="64" y="3"/>
                      <a:pt x="63" y="5"/>
                      <a:pt x="63" y="6"/>
                    </a:cubicBezTo>
                    <a:cubicBezTo>
                      <a:pt x="62" y="6"/>
                      <a:pt x="61" y="6"/>
                      <a:pt x="61" y="6"/>
                    </a:cubicBezTo>
                    <a:cubicBezTo>
                      <a:pt x="59" y="4"/>
                      <a:pt x="51" y="2"/>
                      <a:pt x="54" y="4"/>
                    </a:cubicBezTo>
                    <a:cubicBezTo>
                      <a:pt x="55" y="4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7" y="6"/>
                      <a:pt x="57" y="6"/>
                      <a:pt x="57" y="6"/>
                    </a:cubicBezTo>
                    <a:cubicBezTo>
                      <a:pt x="57" y="6"/>
                      <a:pt x="55" y="5"/>
                      <a:pt x="55" y="4"/>
                    </a:cubicBezTo>
                    <a:cubicBezTo>
                      <a:pt x="55" y="5"/>
                      <a:pt x="55" y="6"/>
                      <a:pt x="54" y="6"/>
                    </a:cubicBezTo>
                    <a:cubicBezTo>
                      <a:pt x="55" y="7"/>
                      <a:pt x="54" y="6"/>
                      <a:pt x="55" y="8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8"/>
                      <a:pt x="55" y="8"/>
                      <a:pt x="53" y="7"/>
                    </a:cubicBezTo>
                    <a:cubicBezTo>
                      <a:pt x="50" y="7"/>
                      <a:pt x="49" y="9"/>
                      <a:pt x="47" y="10"/>
                    </a:cubicBezTo>
                    <a:cubicBezTo>
                      <a:pt x="46" y="12"/>
                      <a:pt x="45" y="14"/>
                      <a:pt x="43" y="16"/>
                    </a:cubicBezTo>
                    <a:cubicBezTo>
                      <a:pt x="44" y="19"/>
                      <a:pt x="43" y="18"/>
                      <a:pt x="44" y="21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44" y="22"/>
                      <a:pt x="43" y="20"/>
                      <a:pt x="42" y="19"/>
                    </a:cubicBezTo>
                    <a:cubicBezTo>
                      <a:pt x="43" y="21"/>
                      <a:pt x="42" y="20"/>
                      <a:pt x="43" y="22"/>
                    </a:cubicBezTo>
                    <a:cubicBezTo>
                      <a:pt x="44" y="23"/>
                      <a:pt x="41" y="19"/>
                      <a:pt x="42" y="20"/>
                    </a:cubicBezTo>
                    <a:cubicBezTo>
                      <a:pt x="41" y="20"/>
                      <a:pt x="42" y="21"/>
                      <a:pt x="42" y="21"/>
                    </a:cubicBezTo>
                    <a:cubicBezTo>
                      <a:pt x="42" y="23"/>
                      <a:pt x="41" y="20"/>
                      <a:pt x="40" y="18"/>
                    </a:cubicBezTo>
                    <a:cubicBezTo>
                      <a:pt x="39" y="19"/>
                      <a:pt x="39" y="22"/>
                      <a:pt x="38" y="21"/>
                    </a:cubicBezTo>
                    <a:cubicBezTo>
                      <a:pt x="38" y="21"/>
                      <a:pt x="38" y="22"/>
                      <a:pt x="38" y="22"/>
                    </a:cubicBezTo>
                    <a:cubicBezTo>
                      <a:pt x="37" y="19"/>
                      <a:pt x="38" y="23"/>
                      <a:pt x="38" y="22"/>
                    </a:cubicBezTo>
                    <a:cubicBezTo>
                      <a:pt x="37" y="21"/>
                      <a:pt x="37" y="21"/>
                      <a:pt x="37" y="21"/>
                    </a:cubicBezTo>
                    <a:cubicBezTo>
                      <a:pt x="36" y="20"/>
                      <a:pt x="37" y="22"/>
                      <a:pt x="36" y="21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6" y="23"/>
                      <a:pt x="35" y="20"/>
                      <a:pt x="35" y="21"/>
                    </a:cubicBezTo>
                    <a:cubicBezTo>
                      <a:pt x="35" y="20"/>
                      <a:pt x="35" y="21"/>
                      <a:pt x="35" y="20"/>
                    </a:cubicBezTo>
                    <a:cubicBezTo>
                      <a:pt x="36" y="24"/>
                      <a:pt x="34" y="19"/>
                      <a:pt x="34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1"/>
                      <a:pt x="34" y="20"/>
                      <a:pt x="32" y="22"/>
                    </a:cubicBezTo>
                    <a:cubicBezTo>
                      <a:pt x="32" y="22"/>
                      <a:pt x="31" y="19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2"/>
                      <a:pt x="30" y="21"/>
                      <a:pt x="30" y="21"/>
                    </a:cubicBezTo>
                    <a:cubicBezTo>
                      <a:pt x="30" y="22"/>
                      <a:pt x="30" y="20"/>
                      <a:pt x="29" y="20"/>
                    </a:cubicBezTo>
                    <a:cubicBezTo>
                      <a:pt x="29" y="21"/>
                      <a:pt x="29" y="21"/>
                      <a:pt x="29" y="22"/>
                    </a:cubicBezTo>
                    <a:cubicBezTo>
                      <a:pt x="29" y="20"/>
                      <a:pt x="28" y="23"/>
                      <a:pt x="27" y="21"/>
                    </a:cubicBezTo>
                    <a:cubicBezTo>
                      <a:pt x="27" y="25"/>
                      <a:pt x="27" y="23"/>
                      <a:pt x="27" y="24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6" y="22"/>
                      <a:pt x="26" y="22"/>
                      <a:pt x="26" y="21"/>
                    </a:cubicBezTo>
                    <a:cubicBezTo>
                      <a:pt x="26" y="22"/>
                      <a:pt x="25" y="24"/>
                      <a:pt x="25" y="23"/>
                    </a:cubicBezTo>
                    <a:cubicBezTo>
                      <a:pt x="25" y="21"/>
                      <a:pt x="25" y="23"/>
                      <a:pt x="25" y="22"/>
                    </a:cubicBezTo>
                    <a:cubicBezTo>
                      <a:pt x="24" y="24"/>
                      <a:pt x="24" y="25"/>
                      <a:pt x="24" y="25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3"/>
                      <a:pt x="23" y="20"/>
                      <a:pt x="21" y="23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0" y="23"/>
                      <a:pt x="20" y="21"/>
                      <a:pt x="18" y="24"/>
                    </a:cubicBezTo>
                    <a:cubicBezTo>
                      <a:pt x="18" y="23"/>
                      <a:pt x="18" y="22"/>
                      <a:pt x="18" y="22"/>
                    </a:cubicBezTo>
                    <a:cubicBezTo>
                      <a:pt x="17" y="24"/>
                      <a:pt x="17" y="23"/>
                      <a:pt x="16" y="25"/>
                    </a:cubicBezTo>
                    <a:cubicBezTo>
                      <a:pt x="16" y="25"/>
                      <a:pt x="16" y="24"/>
                      <a:pt x="16" y="24"/>
                    </a:cubicBezTo>
                    <a:cubicBezTo>
                      <a:pt x="16" y="23"/>
                      <a:pt x="17" y="21"/>
                      <a:pt x="16" y="23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5" y="23"/>
                      <a:pt x="14" y="24"/>
                      <a:pt x="15" y="23"/>
                    </a:cubicBezTo>
                    <a:cubicBezTo>
                      <a:pt x="14" y="24"/>
                      <a:pt x="13" y="24"/>
                      <a:pt x="13" y="26"/>
                    </a:cubicBezTo>
                    <a:cubicBezTo>
                      <a:pt x="12" y="26"/>
                      <a:pt x="14" y="23"/>
                      <a:pt x="13" y="25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22"/>
                      <a:pt x="12" y="23"/>
                      <a:pt x="11" y="23"/>
                    </a:cubicBezTo>
                    <a:cubicBezTo>
                      <a:pt x="12" y="21"/>
                      <a:pt x="10" y="23"/>
                      <a:pt x="11" y="22"/>
                    </a:cubicBezTo>
                    <a:cubicBezTo>
                      <a:pt x="10" y="23"/>
                      <a:pt x="11" y="21"/>
                      <a:pt x="9" y="23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0"/>
                      <a:pt x="8" y="21"/>
                      <a:pt x="8" y="22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6" y="22"/>
                      <a:pt x="5" y="23"/>
                    </a:cubicBezTo>
                    <a:cubicBezTo>
                      <a:pt x="6" y="22"/>
                      <a:pt x="5" y="23"/>
                      <a:pt x="5" y="22"/>
                    </a:cubicBezTo>
                    <a:cubicBezTo>
                      <a:pt x="6" y="22"/>
                      <a:pt x="8" y="21"/>
                      <a:pt x="9" y="20"/>
                    </a:cubicBezTo>
                    <a:cubicBezTo>
                      <a:pt x="10" y="20"/>
                      <a:pt x="6" y="21"/>
                      <a:pt x="8" y="20"/>
                    </a:cubicBezTo>
                    <a:cubicBezTo>
                      <a:pt x="9" y="20"/>
                      <a:pt x="8" y="20"/>
                      <a:pt x="6" y="21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0"/>
                      <a:pt x="8" y="20"/>
                      <a:pt x="7" y="20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5" y="21"/>
                      <a:pt x="5" y="20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22"/>
                      <a:pt x="2" y="22"/>
                      <a:pt x="3" y="21"/>
                    </a:cubicBezTo>
                    <a:cubicBezTo>
                      <a:pt x="5" y="20"/>
                      <a:pt x="6" y="20"/>
                      <a:pt x="7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0"/>
                      <a:pt x="3" y="21"/>
                      <a:pt x="2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2" y="22"/>
                      <a:pt x="1" y="23"/>
                      <a:pt x="2" y="2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21"/>
                      <a:pt x="4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4" y="23"/>
                      <a:pt x="2" y="25"/>
                      <a:pt x="3" y="2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2" y="26"/>
                      <a:pt x="4" y="24"/>
                      <a:pt x="4" y="24"/>
                    </a:cubicBezTo>
                    <a:cubicBezTo>
                      <a:pt x="4" y="24"/>
                      <a:pt x="1" y="26"/>
                      <a:pt x="1" y="27"/>
                    </a:cubicBezTo>
                    <a:cubicBezTo>
                      <a:pt x="1" y="27"/>
                      <a:pt x="3" y="26"/>
                      <a:pt x="2" y="28"/>
                    </a:cubicBezTo>
                    <a:cubicBezTo>
                      <a:pt x="2" y="28"/>
                      <a:pt x="4" y="28"/>
                      <a:pt x="5" y="27"/>
                    </a:cubicBezTo>
                    <a:cubicBezTo>
                      <a:pt x="5" y="28"/>
                      <a:pt x="3" y="29"/>
                      <a:pt x="4" y="29"/>
                    </a:cubicBezTo>
                    <a:cubicBezTo>
                      <a:pt x="3" y="29"/>
                      <a:pt x="2" y="30"/>
                      <a:pt x="2" y="31"/>
                    </a:cubicBezTo>
                    <a:cubicBezTo>
                      <a:pt x="3" y="30"/>
                      <a:pt x="2" y="32"/>
                      <a:pt x="4" y="30"/>
                    </a:cubicBezTo>
                    <a:cubicBezTo>
                      <a:pt x="4" y="30"/>
                      <a:pt x="4" y="31"/>
                      <a:pt x="5" y="31"/>
                    </a:cubicBezTo>
                    <a:cubicBezTo>
                      <a:pt x="4" y="31"/>
                      <a:pt x="3" y="33"/>
                      <a:pt x="3" y="33"/>
                    </a:cubicBezTo>
                    <a:cubicBezTo>
                      <a:pt x="4" y="32"/>
                      <a:pt x="5" y="32"/>
                      <a:pt x="5" y="32"/>
                    </a:cubicBezTo>
                    <a:cubicBezTo>
                      <a:pt x="6" y="31"/>
                      <a:pt x="6" y="31"/>
                      <a:pt x="7" y="29"/>
                    </a:cubicBezTo>
                    <a:cubicBezTo>
                      <a:pt x="7" y="29"/>
                      <a:pt x="8" y="28"/>
                      <a:pt x="8" y="29"/>
                    </a:cubicBezTo>
                    <a:cubicBezTo>
                      <a:pt x="7" y="30"/>
                      <a:pt x="5" y="32"/>
                      <a:pt x="6" y="33"/>
                    </a:cubicBezTo>
                    <a:cubicBezTo>
                      <a:pt x="4" y="35"/>
                      <a:pt x="5" y="32"/>
                      <a:pt x="4" y="34"/>
                    </a:cubicBezTo>
                    <a:cubicBezTo>
                      <a:pt x="2" y="36"/>
                      <a:pt x="2" y="36"/>
                      <a:pt x="2" y="35"/>
                    </a:cubicBezTo>
                    <a:cubicBezTo>
                      <a:pt x="0" y="36"/>
                      <a:pt x="2" y="35"/>
                      <a:pt x="1" y="37"/>
                    </a:cubicBezTo>
                    <a:cubicBezTo>
                      <a:pt x="1" y="37"/>
                      <a:pt x="2" y="36"/>
                      <a:pt x="3" y="36"/>
                    </a:cubicBezTo>
                    <a:cubicBezTo>
                      <a:pt x="4" y="35"/>
                      <a:pt x="4" y="35"/>
                      <a:pt x="4" y="34"/>
                    </a:cubicBezTo>
                    <a:cubicBezTo>
                      <a:pt x="6" y="32"/>
                      <a:pt x="4" y="36"/>
                      <a:pt x="4" y="36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3" y="37"/>
                      <a:pt x="4" y="36"/>
                      <a:pt x="4" y="36"/>
                    </a:cubicBezTo>
                    <a:cubicBezTo>
                      <a:pt x="3" y="39"/>
                      <a:pt x="4" y="36"/>
                      <a:pt x="3" y="38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2" y="41"/>
                      <a:pt x="3" y="38"/>
                      <a:pt x="3" y="39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3" y="39"/>
                      <a:pt x="3" y="39"/>
                      <a:pt x="3" y="39"/>
                    </a:cubicBezTo>
                    <a:cubicBezTo>
                      <a:pt x="4" y="38"/>
                      <a:pt x="5" y="37"/>
                      <a:pt x="4" y="37"/>
                    </a:cubicBezTo>
                    <a:cubicBezTo>
                      <a:pt x="6" y="34"/>
                      <a:pt x="5" y="37"/>
                      <a:pt x="6" y="36"/>
                    </a:cubicBezTo>
                    <a:cubicBezTo>
                      <a:pt x="7" y="35"/>
                      <a:pt x="5" y="36"/>
                      <a:pt x="6" y="35"/>
                    </a:cubicBezTo>
                    <a:cubicBezTo>
                      <a:pt x="7" y="33"/>
                      <a:pt x="7" y="34"/>
                      <a:pt x="8" y="33"/>
                    </a:cubicBezTo>
                    <a:cubicBezTo>
                      <a:pt x="8" y="34"/>
                      <a:pt x="7" y="35"/>
                      <a:pt x="6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5" y="37"/>
                      <a:pt x="5" y="39"/>
                      <a:pt x="4" y="40"/>
                    </a:cubicBezTo>
                    <a:cubicBezTo>
                      <a:pt x="4" y="41"/>
                      <a:pt x="5" y="38"/>
                      <a:pt x="5" y="39"/>
                    </a:cubicBezTo>
                    <a:cubicBezTo>
                      <a:pt x="5" y="39"/>
                      <a:pt x="6" y="37"/>
                      <a:pt x="6" y="37"/>
                    </a:cubicBezTo>
                    <a:cubicBezTo>
                      <a:pt x="9" y="33"/>
                      <a:pt x="5" y="40"/>
                      <a:pt x="6" y="39"/>
                    </a:cubicBezTo>
                    <a:cubicBezTo>
                      <a:pt x="7" y="37"/>
                      <a:pt x="9" y="36"/>
                      <a:pt x="10" y="33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0" y="34"/>
                      <a:pt x="10" y="34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7" y="39"/>
                      <a:pt x="7" y="40"/>
                      <a:pt x="7" y="41"/>
                    </a:cubicBezTo>
                    <a:cubicBezTo>
                      <a:pt x="8" y="41"/>
                      <a:pt x="8" y="40"/>
                      <a:pt x="8" y="39"/>
                    </a:cubicBezTo>
                    <a:cubicBezTo>
                      <a:pt x="8" y="40"/>
                      <a:pt x="7" y="41"/>
                      <a:pt x="8" y="41"/>
                    </a:cubicBezTo>
                    <a:cubicBezTo>
                      <a:pt x="8" y="40"/>
                      <a:pt x="9" y="38"/>
                      <a:pt x="9" y="38"/>
                    </a:cubicBezTo>
                    <a:cubicBezTo>
                      <a:pt x="10" y="38"/>
                      <a:pt x="9" y="40"/>
                      <a:pt x="9" y="41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1"/>
                      <a:pt x="8" y="43"/>
                      <a:pt x="8" y="42"/>
                    </a:cubicBezTo>
                    <a:cubicBezTo>
                      <a:pt x="9" y="41"/>
                      <a:pt x="9" y="40"/>
                      <a:pt x="10" y="38"/>
                    </a:cubicBezTo>
                    <a:cubicBezTo>
                      <a:pt x="11" y="38"/>
                      <a:pt x="10" y="40"/>
                      <a:pt x="10" y="39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0" y="40"/>
                      <a:pt x="8" y="43"/>
                      <a:pt x="9" y="43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2"/>
                      <a:pt x="11" y="40"/>
                      <a:pt x="11" y="42"/>
                    </a:cubicBezTo>
                    <a:cubicBezTo>
                      <a:pt x="12" y="40"/>
                      <a:pt x="11" y="42"/>
                      <a:pt x="11" y="41"/>
                    </a:cubicBezTo>
                    <a:cubicBezTo>
                      <a:pt x="11" y="39"/>
                      <a:pt x="12" y="39"/>
                      <a:pt x="12" y="39"/>
                    </a:cubicBezTo>
                    <a:cubicBezTo>
                      <a:pt x="11" y="42"/>
                      <a:pt x="12" y="39"/>
                      <a:pt x="12" y="40"/>
                    </a:cubicBezTo>
                    <a:cubicBezTo>
                      <a:pt x="12" y="41"/>
                      <a:pt x="12" y="41"/>
                      <a:pt x="12" y="42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2" y="43"/>
                      <a:pt x="13" y="39"/>
                      <a:pt x="13" y="41"/>
                    </a:cubicBezTo>
                    <a:cubicBezTo>
                      <a:pt x="13" y="42"/>
                      <a:pt x="12" y="43"/>
                      <a:pt x="12" y="43"/>
                    </a:cubicBezTo>
                    <a:cubicBezTo>
                      <a:pt x="13" y="41"/>
                      <a:pt x="14" y="40"/>
                      <a:pt x="14" y="39"/>
                    </a:cubicBezTo>
                    <a:cubicBezTo>
                      <a:pt x="14" y="40"/>
                      <a:pt x="13" y="42"/>
                      <a:pt x="13" y="44"/>
                    </a:cubicBezTo>
                    <a:cubicBezTo>
                      <a:pt x="14" y="42"/>
                      <a:pt x="13" y="45"/>
                      <a:pt x="14" y="43"/>
                    </a:cubicBezTo>
                    <a:cubicBezTo>
                      <a:pt x="14" y="42"/>
                      <a:pt x="14" y="41"/>
                      <a:pt x="15" y="40"/>
                    </a:cubicBezTo>
                    <a:cubicBezTo>
                      <a:pt x="15" y="40"/>
                      <a:pt x="14" y="41"/>
                      <a:pt x="14" y="42"/>
                    </a:cubicBezTo>
                    <a:cubicBezTo>
                      <a:pt x="14" y="42"/>
                      <a:pt x="15" y="40"/>
                      <a:pt x="15" y="39"/>
                    </a:cubicBezTo>
                    <a:cubicBezTo>
                      <a:pt x="15" y="39"/>
                      <a:pt x="16" y="37"/>
                      <a:pt x="16" y="39"/>
                    </a:cubicBezTo>
                    <a:cubicBezTo>
                      <a:pt x="16" y="40"/>
                      <a:pt x="15" y="39"/>
                      <a:pt x="15" y="40"/>
                    </a:cubicBezTo>
                    <a:cubicBezTo>
                      <a:pt x="16" y="41"/>
                      <a:pt x="17" y="37"/>
                      <a:pt x="17" y="36"/>
                    </a:cubicBezTo>
                    <a:cubicBezTo>
                      <a:pt x="17" y="35"/>
                      <a:pt x="18" y="32"/>
                      <a:pt x="19" y="31"/>
                    </a:cubicBezTo>
                    <a:cubicBezTo>
                      <a:pt x="19" y="32"/>
                      <a:pt x="18" y="32"/>
                      <a:pt x="18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7"/>
                      <a:pt x="16" y="39"/>
                      <a:pt x="16" y="41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6" y="41"/>
                      <a:pt x="16" y="43"/>
                      <a:pt x="16" y="42"/>
                    </a:cubicBezTo>
                    <a:cubicBezTo>
                      <a:pt x="17" y="41"/>
                      <a:pt x="16" y="43"/>
                      <a:pt x="16" y="41"/>
                    </a:cubicBezTo>
                    <a:cubicBezTo>
                      <a:pt x="17" y="41"/>
                      <a:pt x="18" y="38"/>
                      <a:pt x="18" y="39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1"/>
                      <a:pt x="17" y="42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3"/>
                      <a:pt x="19" y="43"/>
                      <a:pt x="21" y="39"/>
                    </a:cubicBezTo>
                    <a:cubicBezTo>
                      <a:pt x="21" y="41"/>
                      <a:pt x="21" y="41"/>
                      <a:pt x="21" y="42"/>
                    </a:cubicBezTo>
                    <a:cubicBezTo>
                      <a:pt x="21" y="42"/>
                      <a:pt x="22" y="41"/>
                      <a:pt x="22" y="41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2" y="44"/>
                      <a:pt x="23" y="42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3" y="44"/>
                      <a:pt x="23" y="41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0"/>
                      <a:pt x="24" y="41"/>
                      <a:pt x="24" y="43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3"/>
                      <a:pt x="25" y="43"/>
                      <a:pt x="26" y="42"/>
                    </a:cubicBezTo>
                    <a:cubicBezTo>
                      <a:pt x="25" y="42"/>
                      <a:pt x="25" y="41"/>
                      <a:pt x="26" y="39"/>
                    </a:cubicBezTo>
                    <a:cubicBezTo>
                      <a:pt x="26" y="37"/>
                      <a:pt x="26" y="40"/>
                      <a:pt x="26" y="39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4"/>
                      <a:pt x="27" y="42"/>
                      <a:pt x="28" y="42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3"/>
                      <a:pt x="29" y="41"/>
                      <a:pt x="30" y="42"/>
                    </a:cubicBezTo>
                    <a:cubicBezTo>
                      <a:pt x="30" y="41"/>
                      <a:pt x="30" y="38"/>
                      <a:pt x="30" y="38"/>
                    </a:cubicBezTo>
                    <a:cubicBezTo>
                      <a:pt x="30" y="36"/>
                      <a:pt x="30" y="41"/>
                      <a:pt x="30" y="42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0"/>
                      <a:pt x="31" y="39"/>
                      <a:pt x="31" y="40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2" y="41"/>
                      <a:pt x="32" y="42"/>
                      <a:pt x="32" y="42"/>
                    </a:cubicBezTo>
                    <a:cubicBezTo>
                      <a:pt x="32" y="40"/>
                      <a:pt x="33" y="41"/>
                      <a:pt x="33" y="39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42"/>
                      <a:pt x="33" y="40"/>
                      <a:pt x="33" y="39"/>
                    </a:cubicBezTo>
                    <a:cubicBezTo>
                      <a:pt x="33" y="38"/>
                      <a:pt x="33" y="39"/>
                      <a:pt x="33" y="40"/>
                    </a:cubicBezTo>
                    <a:cubicBezTo>
                      <a:pt x="33" y="41"/>
                      <a:pt x="33" y="40"/>
                      <a:pt x="33" y="40"/>
                    </a:cubicBezTo>
                    <a:cubicBezTo>
                      <a:pt x="33" y="41"/>
                      <a:pt x="33" y="40"/>
                      <a:pt x="33" y="41"/>
                    </a:cubicBezTo>
                    <a:cubicBezTo>
                      <a:pt x="33" y="41"/>
                      <a:pt x="33" y="39"/>
                      <a:pt x="34" y="40"/>
                    </a:cubicBezTo>
                    <a:cubicBezTo>
                      <a:pt x="34" y="40"/>
                      <a:pt x="34" y="40"/>
                      <a:pt x="34" y="41"/>
                    </a:cubicBezTo>
                    <a:cubicBezTo>
                      <a:pt x="34" y="40"/>
                      <a:pt x="34" y="40"/>
                      <a:pt x="35" y="40"/>
                    </a:cubicBezTo>
                    <a:cubicBezTo>
                      <a:pt x="34" y="39"/>
                      <a:pt x="34" y="39"/>
                      <a:pt x="34" y="38"/>
                    </a:cubicBezTo>
                    <a:cubicBezTo>
                      <a:pt x="34" y="38"/>
                      <a:pt x="34" y="37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5" y="39"/>
                      <a:pt x="34" y="37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35" y="39"/>
                      <a:pt x="35" y="41"/>
                      <a:pt x="36" y="42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7" y="40"/>
                      <a:pt x="37" y="41"/>
                    </a:cubicBezTo>
                    <a:cubicBezTo>
                      <a:pt x="38" y="42"/>
                      <a:pt x="37" y="36"/>
                      <a:pt x="37" y="38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39"/>
                      <a:pt x="38" y="39"/>
                    </a:cubicBezTo>
                    <a:cubicBezTo>
                      <a:pt x="38" y="38"/>
                      <a:pt x="38" y="41"/>
                      <a:pt x="38" y="39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9" y="42"/>
                      <a:pt x="40" y="38"/>
                      <a:pt x="41" y="40"/>
                    </a:cubicBezTo>
                    <a:cubicBezTo>
                      <a:pt x="40" y="38"/>
                      <a:pt x="41" y="39"/>
                      <a:pt x="41" y="39"/>
                    </a:cubicBezTo>
                    <a:cubicBezTo>
                      <a:pt x="42" y="41"/>
                      <a:pt x="41" y="38"/>
                      <a:pt x="42" y="39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2" y="38"/>
                      <a:pt x="40" y="33"/>
                      <a:pt x="42" y="36"/>
                    </a:cubicBezTo>
                    <a:cubicBezTo>
                      <a:pt x="42" y="37"/>
                      <a:pt x="42" y="38"/>
                      <a:pt x="42" y="38"/>
                    </a:cubicBezTo>
                    <a:cubicBezTo>
                      <a:pt x="44" y="41"/>
                      <a:pt x="42" y="36"/>
                      <a:pt x="44" y="38"/>
                    </a:cubicBezTo>
                    <a:cubicBezTo>
                      <a:pt x="43" y="37"/>
                      <a:pt x="43" y="36"/>
                      <a:pt x="43" y="35"/>
                    </a:cubicBezTo>
                    <a:cubicBezTo>
                      <a:pt x="43" y="36"/>
                      <a:pt x="44" y="37"/>
                      <a:pt x="44" y="37"/>
                    </a:cubicBezTo>
                    <a:cubicBezTo>
                      <a:pt x="44" y="37"/>
                      <a:pt x="44" y="36"/>
                      <a:pt x="44" y="37"/>
                    </a:cubicBezTo>
                    <a:cubicBezTo>
                      <a:pt x="45" y="37"/>
                      <a:pt x="45" y="38"/>
                      <a:pt x="45" y="38"/>
                    </a:cubicBezTo>
                    <a:cubicBezTo>
                      <a:pt x="45" y="38"/>
                      <a:pt x="45" y="37"/>
                      <a:pt x="45" y="36"/>
                    </a:cubicBezTo>
                    <a:cubicBezTo>
                      <a:pt x="46" y="38"/>
                      <a:pt x="46" y="37"/>
                      <a:pt x="47" y="38"/>
                    </a:cubicBezTo>
                    <a:cubicBezTo>
                      <a:pt x="46" y="35"/>
                      <a:pt x="48" y="38"/>
                      <a:pt x="46" y="35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6" y="35"/>
                      <a:pt x="46" y="34"/>
                      <a:pt x="46" y="33"/>
                    </a:cubicBezTo>
                    <a:cubicBezTo>
                      <a:pt x="47" y="35"/>
                      <a:pt x="47" y="35"/>
                      <a:pt x="47" y="35"/>
                    </a:cubicBezTo>
                    <a:cubicBezTo>
                      <a:pt x="48" y="37"/>
                      <a:pt x="47" y="35"/>
                      <a:pt x="48" y="37"/>
                    </a:cubicBezTo>
                    <a:cubicBezTo>
                      <a:pt x="47" y="35"/>
                      <a:pt x="48" y="36"/>
                      <a:pt x="47" y="35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4"/>
                      <a:pt x="47" y="33"/>
                      <a:pt x="47" y="33"/>
                    </a:cubicBezTo>
                    <a:cubicBezTo>
                      <a:pt x="47" y="33"/>
                      <a:pt x="48" y="35"/>
                      <a:pt x="48" y="35"/>
                    </a:cubicBezTo>
                    <a:cubicBezTo>
                      <a:pt x="49" y="36"/>
                      <a:pt x="49" y="35"/>
                      <a:pt x="48" y="35"/>
                    </a:cubicBezTo>
                    <a:cubicBezTo>
                      <a:pt x="48" y="35"/>
                      <a:pt x="48" y="35"/>
                      <a:pt x="48" y="34"/>
                    </a:cubicBezTo>
                    <a:cubicBezTo>
                      <a:pt x="48" y="34"/>
                      <a:pt x="48" y="35"/>
                      <a:pt x="48" y="35"/>
                    </a:cubicBezTo>
                    <a:cubicBezTo>
                      <a:pt x="48" y="34"/>
                      <a:pt x="48" y="34"/>
                      <a:pt x="49" y="34"/>
                    </a:cubicBezTo>
                    <a:cubicBezTo>
                      <a:pt x="49" y="34"/>
                      <a:pt x="49" y="34"/>
                      <a:pt x="49" y="34"/>
                    </a:cubicBezTo>
                    <a:cubicBezTo>
                      <a:pt x="49" y="34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50" y="36"/>
                      <a:pt x="50" y="35"/>
                      <a:pt x="49" y="34"/>
                    </a:cubicBezTo>
                    <a:cubicBezTo>
                      <a:pt x="50" y="35"/>
                      <a:pt x="50" y="33"/>
                      <a:pt x="50" y="32"/>
                    </a:cubicBezTo>
                    <a:cubicBezTo>
                      <a:pt x="50" y="33"/>
                      <a:pt x="51" y="34"/>
                      <a:pt x="50" y="33"/>
                    </a:cubicBezTo>
                    <a:cubicBezTo>
                      <a:pt x="50" y="33"/>
                      <a:pt x="50" y="31"/>
                      <a:pt x="50" y="32"/>
                    </a:cubicBezTo>
                    <a:cubicBezTo>
                      <a:pt x="50" y="32"/>
                      <a:pt x="51" y="33"/>
                      <a:pt x="51" y="33"/>
                    </a:cubicBezTo>
                    <a:cubicBezTo>
                      <a:pt x="52" y="33"/>
                      <a:pt x="51" y="32"/>
                      <a:pt x="51" y="32"/>
                    </a:cubicBezTo>
                    <a:cubicBezTo>
                      <a:pt x="52" y="34"/>
                      <a:pt x="51" y="30"/>
                      <a:pt x="52" y="31"/>
                    </a:cubicBezTo>
                    <a:cubicBezTo>
                      <a:pt x="52" y="31"/>
                      <a:pt x="53" y="32"/>
                      <a:pt x="53" y="33"/>
                    </a:cubicBezTo>
                    <a:cubicBezTo>
                      <a:pt x="53" y="32"/>
                      <a:pt x="53" y="31"/>
                      <a:pt x="52" y="29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53" y="31"/>
                      <a:pt x="53" y="30"/>
                      <a:pt x="53" y="29"/>
                    </a:cubicBezTo>
                    <a:cubicBezTo>
                      <a:pt x="52" y="28"/>
                      <a:pt x="51" y="27"/>
                      <a:pt x="52" y="27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2" y="27"/>
                      <a:pt x="52" y="27"/>
                      <a:pt x="53" y="28"/>
                    </a:cubicBezTo>
                    <a:cubicBezTo>
                      <a:pt x="54" y="30"/>
                      <a:pt x="54" y="29"/>
                      <a:pt x="54" y="29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53" y="27"/>
                      <a:pt x="54" y="29"/>
                      <a:pt x="54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4"/>
                      <a:pt x="54" y="26"/>
                      <a:pt x="54" y="27"/>
                    </a:cubicBezTo>
                    <a:cubicBezTo>
                      <a:pt x="54" y="26"/>
                      <a:pt x="53" y="24"/>
                      <a:pt x="52" y="22"/>
                    </a:cubicBezTo>
                    <a:cubicBezTo>
                      <a:pt x="52" y="22"/>
                      <a:pt x="52" y="21"/>
                      <a:pt x="52" y="21"/>
                    </a:cubicBezTo>
                    <a:cubicBezTo>
                      <a:pt x="53" y="22"/>
                      <a:pt x="52" y="21"/>
                      <a:pt x="53" y="22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4" y="23"/>
                      <a:pt x="55" y="25"/>
                      <a:pt x="55" y="26"/>
                    </a:cubicBezTo>
                    <a:cubicBezTo>
                      <a:pt x="55" y="25"/>
                      <a:pt x="56" y="26"/>
                      <a:pt x="57" y="26"/>
                    </a:cubicBezTo>
                    <a:cubicBezTo>
                      <a:pt x="55" y="23"/>
                      <a:pt x="56" y="24"/>
                      <a:pt x="55" y="22"/>
                    </a:cubicBezTo>
                    <a:cubicBezTo>
                      <a:pt x="55" y="22"/>
                      <a:pt x="56" y="24"/>
                      <a:pt x="57" y="24"/>
                    </a:cubicBezTo>
                    <a:cubicBezTo>
                      <a:pt x="56" y="23"/>
                      <a:pt x="57" y="23"/>
                      <a:pt x="57" y="23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7" y="23"/>
                      <a:pt x="58" y="23"/>
                      <a:pt x="57" y="21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59" y="22"/>
                      <a:pt x="56" y="19"/>
                      <a:pt x="57" y="20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7" y="20"/>
                      <a:pt x="59" y="22"/>
                      <a:pt x="58" y="20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59" y="21"/>
                      <a:pt x="59" y="21"/>
                      <a:pt x="58" y="19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0" y="22"/>
                      <a:pt x="58" y="19"/>
                      <a:pt x="59" y="19"/>
                    </a:cubicBezTo>
                    <a:cubicBezTo>
                      <a:pt x="59" y="19"/>
                      <a:pt x="60" y="20"/>
                      <a:pt x="60" y="20"/>
                    </a:cubicBezTo>
                    <a:cubicBezTo>
                      <a:pt x="59" y="19"/>
                      <a:pt x="60" y="19"/>
                      <a:pt x="60" y="19"/>
                    </a:cubicBezTo>
                    <a:cubicBezTo>
                      <a:pt x="61" y="20"/>
                      <a:pt x="61" y="20"/>
                      <a:pt x="61" y="20"/>
                    </a:cubicBezTo>
                    <a:cubicBezTo>
                      <a:pt x="62" y="19"/>
                      <a:pt x="64" y="18"/>
                      <a:pt x="63" y="16"/>
                    </a:cubicBezTo>
                    <a:cubicBezTo>
                      <a:pt x="65" y="17"/>
                      <a:pt x="64" y="17"/>
                      <a:pt x="65" y="18"/>
                    </a:cubicBezTo>
                    <a:cubicBezTo>
                      <a:pt x="64" y="17"/>
                      <a:pt x="65" y="18"/>
                      <a:pt x="65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5" y="17"/>
                      <a:pt x="66" y="18"/>
                      <a:pt x="66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4" y="15"/>
                      <a:pt x="68" y="18"/>
                      <a:pt x="66" y="16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5" y="15"/>
                      <a:pt x="68" y="17"/>
                      <a:pt x="66" y="16"/>
                    </a:cubicBezTo>
                    <a:cubicBezTo>
                      <a:pt x="67" y="16"/>
                      <a:pt x="67" y="16"/>
                      <a:pt x="67" y="16"/>
                    </a:cubicBezTo>
                    <a:cubicBezTo>
                      <a:pt x="68" y="17"/>
                      <a:pt x="65" y="14"/>
                      <a:pt x="67" y="15"/>
                    </a:cubicBezTo>
                    <a:cubicBezTo>
                      <a:pt x="67" y="15"/>
                      <a:pt x="66" y="14"/>
                      <a:pt x="65" y="13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67" y="13"/>
                      <a:pt x="68" y="12"/>
                      <a:pt x="66" y="10"/>
                    </a:cubicBezTo>
                    <a:cubicBezTo>
                      <a:pt x="67" y="10"/>
                      <a:pt x="67" y="10"/>
                      <a:pt x="67" y="10"/>
                    </a:cubicBezTo>
                    <a:cubicBezTo>
                      <a:pt x="65" y="9"/>
                      <a:pt x="70" y="11"/>
                      <a:pt x="66" y="8"/>
                    </a:cubicBezTo>
                    <a:cubicBezTo>
                      <a:pt x="65" y="7"/>
                      <a:pt x="65" y="7"/>
                      <a:pt x="65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6" y="8"/>
                      <a:pt x="67" y="8"/>
                      <a:pt x="66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7" y="8"/>
                      <a:pt x="65" y="6"/>
                      <a:pt x="65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9" y="7"/>
                      <a:pt x="72" y="3"/>
                      <a:pt x="68" y="4"/>
                    </a:cubicBezTo>
                    <a:close/>
                    <a:moveTo>
                      <a:pt x="61" y="9"/>
                    </a:moveTo>
                    <a:cubicBezTo>
                      <a:pt x="60" y="9"/>
                      <a:pt x="61" y="7"/>
                      <a:pt x="62" y="6"/>
                    </a:cubicBezTo>
                    <a:cubicBezTo>
                      <a:pt x="62" y="8"/>
                      <a:pt x="61" y="9"/>
                      <a:pt x="6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7" name="Freeform 255"/>
              <p:cNvSpPr/>
              <p:nvPr>
                <p:custDataLst>
                  <p:tags r:id="rId100"/>
                </p:custDataLst>
              </p:nvPr>
            </p:nvSpPr>
            <p:spPr bwMode="auto">
              <a:xfrm>
                <a:off x="4011" y="3063"/>
                <a:ext cx="5" cy="5"/>
              </a:xfrm>
              <a:custGeom>
                <a:avLst/>
                <a:gdLst>
                  <a:gd name="T0" fmla="*/ 5 w 5"/>
                  <a:gd name="T1" fmla="*/ 5 h 5"/>
                  <a:gd name="T2" fmla="*/ 0 w 5"/>
                  <a:gd name="T3" fmla="*/ 0 h 5"/>
                  <a:gd name="T4" fmla="*/ 2 w 5"/>
                  <a:gd name="T5" fmla="*/ 5 h 5"/>
                  <a:gd name="T6" fmla="*/ 5 w 5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5" y="5"/>
                    </a:moveTo>
                    <a:lnTo>
                      <a:pt x="0" y="0"/>
                    </a:lnTo>
                    <a:lnTo>
                      <a:pt x="2" y="5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8" name="Freeform 256"/>
              <p:cNvSpPr/>
              <p:nvPr>
                <p:custDataLst>
                  <p:tags r:id="rId101"/>
                </p:custDataLst>
              </p:nvPr>
            </p:nvSpPr>
            <p:spPr bwMode="auto">
              <a:xfrm>
                <a:off x="3912" y="310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9" name="Freeform 257"/>
              <p:cNvSpPr/>
              <p:nvPr>
                <p:custDataLst>
                  <p:tags r:id="rId102"/>
                </p:custDataLst>
              </p:nvPr>
            </p:nvSpPr>
            <p:spPr bwMode="auto">
              <a:xfrm>
                <a:off x="3996" y="3089"/>
                <a:ext cx="3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0" name="Oval 258"/>
              <p:cNvSpPr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3595" y="182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1" name="Freeform 259"/>
              <p:cNvSpPr/>
              <p:nvPr>
                <p:custDataLst>
                  <p:tags r:id="rId104"/>
                </p:custDataLst>
              </p:nvPr>
            </p:nvSpPr>
            <p:spPr bwMode="auto">
              <a:xfrm>
                <a:off x="3598" y="182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2" name="Freeform 260"/>
              <p:cNvSpPr/>
              <p:nvPr>
                <p:custDataLst>
                  <p:tags r:id="rId105"/>
                </p:custDataLst>
              </p:nvPr>
            </p:nvSpPr>
            <p:spPr bwMode="auto">
              <a:xfrm>
                <a:off x="3918" y="28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3" name="Freeform 261"/>
              <p:cNvSpPr/>
              <p:nvPr>
                <p:custDataLst>
                  <p:tags r:id="rId106"/>
                </p:custDataLst>
              </p:nvPr>
            </p:nvSpPr>
            <p:spPr bwMode="auto">
              <a:xfrm>
                <a:off x="3924" y="3038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2 w 2"/>
                  <a:gd name="T5" fmla="*/ 0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4" name="Freeform 262"/>
              <p:cNvSpPr/>
              <p:nvPr>
                <p:custDataLst>
                  <p:tags r:id="rId107"/>
                </p:custDataLst>
              </p:nvPr>
            </p:nvSpPr>
            <p:spPr bwMode="auto">
              <a:xfrm>
                <a:off x="3986" y="3027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5" name="Freeform 263"/>
              <p:cNvSpPr/>
              <p:nvPr>
                <p:custDataLst>
                  <p:tags r:id="rId108"/>
                </p:custDataLst>
              </p:nvPr>
            </p:nvSpPr>
            <p:spPr bwMode="auto">
              <a:xfrm>
                <a:off x="3899" y="3091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6" name="Rectangle 264"/>
              <p:cNvSpPr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4013" y="3004"/>
                <a:ext cx="1" cy="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7" name="Freeform 265"/>
              <p:cNvSpPr/>
              <p:nvPr>
                <p:custDataLst>
                  <p:tags r:id="rId110"/>
                </p:custDataLst>
              </p:nvPr>
            </p:nvSpPr>
            <p:spPr bwMode="auto">
              <a:xfrm>
                <a:off x="3903" y="3055"/>
                <a:ext cx="6" cy="2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8" name="Freeform 266"/>
              <p:cNvSpPr/>
              <p:nvPr>
                <p:custDataLst>
                  <p:tags r:id="rId111"/>
                </p:custDataLst>
              </p:nvPr>
            </p:nvSpPr>
            <p:spPr bwMode="auto">
              <a:xfrm>
                <a:off x="3905" y="3055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9" name="Freeform 267"/>
              <p:cNvSpPr/>
              <p:nvPr>
                <p:custDataLst>
                  <p:tags r:id="rId112"/>
                </p:custDataLst>
              </p:nvPr>
            </p:nvSpPr>
            <p:spPr bwMode="auto">
              <a:xfrm>
                <a:off x="3897" y="3085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0" name="Freeform 268"/>
              <p:cNvSpPr/>
              <p:nvPr>
                <p:custDataLst>
                  <p:tags r:id="rId113"/>
                </p:custDataLst>
              </p:nvPr>
            </p:nvSpPr>
            <p:spPr bwMode="auto">
              <a:xfrm>
                <a:off x="3897" y="309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1" name="Freeform 269"/>
              <p:cNvSpPr/>
              <p:nvPr>
                <p:custDataLst>
                  <p:tags r:id="rId114"/>
                </p:custDataLst>
              </p:nvPr>
            </p:nvSpPr>
            <p:spPr bwMode="auto">
              <a:xfrm>
                <a:off x="3984" y="3095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2" name="Freeform 270"/>
              <p:cNvSpPr/>
              <p:nvPr>
                <p:custDataLst>
                  <p:tags r:id="rId115"/>
                </p:custDataLst>
              </p:nvPr>
            </p:nvSpPr>
            <p:spPr bwMode="auto">
              <a:xfrm>
                <a:off x="3600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0" name="Freeform 271"/>
              <p:cNvSpPr/>
              <p:nvPr>
                <p:custDataLst>
                  <p:tags r:id="rId116"/>
                </p:custDataLst>
              </p:nvPr>
            </p:nvSpPr>
            <p:spPr bwMode="auto">
              <a:xfrm>
                <a:off x="3905" y="3100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1" name="Freeform 272"/>
              <p:cNvSpPr/>
              <p:nvPr>
                <p:custDataLst>
                  <p:tags r:id="rId117"/>
                </p:custDataLst>
              </p:nvPr>
            </p:nvSpPr>
            <p:spPr bwMode="auto">
              <a:xfrm>
                <a:off x="4230" y="248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2 w 2"/>
                  <a:gd name="T3" fmla="*/ 1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2" y="1"/>
                    </a:cubicBezTo>
                    <a:cubicBezTo>
                      <a:pt x="2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2" name="Freeform 273"/>
              <p:cNvSpPr/>
              <p:nvPr>
                <p:custDataLst>
                  <p:tags r:id="rId118"/>
                </p:custDataLst>
              </p:nvPr>
            </p:nvSpPr>
            <p:spPr bwMode="auto">
              <a:xfrm>
                <a:off x="3895" y="3080"/>
                <a:ext cx="4" cy="3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0 h 1"/>
                  <a:gd name="T4" fmla="*/ 1 w 2"/>
                  <a:gd name="T5" fmla="*/ 0 h 1"/>
                  <a:gd name="T6" fmla="*/ 0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3" name="Freeform 274"/>
              <p:cNvSpPr/>
              <p:nvPr>
                <p:custDataLst>
                  <p:tags r:id="rId119"/>
                </p:custDataLst>
              </p:nvPr>
            </p:nvSpPr>
            <p:spPr bwMode="auto">
              <a:xfrm>
                <a:off x="4007" y="30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4" name="Freeform 275"/>
              <p:cNvSpPr/>
              <p:nvPr>
                <p:custDataLst>
                  <p:tags r:id="rId120"/>
                </p:custDataLst>
              </p:nvPr>
            </p:nvSpPr>
            <p:spPr bwMode="auto">
              <a:xfrm>
                <a:off x="3598" y="18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5" name="Freeform 276"/>
              <p:cNvSpPr/>
              <p:nvPr>
                <p:custDataLst>
                  <p:tags r:id="rId121"/>
                </p:custDataLst>
              </p:nvPr>
            </p:nvSpPr>
            <p:spPr bwMode="auto">
              <a:xfrm>
                <a:off x="4005" y="307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6" name="Freeform 277"/>
              <p:cNvSpPr/>
              <p:nvPr>
                <p:custDataLst>
                  <p:tags r:id="rId122"/>
                </p:custDataLst>
              </p:nvPr>
            </p:nvSpPr>
            <p:spPr bwMode="auto">
              <a:xfrm>
                <a:off x="4007" y="308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7" name="Freeform 278"/>
              <p:cNvSpPr/>
              <p:nvPr>
                <p:custDataLst>
                  <p:tags r:id="rId123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8" name="Freeform 279"/>
              <p:cNvSpPr/>
              <p:nvPr>
                <p:custDataLst>
                  <p:tags r:id="rId124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0 w 1"/>
                  <a:gd name="T5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9" name="Freeform 280"/>
              <p:cNvSpPr/>
              <p:nvPr>
                <p:custDataLst>
                  <p:tags r:id="rId125"/>
                </p:custDataLst>
              </p:nvPr>
            </p:nvSpPr>
            <p:spPr bwMode="auto">
              <a:xfrm>
                <a:off x="4009" y="308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0" name="Freeform 281"/>
              <p:cNvSpPr/>
              <p:nvPr>
                <p:custDataLst>
                  <p:tags r:id="rId126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1" name="Freeform 282"/>
              <p:cNvSpPr/>
              <p:nvPr>
                <p:custDataLst>
                  <p:tags r:id="rId127"/>
                </p:custDataLst>
              </p:nvPr>
            </p:nvSpPr>
            <p:spPr bwMode="auto">
              <a:xfrm>
                <a:off x="3929" y="1870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1 w 2"/>
                  <a:gd name="T3" fmla="*/ 4 h 4"/>
                  <a:gd name="T4" fmla="*/ 2 w 2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0" y="1"/>
                      <a:pt x="1" y="4"/>
                    </a:cubicBezTo>
                    <a:cubicBezTo>
                      <a:pt x="1" y="0"/>
                      <a:pt x="2" y="4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2" name="Freeform 283"/>
              <p:cNvSpPr/>
              <p:nvPr>
                <p:custDataLst>
                  <p:tags r:id="rId128"/>
                </p:custDataLst>
              </p:nvPr>
            </p:nvSpPr>
            <p:spPr bwMode="auto">
              <a:xfrm>
                <a:off x="3687" y="1579"/>
                <a:ext cx="4" cy="4"/>
              </a:xfrm>
              <a:custGeom>
                <a:avLst/>
                <a:gdLst>
                  <a:gd name="T0" fmla="*/ 0 w 4"/>
                  <a:gd name="T1" fmla="*/ 4 h 4"/>
                  <a:gd name="T2" fmla="*/ 4 w 4"/>
                  <a:gd name="T3" fmla="*/ 0 h 4"/>
                  <a:gd name="T4" fmla="*/ 0 w 4"/>
                  <a:gd name="T5" fmla="*/ 2 h 4"/>
                  <a:gd name="T6" fmla="*/ 0 w 4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3" name="Freeform 284"/>
              <p:cNvSpPr/>
              <p:nvPr>
                <p:custDataLst>
                  <p:tags r:id="rId129"/>
                </p:custDataLst>
              </p:nvPr>
            </p:nvSpPr>
            <p:spPr bwMode="auto">
              <a:xfrm>
                <a:off x="4086" y="1583"/>
                <a:ext cx="8" cy="4"/>
              </a:xfrm>
              <a:custGeom>
                <a:avLst/>
                <a:gdLst>
                  <a:gd name="T0" fmla="*/ 2 w 4"/>
                  <a:gd name="T1" fmla="*/ 2 h 2"/>
                  <a:gd name="T2" fmla="*/ 1 w 4"/>
                  <a:gd name="T3" fmla="*/ 0 h 2"/>
                  <a:gd name="T4" fmla="*/ 2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2" y="2"/>
                    </a:moveTo>
                    <a:cubicBezTo>
                      <a:pt x="2" y="2"/>
                      <a:pt x="3" y="1"/>
                      <a:pt x="1" y="0"/>
                    </a:cubicBezTo>
                    <a:cubicBezTo>
                      <a:pt x="4" y="2"/>
                      <a:pt x="0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4" name="Freeform 285"/>
              <p:cNvSpPr/>
              <p:nvPr>
                <p:custDataLst>
                  <p:tags r:id="rId130"/>
                </p:custDataLst>
              </p:nvPr>
            </p:nvSpPr>
            <p:spPr bwMode="auto">
              <a:xfrm>
                <a:off x="3574" y="1912"/>
                <a:ext cx="2" cy="21"/>
              </a:xfrm>
              <a:custGeom>
                <a:avLst/>
                <a:gdLst>
                  <a:gd name="T0" fmla="*/ 0 w 1"/>
                  <a:gd name="T1" fmla="*/ 0 h 10"/>
                  <a:gd name="T2" fmla="*/ 1 w 1"/>
                  <a:gd name="T3" fmla="*/ 10 h 10"/>
                  <a:gd name="T4" fmla="*/ 0 w 1"/>
                  <a:gd name="T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">
                    <a:moveTo>
                      <a:pt x="0" y="0"/>
                    </a:moveTo>
                    <a:cubicBezTo>
                      <a:pt x="0" y="4"/>
                      <a:pt x="0" y="10"/>
                      <a:pt x="1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5" name="Freeform 286"/>
              <p:cNvSpPr>
                <a:spLocks noEditPoint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3559" y="1774"/>
                <a:ext cx="77" cy="91"/>
              </a:xfrm>
              <a:custGeom>
                <a:avLst/>
                <a:gdLst>
                  <a:gd name="T0" fmla="*/ 32 w 36"/>
                  <a:gd name="T1" fmla="*/ 19 h 43"/>
                  <a:gd name="T2" fmla="*/ 27 w 36"/>
                  <a:gd name="T3" fmla="*/ 2 h 43"/>
                  <a:gd name="T4" fmla="*/ 8 w 36"/>
                  <a:gd name="T5" fmla="*/ 14 h 43"/>
                  <a:gd name="T6" fmla="*/ 16 w 36"/>
                  <a:gd name="T7" fmla="*/ 25 h 43"/>
                  <a:gd name="T8" fmla="*/ 16 w 36"/>
                  <a:gd name="T9" fmla="*/ 24 h 43"/>
                  <a:gd name="T10" fmla="*/ 17 w 36"/>
                  <a:gd name="T11" fmla="*/ 24 h 43"/>
                  <a:gd name="T12" fmla="*/ 17 w 36"/>
                  <a:gd name="T13" fmla="*/ 23 h 43"/>
                  <a:gd name="T14" fmla="*/ 17 w 36"/>
                  <a:gd name="T15" fmla="*/ 24 h 43"/>
                  <a:gd name="T16" fmla="*/ 19 w 36"/>
                  <a:gd name="T17" fmla="*/ 23 h 43"/>
                  <a:gd name="T18" fmla="*/ 18 w 36"/>
                  <a:gd name="T19" fmla="*/ 24 h 43"/>
                  <a:gd name="T20" fmla="*/ 17 w 36"/>
                  <a:gd name="T21" fmla="*/ 24 h 43"/>
                  <a:gd name="T22" fmla="*/ 19 w 36"/>
                  <a:gd name="T23" fmla="*/ 23 h 43"/>
                  <a:gd name="T24" fmla="*/ 20 w 36"/>
                  <a:gd name="T25" fmla="*/ 23 h 43"/>
                  <a:gd name="T26" fmla="*/ 21 w 36"/>
                  <a:gd name="T27" fmla="*/ 24 h 43"/>
                  <a:gd name="T28" fmla="*/ 21 w 36"/>
                  <a:gd name="T29" fmla="*/ 23 h 43"/>
                  <a:gd name="T30" fmla="*/ 21 w 36"/>
                  <a:gd name="T31" fmla="*/ 23 h 43"/>
                  <a:gd name="T32" fmla="*/ 21 w 36"/>
                  <a:gd name="T33" fmla="*/ 23 h 43"/>
                  <a:gd name="T34" fmla="*/ 21 w 36"/>
                  <a:gd name="T35" fmla="*/ 24 h 43"/>
                  <a:gd name="T36" fmla="*/ 22 w 36"/>
                  <a:gd name="T37" fmla="*/ 24 h 43"/>
                  <a:gd name="T38" fmla="*/ 22 w 36"/>
                  <a:gd name="T39" fmla="*/ 24 h 43"/>
                  <a:gd name="T40" fmla="*/ 22 w 36"/>
                  <a:gd name="T41" fmla="*/ 19 h 43"/>
                  <a:gd name="T42" fmla="*/ 22 w 36"/>
                  <a:gd name="T43" fmla="*/ 19 h 43"/>
                  <a:gd name="T44" fmla="*/ 23 w 36"/>
                  <a:gd name="T45" fmla="*/ 23 h 43"/>
                  <a:gd name="T46" fmla="*/ 27 w 36"/>
                  <a:gd name="T47" fmla="*/ 24 h 43"/>
                  <a:gd name="T48" fmla="*/ 25 w 36"/>
                  <a:gd name="T49" fmla="*/ 24 h 43"/>
                  <a:gd name="T50" fmla="*/ 25 w 36"/>
                  <a:gd name="T51" fmla="*/ 24 h 43"/>
                  <a:gd name="T52" fmla="*/ 26 w 36"/>
                  <a:gd name="T53" fmla="*/ 23 h 43"/>
                  <a:gd name="T54" fmla="*/ 25 w 36"/>
                  <a:gd name="T55" fmla="*/ 24 h 43"/>
                  <a:gd name="T56" fmla="*/ 24 w 36"/>
                  <a:gd name="T57" fmla="*/ 24 h 43"/>
                  <a:gd name="T58" fmla="*/ 24 w 36"/>
                  <a:gd name="T59" fmla="*/ 22 h 43"/>
                  <a:gd name="T60" fmla="*/ 24 w 36"/>
                  <a:gd name="T61" fmla="*/ 24 h 43"/>
                  <a:gd name="T62" fmla="*/ 23 w 36"/>
                  <a:gd name="T63" fmla="*/ 24 h 43"/>
                  <a:gd name="T64" fmla="*/ 23 w 36"/>
                  <a:gd name="T65" fmla="*/ 24 h 43"/>
                  <a:gd name="T66" fmla="*/ 24 w 36"/>
                  <a:gd name="T67" fmla="*/ 24 h 43"/>
                  <a:gd name="T68" fmla="*/ 24 w 36"/>
                  <a:gd name="T69" fmla="*/ 24 h 43"/>
                  <a:gd name="T70" fmla="*/ 25 w 36"/>
                  <a:gd name="T71" fmla="*/ 24 h 43"/>
                  <a:gd name="T72" fmla="*/ 29 w 36"/>
                  <a:gd name="T73" fmla="*/ 24 h 43"/>
                  <a:gd name="T74" fmla="*/ 26 w 36"/>
                  <a:gd name="T75" fmla="*/ 24 h 43"/>
                  <a:gd name="T76" fmla="*/ 24 w 36"/>
                  <a:gd name="T77" fmla="*/ 22 h 43"/>
                  <a:gd name="T78" fmla="*/ 23 w 36"/>
                  <a:gd name="T79" fmla="*/ 21 h 43"/>
                  <a:gd name="T80" fmla="*/ 24 w 36"/>
                  <a:gd name="T81" fmla="*/ 21 h 43"/>
                  <a:gd name="T82" fmla="*/ 24 w 36"/>
                  <a:gd name="T83" fmla="*/ 21 h 43"/>
                  <a:gd name="T84" fmla="*/ 23 w 36"/>
                  <a:gd name="T85" fmla="*/ 20 h 43"/>
                  <a:gd name="T86" fmla="*/ 22 w 36"/>
                  <a:gd name="T87" fmla="*/ 19 h 43"/>
                  <a:gd name="T88" fmla="*/ 22 w 36"/>
                  <a:gd name="T89" fmla="*/ 20 h 43"/>
                  <a:gd name="T90" fmla="*/ 21 w 36"/>
                  <a:gd name="T91" fmla="*/ 19 h 43"/>
                  <a:gd name="T92" fmla="*/ 22 w 36"/>
                  <a:gd name="T93" fmla="*/ 21 h 43"/>
                  <a:gd name="T94" fmla="*/ 20 w 36"/>
                  <a:gd name="T95" fmla="*/ 21 h 43"/>
                  <a:gd name="T96" fmla="*/ 17 w 36"/>
                  <a:gd name="T97" fmla="*/ 20 h 43"/>
                  <a:gd name="T98" fmla="*/ 20 w 36"/>
                  <a:gd name="T99" fmla="*/ 19 h 43"/>
                  <a:gd name="T100" fmla="*/ 18 w 36"/>
                  <a:gd name="T101" fmla="*/ 18 h 43"/>
                  <a:gd name="T102" fmla="*/ 19 w 36"/>
                  <a:gd name="T103" fmla="*/ 18 h 43"/>
                  <a:gd name="T104" fmla="*/ 20 w 36"/>
                  <a:gd name="T105" fmla="*/ 18 h 43"/>
                  <a:gd name="T106" fmla="*/ 21 w 36"/>
                  <a:gd name="T107" fmla="*/ 19 h 43"/>
                  <a:gd name="T108" fmla="*/ 20 w 36"/>
                  <a:gd name="T109" fmla="*/ 18 h 43"/>
                  <a:gd name="T110" fmla="*/ 18 w 36"/>
                  <a:gd name="T111" fmla="*/ 18 h 43"/>
                  <a:gd name="T112" fmla="*/ 18 w 36"/>
                  <a:gd name="T113" fmla="*/ 18 h 43"/>
                  <a:gd name="T114" fmla="*/ 15 w 36"/>
                  <a:gd name="T115" fmla="*/ 18 h 43"/>
                  <a:gd name="T116" fmla="*/ 18 w 36"/>
                  <a:gd name="T117" fmla="*/ 18 h 43"/>
                  <a:gd name="T118" fmla="*/ 18 w 36"/>
                  <a:gd name="T119" fmla="*/ 18 h 43"/>
                  <a:gd name="T120" fmla="*/ 17 w 36"/>
                  <a:gd name="T121" fmla="*/ 19 h 43"/>
                  <a:gd name="T122" fmla="*/ 16 w 36"/>
                  <a:gd name="T123" fmla="*/ 25 h 43"/>
                  <a:gd name="T124" fmla="*/ 14 w 36"/>
                  <a:gd name="T125" fmla="*/ 2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6" h="43">
                    <a:moveTo>
                      <a:pt x="5" y="16"/>
                    </a:moveTo>
                    <a:cubicBezTo>
                      <a:pt x="6" y="19"/>
                      <a:pt x="3" y="20"/>
                      <a:pt x="0" y="23"/>
                    </a:cubicBezTo>
                    <a:cubicBezTo>
                      <a:pt x="0" y="23"/>
                      <a:pt x="1" y="25"/>
                      <a:pt x="1" y="28"/>
                    </a:cubicBezTo>
                    <a:cubicBezTo>
                      <a:pt x="5" y="39"/>
                      <a:pt x="13" y="43"/>
                      <a:pt x="19" y="41"/>
                    </a:cubicBezTo>
                    <a:cubicBezTo>
                      <a:pt x="18" y="40"/>
                      <a:pt x="18" y="39"/>
                      <a:pt x="19" y="39"/>
                    </a:cubicBezTo>
                    <a:cubicBezTo>
                      <a:pt x="19" y="39"/>
                      <a:pt x="19" y="39"/>
                      <a:pt x="19" y="39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9"/>
                      <a:pt x="19" y="40"/>
                    </a:cubicBezTo>
                    <a:cubicBezTo>
                      <a:pt x="20" y="39"/>
                      <a:pt x="21" y="39"/>
                      <a:pt x="23" y="39"/>
                    </a:cubicBezTo>
                    <a:cubicBezTo>
                      <a:pt x="22" y="36"/>
                      <a:pt x="23" y="38"/>
                      <a:pt x="23" y="36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3" y="36"/>
                      <a:pt x="25" y="38"/>
                    </a:cubicBezTo>
                    <a:cubicBezTo>
                      <a:pt x="29" y="38"/>
                      <a:pt x="31" y="35"/>
                      <a:pt x="33" y="33"/>
                    </a:cubicBezTo>
                    <a:cubicBezTo>
                      <a:pt x="36" y="30"/>
                      <a:pt x="36" y="26"/>
                      <a:pt x="36" y="21"/>
                    </a:cubicBezTo>
                    <a:cubicBezTo>
                      <a:pt x="33" y="20"/>
                      <a:pt x="35" y="19"/>
                      <a:pt x="32" y="19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31" y="18"/>
                      <a:pt x="33" y="18"/>
                      <a:pt x="34" y="17"/>
                    </a:cubicBezTo>
                    <a:cubicBezTo>
                      <a:pt x="33" y="17"/>
                      <a:pt x="34" y="17"/>
                      <a:pt x="32" y="17"/>
                    </a:cubicBezTo>
                    <a:cubicBezTo>
                      <a:pt x="30" y="17"/>
                      <a:pt x="35" y="17"/>
                      <a:pt x="34" y="16"/>
                    </a:cubicBezTo>
                    <a:cubicBezTo>
                      <a:pt x="34" y="16"/>
                      <a:pt x="33" y="17"/>
                      <a:pt x="33" y="16"/>
                    </a:cubicBezTo>
                    <a:cubicBezTo>
                      <a:pt x="31" y="16"/>
                      <a:pt x="34" y="17"/>
                      <a:pt x="36" y="15"/>
                    </a:cubicBezTo>
                    <a:cubicBezTo>
                      <a:pt x="35" y="13"/>
                      <a:pt x="32" y="12"/>
                      <a:pt x="33" y="10"/>
                    </a:cubicBezTo>
                    <a:cubicBezTo>
                      <a:pt x="33" y="11"/>
                      <a:pt x="32" y="11"/>
                      <a:pt x="32" y="11"/>
                    </a:cubicBezTo>
                    <a:cubicBezTo>
                      <a:pt x="35" y="9"/>
                      <a:pt x="31" y="11"/>
                      <a:pt x="32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4" y="9"/>
                      <a:pt x="32" y="9"/>
                      <a:pt x="32" y="7"/>
                    </a:cubicBezTo>
                    <a:cubicBezTo>
                      <a:pt x="30" y="7"/>
                      <a:pt x="32" y="5"/>
                      <a:pt x="30" y="5"/>
                    </a:cubicBezTo>
                    <a:cubicBezTo>
                      <a:pt x="31" y="5"/>
                      <a:pt x="30" y="4"/>
                      <a:pt x="30" y="4"/>
                    </a:cubicBezTo>
                    <a:cubicBezTo>
                      <a:pt x="27" y="6"/>
                      <a:pt x="29" y="1"/>
                      <a:pt x="27" y="3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5" y="1"/>
                      <a:pt x="21" y="0"/>
                      <a:pt x="18" y="3"/>
                    </a:cubicBezTo>
                    <a:cubicBezTo>
                      <a:pt x="16" y="3"/>
                      <a:pt x="12" y="1"/>
                      <a:pt x="13" y="3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4"/>
                      <a:pt x="12" y="3"/>
                    </a:cubicBezTo>
                    <a:cubicBezTo>
                      <a:pt x="13" y="5"/>
                      <a:pt x="11" y="4"/>
                      <a:pt x="11" y="4"/>
                    </a:cubicBezTo>
                    <a:cubicBezTo>
                      <a:pt x="11" y="5"/>
                      <a:pt x="11" y="5"/>
                      <a:pt x="11" y="6"/>
                    </a:cubicBezTo>
                    <a:cubicBezTo>
                      <a:pt x="9" y="4"/>
                      <a:pt x="11" y="8"/>
                      <a:pt x="9" y="7"/>
                    </a:cubicBezTo>
                    <a:cubicBezTo>
                      <a:pt x="12" y="9"/>
                      <a:pt x="10" y="8"/>
                      <a:pt x="10" y="9"/>
                    </a:cubicBezTo>
                    <a:cubicBezTo>
                      <a:pt x="10" y="9"/>
                      <a:pt x="10" y="9"/>
                      <a:pt x="9" y="8"/>
                    </a:cubicBezTo>
                    <a:cubicBezTo>
                      <a:pt x="9" y="9"/>
                      <a:pt x="9" y="9"/>
                      <a:pt x="8" y="9"/>
                    </a:cubicBezTo>
                    <a:cubicBezTo>
                      <a:pt x="8" y="9"/>
                      <a:pt x="10" y="10"/>
                      <a:pt x="9" y="10"/>
                    </a:cubicBezTo>
                    <a:cubicBezTo>
                      <a:pt x="7" y="9"/>
                      <a:pt x="9" y="11"/>
                      <a:pt x="8" y="10"/>
                    </a:cubicBezTo>
                    <a:cubicBezTo>
                      <a:pt x="10" y="11"/>
                      <a:pt x="11" y="13"/>
                      <a:pt x="10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2"/>
                      <a:pt x="5" y="12"/>
                      <a:pt x="8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8" y="15"/>
                      <a:pt x="6" y="15"/>
                      <a:pt x="8" y="17"/>
                    </a:cubicBezTo>
                    <a:cubicBezTo>
                      <a:pt x="8" y="17"/>
                      <a:pt x="7" y="17"/>
                      <a:pt x="7" y="17"/>
                    </a:cubicBezTo>
                    <a:cubicBezTo>
                      <a:pt x="6" y="17"/>
                      <a:pt x="5" y="16"/>
                      <a:pt x="5" y="16"/>
                    </a:cubicBezTo>
                    <a:close/>
                    <a:moveTo>
                      <a:pt x="16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7"/>
                      <a:pt x="16" y="27"/>
                      <a:pt x="16" y="26"/>
                    </a:cubicBezTo>
                    <a:close/>
                    <a:moveTo>
                      <a:pt x="17" y="24"/>
                    </a:moveTo>
                    <a:cubicBezTo>
                      <a:pt x="17" y="25"/>
                      <a:pt x="16" y="25"/>
                      <a:pt x="17" y="27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5"/>
                      <a:pt x="17" y="25"/>
                      <a:pt x="17" y="24"/>
                    </a:cubicBezTo>
                    <a:close/>
                    <a:moveTo>
                      <a:pt x="16" y="25"/>
                    </a:move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5"/>
                      <a:pt x="17" y="23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6" y="25"/>
                      <a:pt x="17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8" y="25"/>
                      <a:pt x="17" y="24"/>
                      <a:pt x="17" y="24"/>
                    </a:cubicBezTo>
                    <a:close/>
                    <a:moveTo>
                      <a:pt x="18" y="24"/>
                    </a:move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lose/>
                    <a:moveTo>
                      <a:pt x="20" y="23"/>
                    </a:move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19" y="23"/>
                      <a:pt x="19" y="23"/>
                    </a:cubicBezTo>
                    <a:cubicBezTo>
                      <a:pt x="19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8" y="25"/>
                      <a:pt x="19" y="26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3"/>
                      <a:pt x="17" y="23"/>
                    </a:cubicBezTo>
                    <a:cubicBezTo>
                      <a:pt x="17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2"/>
                      <a:pt x="17" y="22"/>
                      <a:pt x="17" y="22"/>
                    </a:cubicBezTo>
                    <a:cubicBezTo>
                      <a:pt x="18" y="22"/>
                      <a:pt x="18" y="23"/>
                      <a:pt x="18" y="23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9" y="23"/>
                      <a:pt x="19" y="23"/>
                    </a:cubicBezTo>
                    <a:cubicBezTo>
                      <a:pt x="19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1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1" y="24"/>
                      <a:pt x="21" y="24"/>
                      <a:pt x="21" y="25"/>
                    </a:cubicBezTo>
                    <a:lnTo>
                      <a:pt x="20" y="24"/>
                    </a:ln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2" y="25"/>
                    </a:cubicBezTo>
                    <a:lnTo>
                      <a:pt x="21" y="24"/>
                    </a:lnTo>
                    <a:close/>
                    <a:moveTo>
                      <a:pt x="22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lnTo>
                      <a:pt x="22" y="23"/>
                    </a:ln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3" y="24"/>
                      <a:pt x="22" y="24"/>
                    </a:cubicBezTo>
                    <a:close/>
                    <a:moveTo>
                      <a:pt x="22" y="22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3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2" y="22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2" y="20"/>
                      <a:pt x="22" y="20"/>
                    </a:cubicBezTo>
                    <a:cubicBezTo>
                      <a:pt x="22" y="20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3" y="23"/>
                    </a:moveTo>
                    <a:cubicBezTo>
                      <a:pt x="23" y="23"/>
                      <a:pt x="23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3"/>
                      <a:pt x="23" y="22"/>
                      <a:pt x="23" y="22"/>
                    </a:cubicBezTo>
                    <a:close/>
                    <a:moveTo>
                      <a:pt x="27" y="24"/>
                    </a:moveTo>
                    <a:cubicBezTo>
                      <a:pt x="26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5" y="24"/>
                    </a:cubicBezTo>
                    <a:cubicBezTo>
                      <a:pt x="26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3"/>
                    </a:move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6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6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5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6" y="23"/>
                    </a:cubicBezTo>
                    <a:cubicBezTo>
                      <a:pt x="25" y="23"/>
                      <a:pt x="25" y="23"/>
                      <a:pt x="25" y="23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4" y="22"/>
                    </a:ln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4" y="22"/>
                      <a:pt x="24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3"/>
                      <a:pt x="23" y="23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4"/>
                    </a:move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5"/>
                      <a:pt x="27" y="25"/>
                      <a:pt x="27" y="25"/>
                    </a:cubicBezTo>
                    <a:cubicBezTo>
                      <a:pt x="26" y="24"/>
                      <a:pt x="25" y="24"/>
                      <a:pt x="24" y="24"/>
                    </a:cubicBezTo>
                    <a:close/>
                    <a:moveTo>
                      <a:pt x="27" y="25"/>
                    </a:move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8" y="24"/>
                      <a:pt x="28" y="24"/>
                      <a:pt x="27" y="24"/>
                    </a:cubicBezTo>
                    <a:close/>
                    <a:moveTo>
                      <a:pt x="29" y="24"/>
                    </a:moveTo>
                    <a:cubicBezTo>
                      <a:pt x="29" y="24"/>
                      <a:pt x="26" y="24"/>
                      <a:pt x="27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6" y="24"/>
                    </a:cubicBezTo>
                    <a:lnTo>
                      <a:pt x="29" y="24"/>
                    </a:lnTo>
                    <a:close/>
                    <a:moveTo>
                      <a:pt x="27" y="24"/>
                    </a:move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2"/>
                    </a:moveTo>
                    <a:cubicBezTo>
                      <a:pt x="26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6" y="22"/>
                      <a:pt x="26" y="22"/>
                    </a:cubicBezTo>
                    <a:close/>
                    <a:moveTo>
                      <a:pt x="25" y="22"/>
                    </a:move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2"/>
                      <a:pt x="25" y="22"/>
                    </a:cubicBezTo>
                    <a:cubicBezTo>
                      <a:pt x="25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4" y="22"/>
                      <a:pt x="24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2" y="21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4" y="21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lose/>
                    <a:moveTo>
                      <a:pt x="23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3" y="21"/>
                      <a:pt x="23" y="21"/>
                      <a:pt x="23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5" y="21"/>
                    </a:cubicBezTo>
                    <a:cubicBezTo>
                      <a:pt x="25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19"/>
                      <a:pt x="23" y="19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8"/>
                      <a:pt x="22" y="18"/>
                    </a:cubicBezTo>
                    <a:cubicBezTo>
                      <a:pt x="21" y="17"/>
                      <a:pt x="22" y="18"/>
                      <a:pt x="23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19"/>
                    </a:cubicBezTo>
                    <a:close/>
                    <a:moveTo>
                      <a:pt x="22" y="21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2" y="21"/>
                    </a:cubicBezTo>
                    <a:close/>
                    <a:moveTo>
                      <a:pt x="22" y="21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2" y="21"/>
                      <a:pt x="22" y="21"/>
                    </a:cubicBezTo>
                    <a:close/>
                    <a:moveTo>
                      <a:pt x="20" y="21"/>
                    </a:moveTo>
                    <a:cubicBezTo>
                      <a:pt x="20" y="21"/>
                      <a:pt x="20" y="22"/>
                      <a:pt x="20" y="22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1"/>
                      <a:pt x="18" y="20"/>
                      <a:pt x="17" y="21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7" y="20"/>
                      <a:pt x="17" y="20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7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19" y="19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20" y="18"/>
                      <a:pt x="19" y="21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20" y="20"/>
                    </a:cubicBezTo>
                    <a:cubicBezTo>
                      <a:pt x="20" y="20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1"/>
                      <a:pt x="20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0" y="21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8" y="18"/>
                    </a:cubicBezTo>
                    <a:cubicBezTo>
                      <a:pt x="19" y="18"/>
                      <a:pt x="19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ubicBezTo>
                      <a:pt x="18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8"/>
                    </a:cubicBezTo>
                    <a:cubicBezTo>
                      <a:pt x="20" y="19"/>
                      <a:pt x="20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9"/>
                      <a:pt x="20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1" y="19"/>
                    </a:cubicBezTo>
                    <a:lnTo>
                      <a:pt x="20" y="18"/>
                    </a:lnTo>
                    <a:close/>
                    <a:moveTo>
                      <a:pt x="19" y="18"/>
                    </a:move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9"/>
                      <a:pt x="18" y="18"/>
                      <a:pt x="16" y="18"/>
                    </a:cubicBezTo>
                    <a:cubicBezTo>
                      <a:pt x="18" y="18"/>
                      <a:pt x="16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8" y="18"/>
                      <a:pt x="17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8"/>
                      <a:pt x="17" y="18"/>
                      <a:pt x="18" y="18"/>
                    </a:cubicBezTo>
                    <a:cubicBezTo>
                      <a:pt x="17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7" y="18"/>
                      <a:pt x="17" y="19"/>
                    </a:cubicBezTo>
                    <a:cubicBezTo>
                      <a:pt x="16" y="19"/>
                      <a:pt x="17" y="18"/>
                      <a:pt x="18" y="18"/>
                    </a:cubicBezTo>
                    <a:cubicBezTo>
                      <a:pt x="16" y="19"/>
                      <a:pt x="17" y="18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9"/>
                      <a:pt x="19" y="18"/>
                      <a:pt x="17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9" y="18"/>
                    </a:cubicBezTo>
                    <a:cubicBezTo>
                      <a:pt x="18" y="18"/>
                      <a:pt x="18" y="19"/>
                      <a:pt x="18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5" y="18"/>
                      <a:pt x="15" y="18"/>
                    </a:cubicBezTo>
                    <a:cubicBezTo>
                      <a:pt x="16" y="18"/>
                      <a:pt x="16" y="18"/>
                      <a:pt x="16" y="19"/>
                    </a:cubicBezTo>
                    <a:cubicBezTo>
                      <a:pt x="18" y="18"/>
                      <a:pt x="15" y="19"/>
                      <a:pt x="18" y="18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4"/>
                    </a:cubicBezTo>
                    <a:cubicBezTo>
                      <a:pt x="16" y="24"/>
                      <a:pt x="15" y="24"/>
                      <a:pt x="15" y="23"/>
                    </a:cubicBezTo>
                    <a:cubicBezTo>
                      <a:pt x="16" y="23"/>
                      <a:pt x="16" y="24"/>
                      <a:pt x="17" y="24"/>
                    </a:cubicBezTo>
                    <a:close/>
                    <a:moveTo>
                      <a:pt x="15" y="26"/>
                    </a:move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5" y="26"/>
                      <a:pt x="15" y="26"/>
                      <a:pt x="15" y="27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lose/>
                    <a:moveTo>
                      <a:pt x="15" y="26"/>
                    </a:moveTo>
                    <a:cubicBezTo>
                      <a:pt x="14" y="27"/>
                      <a:pt x="15" y="26"/>
                      <a:pt x="14" y="27"/>
                    </a:cubicBezTo>
                    <a:cubicBezTo>
                      <a:pt x="14" y="27"/>
                      <a:pt x="14" y="27"/>
                      <a:pt x="14" y="26"/>
                    </a:cubicBezTo>
                    <a:cubicBezTo>
                      <a:pt x="14" y="26"/>
                      <a:pt x="15" y="26"/>
                      <a:pt x="15" y="26"/>
                    </a:cubicBezTo>
                    <a:close/>
                    <a:moveTo>
                      <a:pt x="15" y="29"/>
                    </a:moveTo>
                    <a:cubicBezTo>
                      <a:pt x="14" y="30"/>
                      <a:pt x="14" y="30"/>
                      <a:pt x="14" y="29"/>
                    </a:cubicBezTo>
                    <a:cubicBezTo>
                      <a:pt x="14" y="29"/>
                      <a:pt x="14" y="29"/>
                      <a:pt x="15" y="29"/>
                    </a:cubicBezTo>
                    <a:close/>
                    <a:moveTo>
                      <a:pt x="13" y="28"/>
                    </a:moveTo>
                    <a:cubicBezTo>
                      <a:pt x="13" y="28"/>
                      <a:pt x="13" y="27"/>
                      <a:pt x="13" y="27"/>
                    </a:cubicBezTo>
                    <a:cubicBezTo>
                      <a:pt x="13" y="27"/>
                      <a:pt x="13" y="28"/>
                      <a:pt x="13" y="28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3" y="28"/>
                      <a:pt x="12" y="28"/>
                      <a:pt x="12" y="29"/>
                    </a:cubicBezTo>
                    <a:lnTo>
                      <a:pt x="13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6" name="Freeform 287"/>
              <p:cNvSpPr/>
              <p:nvPr>
                <p:custDataLst>
                  <p:tags r:id="rId132"/>
                </p:custDataLst>
              </p:nvPr>
            </p:nvSpPr>
            <p:spPr bwMode="auto">
              <a:xfrm>
                <a:off x="3608" y="1908"/>
                <a:ext cx="4" cy="6"/>
              </a:xfrm>
              <a:custGeom>
                <a:avLst/>
                <a:gdLst>
                  <a:gd name="T0" fmla="*/ 1 w 2"/>
                  <a:gd name="T1" fmla="*/ 0 h 3"/>
                  <a:gd name="T2" fmla="*/ 0 w 2"/>
                  <a:gd name="T3" fmla="*/ 2 h 3"/>
                  <a:gd name="T4" fmla="*/ 1 w 2"/>
                  <a:gd name="T5" fmla="*/ 3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1" y="2"/>
                      <a:pt x="1" y="2"/>
                      <a:pt x="1" y="3"/>
                    </a:cubicBezTo>
                    <a:cubicBezTo>
                      <a:pt x="2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7" name="Freeform 288"/>
              <p:cNvSpPr/>
              <p:nvPr>
                <p:custDataLst>
                  <p:tags r:id="rId133"/>
                </p:custDataLst>
              </p:nvPr>
            </p:nvSpPr>
            <p:spPr bwMode="auto">
              <a:xfrm>
                <a:off x="4113" y="1587"/>
                <a:ext cx="4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1" y="2"/>
                      <a:pt x="2" y="2"/>
                    </a:cubicBezTo>
                    <a:cubicBezTo>
                      <a:pt x="0" y="0"/>
                      <a:pt x="1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8" name="Freeform 289"/>
              <p:cNvSpPr/>
              <p:nvPr>
                <p:custDataLst>
                  <p:tags r:id="rId134"/>
                </p:custDataLst>
              </p:nvPr>
            </p:nvSpPr>
            <p:spPr bwMode="auto">
              <a:xfrm>
                <a:off x="3593" y="182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9" name="Freeform 290"/>
              <p:cNvSpPr/>
              <p:nvPr>
                <p:custDataLst>
                  <p:tags r:id="rId135"/>
                </p:custDataLst>
              </p:nvPr>
            </p:nvSpPr>
            <p:spPr bwMode="auto">
              <a:xfrm>
                <a:off x="4251" y="1730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2 w 4"/>
                  <a:gd name="T3" fmla="*/ 4 h 4"/>
                  <a:gd name="T4" fmla="*/ 4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2" y="4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0" name="Freeform 291"/>
              <p:cNvSpPr/>
              <p:nvPr>
                <p:custDataLst>
                  <p:tags r:id="rId136"/>
                </p:custDataLst>
              </p:nvPr>
            </p:nvSpPr>
            <p:spPr bwMode="auto">
              <a:xfrm>
                <a:off x="3980" y="24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1" name="Freeform 292"/>
              <p:cNvSpPr/>
              <p:nvPr>
                <p:custDataLst>
                  <p:tags r:id="rId137"/>
                </p:custDataLst>
              </p:nvPr>
            </p:nvSpPr>
            <p:spPr bwMode="auto">
              <a:xfrm>
                <a:off x="3980" y="2446"/>
                <a:ext cx="4" cy="5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0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2"/>
                      <a:pt x="0" y="0"/>
                      <a:pt x="1" y="0"/>
                    </a:cubicBezTo>
                    <a:cubicBezTo>
                      <a:pt x="0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2" name="Freeform 293"/>
              <p:cNvSpPr/>
              <p:nvPr>
                <p:custDataLst>
                  <p:tags r:id="rId138"/>
                </p:custDataLst>
              </p:nvPr>
            </p:nvSpPr>
            <p:spPr bwMode="auto">
              <a:xfrm>
                <a:off x="4062" y="2253"/>
                <a:ext cx="0" cy="2"/>
              </a:xfrm>
              <a:custGeom>
                <a:avLst/>
                <a:gdLst>
                  <a:gd name="T0" fmla="*/ 0 h 2"/>
                  <a:gd name="T1" fmla="*/ 0 h 2"/>
                  <a:gd name="T2" fmla="*/ 2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3" name="Freeform 294"/>
              <p:cNvSpPr/>
              <p:nvPr>
                <p:custDataLst>
                  <p:tags r:id="rId139"/>
                </p:custDataLst>
              </p:nvPr>
            </p:nvSpPr>
            <p:spPr bwMode="auto">
              <a:xfrm>
                <a:off x="4162" y="220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1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4" name="Freeform 295"/>
              <p:cNvSpPr/>
              <p:nvPr>
                <p:custDataLst>
                  <p:tags r:id="rId140"/>
                </p:custDataLst>
              </p:nvPr>
            </p:nvSpPr>
            <p:spPr bwMode="auto">
              <a:xfrm>
                <a:off x="4164" y="2139"/>
                <a:ext cx="4" cy="2"/>
              </a:xfrm>
              <a:custGeom>
                <a:avLst/>
                <a:gdLst>
                  <a:gd name="T0" fmla="*/ 4 w 4"/>
                  <a:gd name="T1" fmla="*/ 2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5" name="Freeform 296"/>
              <p:cNvSpPr/>
              <p:nvPr>
                <p:custDataLst>
                  <p:tags r:id="rId141"/>
                </p:custDataLst>
              </p:nvPr>
            </p:nvSpPr>
            <p:spPr bwMode="auto">
              <a:xfrm>
                <a:off x="3606" y="1819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6" name="Oval 297"/>
              <p:cNvSpPr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3598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7" name="Oval 298"/>
              <p:cNvSpPr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3600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8" name="Freeform 299"/>
              <p:cNvSpPr/>
              <p:nvPr>
                <p:custDataLst>
                  <p:tags r:id="rId144"/>
                </p:custDataLst>
              </p:nvPr>
            </p:nvSpPr>
            <p:spPr bwMode="auto">
              <a:xfrm>
                <a:off x="3598" y="181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0 w 1"/>
                  <a:gd name="T3" fmla="*/ 0 w 1"/>
                  <a:gd name="T4" fmla="*/ 0 w 1"/>
                  <a:gd name="T5" fmla="*/ 1 w 1"/>
                  <a:gd name="T6" fmla="*/ 1 w 1"/>
                  <a:gd name="T7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9" name="Oval 300"/>
              <p:cNvSpPr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3602" y="181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0" name="Freeform 301"/>
              <p:cNvSpPr/>
              <p:nvPr>
                <p:custDataLst>
                  <p:tags r:id="rId146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1 h 1"/>
                  <a:gd name="T4" fmla="*/ 0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1" name="Freeform 302"/>
              <p:cNvSpPr/>
              <p:nvPr>
                <p:custDataLst>
                  <p:tags r:id="rId147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2" name="Oval 303"/>
              <p:cNvSpPr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3593" y="1814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3" name="Freeform 304"/>
              <p:cNvSpPr/>
              <p:nvPr>
                <p:custDataLst>
                  <p:tags r:id="rId149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4" name="Freeform 305"/>
              <p:cNvSpPr/>
              <p:nvPr>
                <p:custDataLst>
                  <p:tags r:id="rId150"/>
                </p:custDataLst>
              </p:nvPr>
            </p:nvSpPr>
            <p:spPr bwMode="auto">
              <a:xfrm>
                <a:off x="3598" y="181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5" name="Oval 306"/>
              <p:cNvSpPr>
                <a:spLocks noChangeArrowheads="1"/>
              </p:cNvSpPr>
              <p:nvPr>
                <p:custDataLst>
                  <p:tags r:id="rId151"/>
                </p:custDataLst>
              </p:nvPr>
            </p:nvSpPr>
            <p:spPr bwMode="auto">
              <a:xfrm>
                <a:off x="3612" y="1821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6" name="Freeform 307"/>
              <p:cNvSpPr/>
              <p:nvPr>
                <p:custDataLst>
                  <p:tags r:id="rId152"/>
                </p:custDataLst>
              </p:nvPr>
            </p:nvSpPr>
            <p:spPr bwMode="auto">
              <a:xfrm>
                <a:off x="3977" y="2478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7" name="Freeform 308"/>
              <p:cNvSpPr/>
              <p:nvPr>
                <p:custDataLst>
                  <p:tags r:id="rId153"/>
                </p:custDataLst>
              </p:nvPr>
            </p:nvSpPr>
            <p:spPr bwMode="auto">
              <a:xfrm>
                <a:off x="3595" y="1812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8" name="Freeform 309"/>
              <p:cNvSpPr/>
              <p:nvPr>
                <p:custDataLst>
                  <p:tags r:id="rId154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9" name="Freeform 310"/>
              <p:cNvSpPr/>
              <p:nvPr>
                <p:custDataLst>
                  <p:tags r:id="rId155"/>
                </p:custDataLst>
              </p:nvPr>
            </p:nvSpPr>
            <p:spPr bwMode="auto">
              <a:xfrm>
                <a:off x="3967" y="2491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0" name="Freeform 311"/>
              <p:cNvSpPr/>
              <p:nvPr>
                <p:custDataLst>
                  <p:tags r:id="rId156"/>
                </p:custDataLst>
              </p:nvPr>
            </p:nvSpPr>
            <p:spPr bwMode="auto">
              <a:xfrm>
                <a:off x="3825" y="2268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1" name="Freeform 312"/>
              <p:cNvSpPr/>
              <p:nvPr>
                <p:custDataLst>
                  <p:tags r:id="rId157"/>
                </p:custDataLst>
              </p:nvPr>
            </p:nvSpPr>
            <p:spPr bwMode="auto">
              <a:xfrm>
                <a:off x="3810" y="2268"/>
                <a:ext cx="8" cy="2"/>
              </a:xfrm>
              <a:custGeom>
                <a:avLst/>
                <a:gdLst>
                  <a:gd name="T0" fmla="*/ 4 w 4"/>
                  <a:gd name="T1" fmla="*/ 0 h 1"/>
                  <a:gd name="T2" fmla="*/ 0 w 4"/>
                  <a:gd name="T3" fmla="*/ 0 h 1"/>
                  <a:gd name="T4" fmla="*/ 4 w 4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2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2" name="Freeform 313"/>
              <p:cNvSpPr/>
              <p:nvPr>
                <p:custDataLst>
                  <p:tags r:id="rId158"/>
                </p:custDataLst>
              </p:nvPr>
            </p:nvSpPr>
            <p:spPr bwMode="auto">
              <a:xfrm>
                <a:off x="3835" y="2275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3" name="Freeform 314"/>
              <p:cNvSpPr/>
              <p:nvPr>
                <p:custDataLst>
                  <p:tags r:id="rId159"/>
                </p:custDataLst>
              </p:nvPr>
            </p:nvSpPr>
            <p:spPr bwMode="auto">
              <a:xfrm>
                <a:off x="3833" y="2268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1"/>
                      <a:pt x="0" y="0"/>
                      <a:pt x="0" y="1"/>
                    </a:cubicBezTo>
                    <a:cubicBezTo>
                      <a:pt x="1" y="2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4" name="Freeform 315"/>
              <p:cNvSpPr/>
              <p:nvPr>
                <p:custDataLst>
                  <p:tags r:id="rId160"/>
                </p:custDataLst>
              </p:nvPr>
            </p:nvSpPr>
            <p:spPr bwMode="auto">
              <a:xfrm>
                <a:off x="3833" y="2328"/>
                <a:ext cx="9" cy="2"/>
              </a:xfrm>
              <a:custGeom>
                <a:avLst/>
                <a:gdLst>
                  <a:gd name="T0" fmla="*/ 0 w 4"/>
                  <a:gd name="T1" fmla="*/ 1 h 1"/>
                  <a:gd name="T2" fmla="*/ 4 w 4"/>
                  <a:gd name="T3" fmla="*/ 0 h 1"/>
                  <a:gd name="T4" fmla="*/ 4 w 4"/>
                  <a:gd name="T5" fmla="*/ 0 h 1"/>
                  <a:gd name="T6" fmla="*/ 3 w 4"/>
                  <a:gd name="T7" fmla="*/ 0 h 1"/>
                  <a:gd name="T8" fmla="*/ 2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1" y="1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2" y="0"/>
                      <a:pt x="1" y="0"/>
                      <a:pt x="2" y="0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5" name="Freeform 316"/>
              <p:cNvSpPr/>
              <p:nvPr>
                <p:custDataLst>
                  <p:tags r:id="rId161"/>
                </p:custDataLst>
              </p:nvPr>
            </p:nvSpPr>
            <p:spPr bwMode="auto">
              <a:xfrm>
                <a:off x="3837" y="2330"/>
                <a:ext cx="5" cy="2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1" y="1"/>
                      <a:pt x="2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6" name="Freeform 317"/>
              <p:cNvSpPr/>
              <p:nvPr>
                <p:custDataLst>
                  <p:tags r:id="rId162"/>
                </p:custDataLst>
              </p:nvPr>
            </p:nvSpPr>
            <p:spPr bwMode="auto">
              <a:xfrm>
                <a:off x="3839" y="2328"/>
                <a:ext cx="5" cy="0"/>
              </a:xfrm>
              <a:custGeom>
                <a:avLst/>
                <a:gdLst>
                  <a:gd name="T0" fmla="*/ 1 w 2"/>
                  <a:gd name="T1" fmla="*/ 0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7" name="Freeform 318"/>
              <p:cNvSpPr/>
              <p:nvPr>
                <p:custDataLst>
                  <p:tags r:id="rId163"/>
                </p:custDataLst>
              </p:nvPr>
            </p:nvSpPr>
            <p:spPr bwMode="auto">
              <a:xfrm>
                <a:off x="3827" y="2268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0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0" y="0"/>
                    </a:cubicBez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8" name="Freeform 319"/>
              <p:cNvSpPr/>
              <p:nvPr>
                <p:custDataLst>
                  <p:tags r:id="rId164"/>
                </p:custDataLst>
              </p:nvPr>
            </p:nvSpPr>
            <p:spPr bwMode="auto">
              <a:xfrm>
                <a:off x="3729" y="2856"/>
                <a:ext cx="6" cy="4"/>
              </a:xfrm>
              <a:custGeom>
                <a:avLst/>
                <a:gdLst>
                  <a:gd name="T0" fmla="*/ 3 w 3"/>
                  <a:gd name="T1" fmla="*/ 0 h 2"/>
                  <a:gd name="T2" fmla="*/ 0 w 3"/>
                  <a:gd name="T3" fmla="*/ 2 h 2"/>
                  <a:gd name="T4" fmla="*/ 3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2" y="1"/>
                      <a:pt x="2" y="1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9" name="Freeform 320"/>
              <p:cNvSpPr/>
              <p:nvPr>
                <p:custDataLst>
                  <p:tags r:id="rId165"/>
                </p:custDataLst>
              </p:nvPr>
            </p:nvSpPr>
            <p:spPr bwMode="auto">
              <a:xfrm>
                <a:off x="3731" y="285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0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0" name="Freeform 321"/>
              <p:cNvSpPr/>
              <p:nvPr>
                <p:custDataLst>
                  <p:tags r:id="rId166"/>
                </p:custDataLst>
              </p:nvPr>
            </p:nvSpPr>
            <p:spPr bwMode="auto">
              <a:xfrm>
                <a:off x="3897" y="2822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1" name="Freeform 322"/>
              <p:cNvSpPr/>
              <p:nvPr>
                <p:custDataLst>
                  <p:tags r:id="rId167"/>
                </p:custDataLst>
              </p:nvPr>
            </p:nvSpPr>
            <p:spPr bwMode="auto">
              <a:xfrm>
                <a:off x="4007" y="2790"/>
                <a:ext cx="2" cy="4"/>
              </a:xfrm>
              <a:custGeom>
                <a:avLst/>
                <a:gdLst>
                  <a:gd name="T0" fmla="*/ 2 w 2"/>
                  <a:gd name="T1" fmla="*/ 4 h 4"/>
                  <a:gd name="T2" fmla="*/ 2 w 2"/>
                  <a:gd name="T3" fmla="*/ 4 h 4"/>
                  <a:gd name="T4" fmla="*/ 0 w 2"/>
                  <a:gd name="T5" fmla="*/ 0 h 4"/>
                  <a:gd name="T6" fmla="*/ 2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lnTo>
                      <a:pt x="2" y="4"/>
                    </a:lnTo>
                    <a:lnTo>
                      <a:pt x="0" y="0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2" name="Freeform 323"/>
              <p:cNvSpPr/>
              <p:nvPr>
                <p:custDataLst>
                  <p:tags r:id="rId168"/>
                </p:custDataLst>
              </p:nvPr>
            </p:nvSpPr>
            <p:spPr bwMode="auto">
              <a:xfrm>
                <a:off x="3971" y="2813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1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3" name="Freeform 324"/>
              <p:cNvSpPr/>
              <p:nvPr>
                <p:custDataLst>
                  <p:tags r:id="rId169"/>
                </p:custDataLst>
              </p:nvPr>
            </p:nvSpPr>
            <p:spPr bwMode="auto">
              <a:xfrm>
                <a:off x="3969" y="2501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4" name="Freeform 325"/>
              <p:cNvSpPr/>
              <p:nvPr>
                <p:custDataLst>
                  <p:tags r:id="rId170"/>
                </p:custDataLst>
              </p:nvPr>
            </p:nvSpPr>
            <p:spPr bwMode="auto">
              <a:xfrm>
                <a:off x="3850" y="28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5" name="Freeform 326"/>
              <p:cNvSpPr/>
              <p:nvPr>
                <p:custDataLst>
                  <p:tags r:id="rId171"/>
                </p:custDataLst>
              </p:nvPr>
            </p:nvSpPr>
            <p:spPr bwMode="auto">
              <a:xfrm>
                <a:off x="3668" y="2060"/>
                <a:ext cx="8" cy="17"/>
              </a:xfrm>
              <a:custGeom>
                <a:avLst/>
                <a:gdLst>
                  <a:gd name="T0" fmla="*/ 4 w 4"/>
                  <a:gd name="T1" fmla="*/ 0 h 8"/>
                  <a:gd name="T2" fmla="*/ 0 w 4"/>
                  <a:gd name="T3" fmla="*/ 6 h 8"/>
                  <a:gd name="T4" fmla="*/ 4 w 4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cubicBezTo>
                      <a:pt x="2" y="1"/>
                      <a:pt x="1" y="5"/>
                      <a:pt x="0" y="6"/>
                    </a:cubicBezTo>
                    <a:cubicBezTo>
                      <a:pt x="1" y="8"/>
                      <a:pt x="3" y="1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1" name="Freeform 327"/>
              <p:cNvSpPr/>
              <p:nvPr>
                <p:custDataLst>
                  <p:tags r:id="rId172"/>
                </p:custDataLst>
              </p:nvPr>
            </p:nvSpPr>
            <p:spPr bwMode="auto">
              <a:xfrm>
                <a:off x="3837" y="232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2" name="Freeform 328"/>
              <p:cNvSpPr/>
              <p:nvPr>
                <p:custDataLst>
                  <p:tags r:id="rId173"/>
                </p:custDataLst>
              </p:nvPr>
            </p:nvSpPr>
            <p:spPr bwMode="auto">
              <a:xfrm>
                <a:off x="3965" y="2504"/>
                <a:ext cx="4" cy="2"/>
              </a:xfrm>
              <a:custGeom>
                <a:avLst/>
                <a:gdLst>
                  <a:gd name="T0" fmla="*/ 1 w 2"/>
                  <a:gd name="T1" fmla="*/ 0 h 1"/>
                  <a:gd name="T2" fmla="*/ 0 w 2"/>
                  <a:gd name="T3" fmla="*/ 0 h 1"/>
                  <a:gd name="T4" fmla="*/ 1 w 2"/>
                  <a:gd name="T5" fmla="*/ 1 h 1"/>
                  <a:gd name="T6" fmla="*/ 1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3" name="Freeform 329"/>
              <p:cNvSpPr/>
              <p:nvPr>
                <p:custDataLst>
                  <p:tags r:id="rId174"/>
                </p:custDataLst>
              </p:nvPr>
            </p:nvSpPr>
            <p:spPr bwMode="auto">
              <a:xfrm>
                <a:off x="3973" y="247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4" name="Freeform 330"/>
              <p:cNvSpPr/>
              <p:nvPr>
                <p:custDataLst>
                  <p:tags r:id="rId175"/>
                </p:custDataLst>
              </p:nvPr>
            </p:nvSpPr>
            <p:spPr bwMode="auto">
              <a:xfrm>
                <a:off x="3965" y="2497"/>
                <a:ext cx="10" cy="4"/>
              </a:xfrm>
              <a:custGeom>
                <a:avLst/>
                <a:gdLst>
                  <a:gd name="T0" fmla="*/ 5 w 5"/>
                  <a:gd name="T1" fmla="*/ 1 h 2"/>
                  <a:gd name="T2" fmla="*/ 1 w 5"/>
                  <a:gd name="T3" fmla="*/ 2 h 2"/>
                  <a:gd name="T4" fmla="*/ 0 w 5"/>
                  <a:gd name="T5" fmla="*/ 2 h 2"/>
                  <a:gd name="T6" fmla="*/ 2 w 5"/>
                  <a:gd name="T7" fmla="*/ 2 h 2"/>
                  <a:gd name="T8" fmla="*/ 3 w 5"/>
                  <a:gd name="T9" fmla="*/ 1 h 2"/>
                  <a:gd name="T10" fmla="*/ 5 w 5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">
                    <a:moveTo>
                      <a:pt x="5" y="1"/>
                    </a:moveTo>
                    <a:cubicBezTo>
                      <a:pt x="4" y="0"/>
                      <a:pt x="2" y="1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2" y="2"/>
                      <a:pt x="4" y="2"/>
                      <a:pt x="3" y="1"/>
                    </a:cubicBezTo>
                    <a:cubicBezTo>
                      <a:pt x="4" y="1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5" name="Freeform 331"/>
              <p:cNvSpPr/>
              <p:nvPr>
                <p:custDataLst>
                  <p:tags r:id="rId176"/>
                </p:custDataLst>
              </p:nvPr>
            </p:nvSpPr>
            <p:spPr bwMode="auto">
              <a:xfrm>
                <a:off x="3835" y="2474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6" name="Freeform 332"/>
              <p:cNvSpPr/>
              <p:nvPr>
                <p:custDataLst>
                  <p:tags r:id="rId177"/>
                </p:custDataLst>
              </p:nvPr>
            </p:nvSpPr>
            <p:spPr bwMode="auto">
              <a:xfrm>
                <a:off x="3829" y="2345"/>
                <a:ext cx="4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7" name="Freeform 333"/>
              <p:cNvSpPr/>
              <p:nvPr>
                <p:custDataLst>
                  <p:tags r:id="rId178"/>
                </p:custDataLst>
              </p:nvPr>
            </p:nvSpPr>
            <p:spPr bwMode="auto">
              <a:xfrm>
                <a:off x="3831" y="23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8" name="Freeform 334"/>
              <p:cNvSpPr/>
              <p:nvPr>
                <p:custDataLst>
                  <p:tags r:id="rId179"/>
                </p:custDataLst>
              </p:nvPr>
            </p:nvSpPr>
            <p:spPr bwMode="auto">
              <a:xfrm>
                <a:off x="3850" y="2491"/>
                <a:ext cx="4" cy="2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4 w 4"/>
                  <a:gd name="T5" fmla="*/ 0 h 2"/>
                  <a:gd name="T6" fmla="*/ 0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9" name="Freeform 335"/>
              <p:cNvSpPr/>
              <p:nvPr>
                <p:custDataLst>
                  <p:tags r:id="rId180"/>
                </p:custDataLst>
              </p:nvPr>
            </p:nvSpPr>
            <p:spPr bwMode="auto">
              <a:xfrm>
                <a:off x="3835" y="233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0" name="Rectangle 336"/>
              <p:cNvSpPr>
                <a:spLocks noChangeArrowheads="1"/>
              </p:cNvSpPr>
              <p:nvPr>
                <p:custDataLst>
                  <p:tags r:id="rId181"/>
                </p:custDataLst>
              </p:nvPr>
            </p:nvSpPr>
            <p:spPr bwMode="auto">
              <a:xfrm>
                <a:off x="3835" y="2434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1" name="Freeform 337"/>
              <p:cNvSpPr/>
              <p:nvPr>
                <p:custDataLst>
                  <p:tags r:id="rId182"/>
                </p:custDataLst>
              </p:nvPr>
            </p:nvSpPr>
            <p:spPr bwMode="auto">
              <a:xfrm>
                <a:off x="3831" y="2349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1" y="0"/>
                      <a:pt x="2" y="0"/>
                      <a:pt x="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2" name="Freeform 338"/>
              <p:cNvSpPr/>
              <p:nvPr>
                <p:custDataLst>
                  <p:tags r:id="rId183"/>
                </p:custDataLst>
              </p:nvPr>
            </p:nvSpPr>
            <p:spPr bwMode="auto">
              <a:xfrm>
                <a:off x="3602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3" name="Freeform 339"/>
              <p:cNvSpPr/>
              <p:nvPr>
                <p:custDataLst>
                  <p:tags r:id="rId184"/>
                </p:custDataLst>
              </p:nvPr>
            </p:nvSpPr>
            <p:spPr bwMode="auto">
              <a:xfrm>
                <a:off x="3905" y="22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4" name="Freeform 340"/>
              <p:cNvSpPr/>
              <p:nvPr>
                <p:custDataLst>
                  <p:tags r:id="rId185"/>
                </p:custDataLst>
              </p:nvPr>
            </p:nvSpPr>
            <p:spPr bwMode="auto">
              <a:xfrm>
                <a:off x="3778" y="297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5" name="Freeform 341"/>
              <p:cNvSpPr/>
              <p:nvPr>
                <p:custDataLst>
                  <p:tags r:id="rId186"/>
                </p:custDataLst>
              </p:nvPr>
            </p:nvSpPr>
            <p:spPr bwMode="auto">
              <a:xfrm>
                <a:off x="3746" y="2826"/>
                <a:ext cx="399" cy="167"/>
              </a:xfrm>
              <a:custGeom>
                <a:avLst/>
                <a:gdLst>
                  <a:gd name="T0" fmla="*/ 154 w 188"/>
                  <a:gd name="T1" fmla="*/ 20 h 79"/>
                  <a:gd name="T2" fmla="*/ 145 w 188"/>
                  <a:gd name="T3" fmla="*/ 25 h 79"/>
                  <a:gd name="T4" fmla="*/ 108 w 188"/>
                  <a:gd name="T5" fmla="*/ 47 h 79"/>
                  <a:gd name="T6" fmla="*/ 94 w 188"/>
                  <a:gd name="T7" fmla="*/ 49 h 79"/>
                  <a:gd name="T8" fmla="*/ 84 w 188"/>
                  <a:gd name="T9" fmla="*/ 48 h 79"/>
                  <a:gd name="T10" fmla="*/ 64 w 188"/>
                  <a:gd name="T11" fmla="*/ 52 h 79"/>
                  <a:gd name="T12" fmla="*/ 52 w 188"/>
                  <a:gd name="T13" fmla="*/ 54 h 79"/>
                  <a:gd name="T14" fmla="*/ 33 w 188"/>
                  <a:gd name="T15" fmla="*/ 56 h 79"/>
                  <a:gd name="T16" fmla="*/ 23 w 188"/>
                  <a:gd name="T17" fmla="*/ 60 h 79"/>
                  <a:gd name="T18" fmla="*/ 12 w 188"/>
                  <a:gd name="T19" fmla="*/ 55 h 79"/>
                  <a:gd name="T20" fmla="*/ 5 w 188"/>
                  <a:gd name="T21" fmla="*/ 55 h 79"/>
                  <a:gd name="T22" fmla="*/ 5 w 188"/>
                  <a:gd name="T23" fmla="*/ 53 h 79"/>
                  <a:gd name="T24" fmla="*/ 4 w 188"/>
                  <a:gd name="T25" fmla="*/ 51 h 79"/>
                  <a:gd name="T26" fmla="*/ 3 w 188"/>
                  <a:gd name="T27" fmla="*/ 53 h 79"/>
                  <a:gd name="T28" fmla="*/ 3 w 188"/>
                  <a:gd name="T29" fmla="*/ 56 h 79"/>
                  <a:gd name="T30" fmla="*/ 0 w 188"/>
                  <a:gd name="T31" fmla="*/ 58 h 79"/>
                  <a:gd name="T32" fmla="*/ 2 w 188"/>
                  <a:gd name="T33" fmla="*/ 61 h 79"/>
                  <a:gd name="T34" fmla="*/ 13 w 188"/>
                  <a:gd name="T35" fmla="*/ 66 h 79"/>
                  <a:gd name="T36" fmla="*/ 15 w 188"/>
                  <a:gd name="T37" fmla="*/ 70 h 79"/>
                  <a:gd name="T38" fmla="*/ 16 w 188"/>
                  <a:gd name="T39" fmla="*/ 72 h 79"/>
                  <a:gd name="T40" fmla="*/ 18 w 188"/>
                  <a:gd name="T41" fmla="*/ 76 h 79"/>
                  <a:gd name="T42" fmla="*/ 21 w 188"/>
                  <a:gd name="T43" fmla="*/ 71 h 79"/>
                  <a:gd name="T44" fmla="*/ 26 w 188"/>
                  <a:gd name="T45" fmla="*/ 67 h 79"/>
                  <a:gd name="T46" fmla="*/ 27 w 188"/>
                  <a:gd name="T47" fmla="*/ 76 h 79"/>
                  <a:gd name="T48" fmla="*/ 30 w 188"/>
                  <a:gd name="T49" fmla="*/ 74 h 79"/>
                  <a:gd name="T50" fmla="*/ 31 w 188"/>
                  <a:gd name="T51" fmla="*/ 78 h 79"/>
                  <a:gd name="T52" fmla="*/ 35 w 188"/>
                  <a:gd name="T53" fmla="*/ 74 h 79"/>
                  <a:gd name="T54" fmla="*/ 38 w 188"/>
                  <a:gd name="T55" fmla="*/ 73 h 79"/>
                  <a:gd name="T56" fmla="*/ 42 w 188"/>
                  <a:gd name="T57" fmla="*/ 64 h 79"/>
                  <a:gd name="T58" fmla="*/ 43 w 188"/>
                  <a:gd name="T59" fmla="*/ 76 h 79"/>
                  <a:gd name="T60" fmla="*/ 51 w 188"/>
                  <a:gd name="T61" fmla="*/ 72 h 79"/>
                  <a:gd name="T62" fmla="*/ 57 w 188"/>
                  <a:gd name="T63" fmla="*/ 72 h 79"/>
                  <a:gd name="T64" fmla="*/ 61 w 188"/>
                  <a:gd name="T65" fmla="*/ 70 h 79"/>
                  <a:gd name="T66" fmla="*/ 70 w 188"/>
                  <a:gd name="T67" fmla="*/ 68 h 79"/>
                  <a:gd name="T68" fmla="*/ 75 w 188"/>
                  <a:gd name="T69" fmla="*/ 71 h 79"/>
                  <a:gd name="T70" fmla="*/ 77 w 188"/>
                  <a:gd name="T71" fmla="*/ 68 h 79"/>
                  <a:gd name="T72" fmla="*/ 80 w 188"/>
                  <a:gd name="T73" fmla="*/ 68 h 79"/>
                  <a:gd name="T74" fmla="*/ 81 w 188"/>
                  <a:gd name="T75" fmla="*/ 66 h 79"/>
                  <a:gd name="T76" fmla="*/ 86 w 188"/>
                  <a:gd name="T77" fmla="*/ 67 h 79"/>
                  <a:gd name="T78" fmla="*/ 92 w 188"/>
                  <a:gd name="T79" fmla="*/ 65 h 79"/>
                  <a:gd name="T80" fmla="*/ 98 w 188"/>
                  <a:gd name="T81" fmla="*/ 64 h 79"/>
                  <a:gd name="T82" fmla="*/ 104 w 188"/>
                  <a:gd name="T83" fmla="*/ 60 h 79"/>
                  <a:gd name="T84" fmla="*/ 107 w 188"/>
                  <a:gd name="T85" fmla="*/ 62 h 79"/>
                  <a:gd name="T86" fmla="*/ 108 w 188"/>
                  <a:gd name="T87" fmla="*/ 62 h 79"/>
                  <a:gd name="T88" fmla="*/ 114 w 188"/>
                  <a:gd name="T89" fmla="*/ 59 h 79"/>
                  <a:gd name="T90" fmla="*/ 119 w 188"/>
                  <a:gd name="T91" fmla="*/ 59 h 79"/>
                  <a:gd name="T92" fmla="*/ 122 w 188"/>
                  <a:gd name="T93" fmla="*/ 52 h 79"/>
                  <a:gd name="T94" fmla="*/ 126 w 188"/>
                  <a:gd name="T95" fmla="*/ 52 h 79"/>
                  <a:gd name="T96" fmla="*/ 132 w 188"/>
                  <a:gd name="T97" fmla="*/ 50 h 79"/>
                  <a:gd name="T98" fmla="*/ 139 w 188"/>
                  <a:gd name="T99" fmla="*/ 45 h 79"/>
                  <a:gd name="T100" fmla="*/ 143 w 188"/>
                  <a:gd name="T101" fmla="*/ 43 h 79"/>
                  <a:gd name="T102" fmla="*/ 156 w 188"/>
                  <a:gd name="T103" fmla="*/ 39 h 79"/>
                  <a:gd name="T104" fmla="*/ 160 w 188"/>
                  <a:gd name="T105" fmla="*/ 37 h 79"/>
                  <a:gd name="T106" fmla="*/ 167 w 188"/>
                  <a:gd name="T107" fmla="*/ 26 h 79"/>
                  <a:gd name="T108" fmla="*/ 172 w 188"/>
                  <a:gd name="T109" fmla="*/ 21 h 79"/>
                  <a:gd name="T110" fmla="*/ 180 w 188"/>
                  <a:gd name="T111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8" h="79">
                    <a:moveTo>
                      <a:pt x="180" y="0"/>
                    </a:moveTo>
                    <a:cubicBezTo>
                      <a:pt x="179" y="5"/>
                      <a:pt x="175" y="6"/>
                      <a:pt x="171" y="7"/>
                    </a:cubicBezTo>
                    <a:cubicBezTo>
                      <a:pt x="170" y="8"/>
                      <a:pt x="169" y="10"/>
                      <a:pt x="168" y="10"/>
                    </a:cubicBezTo>
                    <a:cubicBezTo>
                      <a:pt x="164" y="15"/>
                      <a:pt x="157" y="14"/>
                      <a:pt x="154" y="19"/>
                    </a:cubicBezTo>
                    <a:cubicBezTo>
                      <a:pt x="155" y="19"/>
                      <a:pt x="155" y="20"/>
                      <a:pt x="155" y="21"/>
                    </a:cubicBezTo>
                    <a:cubicBezTo>
                      <a:pt x="154" y="20"/>
                      <a:pt x="154" y="20"/>
                      <a:pt x="154" y="20"/>
                    </a:cubicBezTo>
                    <a:cubicBezTo>
                      <a:pt x="155" y="22"/>
                      <a:pt x="155" y="22"/>
                      <a:pt x="155" y="22"/>
                    </a:cubicBezTo>
                    <a:cubicBezTo>
                      <a:pt x="155" y="22"/>
                      <a:pt x="154" y="20"/>
                      <a:pt x="154" y="20"/>
                    </a:cubicBezTo>
                    <a:cubicBezTo>
                      <a:pt x="152" y="21"/>
                      <a:pt x="151" y="23"/>
                      <a:pt x="149" y="23"/>
                    </a:cubicBezTo>
                    <a:cubicBezTo>
                      <a:pt x="149" y="25"/>
                      <a:pt x="148" y="24"/>
                      <a:pt x="149" y="26"/>
                    </a:cubicBezTo>
                    <a:cubicBezTo>
                      <a:pt x="148" y="25"/>
                      <a:pt x="148" y="25"/>
                      <a:pt x="148" y="25"/>
                    </a:cubicBezTo>
                    <a:cubicBezTo>
                      <a:pt x="147" y="27"/>
                      <a:pt x="147" y="27"/>
                      <a:pt x="145" y="25"/>
                    </a:cubicBezTo>
                    <a:cubicBezTo>
                      <a:pt x="139" y="27"/>
                      <a:pt x="134" y="30"/>
                      <a:pt x="128" y="32"/>
                    </a:cubicBezTo>
                    <a:cubicBezTo>
                      <a:pt x="123" y="34"/>
                      <a:pt x="118" y="39"/>
                      <a:pt x="112" y="41"/>
                    </a:cubicBezTo>
                    <a:cubicBezTo>
                      <a:pt x="112" y="45"/>
                      <a:pt x="111" y="43"/>
                      <a:pt x="110" y="47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0" y="47"/>
                      <a:pt x="109" y="46"/>
                      <a:pt x="107" y="45"/>
                    </a:cubicBezTo>
                    <a:cubicBezTo>
                      <a:pt x="108" y="46"/>
                      <a:pt x="107" y="45"/>
                      <a:pt x="108" y="47"/>
                    </a:cubicBezTo>
                    <a:cubicBezTo>
                      <a:pt x="108" y="49"/>
                      <a:pt x="106" y="45"/>
                      <a:pt x="106" y="46"/>
                    </a:cubicBezTo>
                    <a:cubicBezTo>
                      <a:pt x="105" y="45"/>
                      <a:pt x="106" y="47"/>
                      <a:pt x="106" y="46"/>
                    </a:cubicBezTo>
                    <a:cubicBezTo>
                      <a:pt x="105" y="49"/>
                      <a:pt x="106" y="45"/>
                      <a:pt x="103" y="44"/>
                    </a:cubicBezTo>
                    <a:cubicBezTo>
                      <a:pt x="101" y="45"/>
                      <a:pt x="98" y="48"/>
                      <a:pt x="95" y="47"/>
                    </a:cubicBezTo>
                    <a:cubicBezTo>
                      <a:pt x="95" y="47"/>
                      <a:pt x="96" y="49"/>
                      <a:pt x="96" y="49"/>
                    </a:cubicBezTo>
                    <a:cubicBezTo>
                      <a:pt x="95" y="46"/>
                      <a:pt x="95" y="50"/>
                      <a:pt x="94" y="49"/>
                    </a:cubicBezTo>
                    <a:cubicBezTo>
                      <a:pt x="94" y="48"/>
                      <a:pt x="94" y="48"/>
                      <a:pt x="94" y="48"/>
                    </a:cubicBezTo>
                    <a:cubicBezTo>
                      <a:pt x="93" y="47"/>
                      <a:pt x="92" y="49"/>
                      <a:pt x="91" y="48"/>
                    </a:cubicBezTo>
                    <a:cubicBezTo>
                      <a:pt x="90" y="49"/>
                      <a:pt x="88" y="47"/>
                      <a:pt x="88" y="49"/>
                    </a:cubicBezTo>
                    <a:cubicBezTo>
                      <a:pt x="88" y="47"/>
                      <a:pt x="87" y="48"/>
                      <a:pt x="87" y="47"/>
                    </a:cubicBezTo>
                    <a:cubicBezTo>
                      <a:pt x="87" y="51"/>
                      <a:pt x="84" y="46"/>
                      <a:pt x="84" y="49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1" y="49"/>
                      <a:pt x="77" y="49"/>
                      <a:pt x="74" y="51"/>
                    </a:cubicBezTo>
                    <a:cubicBezTo>
                      <a:pt x="73" y="52"/>
                      <a:pt x="70" y="48"/>
                      <a:pt x="69" y="50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52"/>
                      <a:pt x="68" y="51"/>
                      <a:pt x="68" y="51"/>
                    </a:cubicBezTo>
                    <a:cubicBezTo>
                      <a:pt x="67" y="52"/>
                      <a:pt x="66" y="51"/>
                      <a:pt x="65" y="51"/>
                    </a:cubicBezTo>
                    <a:cubicBezTo>
                      <a:pt x="65" y="51"/>
                      <a:pt x="64" y="52"/>
                      <a:pt x="64" y="52"/>
                    </a:cubicBezTo>
                    <a:cubicBezTo>
                      <a:pt x="63" y="50"/>
                      <a:pt x="61" y="54"/>
                      <a:pt x="60" y="52"/>
                    </a:cubicBezTo>
                    <a:cubicBezTo>
                      <a:pt x="61" y="55"/>
                      <a:pt x="59" y="54"/>
                      <a:pt x="59" y="55"/>
                    </a:cubicBezTo>
                    <a:cubicBezTo>
                      <a:pt x="58" y="55"/>
                      <a:pt x="58" y="54"/>
                      <a:pt x="58" y="53"/>
                    </a:cubicBezTo>
                    <a:cubicBezTo>
                      <a:pt x="57" y="53"/>
                      <a:pt x="57" y="54"/>
                      <a:pt x="56" y="53"/>
                    </a:cubicBezTo>
                    <a:cubicBezTo>
                      <a:pt x="55" y="53"/>
                      <a:pt x="55" y="55"/>
                      <a:pt x="54" y="55"/>
                    </a:cubicBezTo>
                    <a:cubicBezTo>
                      <a:pt x="54" y="52"/>
                      <a:pt x="53" y="54"/>
                      <a:pt x="52" y="54"/>
                    </a:cubicBezTo>
                    <a:cubicBezTo>
                      <a:pt x="52" y="56"/>
                      <a:pt x="52" y="57"/>
                      <a:pt x="51" y="56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49" y="56"/>
                      <a:pt x="46" y="53"/>
                      <a:pt x="43" y="56"/>
                    </a:cubicBezTo>
                    <a:cubicBezTo>
                      <a:pt x="43" y="54"/>
                      <a:pt x="43" y="54"/>
                      <a:pt x="43" y="54"/>
                    </a:cubicBezTo>
                    <a:cubicBezTo>
                      <a:pt x="41" y="56"/>
                      <a:pt x="38" y="54"/>
                      <a:pt x="36" y="57"/>
                    </a:cubicBezTo>
                    <a:cubicBezTo>
                      <a:pt x="35" y="56"/>
                      <a:pt x="34" y="56"/>
                      <a:pt x="33" y="56"/>
                    </a:cubicBezTo>
                    <a:cubicBezTo>
                      <a:pt x="32" y="57"/>
                      <a:pt x="32" y="57"/>
                      <a:pt x="31" y="59"/>
                    </a:cubicBezTo>
                    <a:cubicBezTo>
                      <a:pt x="31" y="59"/>
                      <a:pt x="31" y="58"/>
                      <a:pt x="31" y="57"/>
                    </a:cubicBezTo>
                    <a:cubicBezTo>
                      <a:pt x="30" y="57"/>
                      <a:pt x="29" y="54"/>
                      <a:pt x="28" y="57"/>
                    </a:cubicBezTo>
                    <a:cubicBezTo>
                      <a:pt x="28" y="55"/>
                      <a:pt x="28" y="55"/>
                      <a:pt x="28" y="55"/>
                    </a:cubicBezTo>
                    <a:cubicBezTo>
                      <a:pt x="27" y="57"/>
                      <a:pt x="25" y="58"/>
                      <a:pt x="25" y="57"/>
                    </a:cubicBezTo>
                    <a:cubicBezTo>
                      <a:pt x="24" y="58"/>
                      <a:pt x="23" y="58"/>
                      <a:pt x="23" y="60"/>
                    </a:cubicBezTo>
                    <a:cubicBezTo>
                      <a:pt x="23" y="60"/>
                      <a:pt x="23" y="57"/>
                      <a:pt x="23" y="59"/>
                    </a:cubicBezTo>
                    <a:cubicBezTo>
                      <a:pt x="23" y="57"/>
                      <a:pt x="23" y="57"/>
                      <a:pt x="23" y="57"/>
                    </a:cubicBezTo>
                    <a:cubicBezTo>
                      <a:pt x="21" y="56"/>
                      <a:pt x="19" y="56"/>
                      <a:pt x="17" y="57"/>
                    </a:cubicBezTo>
                    <a:cubicBezTo>
                      <a:pt x="17" y="55"/>
                      <a:pt x="15" y="57"/>
                      <a:pt x="14" y="55"/>
                    </a:cubicBezTo>
                    <a:cubicBezTo>
                      <a:pt x="13" y="56"/>
                      <a:pt x="13" y="54"/>
                      <a:pt x="11" y="56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4"/>
                      <a:pt x="10" y="54"/>
                      <a:pt x="9" y="53"/>
                    </a:cubicBezTo>
                    <a:cubicBezTo>
                      <a:pt x="9" y="52"/>
                      <a:pt x="8" y="54"/>
                      <a:pt x="7" y="54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3"/>
                      <a:pt x="7" y="54"/>
                      <a:pt x="6" y="55"/>
                    </a:cubicBezTo>
                    <a:cubicBezTo>
                      <a:pt x="6" y="54"/>
                      <a:pt x="6" y="54"/>
                      <a:pt x="6" y="54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5" y="55"/>
                      <a:pt x="5" y="56"/>
                      <a:pt x="5" y="56"/>
                    </a:cubicBezTo>
                    <a:cubicBezTo>
                      <a:pt x="5" y="55"/>
                      <a:pt x="4" y="56"/>
                      <a:pt x="4" y="54"/>
                    </a:cubicBezTo>
                    <a:cubicBezTo>
                      <a:pt x="5" y="54"/>
                      <a:pt x="7" y="53"/>
                      <a:pt x="8" y="52"/>
                    </a:cubicBezTo>
                    <a:cubicBezTo>
                      <a:pt x="8" y="51"/>
                      <a:pt x="5" y="53"/>
                      <a:pt x="6" y="52"/>
                    </a:cubicBezTo>
                    <a:cubicBezTo>
                      <a:pt x="6" y="51"/>
                      <a:pt x="6" y="51"/>
                      <a:pt x="5" y="51"/>
                    </a:cubicBezTo>
                    <a:cubicBezTo>
                      <a:pt x="5" y="52"/>
                      <a:pt x="5" y="52"/>
                      <a:pt x="5" y="53"/>
                    </a:cubicBezTo>
                    <a:cubicBezTo>
                      <a:pt x="5" y="53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2"/>
                      <a:pt x="4" y="52"/>
                      <a:pt x="5" y="52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2" y="50"/>
                    </a:cubicBezTo>
                    <a:cubicBezTo>
                      <a:pt x="1" y="52"/>
                      <a:pt x="4" y="46"/>
                      <a:pt x="0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2" y="54"/>
                      <a:pt x="3" y="54"/>
                      <a:pt x="3" y="54"/>
                    </a:cubicBezTo>
                    <a:cubicBezTo>
                      <a:pt x="3" y="54"/>
                      <a:pt x="3" y="53"/>
                      <a:pt x="3" y="53"/>
                    </a:cubicBezTo>
                    <a:cubicBezTo>
                      <a:pt x="3" y="53"/>
                      <a:pt x="3" y="54"/>
                      <a:pt x="3" y="53"/>
                    </a:cubicBezTo>
                    <a:cubicBezTo>
                      <a:pt x="3" y="52"/>
                      <a:pt x="4" y="51"/>
                      <a:pt x="4" y="53"/>
                    </a:cubicBezTo>
                    <a:cubicBezTo>
                      <a:pt x="4" y="54"/>
                      <a:pt x="4" y="54"/>
                      <a:pt x="4" y="55"/>
                    </a:cubicBezTo>
                    <a:cubicBezTo>
                      <a:pt x="4" y="55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5"/>
                      <a:pt x="3" y="55"/>
                    </a:cubicBezTo>
                    <a:cubicBezTo>
                      <a:pt x="2" y="55"/>
                      <a:pt x="2" y="56"/>
                      <a:pt x="1" y="56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7"/>
                      <a:pt x="2" y="57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60"/>
                      <a:pt x="4" y="57"/>
                      <a:pt x="4" y="58"/>
                    </a:cubicBezTo>
                    <a:cubicBezTo>
                      <a:pt x="4" y="58"/>
                      <a:pt x="2" y="60"/>
                      <a:pt x="2" y="61"/>
                    </a:cubicBezTo>
                    <a:cubicBezTo>
                      <a:pt x="3" y="62"/>
                      <a:pt x="6" y="61"/>
                      <a:pt x="6" y="63"/>
                    </a:cubicBezTo>
                    <a:cubicBezTo>
                      <a:pt x="7" y="63"/>
                      <a:pt x="8" y="63"/>
                      <a:pt x="9" y="62"/>
                    </a:cubicBezTo>
                    <a:cubicBezTo>
                      <a:pt x="10" y="62"/>
                      <a:pt x="8" y="65"/>
                      <a:pt x="9" y="64"/>
                    </a:cubicBezTo>
                    <a:cubicBezTo>
                      <a:pt x="9" y="65"/>
                      <a:pt x="9" y="66"/>
                      <a:pt x="8" y="66"/>
                    </a:cubicBezTo>
                    <a:cubicBezTo>
                      <a:pt x="9" y="66"/>
                      <a:pt x="10" y="67"/>
                      <a:pt x="10" y="65"/>
                    </a:cubicBezTo>
                    <a:cubicBezTo>
                      <a:pt x="11" y="66"/>
                      <a:pt x="12" y="67"/>
                      <a:pt x="13" y="66"/>
                    </a:cubicBezTo>
                    <a:cubicBezTo>
                      <a:pt x="13" y="66"/>
                      <a:pt x="12" y="68"/>
                      <a:pt x="12" y="69"/>
                    </a:cubicBezTo>
                    <a:cubicBezTo>
                      <a:pt x="13" y="67"/>
                      <a:pt x="15" y="67"/>
                      <a:pt x="15" y="67"/>
                    </a:cubicBezTo>
                    <a:cubicBezTo>
                      <a:pt x="16" y="66"/>
                      <a:pt x="16" y="66"/>
                      <a:pt x="16" y="64"/>
                    </a:cubicBezTo>
                    <a:cubicBezTo>
                      <a:pt x="16" y="64"/>
                      <a:pt x="17" y="63"/>
                      <a:pt x="17" y="63"/>
                    </a:cubicBezTo>
                    <a:cubicBezTo>
                      <a:pt x="17" y="65"/>
                      <a:pt x="16" y="68"/>
                      <a:pt x="17" y="68"/>
                    </a:cubicBezTo>
                    <a:cubicBezTo>
                      <a:pt x="16" y="71"/>
                      <a:pt x="15" y="67"/>
                      <a:pt x="15" y="70"/>
                    </a:cubicBezTo>
                    <a:cubicBezTo>
                      <a:pt x="14" y="72"/>
                      <a:pt x="12" y="72"/>
                      <a:pt x="12" y="70"/>
                    </a:cubicBezTo>
                    <a:cubicBezTo>
                      <a:pt x="11" y="73"/>
                      <a:pt x="13" y="71"/>
                      <a:pt x="12" y="73"/>
                    </a:cubicBezTo>
                    <a:cubicBezTo>
                      <a:pt x="13" y="73"/>
                      <a:pt x="14" y="72"/>
                      <a:pt x="15" y="72"/>
                    </a:cubicBezTo>
                    <a:cubicBezTo>
                      <a:pt x="15" y="71"/>
                      <a:pt x="15" y="70"/>
                      <a:pt x="16" y="70"/>
                    </a:cubicBezTo>
                    <a:cubicBezTo>
                      <a:pt x="17" y="67"/>
                      <a:pt x="16" y="72"/>
                      <a:pt x="17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3"/>
                      <a:pt x="17" y="72"/>
                      <a:pt x="18" y="72"/>
                    </a:cubicBezTo>
                    <a:cubicBezTo>
                      <a:pt x="17" y="75"/>
                      <a:pt x="17" y="72"/>
                      <a:pt x="16" y="74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7" y="77"/>
                      <a:pt x="17" y="74"/>
                      <a:pt x="18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8" y="74"/>
                      <a:pt x="19" y="73"/>
                      <a:pt x="18" y="73"/>
                    </a:cubicBezTo>
                    <a:cubicBezTo>
                      <a:pt x="19" y="70"/>
                      <a:pt x="19" y="72"/>
                      <a:pt x="20" y="72"/>
                    </a:cubicBezTo>
                    <a:cubicBezTo>
                      <a:pt x="20" y="70"/>
                      <a:pt x="19" y="72"/>
                      <a:pt x="20" y="70"/>
                    </a:cubicBezTo>
                    <a:cubicBezTo>
                      <a:pt x="20" y="69"/>
                      <a:pt x="20" y="69"/>
                      <a:pt x="21" y="69"/>
                    </a:cubicBezTo>
                    <a:cubicBezTo>
                      <a:pt x="22" y="69"/>
                      <a:pt x="21" y="71"/>
                      <a:pt x="21" y="72"/>
                    </a:cubicBezTo>
                    <a:cubicBezTo>
                      <a:pt x="21" y="72"/>
                      <a:pt x="20" y="72"/>
                      <a:pt x="21" y="71"/>
                    </a:cubicBezTo>
                    <a:cubicBezTo>
                      <a:pt x="19" y="73"/>
                      <a:pt x="20" y="75"/>
                      <a:pt x="19" y="76"/>
                    </a:cubicBezTo>
                    <a:cubicBezTo>
                      <a:pt x="20" y="77"/>
                      <a:pt x="20" y="75"/>
                      <a:pt x="21" y="75"/>
                    </a:cubicBezTo>
                    <a:cubicBezTo>
                      <a:pt x="21" y="74"/>
                      <a:pt x="21" y="73"/>
                      <a:pt x="21" y="72"/>
                    </a:cubicBezTo>
                    <a:cubicBezTo>
                      <a:pt x="23" y="68"/>
                      <a:pt x="21" y="76"/>
                      <a:pt x="23" y="75"/>
                    </a:cubicBezTo>
                    <a:cubicBezTo>
                      <a:pt x="23" y="72"/>
                      <a:pt x="25" y="71"/>
                      <a:pt x="25" y="68"/>
                    </a:cubicBezTo>
                    <a:cubicBezTo>
                      <a:pt x="25" y="67"/>
                      <a:pt x="25" y="66"/>
                      <a:pt x="26" y="67"/>
                    </a:cubicBezTo>
                    <a:cubicBezTo>
                      <a:pt x="25" y="69"/>
                      <a:pt x="26" y="68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4"/>
                      <a:pt x="25" y="76"/>
                      <a:pt x="26" y="77"/>
                    </a:cubicBezTo>
                    <a:cubicBezTo>
                      <a:pt x="26" y="76"/>
                      <a:pt x="26" y="75"/>
                      <a:pt x="26" y="74"/>
                    </a:cubicBezTo>
                    <a:cubicBezTo>
                      <a:pt x="26" y="75"/>
                      <a:pt x="26" y="76"/>
                      <a:pt x="27" y="76"/>
                    </a:cubicBezTo>
                    <a:cubicBezTo>
                      <a:pt x="26" y="76"/>
                      <a:pt x="27" y="74"/>
                      <a:pt x="27" y="73"/>
                    </a:cubicBezTo>
                    <a:cubicBezTo>
                      <a:pt x="28" y="73"/>
                      <a:pt x="28" y="75"/>
                      <a:pt x="28" y="76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8" y="76"/>
                      <a:pt x="28" y="78"/>
                      <a:pt x="28" y="78"/>
                    </a:cubicBezTo>
                    <a:cubicBezTo>
                      <a:pt x="28" y="76"/>
                      <a:pt x="29" y="75"/>
                      <a:pt x="29" y="73"/>
                    </a:cubicBezTo>
                    <a:cubicBezTo>
                      <a:pt x="30" y="73"/>
                      <a:pt x="30" y="74"/>
                      <a:pt x="30" y="74"/>
                    </a:cubicBezTo>
                    <a:cubicBezTo>
                      <a:pt x="29" y="75"/>
                      <a:pt x="29" y="75"/>
                      <a:pt x="29" y="75"/>
                    </a:cubicBezTo>
                    <a:cubicBezTo>
                      <a:pt x="30" y="75"/>
                      <a:pt x="29" y="78"/>
                      <a:pt x="30" y="78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1" y="77"/>
                      <a:pt x="31" y="77"/>
                      <a:pt x="31" y="76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5"/>
                      <a:pt x="33" y="77"/>
                    </a:cubicBezTo>
                    <a:cubicBezTo>
                      <a:pt x="32" y="74"/>
                      <a:pt x="32" y="77"/>
                      <a:pt x="32" y="75"/>
                    </a:cubicBezTo>
                    <a:cubicBezTo>
                      <a:pt x="31" y="73"/>
                      <a:pt x="32" y="74"/>
                      <a:pt x="33" y="73"/>
                    </a:cubicBezTo>
                    <a:cubicBezTo>
                      <a:pt x="32" y="76"/>
                      <a:pt x="33" y="74"/>
                      <a:pt x="34" y="74"/>
                    </a:cubicBezTo>
                    <a:cubicBezTo>
                      <a:pt x="34" y="75"/>
                      <a:pt x="34" y="75"/>
                      <a:pt x="34" y="76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5" y="78"/>
                      <a:pt x="36" y="73"/>
                      <a:pt x="36" y="74"/>
                    </a:cubicBezTo>
                    <a:cubicBezTo>
                      <a:pt x="36" y="75"/>
                      <a:pt x="36" y="77"/>
                      <a:pt x="36" y="77"/>
                    </a:cubicBezTo>
                    <a:cubicBezTo>
                      <a:pt x="36" y="75"/>
                      <a:pt x="37" y="74"/>
                      <a:pt x="37" y="72"/>
                    </a:cubicBezTo>
                    <a:cubicBezTo>
                      <a:pt x="38" y="73"/>
                      <a:pt x="36" y="76"/>
                      <a:pt x="37" y="78"/>
                    </a:cubicBezTo>
                    <a:cubicBezTo>
                      <a:pt x="37" y="75"/>
                      <a:pt x="38" y="79"/>
                      <a:pt x="38" y="76"/>
                    </a:cubicBezTo>
                    <a:cubicBezTo>
                      <a:pt x="37" y="75"/>
                      <a:pt x="38" y="75"/>
                      <a:pt x="38" y="73"/>
                    </a:cubicBezTo>
                    <a:cubicBezTo>
                      <a:pt x="39" y="74"/>
                      <a:pt x="38" y="75"/>
                      <a:pt x="39" y="75"/>
                    </a:cubicBezTo>
                    <a:cubicBezTo>
                      <a:pt x="39" y="75"/>
                      <a:pt x="39" y="73"/>
                      <a:pt x="39" y="72"/>
                    </a:cubicBezTo>
                    <a:cubicBezTo>
                      <a:pt x="39" y="73"/>
                      <a:pt x="40" y="70"/>
                      <a:pt x="40" y="72"/>
                    </a:cubicBezTo>
                    <a:cubicBezTo>
                      <a:pt x="41" y="74"/>
                      <a:pt x="39" y="73"/>
                      <a:pt x="40" y="74"/>
                    </a:cubicBezTo>
                    <a:cubicBezTo>
                      <a:pt x="41" y="74"/>
                      <a:pt x="40" y="70"/>
                      <a:pt x="41" y="69"/>
                    </a:cubicBezTo>
                    <a:cubicBezTo>
                      <a:pt x="41" y="68"/>
                      <a:pt x="41" y="65"/>
                      <a:pt x="42" y="64"/>
                    </a:cubicBezTo>
                    <a:cubicBezTo>
                      <a:pt x="43" y="65"/>
                      <a:pt x="41" y="65"/>
                      <a:pt x="42" y="68"/>
                    </a:cubicBezTo>
                    <a:cubicBezTo>
                      <a:pt x="42" y="67"/>
                      <a:pt x="42" y="67"/>
                      <a:pt x="42" y="67"/>
                    </a:cubicBezTo>
                    <a:cubicBezTo>
                      <a:pt x="43" y="70"/>
                      <a:pt x="41" y="72"/>
                      <a:pt x="41" y="74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2" y="75"/>
                      <a:pt x="43" y="76"/>
                      <a:pt x="43" y="76"/>
                    </a:cubicBezTo>
                    <a:cubicBezTo>
                      <a:pt x="43" y="74"/>
                      <a:pt x="43" y="76"/>
                      <a:pt x="43" y="75"/>
                    </a:cubicBezTo>
                    <a:cubicBezTo>
                      <a:pt x="43" y="74"/>
                      <a:pt x="43" y="71"/>
                      <a:pt x="44" y="73"/>
                    </a:cubicBezTo>
                    <a:cubicBezTo>
                      <a:pt x="44" y="74"/>
                      <a:pt x="44" y="75"/>
                      <a:pt x="44" y="76"/>
                    </a:cubicBezTo>
                    <a:cubicBezTo>
                      <a:pt x="45" y="77"/>
                      <a:pt x="44" y="74"/>
                      <a:pt x="45" y="75"/>
                    </a:cubicBezTo>
                    <a:cubicBezTo>
                      <a:pt x="45" y="76"/>
                      <a:pt x="45" y="76"/>
                      <a:pt x="45" y="76"/>
                    </a:cubicBezTo>
                    <a:cubicBezTo>
                      <a:pt x="47" y="76"/>
                      <a:pt x="50" y="76"/>
                      <a:pt x="51" y="72"/>
                    </a:cubicBezTo>
                    <a:cubicBezTo>
                      <a:pt x="52" y="73"/>
                      <a:pt x="52" y="73"/>
                      <a:pt x="53" y="74"/>
                    </a:cubicBezTo>
                    <a:cubicBezTo>
                      <a:pt x="53" y="74"/>
                      <a:pt x="53" y="73"/>
                      <a:pt x="53" y="72"/>
                    </a:cubicBezTo>
                    <a:cubicBezTo>
                      <a:pt x="54" y="74"/>
                      <a:pt x="54" y="74"/>
                      <a:pt x="54" y="74"/>
                    </a:cubicBezTo>
                    <a:cubicBezTo>
                      <a:pt x="55" y="76"/>
                      <a:pt x="55" y="74"/>
                      <a:pt x="56" y="72"/>
                    </a:cubicBezTo>
                    <a:cubicBezTo>
                      <a:pt x="56" y="74"/>
                      <a:pt x="56" y="74"/>
                      <a:pt x="56" y="74"/>
                    </a:cubicBezTo>
                    <a:cubicBezTo>
                      <a:pt x="57" y="75"/>
                      <a:pt x="56" y="73"/>
                      <a:pt x="57" y="72"/>
                    </a:cubicBezTo>
                    <a:cubicBezTo>
                      <a:pt x="57" y="74"/>
                      <a:pt x="57" y="74"/>
                      <a:pt x="57" y="74"/>
                    </a:cubicBezTo>
                    <a:cubicBezTo>
                      <a:pt x="57" y="72"/>
                      <a:pt x="57" y="72"/>
                      <a:pt x="57" y="72"/>
                    </a:cubicBezTo>
                    <a:cubicBezTo>
                      <a:pt x="58" y="72"/>
                      <a:pt x="58" y="72"/>
                      <a:pt x="58" y="74"/>
                    </a:cubicBezTo>
                    <a:cubicBezTo>
                      <a:pt x="59" y="74"/>
                      <a:pt x="59" y="73"/>
                      <a:pt x="58" y="73"/>
                    </a:cubicBezTo>
                    <a:cubicBezTo>
                      <a:pt x="59" y="74"/>
                      <a:pt x="60" y="74"/>
                      <a:pt x="61" y="73"/>
                    </a:cubicBezTo>
                    <a:cubicBezTo>
                      <a:pt x="61" y="72"/>
                      <a:pt x="61" y="72"/>
                      <a:pt x="61" y="70"/>
                    </a:cubicBezTo>
                    <a:cubicBezTo>
                      <a:pt x="61" y="68"/>
                      <a:pt x="61" y="71"/>
                      <a:pt x="61" y="69"/>
                    </a:cubicBezTo>
                    <a:cubicBezTo>
                      <a:pt x="61" y="70"/>
                      <a:pt x="62" y="71"/>
                      <a:pt x="61" y="72"/>
                    </a:cubicBezTo>
                    <a:cubicBezTo>
                      <a:pt x="63" y="75"/>
                      <a:pt x="64" y="72"/>
                      <a:pt x="66" y="72"/>
                    </a:cubicBezTo>
                    <a:cubicBezTo>
                      <a:pt x="66" y="71"/>
                      <a:pt x="66" y="71"/>
                      <a:pt x="66" y="71"/>
                    </a:cubicBezTo>
                    <a:cubicBezTo>
                      <a:pt x="68" y="73"/>
                      <a:pt x="68" y="71"/>
                      <a:pt x="70" y="72"/>
                    </a:cubicBezTo>
                    <a:cubicBezTo>
                      <a:pt x="69" y="71"/>
                      <a:pt x="69" y="68"/>
                      <a:pt x="70" y="68"/>
                    </a:cubicBezTo>
                    <a:cubicBezTo>
                      <a:pt x="70" y="66"/>
                      <a:pt x="70" y="70"/>
                      <a:pt x="71" y="71"/>
                    </a:cubicBezTo>
                    <a:cubicBezTo>
                      <a:pt x="71" y="71"/>
                      <a:pt x="72" y="70"/>
                      <a:pt x="72" y="70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2" y="70"/>
                      <a:pt x="73" y="69"/>
                      <a:pt x="73" y="70"/>
                    </a:cubicBezTo>
                    <a:cubicBezTo>
                      <a:pt x="73" y="70"/>
                      <a:pt x="73" y="70"/>
                      <a:pt x="73" y="70"/>
                    </a:cubicBezTo>
                    <a:cubicBezTo>
                      <a:pt x="74" y="70"/>
                      <a:pt x="74" y="71"/>
                      <a:pt x="75" y="71"/>
                    </a:cubicBezTo>
                    <a:cubicBezTo>
                      <a:pt x="75" y="69"/>
                      <a:pt x="76" y="70"/>
                      <a:pt x="76" y="69"/>
                    </a:cubicBezTo>
                    <a:cubicBezTo>
                      <a:pt x="76" y="69"/>
                      <a:pt x="76" y="69"/>
                      <a:pt x="76" y="69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70"/>
                      <a:pt x="76" y="70"/>
                      <a:pt x="76" y="70"/>
                    </a:cubicBezTo>
                    <a:cubicBezTo>
                      <a:pt x="77" y="71"/>
                      <a:pt x="76" y="69"/>
                      <a:pt x="77" y="68"/>
                    </a:cubicBezTo>
                    <a:cubicBezTo>
                      <a:pt x="77" y="67"/>
                      <a:pt x="77" y="68"/>
                      <a:pt x="77" y="69"/>
                    </a:cubicBezTo>
                    <a:cubicBezTo>
                      <a:pt x="77" y="70"/>
                      <a:pt x="77" y="68"/>
                      <a:pt x="77" y="69"/>
                    </a:cubicBezTo>
                    <a:cubicBezTo>
                      <a:pt x="77" y="70"/>
                      <a:pt x="77" y="69"/>
                      <a:pt x="77" y="70"/>
                    </a:cubicBezTo>
                    <a:cubicBezTo>
                      <a:pt x="78" y="70"/>
                      <a:pt x="77" y="68"/>
                      <a:pt x="78" y="69"/>
                    </a:cubicBezTo>
                    <a:cubicBezTo>
                      <a:pt x="78" y="69"/>
                      <a:pt x="79" y="68"/>
                      <a:pt x="79" y="70"/>
                    </a:cubicBezTo>
                    <a:cubicBezTo>
                      <a:pt x="79" y="69"/>
                      <a:pt x="80" y="69"/>
                      <a:pt x="80" y="68"/>
                    </a:cubicBezTo>
                    <a:cubicBezTo>
                      <a:pt x="79" y="68"/>
                      <a:pt x="79" y="68"/>
                      <a:pt x="79" y="66"/>
                    </a:cubicBezTo>
                    <a:cubicBezTo>
                      <a:pt x="79" y="66"/>
                      <a:pt x="79" y="66"/>
                      <a:pt x="79" y="66"/>
                    </a:cubicBezTo>
                    <a:cubicBezTo>
                      <a:pt x="79" y="67"/>
                      <a:pt x="79" y="67"/>
                      <a:pt x="79" y="67"/>
                    </a:cubicBezTo>
                    <a:cubicBezTo>
                      <a:pt x="79" y="66"/>
                      <a:pt x="80" y="67"/>
                      <a:pt x="80" y="65"/>
                    </a:cubicBezTo>
                    <a:cubicBezTo>
                      <a:pt x="80" y="67"/>
                      <a:pt x="80" y="67"/>
                      <a:pt x="80" y="67"/>
                    </a:cubicBezTo>
                    <a:cubicBezTo>
                      <a:pt x="80" y="66"/>
                      <a:pt x="81" y="66"/>
                      <a:pt x="81" y="66"/>
                    </a:cubicBezTo>
                    <a:cubicBezTo>
                      <a:pt x="82" y="67"/>
                      <a:pt x="82" y="69"/>
                      <a:pt x="82" y="70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83" y="68"/>
                      <a:pt x="83" y="68"/>
                      <a:pt x="83" y="69"/>
                    </a:cubicBezTo>
                    <a:cubicBezTo>
                      <a:pt x="85" y="70"/>
                      <a:pt x="84" y="64"/>
                      <a:pt x="85" y="65"/>
                    </a:cubicBezTo>
                    <a:cubicBezTo>
                      <a:pt x="85" y="67"/>
                      <a:pt x="85" y="68"/>
                      <a:pt x="86" y="68"/>
                    </a:cubicBezTo>
                    <a:cubicBezTo>
                      <a:pt x="86" y="68"/>
                      <a:pt x="86" y="67"/>
                      <a:pt x="86" y="67"/>
                    </a:cubicBezTo>
                    <a:cubicBezTo>
                      <a:pt x="86" y="66"/>
                      <a:pt x="86" y="68"/>
                      <a:pt x="85" y="67"/>
                    </a:cubicBezTo>
                    <a:cubicBezTo>
                      <a:pt x="85" y="66"/>
                      <a:pt x="86" y="66"/>
                      <a:pt x="86" y="66"/>
                    </a:cubicBezTo>
                    <a:cubicBezTo>
                      <a:pt x="87" y="70"/>
                      <a:pt x="89" y="66"/>
                      <a:pt x="91" y="68"/>
                    </a:cubicBezTo>
                    <a:cubicBezTo>
                      <a:pt x="90" y="66"/>
                      <a:pt x="91" y="67"/>
                      <a:pt x="91" y="66"/>
                    </a:cubicBezTo>
                    <a:cubicBezTo>
                      <a:pt x="92" y="69"/>
                      <a:pt x="92" y="66"/>
                      <a:pt x="93" y="67"/>
                    </a:cubicBezTo>
                    <a:cubicBezTo>
                      <a:pt x="92" y="65"/>
                      <a:pt x="92" y="65"/>
                      <a:pt x="92" y="65"/>
                    </a:cubicBezTo>
                    <a:cubicBezTo>
                      <a:pt x="93" y="66"/>
                      <a:pt x="92" y="61"/>
                      <a:pt x="94" y="63"/>
                    </a:cubicBezTo>
                    <a:cubicBezTo>
                      <a:pt x="94" y="64"/>
                      <a:pt x="94" y="65"/>
                      <a:pt x="94" y="66"/>
                    </a:cubicBezTo>
                    <a:cubicBezTo>
                      <a:pt x="95" y="68"/>
                      <a:pt x="95" y="63"/>
                      <a:pt x="96" y="66"/>
                    </a:cubicBezTo>
                    <a:cubicBezTo>
                      <a:pt x="96" y="65"/>
                      <a:pt x="95" y="63"/>
                      <a:pt x="96" y="62"/>
                    </a:cubicBezTo>
                    <a:cubicBezTo>
                      <a:pt x="96" y="63"/>
                      <a:pt x="98" y="64"/>
                      <a:pt x="98" y="65"/>
                    </a:cubicBezTo>
                    <a:cubicBezTo>
                      <a:pt x="98" y="64"/>
                      <a:pt x="98" y="64"/>
                      <a:pt x="98" y="64"/>
                    </a:cubicBezTo>
                    <a:cubicBezTo>
                      <a:pt x="99" y="65"/>
                      <a:pt x="98" y="65"/>
                      <a:pt x="98" y="65"/>
                    </a:cubicBezTo>
                    <a:cubicBezTo>
                      <a:pt x="99" y="66"/>
                      <a:pt x="99" y="65"/>
                      <a:pt x="100" y="64"/>
                    </a:cubicBezTo>
                    <a:cubicBezTo>
                      <a:pt x="101" y="65"/>
                      <a:pt x="101" y="64"/>
                      <a:pt x="102" y="65"/>
                    </a:cubicBezTo>
                    <a:cubicBezTo>
                      <a:pt x="102" y="63"/>
                      <a:pt x="104" y="66"/>
                      <a:pt x="103" y="63"/>
                    </a:cubicBezTo>
                    <a:cubicBezTo>
                      <a:pt x="104" y="64"/>
                      <a:pt x="104" y="64"/>
                      <a:pt x="104" y="64"/>
                    </a:cubicBezTo>
                    <a:cubicBezTo>
                      <a:pt x="104" y="63"/>
                      <a:pt x="103" y="61"/>
                      <a:pt x="104" y="60"/>
                    </a:cubicBezTo>
                    <a:cubicBezTo>
                      <a:pt x="104" y="62"/>
                      <a:pt x="104" y="62"/>
                      <a:pt x="104" y="62"/>
                    </a:cubicBezTo>
                    <a:cubicBezTo>
                      <a:pt x="105" y="65"/>
                      <a:pt x="105" y="63"/>
                      <a:pt x="106" y="64"/>
                    </a:cubicBezTo>
                    <a:cubicBezTo>
                      <a:pt x="105" y="62"/>
                      <a:pt x="106" y="64"/>
                      <a:pt x="106" y="62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6" y="61"/>
                      <a:pt x="106" y="61"/>
                      <a:pt x="106" y="60"/>
                    </a:cubicBezTo>
                    <a:cubicBezTo>
                      <a:pt x="107" y="60"/>
                      <a:pt x="107" y="62"/>
                      <a:pt x="107" y="62"/>
                    </a:cubicBezTo>
                    <a:cubicBezTo>
                      <a:pt x="108" y="63"/>
                      <a:pt x="108" y="62"/>
                      <a:pt x="108" y="62"/>
                    </a:cubicBezTo>
                    <a:cubicBezTo>
                      <a:pt x="108" y="62"/>
                      <a:pt x="108" y="62"/>
                      <a:pt x="108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8" y="61"/>
                      <a:pt x="109" y="61"/>
                    </a:cubicBezTo>
                    <a:cubicBezTo>
                      <a:pt x="109" y="61"/>
                      <a:pt x="109" y="61"/>
                      <a:pt x="109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10" y="64"/>
                      <a:pt x="110" y="64"/>
                      <a:pt x="110" y="64"/>
                    </a:cubicBezTo>
                    <a:cubicBezTo>
                      <a:pt x="110" y="64"/>
                      <a:pt x="110" y="62"/>
                      <a:pt x="110" y="61"/>
                    </a:cubicBezTo>
                    <a:cubicBezTo>
                      <a:pt x="112" y="62"/>
                      <a:pt x="113" y="60"/>
                      <a:pt x="114" y="59"/>
                    </a:cubicBezTo>
                    <a:cubicBezTo>
                      <a:pt x="113" y="59"/>
                      <a:pt x="114" y="60"/>
                      <a:pt x="114" y="60"/>
                    </a:cubicBezTo>
                    <a:cubicBezTo>
                      <a:pt x="114" y="59"/>
                      <a:pt x="114" y="58"/>
                      <a:pt x="114" y="59"/>
                    </a:cubicBezTo>
                    <a:cubicBezTo>
                      <a:pt x="114" y="58"/>
                      <a:pt x="115" y="60"/>
                      <a:pt x="116" y="60"/>
                    </a:cubicBezTo>
                    <a:cubicBezTo>
                      <a:pt x="116" y="60"/>
                      <a:pt x="115" y="58"/>
                      <a:pt x="115" y="58"/>
                    </a:cubicBezTo>
                    <a:cubicBezTo>
                      <a:pt x="117" y="60"/>
                      <a:pt x="117" y="56"/>
                      <a:pt x="118" y="57"/>
                    </a:cubicBezTo>
                    <a:cubicBezTo>
                      <a:pt x="118" y="58"/>
                      <a:pt x="118" y="58"/>
                      <a:pt x="119" y="59"/>
                    </a:cubicBezTo>
                    <a:cubicBezTo>
                      <a:pt x="119" y="58"/>
                      <a:pt x="120" y="57"/>
                      <a:pt x="120" y="55"/>
                    </a:cubicBezTo>
                    <a:cubicBezTo>
                      <a:pt x="120" y="57"/>
                      <a:pt x="120" y="57"/>
                      <a:pt x="120" y="57"/>
                    </a:cubicBezTo>
                    <a:cubicBezTo>
                      <a:pt x="121" y="57"/>
                      <a:pt x="121" y="56"/>
                      <a:pt x="121" y="55"/>
                    </a:cubicBezTo>
                    <a:cubicBezTo>
                      <a:pt x="120" y="54"/>
                      <a:pt x="121" y="52"/>
                      <a:pt x="121" y="53"/>
                    </a:cubicBezTo>
                    <a:cubicBezTo>
                      <a:pt x="121" y="53"/>
                      <a:pt x="121" y="53"/>
                      <a:pt x="121" y="53"/>
                    </a:cubicBezTo>
                    <a:cubicBezTo>
                      <a:pt x="122" y="52"/>
                      <a:pt x="122" y="52"/>
                      <a:pt x="122" y="52"/>
                    </a:cubicBezTo>
                    <a:cubicBezTo>
                      <a:pt x="123" y="52"/>
                      <a:pt x="122" y="52"/>
                      <a:pt x="122" y="53"/>
                    </a:cubicBezTo>
                    <a:cubicBezTo>
                      <a:pt x="123" y="55"/>
                      <a:pt x="124" y="54"/>
                      <a:pt x="125" y="54"/>
                    </a:cubicBezTo>
                    <a:cubicBezTo>
                      <a:pt x="124" y="53"/>
                      <a:pt x="124" y="53"/>
                      <a:pt x="124" y="53"/>
                    </a:cubicBezTo>
                    <a:cubicBezTo>
                      <a:pt x="125" y="52"/>
                      <a:pt x="125" y="54"/>
                      <a:pt x="125" y="54"/>
                    </a:cubicBezTo>
                    <a:cubicBezTo>
                      <a:pt x="125" y="49"/>
                      <a:pt x="125" y="49"/>
                      <a:pt x="125" y="49"/>
                    </a:cubicBezTo>
                    <a:cubicBezTo>
                      <a:pt x="125" y="49"/>
                      <a:pt x="126" y="51"/>
                      <a:pt x="126" y="52"/>
                    </a:cubicBezTo>
                    <a:cubicBezTo>
                      <a:pt x="127" y="51"/>
                      <a:pt x="126" y="48"/>
                      <a:pt x="126" y="46"/>
                    </a:cubicBezTo>
                    <a:cubicBezTo>
                      <a:pt x="127" y="47"/>
                      <a:pt x="127" y="45"/>
                      <a:pt x="128" y="45"/>
                    </a:cubicBezTo>
                    <a:cubicBezTo>
                      <a:pt x="128" y="46"/>
                      <a:pt x="127" y="45"/>
                      <a:pt x="128" y="46"/>
                    </a:cubicBezTo>
                    <a:cubicBezTo>
                      <a:pt x="129" y="47"/>
                      <a:pt x="129" y="47"/>
                      <a:pt x="129" y="47"/>
                    </a:cubicBezTo>
                    <a:cubicBezTo>
                      <a:pt x="128" y="48"/>
                      <a:pt x="130" y="50"/>
                      <a:pt x="130" y="51"/>
                    </a:cubicBezTo>
                    <a:cubicBezTo>
                      <a:pt x="130" y="50"/>
                      <a:pt x="132" y="50"/>
                      <a:pt x="132" y="50"/>
                    </a:cubicBezTo>
                    <a:cubicBezTo>
                      <a:pt x="131" y="48"/>
                      <a:pt x="133" y="49"/>
                      <a:pt x="132" y="46"/>
                    </a:cubicBezTo>
                    <a:cubicBezTo>
                      <a:pt x="133" y="45"/>
                      <a:pt x="133" y="48"/>
                      <a:pt x="134" y="48"/>
                    </a:cubicBezTo>
                    <a:cubicBezTo>
                      <a:pt x="134" y="47"/>
                      <a:pt x="135" y="47"/>
                      <a:pt x="136" y="47"/>
                    </a:cubicBezTo>
                    <a:cubicBezTo>
                      <a:pt x="136" y="47"/>
                      <a:pt x="136" y="47"/>
                      <a:pt x="136" y="47"/>
                    </a:cubicBezTo>
                    <a:cubicBezTo>
                      <a:pt x="137" y="46"/>
                      <a:pt x="138" y="46"/>
                      <a:pt x="138" y="44"/>
                    </a:cubicBezTo>
                    <a:cubicBezTo>
                      <a:pt x="139" y="45"/>
                      <a:pt x="139" y="45"/>
                      <a:pt x="139" y="45"/>
                    </a:cubicBezTo>
                    <a:cubicBezTo>
                      <a:pt x="140" y="46"/>
                      <a:pt x="137" y="42"/>
                      <a:pt x="139" y="43"/>
                    </a:cubicBezTo>
                    <a:cubicBezTo>
                      <a:pt x="139" y="44"/>
                      <a:pt x="139" y="44"/>
                      <a:pt x="139" y="44"/>
                    </a:cubicBezTo>
                    <a:cubicBezTo>
                      <a:pt x="139" y="43"/>
                      <a:pt x="141" y="45"/>
                      <a:pt x="141" y="43"/>
                    </a:cubicBezTo>
                    <a:cubicBezTo>
                      <a:pt x="141" y="44"/>
                      <a:pt x="141" y="44"/>
                      <a:pt x="141" y="44"/>
                    </a:cubicBezTo>
                    <a:cubicBezTo>
                      <a:pt x="141" y="43"/>
                      <a:pt x="142" y="43"/>
                      <a:pt x="142" y="41"/>
                    </a:cubicBezTo>
                    <a:cubicBezTo>
                      <a:pt x="143" y="43"/>
                      <a:pt x="143" y="43"/>
                      <a:pt x="143" y="43"/>
                    </a:cubicBezTo>
                    <a:cubicBezTo>
                      <a:pt x="144" y="44"/>
                      <a:pt x="142" y="41"/>
                      <a:pt x="143" y="42"/>
                    </a:cubicBezTo>
                    <a:cubicBezTo>
                      <a:pt x="143" y="42"/>
                      <a:pt x="144" y="42"/>
                      <a:pt x="144" y="43"/>
                    </a:cubicBezTo>
                    <a:cubicBezTo>
                      <a:pt x="144" y="41"/>
                      <a:pt x="145" y="41"/>
                      <a:pt x="145" y="40"/>
                    </a:cubicBezTo>
                    <a:cubicBezTo>
                      <a:pt x="146" y="42"/>
                      <a:pt x="146" y="42"/>
                      <a:pt x="146" y="42"/>
                    </a:cubicBezTo>
                    <a:cubicBezTo>
                      <a:pt x="149" y="41"/>
                      <a:pt x="153" y="39"/>
                      <a:pt x="154" y="36"/>
                    </a:cubicBezTo>
                    <a:cubicBezTo>
                      <a:pt x="156" y="38"/>
                      <a:pt x="154" y="37"/>
                      <a:pt x="156" y="39"/>
                    </a:cubicBezTo>
                    <a:cubicBezTo>
                      <a:pt x="154" y="37"/>
                      <a:pt x="156" y="38"/>
                      <a:pt x="156" y="37"/>
                    </a:cubicBezTo>
                    <a:cubicBezTo>
                      <a:pt x="156" y="37"/>
                      <a:pt x="156" y="37"/>
                      <a:pt x="156" y="37"/>
                    </a:cubicBezTo>
                    <a:cubicBezTo>
                      <a:pt x="157" y="36"/>
                      <a:pt x="158" y="38"/>
                      <a:pt x="158" y="37"/>
                    </a:cubicBezTo>
                    <a:cubicBezTo>
                      <a:pt x="157" y="36"/>
                      <a:pt x="157" y="36"/>
                      <a:pt x="157" y="36"/>
                    </a:cubicBezTo>
                    <a:cubicBezTo>
                      <a:pt x="157" y="35"/>
                      <a:pt x="160" y="38"/>
                      <a:pt x="158" y="36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59" y="34"/>
                      <a:pt x="161" y="37"/>
                      <a:pt x="160" y="35"/>
                    </a:cubicBezTo>
                    <a:cubicBezTo>
                      <a:pt x="160" y="35"/>
                      <a:pt x="160" y="35"/>
                      <a:pt x="160" y="35"/>
                    </a:cubicBezTo>
                    <a:cubicBezTo>
                      <a:pt x="162" y="36"/>
                      <a:pt x="160" y="32"/>
                      <a:pt x="162" y="34"/>
                    </a:cubicBezTo>
                    <a:cubicBezTo>
                      <a:pt x="162" y="33"/>
                      <a:pt x="162" y="32"/>
                      <a:pt x="161" y="30"/>
                    </a:cubicBezTo>
                    <a:cubicBezTo>
                      <a:pt x="163" y="33"/>
                      <a:pt x="163" y="33"/>
                      <a:pt x="163" y="33"/>
                    </a:cubicBezTo>
                    <a:cubicBezTo>
                      <a:pt x="164" y="30"/>
                      <a:pt x="167" y="29"/>
                      <a:pt x="167" y="26"/>
                    </a:cubicBezTo>
                    <a:cubicBezTo>
                      <a:pt x="168" y="27"/>
                      <a:pt x="168" y="27"/>
                      <a:pt x="168" y="27"/>
                    </a:cubicBezTo>
                    <a:cubicBezTo>
                      <a:pt x="168" y="24"/>
                      <a:pt x="172" y="27"/>
                      <a:pt x="170" y="23"/>
                    </a:cubicBezTo>
                    <a:cubicBezTo>
                      <a:pt x="169" y="21"/>
                      <a:pt x="169" y="21"/>
                      <a:pt x="169" y="21"/>
                    </a:cubicBezTo>
                    <a:cubicBezTo>
                      <a:pt x="171" y="23"/>
                      <a:pt x="171" y="23"/>
                      <a:pt x="171" y="23"/>
                    </a:cubicBezTo>
                    <a:cubicBezTo>
                      <a:pt x="170" y="22"/>
                      <a:pt x="172" y="22"/>
                      <a:pt x="171" y="20"/>
                    </a:cubicBezTo>
                    <a:cubicBezTo>
                      <a:pt x="171" y="21"/>
                      <a:pt x="171" y="21"/>
                      <a:pt x="172" y="21"/>
                    </a:cubicBezTo>
                    <a:cubicBezTo>
                      <a:pt x="172" y="21"/>
                      <a:pt x="171" y="19"/>
                      <a:pt x="172" y="19"/>
                    </a:cubicBezTo>
                    <a:cubicBezTo>
                      <a:pt x="172" y="20"/>
                      <a:pt x="172" y="20"/>
                      <a:pt x="172" y="20"/>
                    </a:cubicBezTo>
                    <a:cubicBezTo>
                      <a:pt x="177" y="20"/>
                      <a:pt x="182" y="19"/>
                      <a:pt x="180" y="14"/>
                    </a:cubicBezTo>
                    <a:cubicBezTo>
                      <a:pt x="180" y="13"/>
                      <a:pt x="182" y="15"/>
                      <a:pt x="182" y="15"/>
                    </a:cubicBezTo>
                    <a:cubicBezTo>
                      <a:pt x="181" y="11"/>
                      <a:pt x="188" y="11"/>
                      <a:pt x="185" y="6"/>
                    </a:cubicBezTo>
                    <a:cubicBezTo>
                      <a:pt x="185" y="4"/>
                      <a:pt x="180" y="0"/>
                      <a:pt x="18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6" name="Freeform 342"/>
              <p:cNvSpPr/>
              <p:nvPr>
                <p:custDataLst>
                  <p:tags r:id="rId187"/>
                </p:custDataLst>
              </p:nvPr>
            </p:nvSpPr>
            <p:spPr bwMode="auto">
              <a:xfrm>
                <a:off x="3757" y="2934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1 h 1"/>
                  <a:gd name="T6" fmla="*/ 0 w 1"/>
                  <a:gd name="T7" fmla="*/ 1 h 1"/>
                  <a:gd name="T8" fmla="*/ 0 w 1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7" name="Freeform 343"/>
              <p:cNvSpPr/>
              <p:nvPr>
                <p:custDataLst>
                  <p:tags r:id="rId188"/>
                </p:custDataLst>
              </p:nvPr>
            </p:nvSpPr>
            <p:spPr bwMode="auto">
              <a:xfrm>
                <a:off x="4226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8" name="Freeform 344"/>
              <p:cNvSpPr/>
              <p:nvPr>
                <p:custDataLst>
                  <p:tags r:id="rId189"/>
                </p:custDataLst>
              </p:nvPr>
            </p:nvSpPr>
            <p:spPr bwMode="auto">
              <a:xfrm>
                <a:off x="3752" y="2940"/>
                <a:ext cx="3" cy="3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1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9" name="Freeform 345"/>
              <p:cNvSpPr/>
              <p:nvPr>
                <p:custDataLst>
                  <p:tags r:id="rId190"/>
                </p:custDataLst>
              </p:nvPr>
            </p:nvSpPr>
            <p:spPr bwMode="auto">
              <a:xfrm>
                <a:off x="3975" y="29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0" name="Freeform 346"/>
              <p:cNvSpPr/>
              <p:nvPr>
                <p:custDataLst>
                  <p:tags r:id="rId191"/>
                </p:custDataLst>
              </p:nvPr>
            </p:nvSpPr>
            <p:spPr bwMode="auto">
              <a:xfrm>
                <a:off x="3905" y="22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1" name="Freeform 347"/>
              <p:cNvSpPr/>
              <p:nvPr>
                <p:custDataLst>
                  <p:tags r:id="rId192"/>
                </p:custDataLst>
              </p:nvPr>
            </p:nvSpPr>
            <p:spPr bwMode="auto">
              <a:xfrm>
                <a:off x="4289" y="255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0" y="1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2" name="Freeform 348"/>
              <p:cNvSpPr/>
              <p:nvPr>
                <p:custDataLst>
                  <p:tags r:id="rId193"/>
                </p:custDataLst>
              </p:nvPr>
            </p:nvSpPr>
            <p:spPr bwMode="auto">
              <a:xfrm>
                <a:off x="3899" y="2262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0 w 2"/>
                  <a:gd name="T5" fmla="*/ 0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3" name="Freeform 349"/>
              <p:cNvSpPr/>
              <p:nvPr>
                <p:custDataLst>
                  <p:tags r:id="rId194"/>
                </p:custDataLst>
              </p:nvPr>
            </p:nvSpPr>
            <p:spPr bwMode="auto">
              <a:xfrm>
                <a:off x="3939" y="2926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4" name="Freeform 350"/>
              <p:cNvSpPr/>
              <p:nvPr>
                <p:custDataLst>
                  <p:tags r:id="rId195"/>
                </p:custDataLst>
              </p:nvPr>
            </p:nvSpPr>
            <p:spPr bwMode="auto">
              <a:xfrm>
                <a:off x="3888" y="2281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0 w 2"/>
                  <a:gd name="T5" fmla="*/ 4 h 4"/>
                  <a:gd name="T6" fmla="*/ 2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5" name="Freeform 351"/>
              <p:cNvSpPr/>
              <p:nvPr>
                <p:custDataLst>
                  <p:tags r:id="rId196"/>
                </p:custDataLst>
              </p:nvPr>
            </p:nvSpPr>
            <p:spPr bwMode="auto">
              <a:xfrm>
                <a:off x="3842" y="227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2"/>
                      <a:pt x="0" y="0"/>
                      <a:pt x="1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6" name="Freeform 352"/>
              <p:cNvSpPr/>
              <p:nvPr>
                <p:custDataLst>
                  <p:tags r:id="rId197"/>
                </p:custDataLst>
              </p:nvPr>
            </p:nvSpPr>
            <p:spPr bwMode="auto">
              <a:xfrm>
                <a:off x="3844" y="226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7" name="Freeform 353"/>
              <p:cNvSpPr/>
              <p:nvPr>
                <p:custDataLst>
                  <p:tags r:id="rId198"/>
                </p:custDataLst>
              </p:nvPr>
            </p:nvSpPr>
            <p:spPr bwMode="auto">
              <a:xfrm>
                <a:off x="3899" y="2272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8" name="Freeform 354"/>
              <p:cNvSpPr/>
              <p:nvPr>
                <p:custDataLst>
                  <p:tags r:id="rId199"/>
                </p:custDataLst>
              </p:nvPr>
            </p:nvSpPr>
            <p:spPr bwMode="auto">
              <a:xfrm>
                <a:off x="3776" y="29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9" name="Freeform 355"/>
              <p:cNvSpPr/>
              <p:nvPr>
                <p:custDataLst>
                  <p:tags r:id="rId200"/>
                </p:custDataLst>
              </p:nvPr>
            </p:nvSpPr>
            <p:spPr bwMode="auto">
              <a:xfrm>
                <a:off x="3795" y="2985"/>
                <a:ext cx="2" cy="6"/>
              </a:xfrm>
              <a:custGeom>
                <a:avLst/>
                <a:gdLst>
                  <a:gd name="T0" fmla="*/ 1 w 1"/>
                  <a:gd name="T1" fmla="*/ 2 h 3"/>
                  <a:gd name="T2" fmla="*/ 0 w 1"/>
                  <a:gd name="T3" fmla="*/ 1 h 3"/>
                  <a:gd name="T4" fmla="*/ 1 w 1"/>
                  <a:gd name="T5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2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0" name="Freeform 356"/>
              <p:cNvSpPr/>
              <p:nvPr>
                <p:custDataLst>
                  <p:tags r:id="rId201"/>
                </p:custDataLst>
              </p:nvPr>
            </p:nvSpPr>
            <p:spPr bwMode="auto">
              <a:xfrm>
                <a:off x="3765" y="2972"/>
                <a:ext cx="7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0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1" name="Freeform 357"/>
              <p:cNvSpPr/>
              <p:nvPr>
                <p:custDataLst>
                  <p:tags r:id="rId202"/>
                </p:custDataLst>
              </p:nvPr>
            </p:nvSpPr>
            <p:spPr bwMode="auto">
              <a:xfrm>
                <a:off x="3803" y="2985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2" name="Freeform 358"/>
              <p:cNvSpPr/>
              <p:nvPr>
                <p:custDataLst>
                  <p:tags r:id="rId203"/>
                </p:custDataLst>
              </p:nvPr>
            </p:nvSpPr>
            <p:spPr bwMode="auto">
              <a:xfrm>
                <a:off x="3479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3" name="Freeform 359"/>
              <p:cNvSpPr/>
              <p:nvPr>
                <p:custDataLst>
                  <p:tags r:id="rId204"/>
                </p:custDataLst>
              </p:nvPr>
            </p:nvSpPr>
            <p:spPr bwMode="auto">
              <a:xfrm>
                <a:off x="3761" y="2966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1 h 2"/>
                  <a:gd name="T6" fmla="*/ 1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4" name="Freeform 360"/>
              <p:cNvSpPr/>
              <p:nvPr>
                <p:custDataLst>
                  <p:tags r:id="rId205"/>
                </p:custDataLst>
              </p:nvPr>
            </p:nvSpPr>
            <p:spPr bwMode="auto">
              <a:xfrm>
                <a:off x="3943" y="2966"/>
                <a:ext cx="0" cy="2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5" name="Freeform 361"/>
              <p:cNvSpPr/>
              <p:nvPr>
                <p:custDataLst>
                  <p:tags r:id="rId206"/>
                </p:custDataLst>
              </p:nvPr>
            </p:nvSpPr>
            <p:spPr bwMode="auto">
              <a:xfrm>
                <a:off x="4003" y="2940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6" name="Freeform 362"/>
              <p:cNvSpPr/>
              <p:nvPr>
                <p:custDataLst>
                  <p:tags r:id="rId207"/>
                </p:custDataLst>
              </p:nvPr>
            </p:nvSpPr>
            <p:spPr bwMode="auto">
              <a:xfrm>
                <a:off x="4003" y="294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7" name="Freeform 363"/>
              <p:cNvSpPr/>
              <p:nvPr>
                <p:custDataLst>
                  <p:tags r:id="rId208"/>
                </p:custDataLst>
              </p:nvPr>
            </p:nvSpPr>
            <p:spPr bwMode="auto">
              <a:xfrm>
                <a:off x="3996" y="2951"/>
                <a:ext cx="3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8" name="Freeform 364"/>
              <p:cNvSpPr/>
              <p:nvPr>
                <p:custDataLst>
                  <p:tags r:id="rId209"/>
                </p:custDataLst>
              </p:nvPr>
            </p:nvSpPr>
            <p:spPr bwMode="auto">
              <a:xfrm>
                <a:off x="3757" y="3023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2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1"/>
                      <a:pt x="1" y="2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9" name="Freeform 365"/>
              <p:cNvSpPr/>
              <p:nvPr>
                <p:custDataLst>
                  <p:tags r:id="rId210"/>
                </p:custDataLst>
              </p:nvPr>
            </p:nvSpPr>
            <p:spPr bwMode="auto">
              <a:xfrm>
                <a:off x="4003" y="294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2"/>
                      <a:pt x="0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0" name="Freeform 366"/>
              <p:cNvSpPr/>
              <p:nvPr>
                <p:custDataLst>
                  <p:tags r:id="rId211"/>
                </p:custDataLst>
              </p:nvPr>
            </p:nvSpPr>
            <p:spPr bwMode="auto">
              <a:xfrm>
                <a:off x="3869" y="29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1" name="Freeform 367"/>
              <p:cNvSpPr/>
              <p:nvPr>
                <p:custDataLst>
                  <p:tags r:id="rId212"/>
                </p:custDataLst>
              </p:nvPr>
            </p:nvSpPr>
            <p:spPr bwMode="auto">
              <a:xfrm>
                <a:off x="4026" y="2926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2" name="Rectangle 368"/>
              <p:cNvSpPr>
                <a:spLocks noChangeArrowheads="1"/>
              </p:cNvSpPr>
              <p:nvPr>
                <p:custDataLst>
                  <p:tags r:id="rId213"/>
                </p:custDataLst>
              </p:nvPr>
            </p:nvSpPr>
            <p:spPr bwMode="auto">
              <a:xfrm>
                <a:off x="4275" y="2542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3" name="Oval 369"/>
              <p:cNvSpPr>
                <a:spLocks noChangeArrowheads="1"/>
              </p:cNvSpPr>
              <p:nvPr>
                <p:custDataLst>
                  <p:tags r:id="rId214"/>
                </p:custDataLst>
              </p:nvPr>
            </p:nvSpPr>
            <p:spPr bwMode="auto">
              <a:xfrm>
                <a:off x="3472" y="20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4" name="Freeform 370"/>
              <p:cNvSpPr/>
              <p:nvPr>
                <p:custDataLst>
                  <p:tags r:id="rId215"/>
                </p:custDataLst>
              </p:nvPr>
            </p:nvSpPr>
            <p:spPr bwMode="auto">
              <a:xfrm>
                <a:off x="4219" y="2518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5" name="Freeform 371"/>
              <p:cNvSpPr/>
              <p:nvPr>
                <p:custDataLst>
                  <p:tags r:id="rId216"/>
                </p:custDataLst>
              </p:nvPr>
            </p:nvSpPr>
            <p:spPr bwMode="auto">
              <a:xfrm>
                <a:off x="4230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6" name="Freeform 372"/>
              <p:cNvSpPr/>
              <p:nvPr>
                <p:custDataLst>
                  <p:tags r:id="rId217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7" name="Freeform 373"/>
              <p:cNvSpPr/>
              <p:nvPr>
                <p:custDataLst>
                  <p:tags r:id="rId218"/>
                </p:custDataLst>
              </p:nvPr>
            </p:nvSpPr>
            <p:spPr bwMode="auto">
              <a:xfrm>
                <a:off x="4217" y="2482"/>
                <a:ext cx="145" cy="117"/>
              </a:xfrm>
              <a:custGeom>
                <a:avLst/>
                <a:gdLst>
                  <a:gd name="T0" fmla="*/ 63 w 68"/>
                  <a:gd name="T1" fmla="*/ 35 h 55"/>
                  <a:gd name="T2" fmla="*/ 47 w 68"/>
                  <a:gd name="T3" fmla="*/ 21 h 55"/>
                  <a:gd name="T4" fmla="*/ 43 w 68"/>
                  <a:gd name="T5" fmla="*/ 21 h 55"/>
                  <a:gd name="T6" fmla="*/ 40 w 68"/>
                  <a:gd name="T7" fmla="*/ 15 h 55"/>
                  <a:gd name="T8" fmla="*/ 35 w 68"/>
                  <a:gd name="T9" fmla="*/ 11 h 55"/>
                  <a:gd name="T10" fmla="*/ 29 w 68"/>
                  <a:gd name="T11" fmla="*/ 6 h 55"/>
                  <a:gd name="T12" fmla="*/ 24 w 68"/>
                  <a:gd name="T13" fmla="*/ 7 h 55"/>
                  <a:gd name="T14" fmla="*/ 16 w 68"/>
                  <a:gd name="T15" fmla="*/ 6 h 55"/>
                  <a:gd name="T16" fmla="*/ 13 w 68"/>
                  <a:gd name="T17" fmla="*/ 5 h 55"/>
                  <a:gd name="T18" fmla="*/ 10 w 68"/>
                  <a:gd name="T19" fmla="*/ 1 h 55"/>
                  <a:gd name="T20" fmla="*/ 9 w 68"/>
                  <a:gd name="T21" fmla="*/ 1 h 55"/>
                  <a:gd name="T22" fmla="*/ 5 w 68"/>
                  <a:gd name="T23" fmla="*/ 2 h 55"/>
                  <a:gd name="T24" fmla="*/ 2 w 68"/>
                  <a:gd name="T25" fmla="*/ 3 h 55"/>
                  <a:gd name="T26" fmla="*/ 2 w 68"/>
                  <a:gd name="T27" fmla="*/ 6 h 55"/>
                  <a:gd name="T28" fmla="*/ 5 w 68"/>
                  <a:gd name="T29" fmla="*/ 8 h 55"/>
                  <a:gd name="T30" fmla="*/ 4 w 68"/>
                  <a:gd name="T31" fmla="*/ 10 h 55"/>
                  <a:gd name="T32" fmla="*/ 6 w 68"/>
                  <a:gd name="T33" fmla="*/ 13 h 55"/>
                  <a:gd name="T34" fmla="*/ 4 w 68"/>
                  <a:gd name="T35" fmla="*/ 16 h 55"/>
                  <a:gd name="T36" fmla="*/ 2 w 68"/>
                  <a:gd name="T37" fmla="*/ 19 h 55"/>
                  <a:gd name="T38" fmla="*/ 6 w 68"/>
                  <a:gd name="T39" fmla="*/ 16 h 55"/>
                  <a:gd name="T40" fmla="*/ 9 w 68"/>
                  <a:gd name="T41" fmla="*/ 13 h 55"/>
                  <a:gd name="T42" fmla="*/ 7 w 68"/>
                  <a:gd name="T43" fmla="*/ 19 h 55"/>
                  <a:gd name="T44" fmla="*/ 8 w 68"/>
                  <a:gd name="T45" fmla="*/ 18 h 55"/>
                  <a:gd name="T46" fmla="*/ 8 w 68"/>
                  <a:gd name="T47" fmla="*/ 21 h 55"/>
                  <a:gd name="T48" fmla="*/ 9 w 68"/>
                  <a:gd name="T49" fmla="*/ 21 h 55"/>
                  <a:gd name="T50" fmla="*/ 10 w 68"/>
                  <a:gd name="T51" fmla="*/ 22 h 55"/>
                  <a:gd name="T52" fmla="*/ 15 w 68"/>
                  <a:gd name="T53" fmla="*/ 17 h 55"/>
                  <a:gd name="T54" fmla="*/ 11 w 68"/>
                  <a:gd name="T55" fmla="*/ 23 h 55"/>
                  <a:gd name="T56" fmla="*/ 13 w 68"/>
                  <a:gd name="T57" fmla="*/ 23 h 55"/>
                  <a:gd name="T58" fmla="*/ 16 w 68"/>
                  <a:gd name="T59" fmla="*/ 23 h 55"/>
                  <a:gd name="T60" fmla="*/ 18 w 68"/>
                  <a:gd name="T61" fmla="*/ 24 h 55"/>
                  <a:gd name="T62" fmla="*/ 18 w 68"/>
                  <a:gd name="T63" fmla="*/ 24 h 55"/>
                  <a:gd name="T64" fmla="*/ 21 w 68"/>
                  <a:gd name="T65" fmla="*/ 24 h 55"/>
                  <a:gd name="T66" fmla="*/ 23 w 68"/>
                  <a:gd name="T67" fmla="*/ 23 h 55"/>
                  <a:gd name="T68" fmla="*/ 22 w 68"/>
                  <a:gd name="T69" fmla="*/ 26 h 55"/>
                  <a:gd name="T70" fmla="*/ 25 w 68"/>
                  <a:gd name="T71" fmla="*/ 24 h 55"/>
                  <a:gd name="T72" fmla="*/ 24 w 68"/>
                  <a:gd name="T73" fmla="*/ 27 h 55"/>
                  <a:gd name="T74" fmla="*/ 26 w 68"/>
                  <a:gd name="T75" fmla="*/ 29 h 55"/>
                  <a:gd name="T76" fmla="*/ 28 w 68"/>
                  <a:gd name="T77" fmla="*/ 30 h 55"/>
                  <a:gd name="T78" fmla="*/ 29 w 68"/>
                  <a:gd name="T79" fmla="*/ 32 h 55"/>
                  <a:gd name="T80" fmla="*/ 31 w 68"/>
                  <a:gd name="T81" fmla="*/ 31 h 55"/>
                  <a:gd name="T82" fmla="*/ 32 w 68"/>
                  <a:gd name="T83" fmla="*/ 32 h 55"/>
                  <a:gd name="T84" fmla="*/ 31 w 68"/>
                  <a:gd name="T85" fmla="*/ 33 h 55"/>
                  <a:gd name="T86" fmla="*/ 34 w 68"/>
                  <a:gd name="T87" fmla="*/ 34 h 55"/>
                  <a:gd name="T88" fmla="*/ 37 w 68"/>
                  <a:gd name="T89" fmla="*/ 34 h 55"/>
                  <a:gd name="T90" fmla="*/ 39 w 68"/>
                  <a:gd name="T91" fmla="*/ 34 h 55"/>
                  <a:gd name="T92" fmla="*/ 44 w 68"/>
                  <a:gd name="T93" fmla="*/ 32 h 55"/>
                  <a:gd name="T94" fmla="*/ 43 w 68"/>
                  <a:gd name="T95" fmla="*/ 36 h 55"/>
                  <a:gd name="T96" fmla="*/ 46 w 68"/>
                  <a:gd name="T97" fmla="*/ 36 h 55"/>
                  <a:gd name="T98" fmla="*/ 47 w 68"/>
                  <a:gd name="T99" fmla="*/ 38 h 55"/>
                  <a:gd name="T100" fmla="*/ 48 w 68"/>
                  <a:gd name="T101" fmla="*/ 43 h 55"/>
                  <a:gd name="T102" fmla="*/ 50 w 68"/>
                  <a:gd name="T103" fmla="*/ 44 h 55"/>
                  <a:gd name="T104" fmla="*/ 58 w 68"/>
                  <a:gd name="T105" fmla="*/ 45 h 55"/>
                  <a:gd name="T106" fmla="*/ 58 w 68"/>
                  <a:gd name="T107" fmla="*/ 5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8" h="55">
                    <a:moveTo>
                      <a:pt x="66" y="42"/>
                    </a:moveTo>
                    <a:cubicBezTo>
                      <a:pt x="65" y="40"/>
                      <a:pt x="67" y="35"/>
                      <a:pt x="64" y="34"/>
                    </a:cubicBezTo>
                    <a:cubicBezTo>
                      <a:pt x="63" y="35"/>
                      <a:pt x="62" y="35"/>
                      <a:pt x="62" y="36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6"/>
                      <a:pt x="62" y="35"/>
                      <a:pt x="63" y="35"/>
                    </a:cubicBezTo>
                    <a:cubicBezTo>
                      <a:pt x="62" y="34"/>
                      <a:pt x="61" y="34"/>
                      <a:pt x="61" y="33"/>
                    </a:cubicBezTo>
                    <a:cubicBezTo>
                      <a:pt x="59" y="34"/>
                      <a:pt x="60" y="32"/>
                      <a:pt x="58" y="34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8" y="33"/>
                      <a:pt x="58" y="33"/>
                      <a:pt x="59" y="31"/>
                    </a:cubicBezTo>
                    <a:cubicBezTo>
                      <a:pt x="59" y="28"/>
                      <a:pt x="56" y="27"/>
                      <a:pt x="55" y="24"/>
                    </a:cubicBezTo>
                    <a:cubicBezTo>
                      <a:pt x="53" y="22"/>
                      <a:pt x="50" y="22"/>
                      <a:pt x="47" y="21"/>
                    </a:cubicBezTo>
                    <a:cubicBezTo>
                      <a:pt x="45" y="23"/>
                      <a:pt x="45" y="22"/>
                      <a:pt x="43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42" y="23"/>
                      <a:pt x="43" y="22"/>
                      <a:pt x="44" y="21"/>
                    </a:cubicBezTo>
                    <a:cubicBezTo>
                      <a:pt x="43" y="22"/>
                      <a:pt x="44" y="21"/>
                      <a:pt x="42" y="22"/>
                    </a:cubicBezTo>
                    <a:cubicBezTo>
                      <a:pt x="41" y="24"/>
                      <a:pt x="44" y="20"/>
                      <a:pt x="43" y="21"/>
                    </a:cubicBezTo>
                    <a:cubicBezTo>
                      <a:pt x="44" y="20"/>
                      <a:pt x="42" y="22"/>
                      <a:pt x="43" y="21"/>
                    </a:cubicBezTo>
                    <a:cubicBezTo>
                      <a:pt x="41" y="22"/>
                      <a:pt x="44" y="20"/>
                      <a:pt x="44" y="18"/>
                    </a:cubicBezTo>
                    <a:cubicBezTo>
                      <a:pt x="43" y="18"/>
                      <a:pt x="41" y="19"/>
                      <a:pt x="41" y="17"/>
                    </a:cubicBezTo>
                    <a:cubicBezTo>
                      <a:pt x="41" y="17"/>
                      <a:pt x="40" y="18"/>
                      <a:pt x="40" y="18"/>
                    </a:cubicBezTo>
                    <a:cubicBezTo>
                      <a:pt x="42" y="16"/>
                      <a:pt x="39" y="19"/>
                      <a:pt x="40" y="17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41" y="15"/>
                      <a:pt x="39" y="17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8" y="16"/>
                      <a:pt x="40" y="13"/>
                      <a:pt x="39" y="15"/>
                    </a:cubicBezTo>
                    <a:cubicBezTo>
                      <a:pt x="40" y="14"/>
                      <a:pt x="39" y="14"/>
                      <a:pt x="40" y="13"/>
                    </a:cubicBezTo>
                    <a:cubicBezTo>
                      <a:pt x="37" y="16"/>
                      <a:pt x="40" y="12"/>
                      <a:pt x="38" y="13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37" y="12"/>
                      <a:pt x="37" y="11"/>
                      <a:pt x="35" y="11"/>
                    </a:cubicBezTo>
                    <a:cubicBezTo>
                      <a:pt x="34" y="11"/>
                      <a:pt x="36" y="8"/>
                      <a:pt x="34" y="9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2" y="10"/>
                      <a:pt x="33" y="9"/>
                      <a:pt x="34" y="9"/>
                    </a:cubicBezTo>
                    <a:cubicBezTo>
                      <a:pt x="32" y="10"/>
                      <a:pt x="33" y="8"/>
                      <a:pt x="33" y="7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"/>
                      <a:pt x="29" y="7"/>
                      <a:pt x="29" y="6"/>
                    </a:cubicBezTo>
                    <a:cubicBezTo>
                      <a:pt x="28" y="9"/>
                      <a:pt x="28" y="7"/>
                      <a:pt x="28" y="8"/>
                    </a:cubicBezTo>
                    <a:cubicBezTo>
                      <a:pt x="28" y="8"/>
                      <a:pt x="28" y="7"/>
                      <a:pt x="28" y="6"/>
                    </a:cubicBezTo>
                    <a:cubicBezTo>
                      <a:pt x="28" y="6"/>
                      <a:pt x="28" y="6"/>
                      <a:pt x="28" y="5"/>
                    </a:cubicBezTo>
                    <a:cubicBezTo>
                      <a:pt x="27" y="6"/>
                      <a:pt x="26" y="7"/>
                      <a:pt x="26" y="7"/>
                    </a:cubicBezTo>
                    <a:cubicBezTo>
                      <a:pt x="27" y="4"/>
                      <a:pt x="26" y="6"/>
                      <a:pt x="26" y="5"/>
                    </a:cubicBezTo>
                    <a:cubicBezTo>
                      <a:pt x="25" y="7"/>
                      <a:pt x="24" y="8"/>
                      <a:pt x="24" y="7"/>
                    </a:cubicBezTo>
                    <a:cubicBezTo>
                      <a:pt x="26" y="5"/>
                      <a:pt x="26" y="5"/>
                      <a:pt x="26" y="5"/>
                    </a:cubicBezTo>
                    <a:cubicBezTo>
                      <a:pt x="24" y="6"/>
                      <a:pt x="24" y="3"/>
                      <a:pt x="22" y="5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1" y="5"/>
                      <a:pt x="21" y="3"/>
                      <a:pt x="19" y="5"/>
                    </a:cubicBezTo>
                    <a:cubicBezTo>
                      <a:pt x="19" y="4"/>
                      <a:pt x="19" y="4"/>
                      <a:pt x="19" y="3"/>
                    </a:cubicBezTo>
                    <a:cubicBezTo>
                      <a:pt x="18" y="4"/>
                      <a:pt x="18" y="4"/>
                      <a:pt x="16" y="6"/>
                    </a:cubicBezTo>
                    <a:cubicBezTo>
                      <a:pt x="16" y="6"/>
                      <a:pt x="17" y="5"/>
                      <a:pt x="17" y="4"/>
                    </a:cubicBezTo>
                    <a:cubicBezTo>
                      <a:pt x="17" y="4"/>
                      <a:pt x="18" y="2"/>
                      <a:pt x="16" y="4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6" y="4"/>
                      <a:pt x="14" y="5"/>
                      <a:pt x="15" y="3"/>
                    </a:cubicBezTo>
                    <a:cubicBezTo>
                      <a:pt x="14" y="4"/>
                      <a:pt x="14" y="5"/>
                      <a:pt x="13" y="6"/>
                    </a:cubicBezTo>
                    <a:cubicBezTo>
                      <a:pt x="13" y="6"/>
                      <a:pt x="14" y="4"/>
                      <a:pt x="13" y="5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3"/>
                      <a:pt x="13" y="3"/>
                      <a:pt x="12" y="4"/>
                    </a:cubicBezTo>
                    <a:cubicBezTo>
                      <a:pt x="13" y="2"/>
                      <a:pt x="11" y="3"/>
                      <a:pt x="12" y="2"/>
                    </a:cubicBezTo>
                    <a:cubicBezTo>
                      <a:pt x="11" y="3"/>
                      <a:pt x="12" y="1"/>
                      <a:pt x="9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1"/>
                    </a:cubicBezTo>
                    <a:cubicBezTo>
                      <a:pt x="11" y="1"/>
                      <a:pt x="9" y="2"/>
                      <a:pt x="8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2"/>
                      <a:pt x="7" y="3"/>
                      <a:pt x="6" y="4"/>
                    </a:cubicBezTo>
                    <a:cubicBezTo>
                      <a:pt x="6" y="3"/>
                      <a:pt x="5" y="4"/>
                      <a:pt x="6" y="3"/>
                    </a:cubicBezTo>
                    <a:cubicBezTo>
                      <a:pt x="7" y="3"/>
                      <a:pt x="8" y="2"/>
                      <a:pt x="10" y="1"/>
                    </a:cubicBezTo>
                    <a:cubicBezTo>
                      <a:pt x="10" y="0"/>
                      <a:pt x="7" y="2"/>
                      <a:pt x="9" y="1"/>
                    </a:cubicBezTo>
                    <a:cubicBezTo>
                      <a:pt x="9" y="0"/>
                      <a:pt x="9" y="1"/>
                      <a:pt x="7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6" y="2"/>
                      <a:pt x="6" y="1"/>
                      <a:pt x="4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3"/>
                      <a:pt x="3" y="3"/>
                      <a:pt x="4" y="2"/>
                    </a:cubicBezTo>
                    <a:cubicBezTo>
                      <a:pt x="6" y="1"/>
                      <a:pt x="7" y="1"/>
                      <a:pt x="7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4" y="2"/>
                      <a:pt x="3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2" y="4"/>
                      <a:pt x="3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5" y="3"/>
                      <a:pt x="7" y="2"/>
                      <a:pt x="5" y="3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4"/>
                      <a:pt x="4" y="4"/>
                      <a:pt x="4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5" y="4"/>
                      <a:pt x="3" y="6"/>
                      <a:pt x="4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7"/>
                      <a:pt x="4" y="5"/>
                      <a:pt x="5" y="5"/>
                    </a:cubicBezTo>
                    <a:cubicBezTo>
                      <a:pt x="4" y="5"/>
                      <a:pt x="2" y="7"/>
                      <a:pt x="2" y="8"/>
                    </a:cubicBezTo>
                    <a:cubicBezTo>
                      <a:pt x="2" y="8"/>
                      <a:pt x="4" y="7"/>
                      <a:pt x="3" y="9"/>
                    </a:cubicBezTo>
                    <a:cubicBezTo>
                      <a:pt x="3" y="9"/>
                      <a:pt x="4" y="9"/>
                      <a:pt x="5" y="8"/>
                    </a:cubicBezTo>
                    <a:cubicBezTo>
                      <a:pt x="5" y="8"/>
                      <a:pt x="3" y="10"/>
                      <a:pt x="4" y="9"/>
                    </a:cubicBezTo>
                    <a:cubicBezTo>
                      <a:pt x="3" y="10"/>
                      <a:pt x="2" y="12"/>
                      <a:pt x="1" y="13"/>
                    </a:cubicBezTo>
                    <a:cubicBezTo>
                      <a:pt x="1" y="13"/>
                      <a:pt x="0" y="14"/>
                      <a:pt x="1" y="14"/>
                    </a:cubicBezTo>
                    <a:cubicBezTo>
                      <a:pt x="0" y="14"/>
                      <a:pt x="0" y="15"/>
                      <a:pt x="0" y="15"/>
                    </a:cubicBezTo>
                    <a:cubicBezTo>
                      <a:pt x="1" y="14"/>
                      <a:pt x="2" y="13"/>
                      <a:pt x="2" y="12"/>
                    </a:cubicBezTo>
                    <a:cubicBezTo>
                      <a:pt x="3" y="10"/>
                      <a:pt x="3" y="12"/>
                      <a:pt x="4" y="10"/>
                    </a:cubicBezTo>
                    <a:cubicBezTo>
                      <a:pt x="4" y="11"/>
                      <a:pt x="5" y="11"/>
                      <a:pt x="5" y="11"/>
                    </a:cubicBezTo>
                    <a:cubicBezTo>
                      <a:pt x="5" y="11"/>
                      <a:pt x="4" y="12"/>
                      <a:pt x="3" y="13"/>
                    </a:cubicBezTo>
                    <a:cubicBezTo>
                      <a:pt x="5" y="12"/>
                      <a:pt x="6" y="11"/>
                      <a:pt x="6" y="12"/>
                    </a:cubicBezTo>
                    <a:cubicBezTo>
                      <a:pt x="7" y="11"/>
                      <a:pt x="7" y="11"/>
                      <a:pt x="8" y="9"/>
                    </a:cubicBezTo>
                    <a:cubicBezTo>
                      <a:pt x="8" y="9"/>
                      <a:pt x="8" y="8"/>
                      <a:pt x="8" y="9"/>
                    </a:cubicBezTo>
                    <a:cubicBezTo>
                      <a:pt x="7" y="10"/>
                      <a:pt x="6" y="12"/>
                      <a:pt x="6" y="13"/>
                    </a:cubicBezTo>
                    <a:cubicBezTo>
                      <a:pt x="4" y="15"/>
                      <a:pt x="6" y="12"/>
                      <a:pt x="4" y="14"/>
                    </a:cubicBezTo>
                    <a:cubicBezTo>
                      <a:pt x="2" y="16"/>
                      <a:pt x="2" y="15"/>
                      <a:pt x="3" y="14"/>
                    </a:cubicBezTo>
                    <a:cubicBezTo>
                      <a:pt x="1" y="16"/>
                      <a:pt x="3" y="15"/>
                      <a:pt x="1" y="16"/>
                    </a:cubicBezTo>
                    <a:cubicBezTo>
                      <a:pt x="1" y="17"/>
                      <a:pt x="2" y="16"/>
                      <a:pt x="3" y="16"/>
                    </a:cubicBezTo>
                    <a:cubicBezTo>
                      <a:pt x="4" y="15"/>
                      <a:pt x="4" y="15"/>
                      <a:pt x="4" y="14"/>
                    </a:cubicBezTo>
                    <a:cubicBezTo>
                      <a:pt x="6" y="12"/>
                      <a:pt x="4" y="16"/>
                      <a:pt x="4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7"/>
                      <a:pt x="4" y="16"/>
                      <a:pt x="4" y="16"/>
                    </a:cubicBezTo>
                    <a:cubicBezTo>
                      <a:pt x="2" y="19"/>
                      <a:pt x="4" y="16"/>
                      <a:pt x="2" y="18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3" y="18"/>
                      <a:pt x="3" y="18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3" y="18"/>
                      <a:pt x="4" y="17"/>
                      <a:pt x="4" y="17"/>
                    </a:cubicBezTo>
                    <a:cubicBezTo>
                      <a:pt x="6" y="14"/>
                      <a:pt x="4" y="16"/>
                      <a:pt x="5" y="16"/>
                    </a:cubicBezTo>
                    <a:cubicBezTo>
                      <a:pt x="6" y="15"/>
                      <a:pt x="5" y="16"/>
                      <a:pt x="6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4"/>
                      <a:pt x="6" y="15"/>
                      <a:pt x="6" y="16"/>
                    </a:cubicBezTo>
                    <a:cubicBezTo>
                      <a:pt x="6" y="16"/>
                      <a:pt x="5" y="16"/>
                      <a:pt x="6" y="15"/>
                    </a:cubicBezTo>
                    <a:cubicBezTo>
                      <a:pt x="5" y="17"/>
                      <a:pt x="4" y="19"/>
                      <a:pt x="3" y="19"/>
                    </a:cubicBezTo>
                    <a:cubicBezTo>
                      <a:pt x="3" y="21"/>
                      <a:pt x="4" y="18"/>
                      <a:pt x="5" y="18"/>
                    </a:cubicBezTo>
                    <a:cubicBezTo>
                      <a:pt x="4" y="19"/>
                      <a:pt x="5" y="17"/>
                      <a:pt x="6" y="16"/>
                    </a:cubicBezTo>
                    <a:cubicBezTo>
                      <a:pt x="9" y="13"/>
                      <a:pt x="4" y="20"/>
                      <a:pt x="5" y="19"/>
                    </a:cubicBezTo>
                    <a:cubicBezTo>
                      <a:pt x="7" y="17"/>
                      <a:pt x="8" y="16"/>
                      <a:pt x="9" y="13"/>
                    </a:cubicBezTo>
                    <a:cubicBezTo>
                      <a:pt x="10" y="13"/>
                      <a:pt x="10" y="12"/>
                      <a:pt x="10" y="12"/>
                    </a:cubicBezTo>
                    <a:cubicBezTo>
                      <a:pt x="9" y="14"/>
                      <a:pt x="9" y="14"/>
                      <a:pt x="8" y="15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6" y="19"/>
                      <a:pt x="6" y="20"/>
                      <a:pt x="5" y="21"/>
                    </a:cubicBezTo>
                    <a:cubicBezTo>
                      <a:pt x="6" y="20"/>
                      <a:pt x="6" y="19"/>
                      <a:pt x="7" y="19"/>
                    </a:cubicBezTo>
                    <a:cubicBezTo>
                      <a:pt x="6" y="20"/>
                      <a:pt x="6" y="21"/>
                      <a:pt x="6" y="21"/>
                    </a:cubicBezTo>
                    <a:cubicBezTo>
                      <a:pt x="6" y="20"/>
                      <a:pt x="7" y="18"/>
                      <a:pt x="8" y="18"/>
                    </a:cubicBezTo>
                    <a:cubicBezTo>
                      <a:pt x="8" y="18"/>
                      <a:pt x="7" y="20"/>
                      <a:pt x="7" y="20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0"/>
                      <a:pt x="5" y="22"/>
                      <a:pt x="6" y="2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9" y="18"/>
                      <a:pt x="8" y="19"/>
                      <a:pt x="8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8" y="20"/>
                      <a:pt x="6" y="23"/>
                      <a:pt x="7" y="22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1"/>
                      <a:pt x="7" y="22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8" y="22"/>
                      <a:pt x="9" y="20"/>
                      <a:pt x="8" y="22"/>
                    </a:cubicBezTo>
                    <a:cubicBezTo>
                      <a:pt x="9" y="19"/>
                      <a:pt x="8" y="21"/>
                      <a:pt x="8" y="20"/>
                    </a:cubicBezTo>
                    <a:cubicBezTo>
                      <a:pt x="9" y="19"/>
                      <a:pt x="9" y="19"/>
                      <a:pt x="10" y="19"/>
                    </a:cubicBezTo>
                    <a:cubicBezTo>
                      <a:pt x="8" y="21"/>
                      <a:pt x="10" y="19"/>
                      <a:pt x="10" y="19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8" y="23"/>
                      <a:pt x="11" y="19"/>
                      <a:pt x="10" y="20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0"/>
                      <a:pt x="11" y="20"/>
                      <a:pt x="12" y="18"/>
                    </a:cubicBezTo>
                    <a:cubicBezTo>
                      <a:pt x="11" y="19"/>
                      <a:pt x="10" y="21"/>
                      <a:pt x="9" y="23"/>
                    </a:cubicBezTo>
                    <a:cubicBezTo>
                      <a:pt x="10" y="21"/>
                      <a:pt x="9" y="24"/>
                      <a:pt x="10" y="22"/>
                    </a:cubicBezTo>
                    <a:cubicBezTo>
                      <a:pt x="10" y="21"/>
                      <a:pt x="11" y="21"/>
                      <a:pt x="12" y="20"/>
                    </a:cubicBezTo>
                    <a:cubicBezTo>
                      <a:pt x="12" y="20"/>
                      <a:pt x="11" y="21"/>
                      <a:pt x="11" y="21"/>
                    </a:cubicBezTo>
                    <a:cubicBezTo>
                      <a:pt x="11" y="21"/>
                      <a:pt x="12" y="19"/>
                      <a:pt x="12" y="19"/>
                    </a:cubicBezTo>
                    <a:cubicBezTo>
                      <a:pt x="12" y="19"/>
                      <a:pt x="14" y="17"/>
                      <a:pt x="13" y="19"/>
                    </a:cubicBezTo>
                    <a:cubicBezTo>
                      <a:pt x="12" y="20"/>
                      <a:pt x="12" y="19"/>
                      <a:pt x="12" y="20"/>
                    </a:cubicBezTo>
                    <a:cubicBezTo>
                      <a:pt x="12" y="21"/>
                      <a:pt x="14" y="17"/>
                      <a:pt x="15" y="17"/>
                    </a:cubicBezTo>
                    <a:cubicBezTo>
                      <a:pt x="15" y="16"/>
                      <a:pt x="16" y="13"/>
                      <a:pt x="17" y="12"/>
                    </a:cubicBezTo>
                    <a:cubicBezTo>
                      <a:pt x="17" y="13"/>
                      <a:pt x="16" y="13"/>
                      <a:pt x="16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5" y="18"/>
                      <a:pt x="13" y="19"/>
                      <a:pt x="12" y="2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2" y="21"/>
                      <a:pt x="12" y="23"/>
                      <a:pt x="12" y="22"/>
                    </a:cubicBezTo>
                    <a:cubicBezTo>
                      <a:pt x="13" y="21"/>
                      <a:pt x="12" y="23"/>
                      <a:pt x="12" y="22"/>
                    </a:cubicBezTo>
                    <a:cubicBezTo>
                      <a:pt x="13" y="21"/>
                      <a:pt x="14" y="19"/>
                      <a:pt x="14" y="20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3"/>
                      <a:pt x="13" y="21"/>
                      <a:pt x="13" y="22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4" y="24"/>
                      <a:pt x="16" y="20"/>
                    </a:cubicBezTo>
                    <a:cubicBezTo>
                      <a:pt x="16" y="22"/>
                      <a:pt x="16" y="22"/>
                      <a:pt x="15" y="23"/>
                    </a:cubicBezTo>
                    <a:cubicBezTo>
                      <a:pt x="16" y="23"/>
                      <a:pt x="16" y="22"/>
                      <a:pt x="16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5"/>
                      <a:pt x="16" y="23"/>
                      <a:pt x="17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5"/>
                      <a:pt x="17" y="23"/>
                      <a:pt x="17" y="22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2"/>
                      <a:pt x="18" y="22"/>
                      <a:pt x="17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4"/>
                      <a:pt x="18" y="24"/>
                      <a:pt x="18" y="24"/>
                    </a:cubicBezTo>
                    <a:cubicBezTo>
                      <a:pt x="18" y="24"/>
                      <a:pt x="18" y="23"/>
                      <a:pt x="18" y="24"/>
                    </a:cubicBezTo>
                    <a:cubicBezTo>
                      <a:pt x="18" y="23"/>
                      <a:pt x="19" y="23"/>
                      <a:pt x="20" y="21"/>
                    </a:cubicBezTo>
                    <a:cubicBezTo>
                      <a:pt x="21" y="19"/>
                      <a:pt x="19" y="22"/>
                      <a:pt x="20" y="21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5"/>
                      <a:pt x="20" y="23"/>
                      <a:pt x="20" y="24"/>
                    </a:cubicBezTo>
                    <a:cubicBezTo>
                      <a:pt x="20" y="24"/>
                      <a:pt x="22" y="22"/>
                      <a:pt x="22" y="22"/>
                    </a:cubicBezTo>
                    <a:cubicBezTo>
                      <a:pt x="24" y="20"/>
                      <a:pt x="21" y="24"/>
                      <a:pt x="20" y="25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2" y="24"/>
                      <a:pt x="22" y="23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5"/>
                      <a:pt x="21" y="26"/>
                      <a:pt x="21" y="26"/>
                    </a:cubicBezTo>
                    <a:cubicBezTo>
                      <a:pt x="22" y="24"/>
                      <a:pt x="22" y="25"/>
                      <a:pt x="23" y="24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1" y="26"/>
                      <a:pt x="23" y="24"/>
                      <a:pt x="24" y="24"/>
                    </a:cubicBezTo>
                    <a:cubicBezTo>
                      <a:pt x="24" y="23"/>
                      <a:pt x="23" y="24"/>
                      <a:pt x="23" y="25"/>
                    </a:cubicBezTo>
                    <a:cubicBezTo>
                      <a:pt x="22" y="25"/>
                      <a:pt x="23" y="25"/>
                      <a:pt x="23" y="25"/>
                    </a:cubicBezTo>
                    <a:cubicBezTo>
                      <a:pt x="22" y="26"/>
                      <a:pt x="23" y="25"/>
                      <a:pt x="22" y="26"/>
                    </a:cubicBezTo>
                    <a:cubicBezTo>
                      <a:pt x="22" y="26"/>
                      <a:pt x="23" y="25"/>
                      <a:pt x="23" y="25"/>
                    </a:cubicBezTo>
                    <a:cubicBezTo>
                      <a:pt x="23" y="25"/>
                      <a:pt x="24" y="25"/>
                      <a:pt x="23" y="26"/>
                    </a:cubicBezTo>
                    <a:cubicBezTo>
                      <a:pt x="23" y="26"/>
                      <a:pt x="23" y="26"/>
                      <a:pt x="24" y="25"/>
                    </a:cubicBezTo>
                    <a:cubicBezTo>
                      <a:pt x="24" y="25"/>
                      <a:pt x="24" y="24"/>
                      <a:pt x="25" y="24"/>
                    </a:cubicBezTo>
                    <a:cubicBezTo>
                      <a:pt x="25" y="24"/>
                      <a:pt x="25" y="23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3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5"/>
                      <a:pt x="23" y="27"/>
                      <a:pt x="23" y="27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26"/>
                      <a:pt x="25" y="26"/>
                      <a:pt x="24" y="27"/>
                    </a:cubicBezTo>
                    <a:cubicBezTo>
                      <a:pt x="24" y="28"/>
                      <a:pt x="27" y="24"/>
                      <a:pt x="27" y="25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5" y="28"/>
                      <a:pt x="25" y="27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4" y="29"/>
                      <a:pt x="27" y="27"/>
                      <a:pt x="26" y="29"/>
                    </a:cubicBezTo>
                    <a:cubicBezTo>
                      <a:pt x="27" y="27"/>
                      <a:pt x="26" y="29"/>
                      <a:pt x="27" y="28"/>
                    </a:cubicBezTo>
                    <a:cubicBezTo>
                      <a:pt x="25" y="30"/>
                      <a:pt x="27" y="28"/>
                      <a:pt x="26" y="29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29"/>
                      <a:pt x="31" y="25"/>
                      <a:pt x="29" y="2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6" y="31"/>
                      <a:pt x="29" y="27"/>
                      <a:pt x="28" y="30"/>
                    </a:cubicBezTo>
                    <a:cubicBezTo>
                      <a:pt x="28" y="29"/>
                      <a:pt x="29" y="28"/>
                      <a:pt x="30" y="27"/>
                    </a:cubicBezTo>
                    <a:cubicBezTo>
                      <a:pt x="30" y="28"/>
                      <a:pt x="29" y="29"/>
                      <a:pt x="29" y="30"/>
                    </a:cubicBezTo>
                    <a:cubicBezTo>
                      <a:pt x="29" y="29"/>
                      <a:pt x="30" y="29"/>
                      <a:pt x="29" y="30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31"/>
                      <a:pt x="29" y="30"/>
                      <a:pt x="30" y="30"/>
                    </a:cubicBezTo>
                    <a:cubicBezTo>
                      <a:pt x="28" y="31"/>
                      <a:pt x="29" y="31"/>
                      <a:pt x="29" y="32"/>
                    </a:cubicBezTo>
                    <a:cubicBezTo>
                      <a:pt x="31" y="30"/>
                      <a:pt x="29" y="33"/>
                      <a:pt x="31" y="31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31" y="31"/>
                      <a:pt x="32" y="29"/>
                      <a:pt x="32" y="29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9" y="33"/>
                      <a:pt x="31" y="31"/>
                      <a:pt x="30" y="32"/>
                    </a:cubicBezTo>
                    <a:cubicBezTo>
                      <a:pt x="31" y="31"/>
                      <a:pt x="30" y="32"/>
                      <a:pt x="31" y="31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3" y="30"/>
                      <a:pt x="31" y="32"/>
                      <a:pt x="31" y="32"/>
                    </a:cubicBezTo>
                    <a:cubicBezTo>
                      <a:pt x="31" y="33"/>
                      <a:pt x="31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1" y="33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2" y="33"/>
                      <a:pt x="32" y="32"/>
                    </a:cubicBezTo>
                    <a:cubicBezTo>
                      <a:pt x="32" y="34"/>
                      <a:pt x="33" y="33"/>
                      <a:pt x="34" y="33"/>
                    </a:cubicBezTo>
                    <a:cubicBezTo>
                      <a:pt x="34" y="33"/>
                      <a:pt x="33" y="33"/>
                      <a:pt x="33" y="33"/>
                    </a:cubicBezTo>
                    <a:cubicBezTo>
                      <a:pt x="34" y="33"/>
                      <a:pt x="35" y="32"/>
                      <a:pt x="34" y="33"/>
                    </a:cubicBezTo>
                    <a:cubicBezTo>
                      <a:pt x="35" y="32"/>
                      <a:pt x="33" y="34"/>
                      <a:pt x="34" y="34"/>
                    </a:cubicBezTo>
                    <a:cubicBezTo>
                      <a:pt x="33" y="34"/>
                      <a:pt x="35" y="33"/>
                      <a:pt x="34" y="33"/>
                    </a:cubicBezTo>
                    <a:cubicBezTo>
                      <a:pt x="33" y="35"/>
                      <a:pt x="36" y="32"/>
                      <a:pt x="35" y="34"/>
                    </a:cubicBezTo>
                    <a:cubicBezTo>
                      <a:pt x="36" y="33"/>
                      <a:pt x="35" y="34"/>
                      <a:pt x="34" y="35"/>
                    </a:cubicBezTo>
                    <a:cubicBezTo>
                      <a:pt x="35" y="34"/>
                      <a:pt x="36" y="34"/>
                      <a:pt x="37" y="33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7" y="34"/>
                    </a:cubicBezTo>
                    <a:cubicBezTo>
                      <a:pt x="38" y="33"/>
                      <a:pt x="39" y="32"/>
                      <a:pt x="39" y="32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39" y="33"/>
                      <a:pt x="39" y="32"/>
                      <a:pt x="39" y="33"/>
                    </a:cubicBezTo>
                    <a:cubicBezTo>
                      <a:pt x="37" y="35"/>
                      <a:pt x="38" y="34"/>
                      <a:pt x="38" y="35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40" y="33"/>
                      <a:pt x="38" y="35"/>
                      <a:pt x="38" y="35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2" y="32"/>
                      <a:pt x="41" y="33"/>
                      <a:pt x="40" y="34"/>
                    </a:cubicBezTo>
                    <a:cubicBezTo>
                      <a:pt x="40" y="34"/>
                      <a:pt x="42" y="32"/>
                      <a:pt x="44" y="31"/>
                    </a:cubicBezTo>
                    <a:cubicBezTo>
                      <a:pt x="44" y="31"/>
                      <a:pt x="45" y="31"/>
                      <a:pt x="45" y="31"/>
                    </a:cubicBezTo>
                    <a:cubicBezTo>
                      <a:pt x="44" y="32"/>
                      <a:pt x="45" y="31"/>
                      <a:pt x="44" y="32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1" y="34"/>
                      <a:pt x="40" y="35"/>
                    </a:cubicBezTo>
                    <a:cubicBezTo>
                      <a:pt x="41" y="35"/>
                      <a:pt x="41" y="36"/>
                      <a:pt x="41" y="36"/>
                    </a:cubicBezTo>
                    <a:cubicBezTo>
                      <a:pt x="43" y="34"/>
                      <a:pt x="42" y="35"/>
                      <a:pt x="44" y="34"/>
                    </a:cubicBezTo>
                    <a:cubicBezTo>
                      <a:pt x="44" y="34"/>
                      <a:pt x="43" y="35"/>
                      <a:pt x="42" y="36"/>
                    </a:cubicBezTo>
                    <a:cubicBezTo>
                      <a:pt x="43" y="35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4" y="36"/>
                      <a:pt x="43" y="37"/>
                      <a:pt x="45" y="36"/>
                    </a:cubicBezTo>
                    <a:cubicBezTo>
                      <a:pt x="44" y="37"/>
                      <a:pt x="44" y="37"/>
                      <a:pt x="44" y="37"/>
                    </a:cubicBezTo>
                    <a:cubicBezTo>
                      <a:pt x="44" y="37"/>
                      <a:pt x="47" y="34"/>
                      <a:pt x="46" y="36"/>
                    </a:cubicBezTo>
                    <a:cubicBezTo>
                      <a:pt x="45" y="36"/>
                      <a:pt x="45" y="36"/>
                      <a:pt x="45" y="36"/>
                    </a:cubicBezTo>
                    <a:cubicBezTo>
                      <a:pt x="46" y="36"/>
                      <a:pt x="44" y="38"/>
                      <a:pt x="46" y="36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7"/>
                      <a:pt x="45" y="37"/>
                      <a:pt x="47" y="36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9"/>
                      <a:pt x="47" y="36"/>
                      <a:pt x="47" y="37"/>
                    </a:cubicBezTo>
                    <a:cubicBezTo>
                      <a:pt x="47" y="37"/>
                      <a:pt x="46" y="38"/>
                      <a:pt x="46" y="38"/>
                    </a:cubicBezTo>
                    <a:cubicBezTo>
                      <a:pt x="47" y="37"/>
                      <a:pt x="47" y="38"/>
                      <a:pt x="47" y="38"/>
                    </a:cubicBezTo>
                    <a:cubicBezTo>
                      <a:pt x="46" y="39"/>
                      <a:pt x="46" y="39"/>
                      <a:pt x="46" y="39"/>
                    </a:cubicBezTo>
                    <a:cubicBezTo>
                      <a:pt x="47" y="40"/>
                      <a:pt x="47" y="41"/>
                      <a:pt x="50" y="41"/>
                    </a:cubicBezTo>
                    <a:cubicBezTo>
                      <a:pt x="48" y="42"/>
                      <a:pt x="48" y="41"/>
                      <a:pt x="47" y="43"/>
                    </a:cubicBezTo>
                    <a:cubicBezTo>
                      <a:pt x="49" y="41"/>
                      <a:pt x="48" y="42"/>
                      <a:pt x="49" y="42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9" y="42"/>
                      <a:pt x="48" y="43"/>
                      <a:pt x="48" y="43"/>
                    </a:cubicBezTo>
                    <a:cubicBezTo>
                      <a:pt x="49" y="43"/>
                      <a:pt x="49" y="43"/>
                      <a:pt x="49" y="43"/>
                    </a:cubicBezTo>
                    <a:cubicBezTo>
                      <a:pt x="50" y="42"/>
                      <a:pt x="47" y="45"/>
                      <a:pt x="49" y="43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50" y="43"/>
                      <a:pt x="47" y="45"/>
                      <a:pt x="49" y="44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8" y="45"/>
                      <a:pt x="51" y="43"/>
                      <a:pt x="50" y="44"/>
                    </a:cubicBezTo>
                    <a:cubicBezTo>
                      <a:pt x="50" y="44"/>
                      <a:pt x="51" y="44"/>
                      <a:pt x="53" y="43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2" y="44"/>
                      <a:pt x="52" y="46"/>
                      <a:pt x="55" y="45"/>
                    </a:cubicBezTo>
                    <a:cubicBezTo>
                      <a:pt x="54" y="45"/>
                      <a:pt x="54" y="45"/>
                      <a:pt x="54" y="45"/>
                    </a:cubicBezTo>
                    <a:cubicBezTo>
                      <a:pt x="56" y="44"/>
                      <a:pt x="52" y="48"/>
                      <a:pt x="56" y="45"/>
                    </a:cubicBezTo>
                    <a:cubicBezTo>
                      <a:pt x="58" y="45"/>
                      <a:pt x="58" y="45"/>
                      <a:pt x="58" y="45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6"/>
                      <a:pt x="56" y="46"/>
                      <a:pt x="58" y="46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6" y="47"/>
                      <a:pt x="59" y="46"/>
                      <a:pt x="58" y="46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5" y="49"/>
                      <a:pt x="54" y="52"/>
                      <a:pt x="58" y="51"/>
                    </a:cubicBezTo>
                    <a:cubicBezTo>
                      <a:pt x="59" y="50"/>
                      <a:pt x="56" y="52"/>
                      <a:pt x="56" y="52"/>
                    </a:cubicBezTo>
                    <a:cubicBezTo>
                      <a:pt x="60" y="51"/>
                      <a:pt x="56" y="55"/>
                      <a:pt x="61" y="53"/>
                    </a:cubicBezTo>
                    <a:cubicBezTo>
                      <a:pt x="63" y="53"/>
                      <a:pt x="68" y="50"/>
                      <a:pt x="68" y="50"/>
                    </a:cubicBezTo>
                    <a:cubicBezTo>
                      <a:pt x="65" y="50"/>
                      <a:pt x="66" y="47"/>
                      <a:pt x="68" y="44"/>
                    </a:cubicBezTo>
                    <a:cubicBezTo>
                      <a:pt x="67" y="44"/>
                      <a:pt x="66" y="43"/>
                      <a:pt x="66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8" name="Freeform 374"/>
              <p:cNvSpPr/>
              <p:nvPr>
                <p:custDataLst>
                  <p:tags r:id="rId219"/>
                </p:custDataLst>
              </p:nvPr>
            </p:nvSpPr>
            <p:spPr bwMode="auto">
              <a:xfrm>
                <a:off x="3472" y="207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9" name="Freeform 375"/>
              <p:cNvSpPr/>
              <p:nvPr>
                <p:custDataLst>
                  <p:tags r:id="rId220"/>
                </p:custDataLst>
              </p:nvPr>
            </p:nvSpPr>
            <p:spPr bwMode="auto">
              <a:xfrm>
                <a:off x="4219" y="2506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1 w 1"/>
                  <a:gd name="T5" fmla="*/ 0 h 2"/>
                  <a:gd name="T6" fmla="*/ 0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0" name="Freeform 376"/>
              <p:cNvSpPr/>
              <p:nvPr>
                <p:custDataLst>
                  <p:tags r:id="rId221"/>
                </p:custDataLst>
              </p:nvPr>
            </p:nvSpPr>
            <p:spPr bwMode="auto">
              <a:xfrm>
                <a:off x="4228" y="2482"/>
                <a:ext cx="6" cy="3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1" name="Freeform 377"/>
              <p:cNvSpPr/>
              <p:nvPr>
                <p:custDataLst>
                  <p:tags r:id="rId222"/>
                </p:custDataLst>
              </p:nvPr>
            </p:nvSpPr>
            <p:spPr bwMode="auto">
              <a:xfrm>
                <a:off x="3472" y="2073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  <a:gd name="T3" fmla="*/ 1 h 1"/>
                  <a:gd name="T4" fmla="*/ 1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2" name="Freeform 378"/>
              <p:cNvSpPr/>
              <p:nvPr>
                <p:custDataLst>
                  <p:tags r:id="rId223"/>
                </p:custDataLst>
              </p:nvPr>
            </p:nvSpPr>
            <p:spPr bwMode="auto">
              <a:xfrm>
                <a:off x="3472" y="20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3" name="Freeform 379"/>
              <p:cNvSpPr/>
              <p:nvPr>
                <p:custDataLst>
                  <p:tags r:id="rId224"/>
                </p:custDataLst>
              </p:nvPr>
            </p:nvSpPr>
            <p:spPr bwMode="auto">
              <a:xfrm>
                <a:off x="4219" y="2510"/>
                <a:ext cx="5" cy="2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1" y="1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4" name="Freeform 380"/>
              <p:cNvSpPr/>
              <p:nvPr>
                <p:custDataLst>
                  <p:tags r:id="rId225"/>
                </p:custDataLst>
              </p:nvPr>
            </p:nvSpPr>
            <p:spPr bwMode="auto">
              <a:xfrm>
                <a:off x="4221" y="2514"/>
                <a:ext cx="3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5" name="Oval 381"/>
              <p:cNvSpPr>
                <a:spLocks noChangeArrowheads="1"/>
              </p:cNvSpPr>
              <p:nvPr>
                <p:custDataLst>
                  <p:tags r:id="rId226"/>
                </p:custDataLst>
              </p:nvPr>
            </p:nvSpPr>
            <p:spPr bwMode="auto">
              <a:xfrm>
                <a:off x="3905" y="22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6" name="Freeform 382"/>
              <p:cNvSpPr/>
              <p:nvPr>
                <p:custDataLst>
                  <p:tags r:id="rId227"/>
                </p:custDataLst>
              </p:nvPr>
            </p:nvSpPr>
            <p:spPr bwMode="auto">
              <a:xfrm>
                <a:off x="4217" y="2510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7" name="Freeform 383"/>
              <p:cNvSpPr/>
              <p:nvPr>
                <p:custDataLst>
                  <p:tags r:id="rId228"/>
                </p:custDataLst>
              </p:nvPr>
            </p:nvSpPr>
            <p:spPr bwMode="auto">
              <a:xfrm>
                <a:off x="4296" y="2552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8" name="Freeform 384"/>
              <p:cNvSpPr/>
              <p:nvPr>
                <p:custDataLst>
                  <p:tags r:id="rId229"/>
                </p:custDataLst>
              </p:nvPr>
            </p:nvSpPr>
            <p:spPr bwMode="auto">
              <a:xfrm>
                <a:off x="4289" y="25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9" name="Freeform 385"/>
              <p:cNvSpPr/>
              <p:nvPr>
                <p:custDataLst>
                  <p:tags r:id="rId230"/>
                </p:custDataLst>
              </p:nvPr>
            </p:nvSpPr>
            <p:spPr bwMode="auto">
              <a:xfrm>
                <a:off x="4296" y="2552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0" name="Freeform 386"/>
              <p:cNvSpPr/>
              <p:nvPr>
                <p:custDataLst>
                  <p:tags r:id="rId231"/>
                </p:custDataLst>
              </p:nvPr>
            </p:nvSpPr>
            <p:spPr bwMode="auto">
              <a:xfrm>
                <a:off x="4306" y="2555"/>
                <a:ext cx="2" cy="4"/>
              </a:xfrm>
              <a:custGeom>
                <a:avLst/>
                <a:gdLst>
                  <a:gd name="T0" fmla="*/ 0 w 2"/>
                  <a:gd name="T1" fmla="*/ 4 h 4"/>
                  <a:gd name="T2" fmla="*/ 0 w 2"/>
                  <a:gd name="T3" fmla="*/ 4 h 4"/>
                  <a:gd name="T4" fmla="*/ 2 w 2"/>
                  <a:gd name="T5" fmla="*/ 0 h 4"/>
                  <a:gd name="T6" fmla="*/ 0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1" name="Freeform 387"/>
              <p:cNvSpPr/>
              <p:nvPr>
                <p:custDataLst>
                  <p:tags r:id="rId232"/>
                </p:custDataLst>
              </p:nvPr>
            </p:nvSpPr>
            <p:spPr bwMode="auto">
              <a:xfrm>
                <a:off x="3903" y="227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2" name="Freeform 388"/>
              <p:cNvSpPr/>
              <p:nvPr>
                <p:custDataLst>
                  <p:tags r:id="rId233"/>
                </p:custDataLst>
              </p:nvPr>
            </p:nvSpPr>
            <p:spPr bwMode="auto">
              <a:xfrm>
                <a:off x="3901" y="257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3" name="Freeform 389"/>
              <p:cNvSpPr/>
              <p:nvPr>
                <p:custDataLst>
                  <p:tags r:id="rId234"/>
                </p:custDataLst>
              </p:nvPr>
            </p:nvSpPr>
            <p:spPr bwMode="auto">
              <a:xfrm>
                <a:off x="4285" y="255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4" name="Freeform 390"/>
              <p:cNvSpPr/>
              <p:nvPr>
                <p:custDataLst>
                  <p:tags r:id="rId235"/>
                </p:custDataLst>
              </p:nvPr>
            </p:nvSpPr>
            <p:spPr bwMode="auto">
              <a:xfrm>
                <a:off x="3472" y="207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5" name="Rectangle 391"/>
              <p:cNvSpPr>
                <a:spLocks noChangeArrowheads="1"/>
              </p:cNvSpPr>
              <p:nvPr>
                <p:custDataLst>
                  <p:tags r:id="rId236"/>
                </p:custDataLst>
              </p:nvPr>
            </p:nvSpPr>
            <p:spPr bwMode="auto">
              <a:xfrm>
                <a:off x="3472" y="2079"/>
                <a:ext cx="1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6" name="Freeform 392"/>
              <p:cNvSpPr/>
              <p:nvPr>
                <p:custDataLst>
                  <p:tags r:id="rId237"/>
                </p:custDataLst>
              </p:nvPr>
            </p:nvSpPr>
            <p:spPr bwMode="auto">
              <a:xfrm>
                <a:off x="4277" y="249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7" name="Freeform 393"/>
              <p:cNvSpPr/>
              <p:nvPr>
                <p:custDataLst>
                  <p:tags r:id="rId238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8" name="Freeform 394"/>
              <p:cNvSpPr/>
              <p:nvPr>
                <p:custDataLst>
                  <p:tags r:id="rId239"/>
                </p:custDataLst>
              </p:nvPr>
            </p:nvSpPr>
            <p:spPr bwMode="auto">
              <a:xfrm>
                <a:off x="4255" y="25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9" name="Freeform 395"/>
              <p:cNvSpPr/>
              <p:nvPr>
                <p:custDataLst>
                  <p:tags r:id="rId240"/>
                </p:custDataLst>
              </p:nvPr>
            </p:nvSpPr>
            <p:spPr bwMode="auto">
              <a:xfrm>
                <a:off x="3678" y="2461"/>
                <a:ext cx="19" cy="13"/>
              </a:xfrm>
              <a:custGeom>
                <a:avLst/>
                <a:gdLst>
                  <a:gd name="T0" fmla="*/ 0 w 9"/>
                  <a:gd name="T1" fmla="*/ 0 h 6"/>
                  <a:gd name="T2" fmla="*/ 9 w 9"/>
                  <a:gd name="T3" fmla="*/ 6 h 6"/>
                  <a:gd name="T4" fmla="*/ 0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cubicBezTo>
                      <a:pt x="9" y="6"/>
                      <a:pt x="9" y="6"/>
                      <a:pt x="9" y="6"/>
                    </a:cubicBezTo>
                    <a:cubicBezTo>
                      <a:pt x="6" y="3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0" name="Freeform 396"/>
              <p:cNvSpPr/>
              <p:nvPr>
                <p:custDataLst>
                  <p:tags r:id="rId241"/>
                </p:custDataLst>
              </p:nvPr>
            </p:nvSpPr>
            <p:spPr bwMode="auto">
              <a:xfrm>
                <a:off x="3496" y="2319"/>
                <a:ext cx="4" cy="6"/>
              </a:xfrm>
              <a:custGeom>
                <a:avLst/>
                <a:gdLst>
                  <a:gd name="T0" fmla="*/ 1 w 2"/>
                  <a:gd name="T1" fmla="*/ 1 h 3"/>
                  <a:gd name="T2" fmla="*/ 2 w 2"/>
                  <a:gd name="T3" fmla="*/ 3 h 3"/>
                  <a:gd name="T4" fmla="*/ 2 w 2"/>
                  <a:gd name="T5" fmla="*/ 1 h 3"/>
                  <a:gd name="T6" fmla="*/ 1 w 2"/>
                  <a:gd name="T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cubicBezTo>
                      <a:pt x="2" y="2"/>
                      <a:pt x="2" y="2"/>
                      <a:pt x="2" y="3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1" name="Freeform 397"/>
              <p:cNvSpPr/>
              <p:nvPr>
                <p:custDataLst>
                  <p:tags r:id="rId242"/>
                </p:custDataLst>
              </p:nvPr>
            </p:nvSpPr>
            <p:spPr bwMode="auto">
              <a:xfrm>
                <a:off x="3483" y="2156"/>
                <a:ext cx="6" cy="4"/>
              </a:xfrm>
              <a:custGeom>
                <a:avLst/>
                <a:gdLst>
                  <a:gd name="T0" fmla="*/ 2 w 3"/>
                  <a:gd name="T1" fmla="*/ 1 h 2"/>
                  <a:gd name="T2" fmla="*/ 1 w 3"/>
                  <a:gd name="T3" fmla="*/ 2 h 2"/>
                  <a:gd name="T4" fmla="*/ 2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1"/>
                    </a:moveTo>
                    <a:cubicBezTo>
                      <a:pt x="0" y="0"/>
                      <a:pt x="3" y="1"/>
                      <a:pt x="1" y="2"/>
                    </a:cubicBezTo>
                    <a:cubicBezTo>
                      <a:pt x="2" y="2"/>
                      <a:pt x="2" y="2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2" name="Freeform 398"/>
              <p:cNvSpPr/>
              <p:nvPr>
                <p:custDataLst>
                  <p:tags r:id="rId243"/>
                </p:custDataLst>
              </p:nvPr>
            </p:nvSpPr>
            <p:spPr bwMode="auto">
              <a:xfrm>
                <a:off x="3534" y="2347"/>
                <a:ext cx="13" cy="6"/>
              </a:xfrm>
              <a:custGeom>
                <a:avLst/>
                <a:gdLst>
                  <a:gd name="T0" fmla="*/ 0 w 6"/>
                  <a:gd name="T1" fmla="*/ 0 h 3"/>
                  <a:gd name="T2" fmla="*/ 4 w 6"/>
                  <a:gd name="T3" fmla="*/ 3 h 3"/>
                  <a:gd name="T4" fmla="*/ 0 w 6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cubicBezTo>
                      <a:pt x="0" y="2"/>
                      <a:pt x="3" y="3"/>
                      <a:pt x="4" y="3"/>
                    </a:cubicBezTo>
                    <a:cubicBezTo>
                      <a:pt x="6" y="3"/>
                      <a:pt x="1" y="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3" name="Freeform 399"/>
              <p:cNvSpPr/>
              <p:nvPr>
                <p:custDataLst>
                  <p:tags r:id="rId244"/>
                </p:custDataLst>
              </p:nvPr>
            </p:nvSpPr>
            <p:spPr bwMode="auto">
              <a:xfrm>
                <a:off x="3466" y="2090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4" name="Freeform 400"/>
              <p:cNvSpPr/>
              <p:nvPr>
                <p:custDataLst>
                  <p:tags r:id="rId245"/>
                </p:custDataLst>
              </p:nvPr>
            </p:nvSpPr>
            <p:spPr bwMode="auto">
              <a:xfrm>
                <a:off x="3466" y="2103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5" name="Freeform 401"/>
              <p:cNvSpPr/>
              <p:nvPr>
                <p:custDataLst>
                  <p:tags r:id="rId246"/>
                </p:custDataLst>
              </p:nvPr>
            </p:nvSpPr>
            <p:spPr bwMode="auto">
              <a:xfrm>
                <a:off x="3477" y="2152"/>
                <a:ext cx="4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1"/>
                      <a:pt x="1" y="0"/>
                    </a:cubicBezTo>
                    <a:cubicBezTo>
                      <a:pt x="0" y="2"/>
                      <a:pt x="1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6" name="Freeform 402"/>
              <p:cNvSpPr/>
              <p:nvPr>
                <p:custDataLst>
                  <p:tags r:id="rId247"/>
                </p:custDataLst>
              </p:nvPr>
            </p:nvSpPr>
            <p:spPr bwMode="auto">
              <a:xfrm>
                <a:off x="3466" y="2096"/>
                <a:ext cx="8" cy="5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2 w 4"/>
                  <a:gd name="T5" fmla="*/ 2 h 2"/>
                  <a:gd name="T6" fmla="*/ 2 w 4"/>
                  <a:gd name="T7" fmla="*/ 1 h 2"/>
                  <a:gd name="T8" fmla="*/ 4 w 4"/>
                  <a:gd name="T9" fmla="*/ 0 h 2"/>
                  <a:gd name="T10" fmla="*/ 0 w 4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2" y="2"/>
                      <a:pt x="3" y="1"/>
                      <a:pt x="2" y="1"/>
                    </a:cubicBezTo>
                    <a:cubicBezTo>
                      <a:pt x="3" y="0"/>
                      <a:pt x="4" y="1"/>
                      <a:pt x="4" y="0"/>
                    </a:cubicBezTo>
                    <a:cubicBezTo>
                      <a:pt x="3" y="0"/>
                      <a:pt x="1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7" name="Freeform 403"/>
              <p:cNvSpPr/>
              <p:nvPr>
                <p:custDataLst>
                  <p:tags r:id="rId248"/>
                </p:custDataLst>
              </p:nvPr>
            </p:nvSpPr>
            <p:spPr bwMode="auto">
              <a:xfrm>
                <a:off x="3470" y="2101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8" name="Freeform 404"/>
              <p:cNvSpPr/>
              <p:nvPr>
                <p:custDataLst>
                  <p:tags r:id="rId249"/>
                </p:custDataLst>
              </p:nvPr>
            </p:nvSpPr>
            <p:spPr bwMode="auto">
              <a:xfrm>
                <a:off x="3718" y="2501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2" y="1"/>
                      <a:pt x="2" y="2"/>
                    </a:cubicBezTo>
                    <a:cubicBezTo>
                      <a:pt x="2" y="1"/>
                      <a:pt x="1" y="1"/>
                      <a:pt x="0" y="0"/>
                    </a:cubicBezTo>
                    <a:cubicBezTo>
                      <a:pt x="0" y="0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9" name="Freeform 405"/>
              <p:cNvSpPr/>
              <p:nvPr>
                <p:custDataLst>
                  <p:tags r:id="rId250"/>
                </p:custDataLst>
              </p:nvPr>
            </p:nvSpPr>
            <p:spPr bwMode="auto">
              <a:xfrm>
                <a:off x="3629" y="2417"/>
                <a:ext cx="7" cy="6"/>
              </a:xfrm>
              <a:custGeom>
                <a:avLst/>
                <a:gdLst>
                  <a:gd name="T0" fmla="*/ 2 w 3"/>
                  <a:gd name="T1" fmla="*/ 3 h 3"/>
                  <a:gd name="T2" fmla="*/ 0 w 3"/>
                  <a:gd name="T3" fmla="*/ 0 h 3"/>
                  <a:gd name="T4" fmla="*/ 2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2" y="3"/>
                    </a:moveTo>
                    <a:cubicBezTo>
                      <a:pt x="3" y="2"/>
                      <a:pt x="1" y="1"/>
                      <a:pt x="0" y="0"/>
                    </a:cubicBezTo>
                    <a:cubicBezTo>
                      <a:pt x="0" y="1"/>
                      <a:pt x="1" y="2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sp>
          <p:nvSpPr>
            <p:cNvPr id="59" name="Freeform 407"/>
            <p:cNvSpPr/>
            <p:nvPr>
              <p:custDataLst>
                <p:tags r:id="rId5"/>
              </p:custDataLst>
            </p:nvPr>
          </p:nvSpPr>
          <p:spPr bwMode="auto">
            <a:xfrm>
              <a:off x="3716" y="2495"/>
              <a:ext cx="5" cy="4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1" y="1"/>
                    <a:pt x="1" y="1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0" name="Freeform 408"/>
            <p:cNvSpPr/>
            <p:nvPr>
              <p:custDataLst>
                <p:tags r:id="rId6"/>
              </p:custDataLst>
            </p:nvPr>
          </p:nvSpPr>
          <p:spPr bwMode="auto">
            <a:xfrm>
              <a:off x="3706" y="2480"/>
              <a:ext cx="10" cy="15"/>
            </a:xfrm>
            <a:custGeom>
              <a:avLst/>
              <a:gdLst>
                <a:gd name="T0" fmla="*/ 5 w 5"/>
                <a:gd name="T1" fmla="*/ 7 h 7"/>
                <a:gd name="T2" fmla="*/ 2 w 5"/>
                <a:gd name="T3" fmla="*/ 3 h 7"/>
                <a:gd name="T4" fmla="*/ 2 w 5"/>
                <a:gd name="T5" fmla="*/ 1 h 7"/>
                <a:gd name="T6" fmla="*/ 3 w 5"/>
                <a:gd name="T7" fmla="*/ 7 h 7"/>
                <a:gd name="T8" fmla="*/ 3 w 5"/>
                <a:gd name="T9" fmla="*/ 7 h 7"/>
                <a:gd name="T10" fmla="*/ 5 w 5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7">
                  <a:moveTo>
                    <a:pt x="5" y="7"/>
                  </a:moveTo>
                  <a:cubicBezTo>
                    <a:pt x="4" y="5"/>
                    <a:pt x="4" y="3"/>
                    <a:pt x="2" y="3"/>
                  </a:cubicBezTo>
                  <a:cubicBezTo>
                    <a:pt x="1" y="1"/>
                    <a:pt x="4" y="3"/>
                    <a:pt x="2" y="1"/>
                  </a:cubicBezTo>
                  <a:cubicBezTo>
                    <a:pt x="0" y="0"/>
                    <a:pt x="1" y="4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1" name="Freeform 409"/>
            <p:cNvSpPr/>
            <p:nvPr>
              <p:custDataLst>
                <p:tags r:id="rId7"/>
              </p:custDataLst>
            </p:nvPr>
          </p:nvSpPr>
          <p:spPr bwMode="auto">
            <a:xfrm>
              <a:off x="3782" y="3038"/>
              <a:ext cx="2" cy="4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1"/>
                    <a:pt x="1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2" name="Freeform 410"/>
            <p:cNvSpPr/>
            <p:nvPr>
              <p:custDataLst>
                <p:tags r:id="rId8"/>
              </p:custDataLst>
            </p:nvPr>
          </p:nvSpPr>
          <p:spPr bwMode="auto">
            <a:xfrm>
              <a:off x="3631" y="2249"/>
              <a:ext cx="3" cy="2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0 h 2"/>
                <a:gd name="T4" fmla="*/ 0 w 3"/>
                <a:gd name="T5" fmla="*/ 2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3" name="Freeform 411"/>
            <p:cNvSpPr/>
            <p:nvPr>
              <p:custDataLst>
                <p:tags r:id="rId9"/>
              </p:custDataLst>
            </p:nvPr>
          </p:nvSpPr>
          <p:spPr bwMode="auto">
            <a:xfrm>
              <a:off x="3988" y="3019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4" name="Freeform 412"/>
            <p:cNvSpPr/>
            <p:nvPr>
              <p:custDataLst>
                <p:tags r:id="rId10"/>
              </p:custDataLst>
            </p:nvPr>
          </p:nvSpPr>
          <p:spPr bwMode="auto">
            <a:xfrm>
              <a:off x="3856" y="3002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5" name="Freeform 413"/>
            <p:cNvSpPr/>
            <p:nvPr>
              <p:custDataLst>
                <p:tags r:id="rId11"/>
              </p:custDataLst>
            </p:nvPr>
          </p:nvSpPr>
          <p:spPr bwMode="auto">
            <a:xfrm>
              <a:off x="3924" y="2998"/>
              <a:ext cx="2" cy="2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6" name="Freeform 414"/>
            <p:cNvSpPr/>
            <p:nvPr>
              <p:custDataLst>
                <p:tags r:id="rId12"/>
              </p:custDataLst>
            </p:nvPr>
          </p:nvSpPr>
          <p:spPr bwMode="auto">
            <a:xfrm>
              <a:off x="3561" y="1990"/>
              <a:ext cx="3" cy="9"/>
            </a:xfrm>
            <a:custGeom>
              <a:avLst/>
              <a:gdLst>
                <a:gd name="T0" fmla="*/ 1 w 1"/>
                <a:gd name="T1" fmla="*/ 1 h 4"/>
                <a:gd name="T2" fmla="*/ 0 w 1"/>
                <a:gd name="T3" fmla="*/ 0 h 4"/>
                <a:gd name="T4" fmla="*/ 1 w 1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3"/>
                    <a:pt x="0" y="4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7" name="Freeform 415"/>
            <p:cNvSpPr/>
            <p:nvPr>
              <p:custDataLst>
                <p:tags r:id="rId13"/>
              </p:custDataLst>
            </p:nvPr>
          </p:nvSpPr>
          <p:spPr bwMode="auto">
            <a:xfrm>
              <a:off x="3795" y="3040"/>
              <a:ext cx="2" cy="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8" name="Freeform 416"/>
            <p:cNvSpPr/>
            <p:nvPr>
              <p:custDataLst>
                <p:tags r:id="rId14"/>
              </p:custDataLst>
            </p:nvPr>
          </p:nvSpPr>
          <p:spPr bwMode="auto">
            <a:xfrm>
              <a:off x="3958" y="30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9" name="Freeform 417"/>
            <p:cNvSpPr/>
            <p:nvPr>
              <p:custDataLst>
                <p:tags r:id="rId15"/>
              </p:custDataLst>
            </p:nvPr>
          </p:nvSpPr>
          <p:spPr bwMode="auto">
            <a:xfrm>
              <a:off x="3982" y="3027"/>
              <a:ext cx="0" cy="3"/>
            </a:xfrm>
            <a:custGeom>
              <a:avLst/>
              <a:gdLst>
                <a:gd name="T0" fmla="*/ 0 h 1"/>
                <a:gd name="T1" fmla="*/ 0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3" name="Freeform 418"/>
            <p:cNvSpPr/>
            <p:nvPr>
              <p:custDataLst>
                <p:tags r:id="rId16"/>
              </p:custDataLst>
            </p:nvPr>
          </p:nvSpPr>
          <p:spPr bwMode="auto">
            <a:xfrm>
              <a:off x="3595" y="1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4" name="Freeform 419"/>
            <p:cNvSpPr/>
            <p:nvPr>
              <p:custDataLst>
                <p:tags r:id="rId17"/>
              </p:custDataLst>
            </p:nvPr>
          </p:nvSpPr>
          <p:spPr bwMode="auto">
            <a:xfrm>
              <a:off x="3757" y="2981"/>
              <a:ext cx="2" cy="2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5" name="Freeform 420"/>
            <p:cNvSpPr/>
            <p:nvPr>
              <p:custDataLst>
                <p:tags r:id="rId18"/>
              </p:custDataLst>
            </p:nvPr>
          </p:nvSpPr>
          <p:spPr bwMode="auto">
            <a:xfrm>
              <a:off x="3627" y="1789"/>
              <a:ext cx="2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" name="Freeform 421"/>
            <p:cNvSpPr/>
            <p:nvPr>
              <p:custDataLst>
                <p:tags r:id="rId19"/>
              </p:custDataLst>
            </p:nvPr>
          </p:nvSpPr>
          <p:spPr bwMode="auto">
            <a:xfrm>
              <a:off x="3578" y="179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" name="Rectangle 422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593" y="1825"/>
              <a:ext cx="1" cy="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" name="Freeform 423"/>
            <p:cNvSpPr/>
            <p:nvPr>
              <p:custDataLst>
                <p:tags r:id="rId21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" name="Freeform 424"/>
            <p:cNvSpPr/>
            <p:nvPr>
              <p:custDataLst>
                <p:tags r:id="rId22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0" name="Freeform 425"/>
            <p:cNvSpPr/>
            <p:nvPr>
              <p:custDataLst>
                <p:tags r:id="rId23"/>
              </p:custDataLst>
            </p:nvPr>
          </p:nvSpPr>
          <p:spPr bwMode="auto">
            <a:xfrm>
              <a:off x="3638" y="2417"/>
              <a:ext cx="6" cy="6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1 w 3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0" y="0"/>
                    <a:pt x="0" y="0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1" name="Freeform 426"/>
            <p:cNvSpPr/>
            <p:nvPr>
              <p:custDataLst>
                <p:tags r:id="rId24"/>
              </p:custDataLst>
            </p:nvPr>
          </p:nvSpPr>
          <p:spPr bwMode="auto">
            <a:xfrm>
              <a:off x="3708" y="2743"/>
              <a:ext cx="2" cy="7"/>
            </a:xfrm>
            <a:custGeom>
              <a:avLst/>
              <a:gdLst>
                <a:gd name="T0" fmla="*/ 1 w 1"/>
                <a:gd name="T1" fmla="*/ 3 h 3"/>
                <a:gd name="T2" fmla="*/ 0 w 1"/>
                <a:gd name="T3" fmla="*/ 0 h 3"/>
                <a:gd name="T4" fmla="*/ 1 w 1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3"/>
                    <a:pt x="1" y="0"/>
                    <a:pt x="0" y="0"/>
                  </a:cubicBezTo>
                  <a:cubicBezTo>
                    <a:pt x="0" y="0"/>
                    <a:pt x="0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2" name="Freeform 427"/>
            <p:cNvSpPr/>
            <p:nvPr>
              <p:custDataLst>
                <p:tags r:id="rId25"/>
              </p:custDataLst>
            </p:nvPr>
          </p:nvSpPr>
          <p:spPr bwMode="auto">
            <a:xfrm>
              <a:off x="3714" y="2737"/>
              <a:ext cx="4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  <a:gd name="T6" fmla="*/ 1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1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3" name="Freeform 428"/>
            <p:cNvSpPr/>
            <p:nvPr>
              <p:custDataLst>
                <p:tags r:id="rId26"/>
              </p:custDataLst>
            </p:nvPr>
          </p:nvSpPr>
          <p:spPr bwMode="auto">
            <a:xfrm>
              <a:off x="3706" y="2737"/>
              <a:ext cx="10" cy="4"/>
            </a:xfrm>
            <a:custGeom>
              <a:avLst/>
              <a:gdLst>
                <a:gd name="T0" fmla="*/ 0 w 5"/>
                <a:gd name="T1" fmla="*/ 1 h 2"/>
                <a:gd name="T2" fmla="*/ 4 w 5"/>
                <a:gd name="T3" fmla="*/ 1 h 2"/>
                <a:gd name="T4" fmla="*/ 5 w 5"/>
                <a:gd name="T5" fmla="*/ 2 h 2"/>
                <a:gd name="T6" fmla="*/ 3 w 5"/>
                <a:gd name="T7" fmla="*/ 1 h 2"/>
                <a:gd name="T8" fmla="*/ 2 w 5"/>
                <a:gd name="T9" fmla="*/ 1 h 2"/>
                <a:gd name="T10" fmla="*/ 0 w 5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2">
                  <a:moveTo>
                    <a:pt x="0" y="1"/>
                  </a:moveTo>
                  <a:cubicBezTo>
                    <a:pt x="1" y="2"/>
                    <a:pt x="3" y="2"/>
                    <a:pt x="4" y="1"/>
                  </a:cubicBezTo>
                  <a:cubicBezTo>
                    <a:pt x="4" y="1"/>
                    <a:pt x="5" y="2"/>
                    <a:pt x="5" y="2"/>
                  </a:cubicBezTo>
                  <a:cubicBezTo>
                    <a:pt x="4" y="1"/>
                    <a:pt x="4" y="1"/>
                    <a:pt x="3" y="1"/>
                  </a:cubicBezTo>
                  <a:cubicBezTo>
                    <a:pt x="3" y="1"/>
                    <a:pt x="1" y="0"/>
                    <a:pt x="2" y="1"/>
                  </a:cubicBezTo>
                  <a:cubicBezTo>
                    <a:pt x="2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4" name="Freeform 429"/>
            <p:cNvSpPr/>
            <p:nvPr>
              <p:custDataLst>
                <p:tags r:id="rId27"/>
              </p:custDataLst>
            </p:nvPr>
          </p:nvSpPr>
          <p:spPr bwMode="auto">
            <a:xfrm>
              <a:off x="3755" y="2718"/>
              <a:ext cx="4" cy="6"/>
            </a:xfrm>
            <a:custGeom>
              <a:avLst/>
              <a:gdLst>
                <a:gd name="T0" fmla="*/ 2 w 2"/>
                <a:gd name="T1" fmla="*/ 3 h 3"/>
                <a:gd name="T2" fmla="*/ 0 w 2"/>
                <a:gd name="T3" fmla="*/ 0 h 3"/>
                <a:gd name="T4" fmla="*/ 2 w 2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5" name="Freeform 430"/>
            <p:cNvSpPr/>
            <p:nvPr>
              <p:custDataLst>
                <p:tags r:id="rId28"/>
              </p:custDataLst>
            </p:nvPr>
          </p:nvSpPr>
          <p:spPr bwMode="auto">
            <a:xfrm>
              <a:off x="3761" y="2733"/>
              <a:ext cx="4" cy="17"/>
            </a:xfrm>
            <a:custGeom>
              <a:avLst/>
              <a:gdLst>
                <a:gd name="T0" fmla="*/ 1 w 2"/>
                <a:gd name="T1" fmla="*/ 7 h 8"/>
                <a:gd name="T2" fmla="*/ 0 w 2"/>
                <a:gd name="T3" fmla="*/ 3 h 8"/>
                <a:gd name="T4" fmla="*/ 1 w 2"/>
                <a:gd name="T5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8">
                  <a:moveTo>
                    <a:pt x="1" y="7"/>
                  </a:moveTo>
                  <a:cubicBezTo>
                    <a:pt x="2" y="0"/>
                    <a:pt x="1" y="8"/>
                    <a:pt x="0" y="3"/>
                  </a:cubicBezTo>
                  <a:cubicBezTo>
                    <a:pt x="0" y="5"/>
                    <a:pt x="0" y="6"/>
                    <a:pt x="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6" name="Freeform 431"/>
            <p:cNvSpPr/>
            <p:nvPr>
              <p:custDataLst>
                <p:tags r:id="rId29"/>
              </p:custDataLst>
            </p:nvPr>
          </p:nvSpPr>
          <p:spPr bwMode="auto">
            <a:xfrm>
              <a:off x="3759" y="2720"/>
              <a:ext cx="2" cy="2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1"/>
                    <a:pt x="1" y="0"/>
                  </a:cubicBezTo>
                  <a:cubicBezTo>
                    <a:pt x="0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7" name="Freeform 432"/>
            <p:cNvSpPr/>
            <p:nvPr>
              <p:custDataLst>
                <p:tags r:id="rId30"/>
              </p:custDataLst>
            </p:nvPr>
          </p:nvSpPr>
          <p:spPr bwMode="auto">
            <a:xfrm>
              <a:off x="3761" y="2714"/>
              <a:ext cx="6" cy="12"/>
            </a:xfrm>
            <a:custGeom>
              <a:avLst/>
              <a:gdLst>
                <a:gd name="T0" fmla="*/ 0 w 3"/>
                <a:gd name="T1" fmla="*/ 5 h 6"/>
                <a:gd name="T2" fmla="*/ 3 w 3"/>
                <a:gd name="T3" fmla="*/ 3 h 6"/>
                <a:gd name="T4" fmla="*/ 0 w 3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6">
                  <a:moveTo>
                    <a:pt x="0" y="5"/>
                  </a:moveTo>
                  <a:cubicBezTo>
                    <a:pt x="1" y="6"/>
                    <a:pt x="2" y="3"/>
                    <a:pt x="3" y="3"/>
                  </a:cubicBezTo>
                  <a:cubicBezTo>
                    <a:pt x="2" y="0"/>
                    <a:pt x="1" y="4"/>
                    <a:pt x="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8" name="Freeform 433"/>
            <p:cNvSpPr/>
            <p:nvPr>
              <p:custDataLst>
                <p:tags r:id="rId31"/>
              </p:custDataLst>
            </p:nvPr>
          </p:nvSpPr>
          <p:spPr bwMode="auto">
            <a:xfrm>
              <a:off x="3712" y="2737"/>
              <a:ext cx="0" cy="2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9" name="Freeform 434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3742" y="2907"/>
              <a:ext cx="384" cy="146"/>
            </a:xfrm>
            <a:custGeom>
              <a:avLst/>
              <a:gdLst>
                <a:gd name="T0" fmla="*/ 150 w 181"/>
                <a:gd name="T1" fmla="*/ 21 h 69"/>
                <a:gd name="T2" fmla="*/ 144 w 181"/>
                <a:gd name="T3" fmla="*/ 25 h 69"/>
                <a:gd name="T4" fmla="*/ 103 w 181"/>
                <a:gd name="T5" fmla="*/ 42 h 69"/>
                <a:gd name="T6" fmla="*/ 91 w 181"/>
                <a:gd name="T7" fmla="*/ 45 h 69"/>
                <a:gd name="T8" fmla="*/ 79 w 181"/>
                <a:gd name="T9" fmla="*/ 44 h 69"/>
                <a:gd name="T10" fmla="*/ 60 w 181"/>
                <a:gd name="T11" fmla="*/ 44 h 69"/>
                <a:gd name="T12" fmla="*/ 50 w 181"/>
                <a:gd name="T13" fmla="*/ 47 h 69"/>
                <a:gd name="T14" fmla="*/ 32 w 181"/>
                <a:gd name="T15" fmla="*/ 47 h 69"/>
                <a:gd name="T16" fmla="*/ 22 w 181"/>
                <a:gd name="T17" fmla="*/ 44 h 69"/>
                <a:gd name="T18" fmla="*/ 10 w 181"/>
                <a:gd name="T19" fmla="*/ 39 h 69"/>
                <a:gd name="T20" fmla="*/ 10 w 181"/>
                <a:gd name="T21" fmla="*/ 37 h 69"/>
                <a:gd name="T22" fmla="*/ 10 w 181"/>
                <a:gd name="T23" fmla="*/ 35 h 69"/>
                <a:gd name="T24" fmla="*/ 10 w 181"/>
                <a:gd name="T25" fmla="*/ 34 h 69"/>
                <a:gd name="T26" fmla="*/ 10 w 181"/>
                <a:gd name="T27" fmla="*/ 30 h 69"/>
                <a:gd name="T28" fmla="*/ 2 w 181"/>
                <a:gd name="T29" fmla="*/ 32 h 69"/>
                <a:gd name="T30" fmla="*/ 6 w 181"/>
                <a:gd name="T31" fmla="*/ 44 h 69"/>
                <a:gd name="T32" fmla="*/ 10 w 181"/>
                <a:gd name="T33" fmla="*/ 51 h 69"/>
                <a:gd name="T34" fmla="*/ 4 w 181"/>
                <a:gd name="T35" fmla="*/ 55 h 69"/>
                <a:gd name="T36" fmla="*/ 8 w 181"/>
                <a:gd name="T37" fmla="*/ 58 h 69"/>
                <a:gd name="T38" fmla="*/ 13 w 181"/>
                <a:gd name="T39" fmla="*/ 57 h 69"/>
                <a:gd name="T40" fmla="*/ 13 w 181"/>
                <a:gd name="T41" fmla="*/ 60 h 69"/>
                <a:gd name="T42" fmla="*/ 19 w 181"/>
                <a:gd name="T43" fmla="*/ 57 h 69"/>
                <a:gd name="T44" fmla="*/ 20 w 181"/>
                <a:gd name="T45" fmla="*/ 63 h 69"/>
                <a:gd name="T46" fmla="*/ 22 w 181"/>
                <a:gd name="T47" fmla="*/ 66 h 69"/>
                <a:gd name="T48" fmla="*/ 24 w 181"/>
                <a:gd name="T49" fmla="*/ 64 h 69"/>
                <a:gd name="T50" fmla="*/ 28 w 181"/>
                <a:gd name="T51" fmla="*/ 64 h 69"/>
                <a:gd name="T52" fmla="*/ 31 w 181"/>
                <a:gd name="T53" fmla="*/ 66 h 69"/>
                <a:gd name="T54" fmla="*/ 36 w 181"/>
                <a:gd name="T55" fmla="*/ 58 h 69"/>
                <a:gd name="T56" fmla="*/ 36 w 181"/>
                <a:gd name="T57" fmla="*/ 65 h 69"/>
                <a:gd name="T58" fmla="*/ 46 w 181"/>
                <a:gd name="T59" fmla="*/ 67 h 69"/>
                <a:gd name="T60" fmla="*/ 50 w 181"/>
                <a:gd name="T61" fmla="*/ 66 h 69"/>
                <a:gd name="T62" fmla="*/ 55 w 181"/>
                <a:gd name="T63" fmla="*/ 62 h 69"/>
                <a:gd name="T64" fmla="*/ 65 w 181"/>
                <a:gd name="T65" fmla="*/ 66 h 69"/>
                <a:gd name="T66" fmla="*/ 69 w 181"/>
                <a:gd name="T67" fmla="*/ 63 h 69"/>
                <a:gd name="T68" fmla="*/ 71 w 181"/>
                <a:gd name="T69" fmla="*/ 63 h 69"/>
                <a:gd name="T70" fmla="*/ 72 w 181"/>
                <a:gd name="T71" fmla="*/ 61 h 69"/>
                <a:gd name="T72" fmla="*/ 76 w 181"/>
                <a:gd name="T73" fmla="*/ 65 h 69"/>
                <a:gd name="T74" fmla="*/ 79 w 181"/>
                <a:gd name="T75" fmla="*/ 63 h 69"/>
                <a:gd name="T76" fmla="*/ 88 w 181"/>
                <a:gd name="T77" fmla="*/ 60 h 69"/>
                <a:gd name="T78" fmla="*/ 92 w 181"/>
                <a:gd name="T79" fmla="*/ 62 h 69"/>
                <a:gd name="T80" fmla="*/ 98 w 181"/>
                <a:gd name="T81" fmla="*/ 60 h 69"/>
                <a:gd name="T82" fmla="*/ 102 w 181"/>
                <a:gd name="T83" fmla="*/ 59 h 69"/>
                <a:gd name="T84" fmla="*/ 103 w 181"/>
                <a:gd name="T85" fmla="*/ 59 h 69"/>
                <a:gd name="T86" fmla="*/ 108 w 181"/>
                <a:gd name="T87" fmla="*/ 58 h 69"/>
                <a:gd name="T88" fmla="*/ 115 w 181"/>
                <a:gd name="T89" fmla="*/ 53 h 69"/>
                <a:gd name="T90" fmla="*/ 117 w 181"/>
                <a:gd name="T91" fmla="*/ 52 h 69"/>
                <a:gd name="T92" fmla="*/ 122 w 181"/>
                <a:gd name="T93" fmla="*/ 45 h 69"/>
                <a:gd name="T94" fmla="*/ 127 w 181"/>
                <a:gd name="T95" fmla="*/ 45 h 69"/>
                <a:gd name="T96" fmla="*/ 134 w 181"/>
                <a:gd name="T97" fmla="*/ 43 h 69"/>
                <a:gd name="T98" fmla="*/ 139 w 181"/>
                <a:gd name="T99" fmla="*/ 41 h 69"/>
                <a:gd name="T100" fmla="*/ 152 w 181"/>
                <a:gd name="T101" fmla="*/ 37 h 69"/>
                <a:gd name="T102" fmla="*/ 156 w 181"/>
                <a:gd name="T103" fmla="*/ 35 h 69"/>
                <a:gd name="T104" fmla="*/ 163 w 181"/>
                <a:gd name="T105" fmla="*/ 27 h 69"/>
                <a:gd name="T106" fmla="*/ 167 w 181"/>
                <a:gd name="T107" fmla="*/ 19 h 69"/>
                <a:gd name="T108" fmla="*/ 10 w 181"/>
                <a:gd name="T109" fmla="*/ 31 h 69"/>
                <a:gd name="T110" fmla="*/ 10 w 181"/>
                <a:gd name="T111" fmla="*/ 35 h 69"/>
                <a:gd name="T112" fmla="*/ 9 w 181"/>
                <a:gd name="T113" fmla="*/ 34 h 69"/>
                <a:gd name="T114" fmla="*/ 7 w 181"/>
                <a:gd name="T115" fmla="*/ 35 h 69"/>
                <a:gd name="T116" fmla="*/ 8 w 181"/>
                <a:gd name="T117" fmla="*/ 36 h 69"/>
                <a:gd name="T118" fmla="*/ 10 w 181"/>
                <a:gd name="T119" fmla="*/ 3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1" h="69">
                  <a:moveTo>
                    <a:pt x="177" y="5"/>
                  </a:moveTo>
                  <a:cubicBezTo>
                    <a:pt x="177" y="2"/>
                    <a:pt x="172" y="0"/>
                    <a:pt x="172" y="0"/>
                  </a:cubicBezTo>
                  <a:cubicBezTo>
                    <a:pt x="172" y="4"/>
                    <a:pt x="169" y="7"/>
                    <a:pt x="164" y="8"/>
                  </a:cubicBezTo>
                  <a:cubicBezTo>
                    <a:pt x="163" y="9"/>
                    <a:pt x="163" y="11"/>
                    <a:pt x="162" y="11"/>
                  </a:cubicBezTo>
                  <a:cubicBezTo>
                    <a:pt x="159" y="15"/>
                    <a:pt x="152" y="15"/>
                    <a:pt x="149" y="19"/>
                  </a:cubicBezTo>
                  <a:cubicBezTo>
                    <a:pt x="150" y="19"/>
                    <a:pt x="150" y="20"/>
                    <a:pt x="150" y="21"/>
                  </a:cubicBezTo>
                  <a:cubicBezTo>
                    <a:pt x="150" y="20"/>
                    <a:pt x="150" y="20"/>
                    <a:pt x="150" y="20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50" y="22"/>
                    <a:pt x="149" y="21"/>
                    <a:pt x="149" y="20"/>
                  </a:cubicBezTo>
                  <a:cubicBezTo>
                    <a:pt x="147" y="21"/>
                    <a:pt x="146" y="23"/>
                    <a:pt x="144" y="24"/>
                  </a:cubicBezTo>
                  <a:cubicBezTo>
                    <a:pt x="145" y="26"/>
                    <a:pt x="143" y="24"/>
                    <a:pt x="144" y="2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3" y="27"/>
                    <a:pt x="143" y="27"/>
                    <a:pt x="141" y="25"/>
                  </a:cubicBezTo>
                  <a:cubicBezTo>
                    <a:pt x="135" y="26"/>
                    <a:pt x="130" y="30"/>
                    <a:pt x="125" y="31"/>
                  </a:cubicBezTo>
                  <a:cubicBezTo>
                    <a:pt x="119" y="33"/>
                    <a:pt x="114" y="37"/>
                    <a:pt x="108" y="39"/>
                  </a:cubicBezTo>
                  <a:cubicBezTo>
                    <a:pt x="108" y="42"/>
                    <a:pt x="106" y="41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5"/>
                    <a:pt x="104" y="43"/>
                    <a:pt x="103" y="42"/>
                  </a:cubicBezTo>
                  <a:cubicBezTo>
                    <a:pt x="103" y="44"/>
                    <a:pt x="102" y="43"/>
                    <a:pt x="103" y="45"/>
                  </a:cubicBezTo>
                  <a:cubicBezTo>
                    <a:pt x="103" y="46"/>
                    <a:pt x="102" y="42"/>
                    <a:pt x="101" y="43"/>
                  </a:cubicBezTo>
                  <a:cubicBezTo>
                    <a:pt x="101" y="42"/>
                    <a:pt x="101" y="44"/>
                    <a:pt x="101" y="44"/>
                  </a:cubicBezTo>
                  <a:cubicBezTo>
                    <a:pt x="100" y="46"/>
                    <a:pt x="101" y="42"/>
                    <a:pt x="99" y="41"/>
                  </a:cubicBezTo>
                  <a:cubicBezTo>
                    <a:pt x="96" y="42"/>
                    <a:pt x="94" y="45"/>
                    <a:pt x="91" y="44"/>
                  </a:cubicBezTo>
                  <a:cubicBezTo>
                    <a:pt x="91" y="44"/>
                    <a:pt x="91" y="45"/>
                    <a:pt x="91" y="45"/>
                  </a:cubicBezTo>
                  <a:cubicBezTo>
                    <a:pt x="90" y="42"/>
                    <a:pt x="90" y="46"/>
                    <a:pt x="90" y="45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88" y="43"/>
                    <a:pt x="88" y="45"/>
                    <a:pt x="86" y="44"/>
                  </a:cubicBezTo>
                  <a:cubicBezTo>
                    <a:pt x="85" y="45"/>
                    <a:pt x="84" y="42"/>
                    <a:pt x="83" y="44"/>
                  </a:cubicBezTo>
                  <a:cubicBezTo>
                    <a:pt x="83" y="43"/>
                    <a:pt x="83" y="43"/>
                    <a:pt x="82" y="43"/>
                  </a:cubicBezTo>
                  <a:cubicBezTo>
                    <a:pt x="82" y="47"/>
                    <a:pt x="80" y="42"/>
                    <a:pt x="79" y="44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6" y="44"/>
                    <a:pt x="73" y="43"/>
                    <a:pt x="70" y="46"/>
                  </a:cubicBezTo>
                  <a:cubicBezTo>
                    <a:pt x="68" y="46"/>
                    <a:pt x="66" y="43"/>
                    <a:pt x="64" y="4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3" y="46"/>
                    <a:pt x="64" y="45"/>
                    <a:pt x="64" y="44"/>
                  </a:cubicBezTo>
                  <a:cubicBezTo>
                    <a:pt x="63" y="46"/>
                    <a:pt x="61" y="44"/>
                    <a:pt x="60" y="44"/>
                  </a:cubicBezTo>
                  <a:cubicBezTo>
                    <a:pt x="60" y="45"/>
                    <a:pt x="60" y="45"/>
                    <a:pt x="60" y="46"/>
                  </a:cubicBezTo>
                  <a:cubicBezTo>
                    <a:pt x="59" y="43"/>
                    <a:pt x="57" y="47"/>
                    <a:pt x="55" y="45"/>
                  </a:cubicBezTo>
                  <a:cubicBezTo>
                    <a:pt x="56" y="48"/>
                    <a:pt x="55" y="47"/>
                    <a:pt x="54" y="48"/>
                  </a:cubicBezTo>
                  <a:cubicBezTo>
                    <a:pt x="54" y="47"/>
                    <a:pt x="54" y="46"/>
                    <a:pt x="54" y="46"/>
                  </a:cubicBezTo>
                  <a:cubicBezTo>
                    <a:pt x="53" y="46"/>
                    <a:pt x="52" y="46"/>
                    <a:pt x="51" y="45"/>
                  </a:cubicBezTo>
                  <a:cubicBezTo>
                    <a:pt x="51" y="46"/>
                    <a:pt x="50" y="48"/>
                    <a:pt x="50" y="47"/>
                  </a:cubicBezTo>
                  <a:cubicBezTo>
                    <a:pt x="49" y="45"/>
                    <a:pt x="48" y="47"/>
                    <a:pt x="48" y="46"/>
                  </a:cubicBezTo>
                  <a:cubicBezTo>
                    <a:pt x="48" y="48"/>
                    <a:pt x="47" y="49"/>
                    <a:pt x="46" y="49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4" y="47"/>
                    <a:pt x="42" y="44"/>
                    <a:pt x="39" y="47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6" y="47"/>
                    <a:pt x="35" y="45"/>
                    <a:pt x="32" y="47"/>
                  </a:cubicBezTo>
                  <a:cubicBezTo>
                    <a:pt x="33" y="46"/>
                    <a:pt x="30" y="45"/>
                    <a:pt x="30" y="45"/>
                  </a:cubicBezTo>
                  <a:cubicBezTo>
                    <a:pt x="29" y="46"/>
                    <a:pt x="28" y="46"/>
                    <a:pt x="27" y="48"/>
                  </a:cubicBezTo>
                  <a:cubicBezTo>
                    <a:pt x="27" y="48"/>
                    <a:pt x="27" y="46"/>
                    <a:pt x="27" y="46"/>
                  </a:cubicBezTo>
                  <a:cubicBezTo>
                    <a:pt x="26" y="45"/>
                    <a:pt x="26" y="43"/>
                    <a:pt x="25" y="45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4"/>
                    <a:pt x="22" y="46"/>
                    <a:pt x="22" y="44"/>
                  </a:cubicBezTo>
                  <a:cubicBezTo>
                    <a:pt x="21" y="45"/>
                    <a:pt x="20" y="45"/>
                    <a:pt x="20" y="46"/>
                  </a:cubicBezTo>
                  <a:cubicBezTo>
                    <a:pt x="19" y="46"/>
                    <a:pt x="20" y="44"/>
                    <a:pt x="19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9" y="42"/>
                    <a:pt x="17" y="42"/>
                    <a:pt x="15" y="42"/>
                  </a:cubicBezTo>
                  <a:cubicBezTo>
                    <a:pt x="16" y="40"/>
                    <a:pt x="13" y="41"/>
                    <a:pt x="13" y="39"/>
                  </a:cubicBezTo>
                  <a:cubicBezTo>
                    <a:pt x="12" y="40"/>
                    <a:pt x="13" y="38"/>
                    <a:pt x="10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8"/>
                    <a:pt x="11" y="37"/>
                    <a:pt x="12" y="37"/>
                  </a:cubicBezTo>
                  <a:cubicBezTo>
                    <a:pt x="12" y="37"/>
                    <a:pt x="11" y="37"/>
                    <a:pt x="11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1" y="36"/>
                    <a:pt x="11" y="36"/>
                  </a:cubicBezTo>
                  <a:cubicBezTo>
                    <a:pt x="11" y="36"/>
                    <a:pt x="11" y="36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9" y="35"/>
                    <a:pt x="12" y="34"/>
                    <a:pt x="10" y="34"/>
                  </a:cubicBezTo>
                  <a:cubicBezTo>
                    <a:pt x="10" y="34"/>
                    <a:pt x="10" y="33"/>
                    <a:pt x="11" y="32"/>
                  </a:cubicBezTo>
                  <a:cubicBezTo>
                    <a:pt x="10" y="34"/>
                    <a:pt x="10" y="32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9" y="30"/>
                    <a:pt x="5" y="31"/>
                  </a:cubicBezTo>
                  <a:cubicBezTo>
                    <a:pt x="4" y="32"/>
                    <a:pt x="9" y="31"/>
                    <a:pt x="8" y="32"/>
                  </a:cubicBezTo>
                  <a:cubicBezTo>
                    <a:pt x="5" y="32"/>
                    <a:pt x="9" y="34"/>
                    <a:pt x="6" y="3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5" y="33"/>
                    <a:pt x="5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5" y="34"/>
                    <a:pt x="3" y="35"/>
                    <a:pt x="3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1" y="36"/>
                    <a:pt x="4" y="35"/>
                    <a:pt x="4" y="36"/>
                  </a:cubicBezTo>
                  <a:cubicBezTo>
                    <a:pt x="4" y="36"/>
                    <a:pt x="1" y="36"/>
                    <a:pt x="0" y="37"/>
                  </a:cubicBezTo>
                  <a:cubicBezTo>
                    <a:pt x="1" y="38"/>
                    <a:pt x="3" y="40"/>
                    <a:pt x="2" y="42"/>
                  </a:cubicBezTo>
                  <a:cubicBezTo>
                    <a:pt x="3" y="43"/>
                    <a:pt x="4" y="44"/>
                    <a:pt x="6" y="44"/>
                  </a:cubicBezTo>
                  <a:cubicBezTo>
                    <a:pt x="6" y="44"/>
                    <a:pt x="3" y="45"/>
                    <a:pt x="5" y="45"/>
                  </a:cubicBezTo>
                  <a:cubicBezTo>
                    <a:pt x="4" y="46"/>
                    <a:pt x="3" y="47"/>
                    <a:pt x="3" y="47"/>
                  </a:cubicBezTo>
                  <a:cubicBezTo>
                    <a:pt x="4" y="47"/>
                    <a:pt x="4" y="49"/>
                    <a:pt x="5" y="46"/>
                  </a:cubicBezTo>
                  <a:cubicBezTo>
                    <a:pt x="6" y="48"/>
                    <a:pt x="7" y="49"/>
                    <a:pt x="8" y="49"/>
                  </a:cubicBezTo>
                  <a:cubicBezTo>
                    <a:pt x="8" y="49"/>
                    <a:pt x="6" y="50"/>
                    <a:pt x="6" y="51"/>
                  </a:cubicBezTo>
                  <a:cubicBezTo>
                    <a:pt x="8" y="50"/>
                    <a:pt x="9" y="50"/>
                    <a:pt x="10" y="51"/>
                  </a:cubicBezTo>
                  <a:cubicBezTo>
                    <a:pt x="11" y="50"/>
                    <a:pt x="10" y="50"/>
                    <a:pt x="11" y="48"/>
                  </a:cubicBezTo>
                  <a:cubicBezTo>
                    <a:pt x="12" y="48"/>
                    <a:pt x="12" y="48"/>
                    <a:pt x="13" y="48"/>
                  </a:cubicBezTo>
                  <a:cubicBezTo>
                    <a:pt x="12" y="49"/>
                    <a:pt x="10" y="52"/>
                    <a:pt x="11" y="52"/>
                  </a:cubicBezTo>
                  <a:cubicBezTo>
                    <a:pt x="9" y="55"/>
                    <a:pt x="10" y="51"/>
                    <a:pt x="8" y="54"/>
                  </a:cubicBezTo>
                  <a:cubicBezTo>
                    <a:pt x="7" y="55"/>
                    <a:pt x="5" y="54"/>
                    <a:pt x="6" y="53"/>
                  </a:cubicBezTo>
                  <a:cubicBezTo>
                    <a:pt x="3" y="54"/>
                    <a:pt x="6" y="54"/>
                    <a:pt x="4" y="55"/>
                  </a:cubicBezTo>
                  <a:cubicBezTo>
                    <a:pt x="5" y="56"/>
                    <a:pt x="6" y="55"/>
                    <a:pt x="8" y="55"/>
                  </a:cubicBezTo>
                  <a:cubicBezTo>
                    <a:pt x="8" y="54"/>
                    <a:pt x="8" y="54"/>
                    <a:pt x="9" y="53"/>
                  </a:cubicBezTo>
                  <a:cubicBezTo>
                    <a:pt x="11" y="52"/>
                    <a:pt x="9" y="56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7"/>
                    <a:pt x="10" y="56"/>
                    <a:pt x="11" y="57"/>
                  </a:cubicBezTo>
                  <a:cubicBezTo>
                    <a:pt x="9" y="60"/>
                    <a:pt x="9" y="56"/>
                    <a:pt x="8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1"/>
                    <a:pt x="9" y="58"/>
                    <a:pt x="10" y="59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1" y="59"/>
                    <a:pt x="11" y="57"/>
                    <a:pt x="11" y="57"/>
                  </a:cubicBezTo>
                  <a:cubicBezTo>
                    <a:pt x="13" y="55"/>
                    <a:pt x="11" y="57"/>
                    <a:pt x="13" y="57"/>
                  </a:cubicBezTo>
                  <a:cubicBezTo>
                    <a:pt x="14" y="56"/>
                    <a:pt x="12" y="57"/>
                    <a:pt x="13" y="56"/>
                  </a:cubicBezTo>
                  <a:cubicBezTo>
                    <a:pt x="14" y="54"/>
                    <a:pt x="14" y="54"/>
                    <a:pt x="15" y="54"/>
                  </a:cubicBezTo>
                  <a:cubicBezTo>
                    <a:pt x="15" y="55"/>
                    <a:pt x="14" y="56"/>
                    <a:pt x="14" y="57"/>
                  </a:cubicBezTo>
                  <a:cubicBezTo>
                    <a:pt x="14" y="58"/>
                    <a:pt x="13" y="57"/>
                    <a:pt x="14" y="57"/>
                  </a:cubicBezTo>
                  <a:cubicBezTo>
                    <a:pt x="12" y="58"/>
                    <a:pt x="12" y="60"/>
                    <a:pt x="11" y="61"/>
                  </a:cubicBezTo>
                  <a:cubicBezTo>
                    <a:pt x="11" y="62"/>
                    <a:pt x="12" y="60"/>
                    <a:pt x="13" y="60"/>
                  </a:cubicBezTo>
                  <a:cubicBezTo>
                    <a:pt x="13" y="60"/>
                    <a:pt x="14" y="58"/>
                    <a:pt x="14" y="58"/>
                  </a:cubicBezTo>
                  <a:cubicBezTo>
                    <a:pt x="17" y="54"/>
                    <a:pt x="13" y="61"/>
                    <a:pt x="15" y="61"/>
                  </a:cubicBezTo>
                  <a:cubicBezTo>
                    <a:pt x="16" y="58"/>
                    <a:pt x="18" y="58"/>
                    <a:pt x="19" y="54"/>
                  </a:cubicBezTo>
                  <a:cubicBezTo>
                    <a:pt x="19" y="54"/>
                    <a:pt x="20" y="53"/>
                    <a:pt x="20" y="54"/>
                  </a:cubicBezTo>
                  <a:cubicBezTo>
                    <a:pt x="19" y="56"/>
                    <a:pt x="20" y="56"/>
                    <a:pt x="18" y="5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7" y="61"/>
                    <a:pt x="17" y="63"/>
                    <a:pt x="17" y="64"/>
                  </a:cubicBezTo>
                  <a:cubicBezTo>
                    <a:pt x="18" y="63"/>
                    <a:pt x="18" y="62"/>
                    <a:pt x="19" y="62"/>
                  </a:cubicBezTo>
                  <a:cubicBezTo>
                    <a:pt x="18" y="62"/>
                    <a:pt x="18" y="63"/>
                    <a:pt x="19" y="64"/>
                  </a:cubicBezTo>
                  <a:cubicBezTo>
                    <a:pt x="18" y="63"/>
                    <a:pt x="20" y="61"/>
                    <a:pt x="20" y="60"/>
                  </a:cubicBezTo>
                  <a:cubicBezTo>
                    <a:pt x="21" y="61"/>
                    <a:pt x="21" y="63"/>
                    <a:pt x="20" y="63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3"/>
                    <a:pt x="19" y="65"/>
                    <a:pt x="20" y="65"/>
                  </a:cubicBezTo>
                  <a:cubicBezTo>
                    <a:pt x="20" y="64"/>
                    <a:pt x="21" y="62"/>
                    <a:pt x="22" y="61"/>
                  </a:cubicBezTo>
                  <a:cubicBezTo>
                    <a:pt x="22" y="61"/>
                    <a:pt x="22" y="62"/>
                    <a:pt x="23" y="62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22" y="63"/>
                    <a:pt x="21" y="66"/>
                    <a:pt x="22" y="66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3" y="65"/>
                    <a:pt x="23" y="65"/>
                    <a:pt x="24" y="65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4" y="65"/>
                    <a:pt x="25" y="63"/>
                    <a:pt x="25" y="65"/>
                  </a:cubicBezTo>
                  <a:cubicBezTo>
                    <a:pt x="25" y="63"/>
                    <a:pt x="24" y="65"/>
                    <a:pt x="24" y="64"/>
                  </a:cubicBezTo>
                  <a:cubicBezTo>
                    <a:pt x="24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6" y="63"/>
                    <a:pt x="26" y="64"/>
                    <a:pt x="26" y="65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6"/>
                    <a:pt x="28" y="62"/>
                    <a:pt x="28" y="64"/>
                  </a:cubicBezTo>
                  <a:cubicBezTo>
                    <a:pt x="28" y="65"/>
                    <a:pt x="27" y="66"/>
                    <a:pt x="27" y="67"/>
                  </a:cubicBezTo>
                  <a:cubicBezTo>
                    <a:pt x="28" y="64"/>
                    <a:pt x="29" y="64"/>
                    <a:pt x="30" y="62"/>
                  </a:cubicBezTo>
                  <a:cubicBezTo>
                    <a:pt x="30" y="63"/>
                    <a:pt x="28" y="65"/>
                    <a:pt x="28" y="67"/>
                  </a:cubicBezTo>
                  <a:cubicBezTo>
                    <a:pt x="29" y="65"/>
                    <a:pt x="29" y="69"/>
                    <a:pt x="30" y="66"/>
                  </a:cubicBezTo>
                  <a:cubicBezTo>
                    <a:pt x="30" y="65"/>
                    <a:pt x="31" y="64"/>
                    <a:pt x="31" y="63"/>
                  </a:cubicBezTo>
                  <a:cubicBezTo>
                    <a:pt x="32" y="64"/>
                    <a:pt x="31" y="64"/>
                    <a:pt x="31" y="66"/>
                  </a:cubicBezTo>
                  <a:cubicBezTo>
                    <a:pt x="32" y="65"/>
                    <a:pt x="32" y="63"/>
                    <a:pt x="32" y="62"/>
                  </a:cubicBezTo>
                  <a:cubicBezTo>
                    <a:pt x="32" y="63"/>
                    <a:pt x="33" y="61"/>
                    <a:pt x="34" y="62"/>
                  </a:cubicBezTo>
                  <a:cubicBezTo>
                    <a:pt x="33" y="64"/>
                    <a:pt x="32" y="63"/>
                    <a:pt x="33" y="64"/>
                  </a:cubicBezTo>
                  <a:cubicBezTo>
                    <a:pt x="34" y="65"/>
                    <a:pt x="34" y="60"/>
                    <a:pt x="35" y="60"/>
                  </a:cubicBezTo>
                  <a:cubicBezTo>
                    <a:pt x="35" y="59"/>
                    <a:pt x="36" y="56"/>
                    <a:pt x="36" y="55"/>
                  </a:cubicBezTo>
                  <a:cubicBezTo>
                    <a:pt x="37" y="56"/>
                    <a:pt x="36" y="56"/>
                    <a:pt x="36" y="58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6" y="61"/>
                    <a:pt x="34" y="63"/>
                    <a:pt x="34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5" y="65"/>
                    <a:pt x="34" y="66"/>
                    <a:pt x="34" y="67"/>
                  </a:cubicBezTo>
                  <a:cubicBezTo>
                    <a:pt x="35" y="65"/>
                    <a:pt x="36" y="67"/>
                    <a:pt x="36" y="66"/>
                  </a:cubicBezTo>
                  <a:cubicBezTo>
                    <a:pt x="36" y="65"/>
                    <a:pt x="35" y="67"/>
                    <a:pt x="36" y="65"/>
                  </a:cubicBezTo>
                  <a:cubicBezTo>
                    <a:pt x="36" y="65"/>
                    <a:pt x="37" y="62"/>
                    <a:pt x="37" y="63"/>
                  </a:cubicBezTo>
                  <a:cubicBezTo>
                    <a:pt x="37" y="65"/>
                    <a:pt x="37" y="66"/>
                    <a:pt x="37" y="67"/>
                  </a:cubicBezTo>
                  <a:cubicBezTo>
                    <a:pt x="37" y="68"/>
                    <a:pt x="37" y="65"/>
                    <a:pt x="38" y="66"/>
                  </a:cubicBezTo>
                  <a:cubicBezTo>
                    <a:pt x="38" y="67"/>
                    <a:pt x="38" y="67"/>
                    <a:pt x="38" y="67"/>
                  </a:cubicBezTo>
                  <a:cubicBezTo>
                    <a:pt x="40" y="68"/>
                    <a:pt x="42" y="67"/>
                    <a:pt x="45" y="63"/>
                  </a:cubicBezTo>
                  <a:cubicBezTo>
                    <a:pt x="45" y="65"/>
                    <a:pt x="45" y="65"/>
                    <a:pt x="46" y="67"/>
                  </a:cubicBezTo>
                  <a:cubicBezTo>
                    <a:pt x="46" y="66"/>
                    <a:pt x="46" y="65"/>
                    <a:pt x="47" y="6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8" y="68"/>
                    <a:pt x="49" y="66"/>
                    <a:pt x="49" y="65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50" y="68"/>
                    <a:pt x="50" y="65"/>
                    <a:pt x="50" y="65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1" y="64"/>
                    <a:pt x="52" y="65"/>
                    <a:pt x="52" y="67"/>
                  </a:cubicBezTo>
                  <a:cubicBezTo>
                    <a:pt x="52" y="66"/>
                    <a:pt x="52" y="66"/>
                    <a:pt x="52" y="65"/>
                  </a:cubicBezTo>
                  <a:cubicBezTo>
                    <a:pt x="52" y="67"/>
                    <a:pt x="54" y="67"/>
                    <a:pt x="55" y="66"/>
                  </a:cubicBezTo>
                  <a:cubicBezTo>
                    <a:pt x="54" y="65"/>
                    <a:pt x="54" y="65"/>
                    <a:pt x="54" y="63"/>
                  </a:cubicBezTo>
                  <a:cubicBezTo>
                    <a:pt x="54" y="61"/>
                    <a:pt x="55" y="64"/>
                    <a:pt x="55" y="62"/>
                  </a:cubicBezTo>
                  <a:cubicBezTo>
                    <a:pt x="55" y="63"/>
                    <a:pt x="55" y="64"/>
                    <a:pt x="55" y="65"/>
                  </a:cubicBezTo>
                  <a:cubicBezTo>
                    <a:pt x="56" y="68"/>
                    <a:pt x="58" y="65"/>
                    <a:pt x="59" y="66"/>
                  </a:cubicBezTo>
                  <a:cubicBezTo>
                    <a:pt x="60" y="65"/>
                    <a:pt x="60" y="65"/>
                    <a:pt x="60" y="65"/>
                  </a:cubicBezTo>
                  <a:cubicBezTo>
                    <a:pt x="61" y="67"/>
                    <a:pt x="62" y="64"/>
                    <a:pt x="63" y="65"/>
                  </a:cubicBezTo>
                  <a:cubicBezTo>
                    <a:pt x="63" y="65"/>
                    <a:pt x="63" y="62"/>
                    <a:pt x="64" y="62"/>
                  </a:cubicBezTo>
                  <a:cubicBezTo>
                    <a:pt x="64" y="60"/>
                    <a:pt x="64" y="64"/>
                    <a:pt x="65" y="66"/>
                  </a:cubicBezTo>
                  <a:cubicBezTo>
                    <a:pt x="65" y="65"/>
                    <a:pt x="65" y="64"/>
                    <a:pt x="66" y="64"/>
                  </a:cubicBezTo>
                  <a:cubicBezTo>
                    <a:pt x="66" y="65"/>
                    <a:pt x="66" y="65"/>
                    <a:pt x="66" y="65"/>
                  </a:cubicBezTo>
                  <a:cubicBezTo>
                    <a:pt x="66" y="64"/>
                    <a:pt x="67" y="63"/>
                    <a:pt x="67" y="64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7" y="64"/>
                    <a:pt x="68" y="66"/>
                    <a:pt x="68" y="65"/>
                  </a:cubicBezTo>
                  <a:cubicBezTo>
                    <a:pt x="68" y="64"/>
                    <a:pt x="69" y="65"/>
                    <a:pt x="69" y="63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9" y="62"/>
                    <a:pt x="69" y="62"/>
                    <a:pt x="69" y="62"/>
                  </a:cubicBezTo>
                  <a:cubicBezTo>
                    <a:pt x="70" y="63"/>
                    <a:pt x="70" y="63"/>
                    <a:pt x="70" y="63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71" y="66"/>
                    <a:pt x="70" y="63"/>
                    <a:pt x="70" y="62"/>
                  </a:cubicBezTo>
                  <a:cubicBezTo>
                    <a:pt x="71" y="61"/>
                    <a:pt x="71" y="63"/>
                    <a:pt x="71" y="63"/>
                  </a:cubicBezTo>
                  <a:cubicBezTo>
                    <a:pt x="71" y="64"/>
                    <a:pt x="71" y="63"/>
                    <a:pt x="71" y="63"/>
                  </a:cubicBezTo>
                  <a:cubicBezTo>
                    <a:pt x="70" y="65"/>
                    <a:pt x="71" y="64"/>
                    <a:pt x="71" y="65"/>
                  </a:cubicBezTo>
                  <a:cubicBezTo>
                    <a:pt x="71" y="65"/>
                    <a:pt x="71" y="63"/>
                    <a:pt x="72" y="63"/>
                  </a:cubicBezTo>
                  <a:cubicBezTo>
                    <a:pt x="72" y="63"/>
                    <a:pt x="73" y="63"/>
                    <a:pt x="73" y="65"/>
                  </a:cubicBezTo>
                  <a:cubicBezTo>
                    <a:pt x="73" y="64"/>
                    <a:pt x="73" y="64"/>
                    <a:pt x="73" y="63"/>
                  </a:cubicBezTo>
                  <a:cubicBezTo>
                    <a:pt x="73" y="63"/>
                    <a:pt x="73" y="62"/>
                    <a:pt x="72" y="61"/>
                  </a:cubicBezTo>
                  <a:cubicBezTo>
                    <a:pt x="73" y="61"/>
                    <a:pt x="73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1"/>
                    <a:pt x="74" y="62"/>
                    <a:pt x="74" y="60"/>
                  </a:cubicBezTo>
                  <a:cubicBezTo>
                    <a:pt x="74" y="62"/>
                    <a:pt x="74" y="62"/>
                    <a:pt x="74" y="62"/>
                  </a:cubicBezTo>
                  <a:cubicBezTo>
                    <a:pt x="74" y="61"/>
                    <a:pt x="75" y="61"/>
                    <a:pt x="75" y="61"/>
                  </a:cubicBezTo>
                  <a:cubicBezTo>
                    <a:pt x="75" y="62"/>
                    <a:pt x="75" y="64"/>
                    <a:pt x="76" y="65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7" y="63"/>
                    <a:pt x="77" y="63"/>
                    <a:pt x="77" y="64"/>
                  </a:cubicBezTo>
                  <a:cubicBezTo>
                    <a:pt x="78" y="65"/>
                    <a:pt x="78" y="59"/>
                    <a:pt x="79" y="61"/>
                  </a:cubicBezTo>
                  <a:cubicBezTo>
                    <a:pt x="79" y="63"/>
                    <a:pt x="79" y="63"/>
                    <a:pt x="80" y="64"/>
                  </a:cubicBezTo>
                  <a:cubicBezTo>
                    <a:pt x="80" y="63"/>
                    <a:pt x="80" y="63"/>
                    <a:pt x="80" y="62"/>
                  </a:cubicBezTo>
                  <a:cubicBezTo>
                    <a:pt x="80" y="61"/>
                    <a:pt x="80" y="64"/>
                    <a:pt x="79" y="63"/>
                  </a:cubicBezTo>
                  <a:cubicBezTo>
                    <a:pt x="79" y="61"/>
                    <a:pt x="80" y="62"/>
                    <a:pt x="80" y="61"/>
                  </a:cubicBezTo>
                  <a:cubicBezTo>
                    <a:pt x="81" y="66"/>
                    <a:pt x="83" y="62"/>
                    <a:pt x="84" y="64"/>
                  </a:cubicBezTo>
                  <a:cubicBezTo>
                    <a:pt x="84" y="61"/>
                    <a:pt x="85" y="63"/>
                    <a:pt x="85" y="62"/>
                  </a:cubicBezTo>
                  <a:cubicBezTo>
                    <a:pt x="85" y="65"/>
                    <a:pt x="86" y="62"/>
                    <a:pt x="86" y="63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7" y="62"/>
                    <a:pt x="87" y="57"/>
                    <a:pt x="88" y="60"/>
                  </a:cubicBezTo>
                  <a:cubicBezTo>
                    <a:pt x="88" y="60"/>
                    <a:pt x="88" y="61"/>
                    <a:pt x="88" y="62"/>
                  </a:cubicBezTo>
                  <a:cubicBezTo>
                    <a:pt x="89" y="65"/>
                    <a:pt x="89" y="59"/>
                    <a:pt x="90" y="62"/>
                  </a:cubicBezTo>
                  <a:cubicBezTo>
                    <a:pt x="90" y="61"/>
                    <a:pt x="89" y="60"/>
                    <a:pt x="90" y="59"/>
                  </a:cubicBezTo>
                  <a:cubicBezTo>
                    <a:pt x="91" y="60"/>
                    <a:pt x="92" y="61"/>
                    <a:pt x="92" y="62"/>
                  </a:cubicBezTo>
                  <a:cubicBezTo>
                    <a:pt x="92" y="61"/>
                    <a:pt x="92" y="60"/>
                    <a:pt x="92" y="61"/>
                  </a:cubicBezTo>
                  <a:cubicBezTo>
                    <a:pt x="93" y="62"/>
                    <a:pt x="92" y="62"/>
                    <a:pt x="92" y="62"/>
                  </a:cubicBezTo>
                  <a:cubicBezTo>
                    <a:pt x="93" y="63"/>
                    <a:pt x="93" y="61"/>
                    <a:pt x="94" y="60"/>
                  </a:cubicBezTo>
                  <a:cubicBezTo>
                    <a:pt x="94" y="62"/>
                    <a:pt x="95" y="61"/>
                    <a:pt x="96" y="62"/>
                  </a:cubicBezTo>
                  <a:cubicBezTo>
                    <a:pt x="96" y="60"/>
                    <a:pt x="98" y="63"/>
                    <a:pt x="97" y="60"/>
                  </a:cubicBezTo>
                  <a:cubicBezTo>
                    <a:pt x="98" y="61"/>
                    <a:pt x="98" y="61"/>
                    <a:pt x="98" y="61"/>
                  </a:cubicBezTo>
                  <a:cubicBezTo>
                    <a:pt x="98" y="60"/>
                    <a:pt x="98" y="58"/>
                    <a:pt x="98" y="58"/>
                  </a:cubicBezTo>
                  <a:cubicBezTo>
                    <a:pt x="98" y="60"/>
                    <a:pt x="98" y="60"/>
                    <a:pt x="98" y="60"/>
                  </a:cubicBezTo>
                  <a:cubicBezTo>
                    <a:pt x="99" y="62"/>
                    <a:pt x="99" y="60"/>
                    <a:pt x="100" y="61"/>
                  </a:cubicBezTo>
                  <a:cubicBezTo>
                    <a:pt x="99" y="59"/>
                    <a:pt x="100" y="61"/>
                    <a:pt x="100" y="60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1" y="58"/>
                    <a:pt x="100" y="58"/>
                    <a:pt x="101" y="57"/>
                  </a:cubicBezTo>
                  <a:cubicBezTo>
                    <a:pt x="101" y="57"/>
                    <a:pt x="101" y="60"/>
                    <a:pt x="101" y="59"/>
                  </a:cubicBezTo>
                  <a:cubicBezTo>
                    <a:pt x="102" y="60"/>
                    <a:pt x="102" y="60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60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59"/>
                    <a:pt x="104" y="59"/>
                  </a:cubicBezTo>
                  <a:cubicBezTo>
                    <a:pt x="106" y="60"/>
                    <a:pt x="108" y="58"/>
                    <a:pt x="108" y="57"/>
                  </a:cubicBezTo>
                  <a:cubicBezTo>
                    <a:pt x="108" y="57"/>
                    <a:pt x="108" y="58"/>
                    <a:pt x="108" y="58"/>
                  </a:cubicBezTo>
                  <a:cubicBezTo>
                    <a:pt x="108" y="57"/>
                    <a:pt x="108" y="56"/>
                    <a:pt x="109" y="57"/>
                  </a:cubicBezTo>
                  <a:cubicBezTo>
                    <a:pt x="109" y="56"/>
                    <a:pt x="109" y="58"/>
                    <a:pt x="110" y="58"/>
                  </a:cubicBezTo>
                  <a:cubicBezTo>
                    <a:pt x="110" y="58"/>
                    <a:pt x="110" y="56"/>
                    <a:pt x="109" y="56"/>
                  </a:cubicBezTo>
                  <a:cubicBezTo>
                    <a:pt x="111" y="59"/>
                    <a:pt x="111" y="55"/>
                    <a:pt x="113" y="56"/>
                  </a:cubicBezTo>
                  <a:cubicBezTo>
                    <a:pt x="113" y="56"/>
                    <a:pt x="113" y="57"/>
                    <a:pt x="113" y="57"/>
                  </a:cubicBezTo>
                  <a:cubicBezTo>
                    <a:pt x="114" y="56"/>
                    <a:pt x="114" y="55"/>
                    <a:pt x="115" y="53"/>
                  </a:cubicBezTo>
                  <a:cubicBezTo>
                    <a:pt x="115" y="55"/>
                    <a:pt x="115" y="55"/>
                    <a:pt x="115" y="55"/>
                  </a:cubicBezTo>
                  <a:cubicBezTo>
                    <a:pt x="115" y="55"/>
                    <a:pt x="116" y="55"/>
                    <a:pt x="116" y="54"/>
                  </a:cubicBezTo>
                  <a:cubicBezTo>
                    <a:pt x="115" y="52"/>
                    <a:pt x="116" y="51"/>
                    <a:pt x="116" y="51"/>
                  </a:cubicBezTo>
                  <a:cubicBezTo>
                    <a:pt x="116" y="51"/>
                    <a:pt x="116" y="51"/>
                    <a:pt x="116" y="51"/>
                  </a:cubicBezTo>
                  <a:cubicBezTo>
                    <a:pt x="117" y="50"/>
                    <a:pt x="117" y="50"/>
                    <a:pt x="117" y="50"/>
                  </a:cubicBezTo>
                  <a:cubicBezTo>
                    <a:pt x="118" y="51"/>
                    <a:pt x="117" y="51"/>
                    <a:pt x="117" y="52"/>
                  </a:cubicBezTo>
                  <a:cubicBezTo>
                    <a:pt x="118" y="54"/>
                    <a:pt x="119" y="53"/>
                    <a:pt x="119" y="53"/>
                  </a:cubicBezTo>
                  <a:cubicBezTo>
                    <a:pt x="119" y="51"/>
                    <a:pt x="119" y="51"/>
                    <a:pt x="119" y="51"/>
                  </a:cubicBezTo>
                  <a:cubicBezTo>
                    <a:pt x="120" y="51"/>
                    <a:pt x="120" y="53"/>
                    <a:pt x="120" y="53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8"/>
                    <a:pt x="121" y="50"/>
                    <a:pt x="121" y="51"/>
                  </a:cubicBezTo>
                  <a:cubicBezTo>
                    <a:pt x="122" y="50"/>
                    <a:pt x="122" y="47"/>
                    <a:pt x="122" y="45"/>
                  </a:cubicBezTo>
                  <a:cubicBezTo>
                    <a:pt x="122" y="46"/>
                    <a:pt x="123" y="44"/>
                    <a:pt x="123" y="44"/>
                  </a:cubicBezTo>
                  <a:cubicBezTo>
                    <a:pt x="124" y="45"/>
                    <a:pt x="123" y="44"/>
                    <a:pt x="123" y="45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3" y="47"/>
                    <a:pt x="125" y="49"/>
                    <a:pt x="125" y="50"/>
                  </a:cubicBezTo>
                  <a:cubicBezTo>
                    <a:pt x="125" y="49"/>
                    <a:pt x="126" y="49"/>
                    <a:pt x="127" y="50"/>
                  </a:cubicBezTo>
                  <a:cubicBezTo>
                    <a:pt x="126" y="47"/>
                    <a:pt x="128" y="48"/>
                    <a:pt x="127" y="45"/>
                  </a:cubicBezTo>
                  <a:cubicBezTo>
                    <a:pt x="128" y="45"/>
                    <a:pt x="128" y="47"/>
                    <a:pt x="129" y="48"/>
                  </a:cubicBezTo>
                  <a:cubicBezTo>
                    <a:pt x="129" y="46"/>
                    <a:pt x="131" y="47"/>
                    <a:pt x="131" y="46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2" y="46"/>
                    <a:pt x="134" y="46"/>
                    <a:pt x="133" y="43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5" y="45"/>
                    <a:pt x="133" y="42"/>
                    <a:pt x="134" y="43"/>
                  </a:cubicBezTo>
                  <a:cubicBezTo>
                    <a:pt x="135" y="44"/>
                    <a:pt x="135" y="44"/>
                    <a:pt x="135" y="44"/>
                  </a:cubicBezTo>
                  <a:cubicBezTo>
                    <a:pt x="135" y="43"/>
                    <a:pt x="136" y="45"/>
                    <a:pt x="136" y="43"/>
                  </a:cubicBezTo>
                  <a:cubicBezTo>
                    <a:pt x="136" y="44"/>
                    <a:pt x="136" y="44"/>
                    <a:pt x="136" y="44"/>
                  </a:cubicBezTo>
                  <a:cubicBezTo>
                    <a:pt x="137" y="43"/>
                    <a:pt x="138" y="43"/>
                    <a:pt x="137" y="41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139" y="44"/>
                    <a:pt x="138" y="41"/>
                    <a:pt x="139" y="41"/>
                  </a:cubicBezTo>
                  <a:cubicBezTo>
                    <a:pt x="139" y="42"/>
                    <a:pt x="140" y="42"/>
                    <a:pt x="139" y="42"/>
                  </a:cubicBezTo>
                  <a:cubicBezTo>
                    <a:pt x="139" y="41"/>
                    <a:pt x="140" y="41"/>
                    <a:pt x="140" y="40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5" y="41"/>
                    <a:pt x="148" y="39"/>
                    <a:pt x="150" y="36"/>
                  </a:cubicBezTo>
                  <a:cubicBezTo>
                    <a:pt x="152" y="38"/>
                    <a:pt x="150" y="38"/>
                    <a:pt x="151" y="39"/>
                  </a:cubicBezTo>
                  <a:cubicBezTo>
                    <a:pt x="150" y="37"/>
                    <a:pt x="151" y="38"/>
                    <a:pt x="152" y="37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52" y="37"/>
                    <a:pt x="153" y="38"/>
                    <a:pt x="153" y="37"/>
                  </a:cubicBezTo>
                  <a:cubicBezTo>
                    <a:pt x="153" y="37"/>
                    <a:pt x="153" y="37"/>
                    <a:pt x="153" y="37"/>
                  </a:cubicBezTo>
                  <a:cubicBezTo>
                    <a:pt x="153" y="35"/>
                    <a:pt x="155" y="38"/>
                    <a:pt x="154" y="36"/>
                  </a:cubicBezTo>
                  <a:cubicBezTo>
                    <a:pt x="155" y="37"/>
                    <a:pt x="155" y="37"/>
                    <a:pt x="155" y="37"/>
                  </a:cubicBezTo>
                  <a:cubicBezTo>
                    <a:pt x="154" y="35"/>
                    <a:pt x="156" y="37"/>
                    <a:pt x="156" y="35"/>
                  </a:cubicBezTo>
                  <a:cubicBezTo>
                    <a:pt x="156" y="36"/>
                    <a:pt x="156" y="36"/>
                    <a:pt x="156" y="36"/>
                  </a:cubicBezTo>
                  <a:cubicBezTo>
                    <a:pt x="157" y="36"/>
                    <a:pt x="156" y="32"/>
                    <a:pt x="157" y="34"/>
                  </a:cubicBezTo>
                  <a:cubicBezTo>
                    <a:pt x="157" y="33"/>
                    <a:pt x="158" y="32"/>
                    <a:pt x="157" y="31"/>
                  </a:cubicBezTo>
                  <a:cubicBezTo>
                    <a:pt x="158" y="33"/>
                    <a:pt x="158" y="33"/>
                    <a:pt x="158" y="33"/>
                  </a:cubicBezTo>
                  <a:cubicBezTo>
                    <a:pt x="160" y="30"/>
                    <a:pt x="163" y="29"/>
                    <a:pt x="162" y="26"/>
                  </a:cubicBezTo>
                  <a:cubicBezTo>
                    <a:pt x="163" y="27"/>
                    <a:pt x="163" y="27"/>
                    <a:pt x="163" y="27"/>
                  </a:cubicBezTo>
                  <a:cubicBezTo>
                    <a:pt x="163" y="24"/>
                    <a:pt x="167" y="27"/>
                    <a:pt x="165" y="23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6" y="23"/>
                    <a:pt x="166" y="23"/>
                    <a:pt x="166" y="23"/>
                  </a:cubicBezTo>
                  <a:cubicBezTo>
                    <a:pt x="165" y="21"/>
                    <a:pt x="167" y="21"/>
                    <a:pt x="166" y="20"/>
                  </a:cubicBezTo>
                  <a:cubicBezTo>
                    <a:pt x="166" y="21"/>
                    <a:pt x="166" y="21"/>
                    <a:pt x="167" y="21"/>
                  </a:cubicBezTo>
                  <a:cubicBezTo>
                    <a:pt x="167" y="21"/>
                    <a:pt x="166" y="19"/>
                    <a:pt x="167" y="19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71" y="20"/>
                    <a:pt x="176" y="17"/>
                    <a:pt x="174" y="13"/>
                  </a:cubicBezTo>
                  <a:cubicBezTo>
                    <a:pt x="174" y="12"/>
                    <a:pt x="177" y="14"/>
                    <a:pt x="177" y="14"/>
                  </a:cubicBezTo>
                  <a:cubicBezTo>
                    <a:pt x="175" y="10"/>
                    <a:pt x="181" y="9"/>
                    <a:pt x="177" y="5"/>
                  </a:cubicBezTo>
                  <a:close/>
                  <a:moveTo>
                    <a:pt x="10" y="32"/>
                  </a:moveTo>
                  <a:cubicBezTo>
                    <a:pt x="10" y="32"/>
                    <a:pt x="10" y="32"/>
                    <a:pt x="10" y="31"/>
                  </a:cubicBezTo>
                  <a:cubicBezTo>
                    <a:pt x="10" y="32"/>
                    <a:pt x="10" y="32"/>
                    <a:pt x="10" y="32"/>
                  </a:cubicBezTo>
                  <a:close/>
                  <a:moveTo>
                    <a:pt x="6" y="35"/>
                  </a:moveTo>
                  <a:cubicBezTo>
                    <a:pt x="6" y="35"/>
                    <a:pt x="6" y="35"/>
                    <a:pt x="5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4"/>
                    <a:pt x="6" y="35"/>
                    <a:pt x="6" y="35"/>
                  </a:cubicBezTo>
                  <a:close/>
                  <a:moveTo>
                    <a:pt x="10" y="35"/>
                  </a:moveTo>
                  <a:cubicBezTo>
                    <a:pt x="10" y="35"/>
                    <a:pt x="10" y="35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lose/>
                  <a:moveTo>
                    <a:pt x="9" y="32"/>
                  </a:moveTo>
                  <a:cubicBezTo>
                    <a:pt x="9" y="33"/>
                    <a:pt x="8" y="33"/>
                    <a:pt x="8" y="33"/>
                  </a:cubicBezTo>
                  <a:cubicBezTo>
                    <a:pt x="9" y="31"/>
                    <a:pt x="10" y="31"/>
                    <a:pt x="10" y="32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9" y="34"/>
                    <a:pt x="9" y="32"/>
                  </a:cubicBezTo>
                  <a:close/>
                  <a:moveTo>
                    <a:pt x="7" y="35"/>
                  </a:moveTo>
                  <a:cubicBezTo>
                    <a:pt x="7" y="35"/>
                    <a:pt x="7" y="34"/>
                    <a:pt x="7" y="34"/>
                  </a:cubicBezTo>
                  <a:cubicBezTo>
                    <a:pt x="7" y="34"/>
                    <a:pt x="7" y="34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lose/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6"/>
                    <a:pt x="9" y="35"/>
                    <a:pt x="9" y="35"/>
                  </a:cubicBezTo>
                  <a:cubicBezTo>
                    <a:pt x="9" y="35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6"/>
                    <a:pt x="8" y="36"/>
                    <a:pt x="7" y="35"/>
                  </a:cubicBezTo>
                  <a:close/>
                  <a:moveTo>
                    <a:pt x="9" y="36"/>
                  </a:move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7"/>
                  </a:cubicBezTo>
                  <a:cubicBezTo>
                    <a:pt x="10" y="36"/>
                    <a:pt x="9" y="36"/>
                    <a:pt x="9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0" name="Freeform 435"/>
            <p:cNvSpPr/>
            <p:nvPr>
              <p:custDataLst>
                <p:tags r:id="rId33"/>
              </p:custDataLst>
            </p:nvPr>
          </p:nvSpPr>
          <p:spPr bwMode="auto">
            <a:xfrm>
              <a:off x="3712" y="2809"/>
              <a:ext cx="4" cy="2"/>
            </a:xfrm>
            <a:custGeom>
              <a:avLst/>
              <a:gdLst>
                <a:gd name="T0" fmla="*/ 1 w 2"/>
                <a:gd name="T1" fmla="*/ 0 h 1"/>
                <a:gd name="T2" fmla="*/ 0 w 2"/>
                <a:gd name="T3" fmla="*/ 1 h 1"/>
                <a:gd name="T4" fmla="*/ 2 w 2"/>
                <a:gd name="T5" fmla="*/ 0 h 1"/>
                <a:gd name="T6" fmla="*/ 1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2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1" name="Freeform 436"/>
            <p:cNvSpPr>
              <a:spLocks noEditPoints="1"/>
            </p:cNvSpPr>
            <p:nvPr>
              <p:custDataLst>
                <p:tags r:id="rId34"/>
              </p:custDataLst>
            </p:nvPr>
          </p:nvSpPr>
          <p:spPr bwMode="auto">
            <a:xfrm>
              <a:off x="3434" y="1624"/>
              <a:ext cx="862" cy="1213"/>
            </a:xfrm>
            <a:custGeom>
              <a:avLst/>
              <a:gdLst>
                <a:gd name="T0" fmla="*/ 172 w 406"/>
                <a:gd name="T1" fmla="*/ 570 h 572"/>
                <a:gd name="T2" fmla="*/ 205 w 406"/>
                <a:gd name="T3" fmla="*/ 568 h 572"/>
                <a:gd name="T4" fmla="*/ 239 w 406"/>
                <a:gd name="T5" fmla="*/ 564 h 572"/>
                <a:gd name="T6" fmla="*/ 281 w 406"/>
                <a:gd name="T7" fmla="*/ 547 h 572"/>
                <a:gd name="T8" fmla="*/ 300 w 406"/>
                <a:gd name="T9" fmla="*/ 522 h 572"/>
                <a:gd name="T10" fmla="*/ 204 w 406"/>
                <a:gd name="T11" fmla="*/ 395 h 572"/>
                <a:gd name="T12" fmla="*/ 207 w 406"/>
                <a:gd name="T13" fmla="*/ 339 h 572"/>
                <a:gd name="T14" fmla="*/ 214 w 406"/>
                <a:gd name="T15" fmla="*/ 279 h 572"/>
                <a:gd name="T16" fmla="*/ 177 w 406"/>
                <a:gd name="T17" fmla="*/ 304 h 572"/>
                <a:gd name="T18" fmla="*/ 184 w 406"/>
                <a:gd name="T19" fmla="*/ 298 h 572"/>
                <a:gd name="T20" fmla="*/ 197 w 406"/>
                <a:gd name="T21" fmla="*/ 321 h 572"/>
                <a:gd name="T22" fmla="*/ 186 w 406"/>
                <a:gd name="T23" fmla="*/ 337 h 572"/>
                <a:gd name="T24" fmla="*/ 190 w 406"/>
                <a:gd name="T25" fmla="*/ 347 h 572"/>
                <a:gd name="T26" fmla="*/ 189 w 406"/>
                <a:gd name="T27" fmla="*/ 365 h 572"/>
                <a:gd name="T28" fmla="*/ 189 w 406"/>
                <a:gd name="T29" fmla="*/ 382 h 572"/>
                <a:gd name="T30" fmla="*/ 194 w 406"/>
                <a:gd name="T31" fmla="*/ 401 h 572"/>
                <a:gd name="T32" fmla="*/ 198 w 406"/>
                <a:gd name="T33" fmla="*/ 426 h 572"/>
                <a:gd name="T34" fmla="*/ 92 w 406"/>
                <a:gd name="T35" fmla="*/ 277 h 572"/>
                <a:gd name="T36" fmla="*/ 68 w 406"/>
                <a:gd name="T37" fmla="*/ 218 h 572"/>
                <a:gd name="T38" fmla="*/ 189 w 406"/>
                <a:gd name="T39" fmla="*/ 198 h 572"/>
                <a:gd name="T40" fmla="*/ 299 w 406"/>
                <a:gd name="T41" fmla="*/ 279 h 572"/>
                <a:gd name="T42" fmla="*/ 240 w 406"/>
                <a:gd name="T43" fmla="*/ 425 h 572"/>
                <a:gd name="T44" fmla="*/ 250 w 406"/>
                <a:gd name="T45" fmla="*/ 401 h 572"/>
                <a:gd name="T46" fmla="*/ 257 w 406"/>
                <a:gd name="T47" fmla="*/ 380 h 572"/>
                <a:gd name="T48" fmla="*/ 262 w 406"/>
                <a:gd name="T49" fmla="*/ 342 h 572"/>
                <a:gd name="T50" fmla="*/ 279 w 406"/>
                <a:gd name="T51" fmla="*/ 305 h 572"/>
                <a:gd name="T52" fmla="*/ 323 w 406"/>
                <a:gd name="T53" fmla="*/ 287 h 572"/>
                <a:gd name="T54" fmla="*/ 345 w 406"/>
                <a:gd name="T55" fmla="*/ 231 h 572"/>
                <a:gd name="T56" fmla="*/ 313 w 406"/>
                <a:gd name="T57" fmla="*/ 163 h 572"/>
                <a:gd name="T58" fmla="*/ 199 w 406"/>
                <a:gd name="T59" fmla="*/ 120 h 572"/>
                <a:gd name="T60" fmla="*/ 99 w 406"/>
                <a:gd name="T61" fmla="*/ 189 h 572"/>
                <a:gd name="T62" fmla="*/ 67 w 406"/>
                <a:gd name="T63" fmla="*/ 156 h 572"/>
                <a:gd name="T64" fmla="*/ 18 w 406"/>
                <a:gd name="T65" fmla="*/ 247 h 572"/>
                <a:gd name="T66" fmla="*/ 17 w 406"/>
                <a:gd name="T67" fmla="*/ 216 h 572"/>
                <a:gd name="T68" fmla="*/ 18 w 406"/>
                <a:gd name="T69" fmla="*/ 212 h 572"/>
                <a:gd name="T70" fmla="*/ 18 w 406"/>
                <a:gd name="T71" fmla="*/ 213 h 572"/>
                <a:gd name="T72" fmla="*/ 20 w 406"/>
                <a:gd name="T73" fmla="*/ 216 h 572"/>
                <a:gd name="T74" fmla="*/ 36 w 406"/>
                <a:gd name="T75" fmla="*/ 256 h 572"/>
                <a:gd name="T76" fmla="*/ 80 w 406"/>
                <a:gd name="T77" fmla="*/ 293 h 572"/>
                <a:gd name="T78" fmla="*/ 143 w 406"/>
                <a:gd name="T79" fmla="*/ 304 h 572"/>
                <a:gd name="T80" fmla="*/ 162 w 406"/>
                <a:gd name="T81" fmla="*/ 375 h 572"/>
                <a:gd name="T82" fmla="*/ 177 w 406"/>
                <a:gd name="T83" fmla="*/ 504 h 572"/>
                <a:gd name="T84" fmla="*/ 192 w 406"/>
                <a:gd name="T85" fmla="*/ 530 h 572"/>
                <a:gd name="T86" fmla="*/ 191 w 406"/>
                <a:gd name="T87" fmla="*/ 504 h 572"/>
                <a:gd name="T88" fmla="*/ 192 w 406"/>
                <a:gd name="T89" fmla="*/ 486 h 572"/>
                <a:gd name="T90" fmla="*/ 194 w 406"/>
                <a:gd name="T91" fmla="*/ 451 h 572"/>
                <a:gd name="T92" fmla="*/ 220 w 406"/>
                <a:gd name="T93" fmla="*/ 447 h 572"/>
                <a:gd name="T94" fmla="*/ 240 w 406"/>
                <a:gd name="T95" fmla="*/ 469 h 572"/>
                <a:gd name="T96" fmla="*/ 247 w 406"/>
                <a:gd name="T97" fmla="*/ 543 h 572"/>
                <a:gd name="T98" fmla="*/ 146 w 406"/>
                <a:gd name="T99" fmla="*/ 545 h 572"/>
                <a:gd name="T100" fmla="*/ 137 w 406"/>
                <a:gd name="T101" fmla="*/ 524 h 572"/>
                <a:gd name="T102" fmla="*/ 130 w 406"/>
                <a:gd name="T103" fmla="*/ 553 h 572"/>
                <a:gd name="T104" fmla="*/ 193 w 406"/>
                <a:gd name="T105" fmla="*/ 309 h 572"/>
                <a:gd name="T106" fmla="*/ 196 w 406"/>
                <a:gd name="T107" fmla="*/ 303 h 572"/>
                <a:gd name="T108" fmla="*/ 209 w 406"/>
                <a:gd name="T109" fmla="*/ 295 h 572"/>
                <a:gd name="T110" fmla="*/ 218 w 406"/>
                <a:gd name="T111" fmla="*/ 301 h 572"/>
                <a:gd name="T112" fmla="*/ 221 w 406"/>
                <a:gd name="T113" fmla="*/ 307 h 572"/>
                <a:gd name="T114" fmla="*/ 211 w 406"/>
                <a:gd name="T115" fmla="*/ 310 h 572"/>
                <a:gd name="T116" fmla="*/ 222 w 406"/>
                <a:gd name="T117" fmla="*/ 307 h 572"/>
                <a:gd name="T118" fmla="*/ 191 w 406"/>
                <a:gd name="T119" fmla="*/ 185 h 572"/>
                <a:gd name="T120" fmla="*/ 63 w 406"/>
                <a:gd name="T121" fmla="*/ 186 h 572"/>
                <a:gd name="T122" fmla="*/ 22 w 406"/>
                <a:gd name="T123" fmla="*/ 214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6" h="572">
                  <a:moveTo>
                    <a:pt x="135" y="564"/>
                  </a:moveTo>
                  <a:cubicBezTo>
                    <a:pt x="136" y="564"/>
                    <a:pt x="137" y="565"/>
                    <a:pt x="137" y="564"/>
                  </a:cubicBezTo>
                  <a:cubicBezTo>
                    <a:pt x="137" y="565"/>
                    <a:pt x="137" y="565"/>
                    <a:pt x="137" y="565"/>
                  </a:cubicBezTo>
                  <a:cubicBezTo>
                    <a:pt x="138" y="565"/>
                    <a:pt x="140" y="563"/>
                    <a:pt x="139" y="566"/>
                  </a:cubicBezTo>
                  <a:cubicBezTo>
                    <a:pt x="140" y="563"/>
                    <a:pt x="139" y="565"/>
                    <a:pt x="138" y="564"/>
                  </a:cubicBezTo>
                  <a:cubicBezTo>
                    <a:pt x="139" y="562"/>
                    <a:pt x="140" y="563"/>
                    <a:pt x="141" y="562"/>
                  </a:cubicBezTo>
                  <a:cubicBezTo>
                    <a:pt x="139" y="565"/>
                    <a:pt x="142" y="563"/>
                    <a:pt x="142" y="564"/>
                  </a:cubicBezTo>
                  <a:cubicBezTo>
                    <a:pt x="142" y="565"/>
                    <a:pt x="142" y="565"/>
                    <a:pt x="142" y="566"/>
                  </a:cubicBezTo>
                  <a:cubicBezTo>
                    <a:pt x="143" y="564"/>
                    <a:pt x="143" y="564"/>
                    <a:pt x="143" y="564"/>
                  </a:cubicBezTo>
                  <a:cubicBezTo>
                    <a:pt x="142" y="568"/>
                    <a:pt x="145" y="564"/>
                    <a:pt x="145" y="566"/>
                  </a:cubicBezTo>
                  <a:cubicBezTo>
                    <a:pt x="144" y="566"/>
                    <a:pt x="144" y="568"/>
                    <a:pt x="144" y="569"/>
                  </a:cubicBezTo>
                  <a:cubicBezTo>
                    <a:pt x="144" y="566"/>
                    <a:pt x="146" y="566"/>
                    <a:pt x="147" y="564"/>
                  </a:cubicBezTo>
                  <a:cubicBezTo>
                    <a:pt x="148" y="565"/>
                    <a:pt x="145" y="567"/>
                    <a:pt x="145" y="569"/>
                  </a:cubicBezTo>
                  <a:cubicBezTo>
                    <a:pt x="146" y="567"/>
                    <a:pt x="146" y="571"/>
                    <a:pt x="147" y="568"/>
                  </a:cubicBezTo>
                  <a:cubicBezTo>
                    <a:pt x="147" y="567"/>
                    <a:pt x="148" y="567"/>
                    <a:pt x="149" y="566"/>
                  </a:cubicBezTo>
                  <a:cubicBezTo>
                    <a:pt x="150" y="566"/>
                    <a:pt x="148" y="567"/>
                    <a:pt x="148" y="568"/>
                  </a:cubicBezTo>
                  <a:cubicBezTo>
                    <a:pt x="149" y="568"/>
                    <a:pt x="150" y="566"/>
                    <a:pt x="150" y="565"/>
                  </a:cubicBezTo>
                  <a:cubicBezTo>
                    <a:pt x="150" y="566"/>
                    <a:pt x="152" y="564"/>
                    <a:pt x="152" y="565"/>
                  </a:cubicBezTo>
                  <a:cubicBezTo>
                    <a:pt x="152" y="567"/>
                    <a:pt x="150" y="566"/>
                    <a:pt x="150" y="567"/>
                  </a:cubicBezTo>
                  <a:cubicBezTo>
                    <a:pt x="152" y="568"/>
                    <a:pt x="152" y="563"/>
                    <a:pt x="154" y="563"/>
                  </a:cubicBezTo>
                  <a:cubicBezTo>
                    <a:pt x="153" y="562"/>
                    <a:pt x="155" y="559"/>
                    <a:pt x="155" y="558"/>
                  </a:cubicBezTo>
                  <a:cubicBezTo>
                    <a:pt x="157" y="560"/>
                    <a:pt x="155" y="559"/>
                    <a:pt x="155" y="561"/>
                  </a:cubicBezTo>
                  <a:cubicBezTo>
                    <a:pt x="155" y="561"/>
                    <a:pt x="155" y="561"/>
                    <a:pt x="155" y="561"/>
                  </a:cubicBezTo>
                  <a:cubicBezTo>
                    <a:pt x="155" y="564"/>
                    <a:pt x="152" y="566"/>
                    <a:pt x="153" y="568"/>
                  </a:cubicBezTo>
                  <a:cubicBezTo>
                    <a:pt x="154" y="567"/>
                    <a:pt x="154" y="567"/>
                    <a:pt x="154" y="567"/>
                  </a:cubicBezTo>
                  <a:cubicBezTo>
                    <a:pt x="153" y="568"/>
                    <a:pt x="153" y="569"/>
                    <a:pt x="153" y="570"/>
                  </a:cubicBezTo>
                  <a:cubicBezTo>
                    <a:pt x="153" y="568"/>
                    <a:pt x="154" y="570"/>
                    <a:pt x="155" y="570"/>
                  </a:cubicBezTo>
                  <a:cubicBezTo>
                    <a:pt x="155" y="568"/>
                    <a:pt x="154" y="570"/>
                    <a:pt x="154" y="569"/>
                  </a:cubicBezTo>
                  <a:cubicBezTo>
                    <a:pt x="155" y="568"/>
                    <a:pt x="156" y="566"/>
                    <a:pt x="157" y="567"/>
                  </a:cubicBezTo>
                  <a:cubicBezTo>
                    <a:pt x="156" y="568"/>
                    <a:pt x="157" y="569"/>
                    <a:pt x="156" y="570"/>
                  </a:cubicBezTo>
                  <a:cubicBezTo>
                    <a:pt x="157" y="571"/>
                    <a:pt x="157" y="568"/>
                    <a:pt x="157" y="569"/>
                  </a:cubicBezTo>
                  <a:cubicBezTo>
                    <a:pt x="157" y="570"/>
                    <a:pt x="157" y="570"/>
                    <a:pt x="157" y="570"/>
                  </a:cubicBezTo>
                  <a:cubicBezTo>
                    <a:pt x="160" y="571"/>
                    <a:pt x="164" y="571"/>
                    <a:pt x="166" y="567"/>
                  </a:cubicBezTo>
                  <a:cubicBezTo>
                    <a:pt x="166" y="569"/>
                    <a:pt x="167" y="569"/>
                    <a:pt x="169" y="570"/>
                  </a:cubicBezTo>
                  <a:cubicBezTo>
                    <a:pt x="168" y="570"/>
                    <a:pt x="169" y="569"/>
                    <a:pt x="169" y="568"/>
                  </a:cubicBezTo>
                  <a:cubicBezTo>
                    <a:pt x="170" y="570"/>
                    <a:pt x="170" y="570"/>
                    <a:pt x="170" y="570"/>
                  </a:cubicBezTo>
                  <a:cubicBezTo>
                    <a:pt x="170" y="572"/>
                    <a:pt x="172" y="570"/>
                    <a:pt x="172" y="569"/>
                  </a:cubicBezTo>
                  <a:cubicBezTo>
                    <a:pt x="172" y="570"/>
                    <a:pt x="172" y="570"/>
                    <a:pt x="172" y="570"/>
                  </a:cubicBezTo>
                  <a:cubicBezTo>
                    <a:pt x="173" y="571"/>
                    <a:pt x="173" y="569"/>
                    <a:pt x="173" y="568"/>
                  </a:cubicBezTo>
                  <a:cubicBezTo>
                    <a:pt x="174" y="570"/>
                    <a:pt x="174" y="570"/>
                    <a:pt x="174" y="570"/>
                  </a:cubicBezTo>
                  <a:cubicBezTo>
                    <a:pt x="174" y="569"/>
                    <a:pt x="174" y="569"/>
                    <a:pt x="174" y="569"/>
                  </a:cubicBezTo>
                  <a:cubicBezTo>
                    <a:pt x="174" y="568"/>
                    <a:pt x="175" y="568"/>
                    <a:pt x="175" y="570"/>
                  </a:cubicBezTo>
                  <a:cubicBezTo>
                    <a:pt x="175" y="570"/>
                    <a:pt x="176" y="569"/>
                    <a:pt x="175" y="569"/>
                  </a:cubicBezTo>
                  <a:cubicBezTo>
                    <a:pt x="176" y="570"/>
                    <a:pt x="178" y="570"/>
                    <a:pt x="179" y="569"/>
                  </a:cubicBezTo>
                  <a:cubicBezTo>
                    <a:pt x="178" y="569"/>
                    <a:pt x="178" y="568"/>
                    <a:pt x="178" y="567"/>
                  </a:cubicBezTo>
                  <a:cubicBezTo>
                    <a:pt x="178" y="564"/>
                    <a:pt x="179" y="567"/>
                    <a:pt x="179" y="566"/>
                  </a:cubicBezTo>
                  <a:cubicBezTo>
                    <a:pt x="179" y="567"/>
                    <a:pt x="180" y="567"/>
                    <a:pt x="179" y="568"/>
                  </a:cubicBezTo>
                  <a:cubicBezTo>
                    <a:pt x="181" y="571"/>
                    <a:pt x="183" y="569"/>
                    <a:pt x="184" y="569"/>
                  </a:cubicBezTo>
                  <a:cubicBezTo>
                    <a:pt x="185" y="568"/>
                    <a:pt x="185" y="568"/>
                    <a:pt x="185" y="568"/>
                  </a:cubicBezTo>
                  <a:cubicBezTo>
                    <a:pt x="186" y="570"/>
                    <a:pt x="188" y="568"/>
                    <a:pt x="189" y="569"/>
                  </a:cubicBezTo>
                  <a:cubicBezTo>
                    <a:pt x="189" y="568"/>
                    <a:pt x="189" y="565"/>
                    <a:pt x="190" y="565"/>
                  </a:cubicBezTo>
                  <a:cubicBezTo>
                    <a:pt x="190" y="563"/>
                    <a:pt x="190" y="567"/>
                    <a:pt x="191" y="569"/>
                  </a:cubicBezTo>
                  <a:cubicBezTo>
                    <a:pt x="191" y="568"/>
                    <a:pt x="192" y="567"/>
                    <a:pt x="192" y="567"/>
                  </a:cubicBezTo>
                  <a:cubicBezTo>
                    <a:pt x="192" y="568"/>
                    <a:pt x="192" y="568"/>
                    <a:pt x="192" y="568"/>
                  </a:cubicBezTo>
                  <a:cubicBezTo>
                    <a:pt x="192" y="567"/>
                    <a:pt x="193" y="566"/>
                    <a:pt x="194" y="567"/>
                  </a:cubicBezTo>
                  <a:cubicBezTo>
                    <a:pt x="194" y="567"/>
                    <a:pt x="194" y="567"/>
                    <a:pt x="194" y="567"/>
                  </a:cubicBezTo>
                  <a:cubicBezTo>
                    <a:pt x="194" y="567"/>
                    <a:pt x="195" y="569"/>
                    <a:pt x="195" y="568"/>
                  </a:cubicBezTo>
                  <a:cubicBezTo>
                    <a:pt x="195" y="567"/>
                    <a:pt x="196" y="568"/>
                    <a:pt x="196" y="566"/>
                  </a:cubicBezTo>
                  <a:cubicBezTo>
                    <a:pt x="197" y="567"/>
                    <a:pt x="197" y="567"/>
                    <a:pt x="197" y="567"/>
                  </a:cubicBezTo>
                  <a:cubicBezTo>
                    <a:pt x="197" y="565"/>
                    <a:pt x="197" y="565"/>
                    <a:pt x="197" y="565"/>
                  </a:cubicBezTo>
                  <a:cubicBezTo>
                    <a:pt x="197" y="566"/>
                    <a:pt x="197" y="566"/>
                    <a:pt x="197" y="566"/>
                  </a:cubicBezTo>
                  <a:cubicBezTo>
                    <a:pt x="197" y="568"/>
                    <a:pt x="197" y="568"/>
                    <a:pt x="197" y="568"/>
                  </a:cubicBezTo>
                  <a:cubicBezTo>
                    <a:pt x="198" y="569"/>
                    <a:pt x="197" y="566"/>
                    <a:pt x="198" y="565"/>
                  </a:cubicBezTo>
                  <a:cubicBezTo>
                    <a:pt x="198" y="564"/>
                    <a:pt x="198" y="566"/>
                    <a:pt x="199" y="566"/>
                  </a:cubicBezTo>
                  <a:cubicBezTo>
                    <a:pt x="198" y="567"/>
                    <a:pt x="198" y="566"/>
                    <a:pt x="198" y="566"/>
                  </a:cubicBezTo>
                  <a:cubicBezTo>
                    <a:pt x="198" y="568"/>
                    <a:pt x="198" y="567"/>
                    <a:pt x="199" y="568"/>
                  </a:cubicBezTo>
                  <a:cubicBezTo>
                    <a:pt x="199" y="568"/>
                    <a:pt x="199" y="566"/>
                    <a:pt x="199" y="566"/>
                  </a:cubicBezTo>
                  <a:cubicBezTo>
                    <a:pt x="200" y="566"/>
                    <a:pt x="201" y="566"/>
                    <a:pt x="200" y="568"/>
                  </a:cubicBezTo>
                  <a:cubicBezTo>
                    <a:pt x="201" y="567"/>
                    <a:pt x="201" y="567"/>
                    <a:pt x="201" y="566"/>
                  </a:cubicBezTo>
                  <a:cubicBezTo>
                    <a:pt x="201" y="566"/>
                    <a:pt x="200" y="565"/>
                    <a:pt x="200" y="564"/>
                  </a:cubicBezTo>
                  <a:cubicBezTo>
                    <a:pt x="201" y="564"/>
                    <a:pt x="201" y="564"/>
                    <a:pt x="201" y="564"/>
                  </a:cubicBezTo>
                  <a:cubicBezTo>
                    <a:pt x="201" y="565"/>
                    <a:pt x="201" y="565"/>
                    <a:pt x="201" y="565"/>
                  </a:cubicBezTo>
                  <a:cubicBezTo>
                    <a:pt x="201" y="564"/>
                    <a:pt x="202" y="565"/>
                    <a:pt x="202" y="563"/>
                  </a:cubicBezTo>
                  <a:cubicBezTo>
                    <a:pt x="202" y="565"/>
                    <a:pt x="202" y="565"/>
                    <a:pt x="202" y="565"/>
                  </a:cubicBezTo>
                  <a:cubicBezTo>
                    <a:pt x="203" y="564"/>
                    <a:pt x="203" y="564"/>
                    <a:pt x="204" y="564"/>
                  </a:cubicBezTo>
                  <a:cubicBezTo>
                    <a:pt x="204" y="566"/>
                    <a:pt x="204" y="568"/>
                    <a:pt x="205" y="568"/>
                  </a:cubicBezTo>
                  <a:cubicBezTo>
                    <a:pt x="205" y="566"/>
                    <a:pt x="205" y="566"/>
                    <a:pt x="205" y="566"/>
                  </a:cubicBezTo>
                  <a:cubicBezTo>
                    <a:pt x="206" y="566"/>
                    <a:pt x="206" y="566"/>
                    <a:pt x="206" y="567"/>
                  </a:cubicBezTo>
                  <a:cubicBezTo>
                    <a:pt x="207" y="568"/>
                    <a:pt x="207" y="562"/>
                    <a:pt x="209" y="564"/>
                  </a:cubicBezTo>
                  <a:cubicBezTo>
                    <a:pt x="208" y="566"/>
                    <a:pt x="209" y="566"/>
                    <a:pt x="209" y="567"/>
                  </a:cubicBezTo>
                  <a:cubicBezTo>
                    <a:pt x="209" y="566"/>
                    <a:pt x="209" y="566"/>
                    <a:pt x="209" y="566"/>
                  </a:cubicBezTo>
                  <a:cubicBezTo>
                    <a:pt x="209" y="565"/>
                    <a:pt x="209" y="567"/>
                    <a:pt x="209" y="566"/>
                  </a:cubicBezTo>
                  <a:cubicBezTo>
                    <a:pt x="208" y="564"/>
                    <a:pt x="209" y="565"/>
                    <a:pt x="209" y="564"/>
                  </a:cubicBezTo>
                  <a:cubicBezTo>
                    <a:pt x="211" y="569"/>
                    <a:pt x="213" y="565"/>
                    <a:pt x="215" y="567"/>
                  </a:cubicBezTo>
                  <a:cubicBezTo>
                    <a:pt x="215" y="565"/>
                    <a:pt x="216" y="567"/>
                    <a:pt x="216" y="566"/>
                  </a:cubicBezTo>
                  <a:cubicBezTo>
                    <a:pt x="216" y="568"/>
                    <a:pt x="217" y="565"/>
                    <a:pt x="217" y="567"/>
                  </a:cubicBezTo>
                  <a:cubicBezTo>
                    <a:pt x="217" y="564"/>
                    <a:pt x="217" y="564"/>
                    <a:pt x="217" y="564"/>
                  </a:cubicBezTo>
                  <a:cubicBezTo>
                    <a:pt x="218" y="566"/>
                    <a:pt x="218" y="560"/>
                    <a:pt x="219" y="563"/>
                  </a:cubicBezTo>
                  <a:cubicBezTo>
                    <a:pt x="220" y="564"/>
                    <a:pt x="219" y="565"/>
                    <a:pt x="219" y="565"/>
                  </a:cubicBezTo>
                  <a:cubicBezTo>
                    <a:pt x="220" y="568"/>
                    <a:pt x="221" y="563"/>
                    <a:pt x="222" y="566"/>
                  </a:cubicBezTo>
                  <a:cubicBezTo>
                    <a:pt x="222" y="565"/>
                    <a:pt x="221" y="563"/>
                    <a:pt x="222" y="562"/>
                  </a:cubicBezTo>
                  <a:cubicBezTo>
                    <a:pt x="223" y="563"/>
                    <a:pt x="224" y="565"/>
                    <a:pt x="224" y="565"/>
                  </a:cubicBezTo>
                  <a:cubicBezTo>
                    <a:pt x="224" y="565"/>
                    <a:pt x="224" y="564"/>
                    <a:pt x="225" y="565"/>
                  </a:cubicBezTo>
                  <a:cubicBezTo>
                    <a:pt x="225" y="565"/>
                    <a:pt x="225" y="565"/>
                    <a:pt x="225" y="566"/>
                  </a:cubicBezTo>
                  <a:cubicBezTo>
                    <a:pt x="226" y="566"/>
                    <a:pt x="226" y="565"/>
                    <a:pt x="227" y="564"/>
                  </a:cubicBezTo>
                  <a:cubicBezTo>
                    <a:pt x="227" y="566"/>
                    <a:pt x="229" y="565"/>
                    <a:pt x="230" y="566"/>
                  </a:cubicBezTo>
                  <a:cubicBezTo>
                    <a:pt x="230" y="563"/>
                    <a:pt x="231" y="567"/>
                    <a:pt x="231" y="564"/>
                  </a:cubicBezTo>
                  <a:cubicBezTo>
                    <a:pt x="231" y="564"/>
                    <a:pt x="231" y="564"/>
                    <a:pt x="231" y="564"/>
                  </a:cubicBezTo>
                  <a:cubicBezTo>
                    <a:pt x="232" y="564"/>
                    <a:pt x="232" y="562"/>
                    <a:pt x="232" y="561"/>
                  </a:cubicBezTo>
                  <a:cubicBezTo>
                    <a:pt x="232" y="563"/>
                    <a:pt x="232" y="563"/>
                    <a:pt x="232" y="563"/>
                  </a:cubicBezTo>
                  <a:cubicBezTo>
                    <a:pt x="232" y="566"/>
                    <a:pt x="234" y="564"/>
                    <a:pt x="234" y="565"/>
                  </a:cubicBezTo>
                  <a:cubicBezTo>
                    <a:pt x="233" y="563"/>
                    <a:pt x="234" y="565"/>
                    <a:pt x="234" y="563"/>
                  </a:cubicBezTo>
                  <a:cubicBezTo>
                    <a:pt x="235" y="563"/>
                    <a:pt x="235" y="563"/>
                    <a:pt x="235" y="563"/>
                  </a:cubicBezTo>
                  <a:cubicBezTo>
                    <a:pt x="235" y="562"/>
                    <a:pt x="235" y="562"/>
                    <a:pt x="236" y="561"/>
                  </a:cubicBezTo>
                  <a:cubicBezTo>
                    <a:pt x="236" y="561"/>
                    <a:pt x="236" y="564"/>
                    <a:pt x="236" y="563"/>
                  </a:cubicBezTo>
                  <a:cubicBezTo>
                    <a:pt x="237" y="564"/>
                    <a:pt x="237" y="564"/>
                    <a:pt x="237" y="563"/>
                  </a:cubicBezTo>
                  <a:cubicBezTo>
                    <a:pt x="237" y="563"/>
                    <a:pt x="237" y="563"/>
                    <a:pt x="237" y="563"/>
                  </a:cubicBezTo>
                  <a:cubicBezTo>
                    <a:pt x="237" y="563"/>
                    <a:pt x="237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4"/>
                    <a:pt x="238" y="563"/>
                    <a:pt x="238" y="563"/>
                  </a:cubicBezTo>
                  <a:cubicBezTo>
                    <a:pt x="238" y="563"/>
                    <a:pt x="239" y="563"/>
                    <a:pt x="239" y="564"/>
                  </a:cubicBezTo>
                  <a:cubicBezTo>
                    <a:pt x="239" y="565"/>
                    <a:pt x="239" y="565"/>
                    <a:pt x="239" y="565"/>
                  </a:cubicBezTo>
                  <a:cubicBezTo>
                    <a:pt x="239" y="565"/>
                    <a:pt x="240" y="563"/>
                    <a:pt x="240" y="563"/>
                  </a:cubicBezTo>
                  <a:cubicBezTo>
                    <a:pt x="242" y="564"/>
                    <a:pt x="244" y="562"/>
                    <a:pt x="245" y="561"/>
                  </a:cubicBezTo>
                  <a:cubicBezTo>
                    <a:pt x="244" y="561"/>
                    <a:pt x="244" y="562"/>
                    <a:pt x="244" y="562"/>
                  </a:cubicBezTo>
                  <a:cubicBezTo>
                    <a:pt x="245" y="561"/>
                    <a:pt x="245" y="560"/>
                    <a:pt x="245" y="561"/>
                  </a:cubicBezTo>
                  <a:cubicBezTo>
                    <a:pt x="246" y="560"/>
                    <a:pt x="246" y="562"/>
                    <a:pt x="247" y="562"/>
                  </a:cubicBezTo>
                  <a:cubicBezTo>
                    <a:pt x="247" y="562"/>
                    <a:pt x="247" y="560"/>
                    <a:pt x="247" y="561"/>
                  </a:cubicBezTo>
                  <a:cubicBezTo>
                    <a:pt x="248" y="563"/>
                    <a:pt x="249" y="559"/>
                    <a:pt x="251" y="560"/>
                  </a:cubicBezTo>
                  <a:cubicBezTo>
                    <a:pt x="251" y="560"/>
                    <a:pt x="251" y="561"/>
                    <a:pt x="251" y="561"/>
                  </a:cubicBezTo>
                  <a:cubicBezTo>
                    <a:pt x="252" y="560"/>
                    <a:pt x="253" y="560"/>
                    <a:pt x="253" y="558"/>
                  </a:cubicBezTo>
                  <a:cubicBezTo>
                    <a:pt x="253" y="559"/>
                    <a:pt x="253" y="559"/>
                    <a:pt x="253" y="559"/>
                  </a:cubicBezTo>
                  <a:cubicBezTo>
                    <a:pt x="254" y="559"/>
                    <a:pt x="255" y="559"/>
                    <a:pt x="255" y="557"/>
                  </a:cubicBezTo>
                  <a:cubicBezTo>
                    <a:pt x="254" y="557"/>
                    <a:pt x="255" y="558"/>
                    <a:pt x="255" y="558"/>
                  </a:cubicBezTo>
                  <a:cubicBezTo>
                    <a:pt x="254" y="557"/>
                    <a:pt x="255" y="555"/>
                    <a:pt x="255" y="555"/>
                  </a:cubicBezTo>
                  <a:cubicBezTo>
                    <a:pt x="255" y="556"/>
                    <a:pt x="255" y="556"/>
                    <a:pt x="255" y="556"/>
                  </a:cubicBezTo>
                  <a:cubicBezTo>
                    <a:pt x="256" y="555"/>
                    <a:pt x="256" y="555"/>
                    <a:pt x="257" y="554"/>
                  </a:cubicBezTo>
                  <a:cubicBezTo>
                    <a:pt x="257" y="555"/>
                    <a:pt x="256" y="555"/>
                    <a:pt x="257" y="556"/>
                  </a:cubicBezTo>
                  <a:cubicBezTo>
                    <a:pt x="257" y="558"/>
                    <a:pt x="259" y="557"/>
                    <a:pt x="259" y="557"/>
                  </a:cubicBezTo>
                  <a:cubicBezTo>
                    <a:pt x="259" y="555"/>
                    <a:pt x="259" y="555"/>
                    <a:pt x="259" y="555"/>
                  </a:cubicBezTo>
                  <a:cubicBezTo>
                    <a:pt x="260" y="555"/>
                    <a:pt x="260" y="557"/>
                    <a:pt x="260" y="557"/>
                  </a:cubicBezTo>
                  <a:cubicBezTo>
                    <a:pt x="261" y="551"/>
                    <a:pt x="261" y="551"/>
                    <a:pt x="261" y="551"/>
                  </a:cubicBezTo>
                  <a:cubicBezTo>
                    <a:pt x="260" y="552"/>
                    <a:pt x="262" y="553"/>
                    <a:pt x="261" y="555"/>
                  </a:cubicBezTo>
                  <a:cubicBezTo>
                    <a:pt x="263" y="554"/>
                    <a:pt x="263" y="551"/>
                    <a:pt x="263" y="549"/>
                  </a:cubicBezTo>
                  <a:cubicBezTo>
                    <a:pt x="263" y="550"/>
                    <a:pt x="264" y="548"/>
                    <a:pt x="265" y="548"/>
                  </a:cubicBezTo>
                  <a:cubicBezTo>
                    <a:pt x="265" y="549"/>
                    <a:pt x="264" y="548"/>
                    <a:pt x="264" y="549"/>
                  </a:cubicBezTo>
                  <a:cubicBezTo>
                    <a:pt x="266" y="550"/>
                    <a:pt x="266" y="550"/>
                    <a:pt x="266" y="550"/>
                  </a:cubicBezTo>
                  <a:cubicBezTo>
                    <a:pt x="265" y="551"/>
                    <a:pt x="266" y="553"/>
                    <a:pt x="266" y="554"/>
                  </a:cubicBezTo>
                  <a:cubicBezTo>
                    <a:pt x="266" y="553"/>
                    <a:pt x="268" y="553"/>
                    <a:pt x="269" y="553"/>
                  </a:cubicBezTo>
                  <a:cubicBezTo>
                    <a:pt x="268" y="551"/>
                    <a:pt x="270" y="552"/>
                    <a:pt x="270" y="549"/>
                  </a:cubicBezTo>
                  <a:cubicBezTo>
                    <a:pt x="271" y="549"/>
                    <a:pt x="271" y="551"/>
                    <a:pt x="271" y="552"/>
                  </a:cubicBezTo>
                  <a:cubicBezTo>
                    <a:pt x="272" y="550"/>
                    <a:pt x="274" y="550"/>
                    <a:pt x="275" y="550"/>
                  </a:cubicBezTo>
                  <a:cubicBezTo>
                    <a:pt x="275" y="550"/>
                    <a:pt x="275" y="550"/>
                    <a:pt x="275" y="550"/>
                  </a:cubicBezTo>
                  <a:cubicBezTo>
                    <a:pt x="275" y="549"/>
                    <a:pt x="277" y="549"/>
                    <a:pt x="277" y="547"/>
                  </a:cubicBezTo>
                  <a:cubicBezTo>
                    <a:pt x="278" y="548"/>
                    <a:pt x="278" y="548"/>
                    <a:pt x="278" y="548"/>
                  </a:cubicBezTo>
                  <a:cubicBezTo>
                    <a:pt x="279" y="549"/>
                    <a:pt x="277" y="545"/>
                    <a:pt x="278" y="546"/>
                  </a:cubicBezTo>
                  <a:cubicBezTo>
                    <a:pt x="279" y="547"/>
                    <a:pt x="279" y="547"/>
                    <a:pt x="279" y="547"/>
                  </a:cubicBezTo>
                  <a:cubicBezTo>
                    <a:pt x="279" y="546"/>
                    <a:pt x="281" y="548"/>
                    <a:pt x="281" y="546"/>
                  </a:cubicBezTo>
                  <a:cubicBezTo>
                    <a:pt x="281" y="547"/>
                    <a:pt x="281" y="547"/>
                    <a:pt x="281" y="547"/>
                  </a:cubicBezTo>
                  <a:cubicBezTo>
                    <a:pt x="281" y="546"/>
                    <a:pt x="282" y="546"/>
                    <a:pt x="282" y="544"/>
                  </a:cubicBezTo>
                  <a:cubicBezTo>
                    <a:pt x="283" y="546"/>
                    <a:pt x="283" y="546"/>
                    <a:pt x="283" y="546"/>
                  </a:cubicBezTo>
                  <a:cubicBezTo>
                    <a:pt x="284" y="547"/>
                    <a:pt x="283" y="544"/>
                    <a:pt x="284" y="544"/>
                  </a:cubicBezTo>
                  <a:cubicBezTo>
                    <a:pt x="284" y="544"/>
                    <a:pt x="285" y="545"/>
                    <a:pt x="285" y="545"/>
                  </a:cubicBezTo>
                  <a:cubicBezTo>
                    <a:pt x="285" y="544"/>
                    <a:pt x="286" y="544"/>
                    <a:pt x="286" y="543"/>
                  </a:cubicBezTo>
                  <a:cubicBezTo>
                    <a:pt x="288" y="545"/>
                    <a:pt x="288" y="545"/>
                    <a:pt x="288" y="545"/>
                  </a:cubicBezTo>
                  <a:cubicBezTo>
                    <a:pt x="291" y="543"/>
                    <a:pt x="295" y="541"/>
                    <a:pt x="298" y="537"/>
                  </a:cubicBezTo>
                  <a:cubicBezTo>
                    <a:pt x="300" y="539"/>
                    <a:pt x="298" y="539"/>
                    <a:pt x="299" y="540"/>
                  </a:cubicBezTo>
                  <a:cubicBezTo>
                    <a:pt x="298" y="538"/>
                    <a:pt x="299" y="539"/>
                    <a:pt x="300" y="538"/>
                  </a:cubicBezTo>
                  <a:cubicBezTo>
                    <a:pt x="300" y="538"/>
                    <a:pt x="300" y="538"/>
                    <a:pt x="300" y="538"/>
                  </a:cubicBezTo>
                  <a:cubicBezTo>
                    <a:pt x="300" y="538"/>
                    <a:pt x="301" y="539"/>
                    <a:pt x="302" y="538"/>
                  </a:cubicBezTo>
                  <a:cubicBezTo>
                    <a:pt x="301" y="537"/>
                    <a:pt x="301" y="537"/>
                    <a:pt x="301" y="537"/>
                  </a:cubicBezTo>
                  <a:cubicBezTo>
                    <a:pt x="301" y="536"/>
                    <a:pt x="304" y="539"/>
                    <a:pt x="303" y="536"/>
                  </a:cubicBezTo>
                  <a:cubicBezTo>
                    <a:pt x="304" y="537"/>
                    <a:pt x="304" y="537"/>
                    <a:pt x="304" y="537"/>
                  </a:cubicBezTo>
                  <a:cubicBezTo>
                    <a:pt x="303" y="535"/>
                    <a:pt x="305" y="538"/>
                    <a:pt x="305" y="535"/>
                  </a:cubicBezTo>
                  <a:cubicBezTo>
                    <a:pt x="305" y="536"/>
                    <a:pt x="305" y="536"/>
                    <a:pt x="305" y="536"/>
                  </a:cubicBezTo>
                  <a:cubicBezTo>
                    <a:pt x="306" y="536"/>
                    <a:pt x="305" y="532"/>
                    <a:pt x="306" y="534"/>
                  </a:cubicBezTo>
                  <a:cubicBezTo>
                    <a:pt x="307" y="533"/>
                    <a:pt x="307" y="532"/>
                    <a:pt x="306" y="530"/>
                  </a:cubicBezTo>
                  <a:cubicBezTo>
                    <a:pt x="308" y="533"/>
                    <a:pt x="308" y="533"/>
                    <a:pt x="308" y="533"/>
                  </a:cubicBezTo>
                  <a:cubicBezTo>
                    <a:pt x="310" y="530"/>
                    <a:pt x="313" y="528"/>
                    <a:pt x="314" y="524"/>
                  </a:cubicBezTo>
                  <a:cubicBezTo>
                    <a:pt x="314" y="525"/>
                    <a:pt x="314" y="525"/>
                    <a:pt x="314" y="525"/>
                  </a:cubicBezTo>
                  <a:cubicBezTo>
                    <a:pt x="314" y="522"/>
                    <a:pt x="319" y="525"/>
                    <a:pt x="317" y="521"/>
                  </a:cubicBezTo>
                  <a:cubicBezTo>
                    <a:pt x="316" y="519"/>
                    <a:pt x="316" y="519"/>
                    <a:pt x="316" y="519"/>
                  </a:cubicBezTo>
                  <a:cubicBezTo>
                    <a:pt x="318" y="520"/>
                    <a:pt x="318" y="520"/>
                    <a:pt x="318" y="520"/>
                  </a:cubicBezTo>
                  <a:cubicBezTo>
                    <a:pt x="317" y="519"/>
                    <a:pt x="319" y="519"/>
                    <a:pt x="318" y="518"/>
                  </a:cubicBezTo>
                  <a:cubicBezTo>
                    <a:pt x="318" y="518"/>
                    <a:pt x="318" y="519"/>
                    <a:pt x="319" y="519"/>
                  </a:cubicBezTo>
                  <a:cubicBezTo>
                    <a:pt x="320" y="519"/>
                    <a:pt x="318" y="516"/>
                    <a:pt x="319" y="516"/>
                  </a:cubicBezTo>
                  <a:cubicBezTo>
                    <a:pt x="320" y="517"/>
                    <a:pt x="320" y="517"/>
                    <a:pt x="320" y="517"/>
                  </a:cubicBezTo>
                  <a:cubicBezTo>
                    <a:pt x="324" y="517"/>
                    <a:pt x="329" y="511"/>
                    <a:pt x="325" y="508"/>
                  </a:cubicBezTo>
                  <a:cubicBezTo>
                    <a:pt x="324" y="507"/>
                    <a:pt x="327" y="507"/>
                    <a:pt x="327" y="507"/>
                  </a:cubicBezTo>
                  <a:cubicBezTo>
                    <a:pt x="323" y="505"/>
                    <a:pt x="324" y="499"/>
                    <a:pt x="317" y="501"/>
                  </a:cubicBezTo>
                  <a:cubicBezTo>
                    <a:pt x="315" y="501"/>
                    <a:pt x="312" y="506"/>
                    <a:pt x="312" y="506"/>
                  </a:cubicBezTo>
                  <a:cubicBezTo>
                    <a:pt x="318" y="506"/>
                    <a:pt x="315" y="512"/>
                    <a:pt x="315" y="509"/>
                  </a:cubicBezTo>
                  <a:cubicBezTo>
                    <a:pt x="313" y="508"/>
                    <a:pt x="315" y="509"/>
                    <a:pt x="313" y="509"/>
                  </a:cubicBezTo>
                  <a:cubicBezTo>
                    <a:pt x="312" y="512"/>
                    <a:pt x="303" y="513"/>
                    <a:pt x="299" y="519"/>
                  </a:cubicBezTo>
                  <a:cubicBezTo>
                    <a:pt x="300" y="519"/>
                    <a:pt x="300" y="520"/>
                    <a:pt x="300" y="521"/>
                  </a:cubicBezTo>
                  <a:cubicBezTo>
                    <a:pt x="299" y="520"/>
                    <a:pt x="299" y="520"/>
                    <a:pt x="299" y="520"/>
                  </a:cubicBezTo>
                  <a:cubicBezTo>
                    <a:pt x="300" y="522"/>
                    <a:pt x="300" y="522"/>
                    <a:pt x="300" y="522"/>
                  </a:cubicBezTo>
                  <a:cubicBezTo>
                    <a:pt x="299" y="522"/>
                    <a:pt x="298" y="521"/>
                    <a:pt x="299" y="520"/>
                  </a:cubicBezTo>
                  <a:cubicBezTo>
                    <a:pt x="296" y="522"/>
                    <a:pt x="294" y="524"/>
                    <a:pt x="292" y="525"/>
                  </a:cubicBezTo>
                  <a:cubicBezTo>
                    <a:pt x="293" y="527"/>
                    <a:pt x="291" y="526"/>
                    <a:pt x="292" y="528"/>
                  </a:cubicBezTo>
                  <a:cubicBezTo>
                    <a:pt x="291" y="527"/>
                    <a:pt x="291" y="527"/>
                    <a:pt x="291" y="527"/>
                  </a:cubicBezTo>
                  <a:cubicBezTo>
                    <a:pt x="290" y="529"/>
                    <a:pt x="290" y="529"/>
                    <a:pt x="287" y="527"/>
                  </a:cubicBezTo>
                  <a:cubicBezTo>
                    <a:pt x="280" y="529"/>
                    <a:pt x="275" y="533"/>
                    <a:pt x="268" y="535"/>
                  </a:cubicBezTo>
                  <a:cubicBezTo>
                    <a:pt x="263" y="536"/>
                    <a:pt x="259" y="538"/>
                    <a:pt x="255" y="540"/>
                  </a:cubicBezTo>
                  <a:cubicBezTo>
                    <a:pt x="255" y="537"/>
                    <a:pt x="256" y="534"/>
                    <a:pt x="257" y="531"/>
                  </a:cubicBezTo>
                  <a:cubicBezTo>
                    <a:pt x="257" y="529"/>
                    <a:pt x="255" y="527"/>
                    <a:pt x="256" y="525"/>
                  </a:cubicBezTo>
                  <a:cubicBezTo>
                    <a:pt x="255" y="519"/>
                    <a:pt x="260" y="512"/>
                    <a:pt x="257" y="505"/>
                  </a:cubicBezTo>
                  <a:cubicBezTo>
                    <a:pt x="257" y="505"/>
                    <a:pt x="256" y="505"/>
                    <a:pt x="255" y="504"/>
                  </a:cubicBezTo>
                  <a:cubicBezTo>
                    <a:pt x="256" y="504"/>
                    <a:pt x="256" y="504"/>
                    <a:pt x="256" y="504"/>
                  </a:cubicBezTo>
                  <a:cubicBezTo>
                    <a:pt x="254" y="504"/>
                    <a:pt x="254" y="504"/>
                    <a:pt x="254" y="504"/>
                  </a:cubicBezTo>
                  <a:cubicBezTo>
                    <a:pt x="254" y="503"/>
                    <a:pt x="256" y="504"/>
                    <a:pt x="256" y="504"/>
                  </a:cubicBezTo>
                  <a:cubicBezTo>
                    <a:pt x="256" y="501"/>
                    <a:pt x="256" y="499"/>
                    <a:pt x="256" y="496"/>
                  </a:cubicBezTo>
                  <a:cubicBezTo>
                    <a:pt x="254" y="496"/>
                    <a:pt x="256" y="494"/>
                    <a:pt x="254" y="494"/>
                  </a:cubicBezTo>
                  <a:cubicBezTo>
                    <a:pt x="255" y="494"/>
                    <a:pt x="255" y="494"/>
                    <a:pt x="255" y="494"/>
                  </a:cubicBezTo>
                  <a:cubicBezTo>
                    <a:pt x="254" y="492"/>
                    <a:pt x="254" y="492"/>
                    <a:pt x="257" y="491"/>
                  </a:cubicBezTo>
                  <a:cubicBezTo>
                    <a:pt x="259" y="481"/>
                    <a:pt x="257" y="475"/>
                    <a:pt x="256" y="465"/>
                  </a:cubicBezTo>
                  <a:cubicBezTo>
                    <a:pt x="254" y="457"/>
                    <a:pt x="250" y="447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1" y="439"/>
                    <a:pt x="241" y="439"/>
                    <a:pt x="240" y="438"/>
                  </a:cubicBezTo>
                  <a:cubicBezTo>
                    <a:pt x="237" y="440"/>
                    <a:pt x="236" y="437"/>
                    <a:pt x="233" y="438"/>
                  </a:cubicBezTo>
                  <a:cubicBezTo>
                    <a:pt x="234" y="437"/>
                    <a:pt x="234" y="437"/>
                    <a:pt x="234" y="437"/>
                  </a:cubicBezTo>
                  <a:cubicBezTo>
                    <a:pt x="232" y="438"/>
                    <a:pt x="232" y="436"/>
                    <a:pt x="232" y="434"/>
                  </a:cubicBezTo>
                  <a:cubicBezTo>
                    <a:pt x="231" y="435"/>
                    <a:pt x="231" y="434"/>
                    <a:pt x="230" y="436"/>
                  </a:cubicBezTo>
                  <a:cubicBezTo>
                    <a:pt x="228" y="437"/>
                    <a:pt x="230" y="433"/>
                    <a:pt x="229" y="433"/>
                  </a:cubicBezTo>
                  <a:cubicBezTo>
                    <a:pt x="229" y="432"/>
                    <a:pt x="228" y="434"/>
                    <a:pt x="228" y="433"/>
                  </a:cubicBezTo>
                  <a:cubicBezTo>
                    <a:pt x="225" y="435"/>
                    <a:pt x="229" y="433"/>
                    <a:pt x="227" y="429"/>
                  </a:cubicBezTo>
                  <a:cubicBezTo>
                    <a:pt x="223" y="428"/>
                    <a:pt x="219" y="429"/>
                    <a:pt x="215" y="428"/>
                  </a:cubicBezTo>
                  <a:cubicBezTo>
                    <a:pt x="214" y="427"/>
                    <a:pt x="214" y="425"/>
                    <a:pt x="214" y="424"/>
                  </a:cubicBezTo>
                  <a:cubicBezTo>
                    <a:pt x="212" y="424"/>
                    <a:pt x="214" y="423"/>
                    <a:pt x="212" y="424"/>
                  </a:cubicBezTo>
                  <a:cubicBezTo>
                    <a:pt x="213" y="424"/>
                    <a:pt x="213" y="424"/>
                    <a:pt x="213" y="424"/>
                  </a:cubicBezTo>
                  <a:cubicBezTo>
                    <a:pt x="212" y="423"/>
                    <a:pt x="211" y="423"/>
                    <a:pt x="214" y="421"/>
                  </a:cubicBezTo>
                  <a:cubicBezTo>
                    <a:pt x="216" y="417"/>
                    <a:pt x="214" y="413"/>
                    <a:pt x="214" y="409"/>
                  </a:cubicBezTo>
                  <a:cubicBezTo>
                    <a:pt x="213" y="405"/>
                    <a:pt x="211" y="401"/>
                    <a:pt x="210" y="397"/>
                  </a:cubicBezTo>
                  <a:cubicBezTo>
                    <a:pt x="206" y="397"/>
                    <a:pt x="207" y="396"/>
                    <a:pt x="204" y="395"/>
                  </a:cubicBezTo>
                  <a:cubicBezTo>
                    <a:pt x="206" y="395"/>
                    <a:pt x="206" y="395"/>
                    <a:pt x="206" y="395"/>
                  </a:cubicBezTo>
                  <a:cubicBezTo>
                    <a:pt x="204" y="395"/>
                    <a:pt x="206" y="394"/>
                    <a:pt x="207" y="394"/>
                  </a:cubicBezTo>
                  <a:cubicBezTo>
                    <a:pt x="206" y="394"/>
                    <a:pt x="207" y="393"/>
                    <a:pt x="205" y="394"/>
                  </a:cubicBezTo>
                  <a:cubicBezTo>
                    <a:pt x="203" y="393"/>
                    <a:pt x="207" y="393"/>
                    <a:pt x="206" y="393"/>
                  </a:cubicBezTo>
                  <a:cubicBezTo>
                    <a:pt x="207" y="392"/>
                    <a:pt x="205" y="393"/>
                    <a:pt x="206" y="393"/>
                  </a:cubicBezTo>
                  <a:cubicBezTo>
                    <a:pt x="203" y="392"/>
                    <a:pt x="207" y="393"/>
                    <a:pt x="209" y="391"/>
                  </a:cubicBezTo>
                  <a:cubicBezTo>
                    <a:pt x="208" y="390"/>
                    <a:pt x="206" y="388"/>
                    <a:pt x="207" y="387"/>
                  </a:cubicBezTo>
                  <a:cubicBezTo>
                    <a:pt x="207" y="387"/>
                    <a:pt x="206" y="387"/>
                    <a:pt x="206" y="387"/>
                  </a:cubicBezTo>
                  <a:cubicBezTo>
                    <a:pt x="209" y="386"/>
                    <a:pt x="205" y="386"/>
                    <a:pt x="206" y="386"/>
                  </a:cubicBezTo>
                  <a:cubicBezTo>
                    <a:pt x="207" y="386"/>
                    <a:pt x="207" y="386"/>
                    <a:pt x="207" y="386"/>
                  </a:cubicBezTo>
                  <a:cubicBezTo>
                    <a:pt x="209" y="385"/>
                    <a:pt x="207" y="385"/>
                    <a:pt x="208" y="384"/>
                  </a:cubicBezTo>
                  <a:cubicBezTo>
                    <a:pt x="207" y="383"/>
                    <a:pt x="210" y="382"/>
                    <a:pt x="208" y="382"/>
                  </a:cubicBezTo>
                  <a:cubicBezTo>
                    <a:pt x="209" y="382"/>
                    <a:pt x="209" y="382"/>
                    <a:pt x="210" y="382"/>
                  </a:cubicBezTo>
                  <a:cubicBezTo>
                    <a:pt x="206" y="381"/>
                    <a:pt x="211" y="380"/>
                    <a:pt x="209" y="379"/>
                  </a:cubicBezTo>
                  <a:cubicBezTo>
                    <a:pt x="209" y="380"/>
                    <a:pt x="209" y="380"/>
                    <a:pt x="209" y="380"/>
                  </a:cubicBezTo>
                  <a:cubicBezTo>
                    <a:pt x="209" y="378"/>
                    <a:pt x="210" y="376"/>
                    <a:pt x="208" y="374"/>
                  </a:cubicBezTo>
                  <a:cubicBezTo>
                    <a:pt x="208" y="372"/>
                    <a:pt x="212" y="371"/>
                    <a:pt x="210" y="370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209" y="369"/>
                    <a:pt x="210" y="370"/>
                    <a:pt x="210" y="370"/>
                  </a:cubicBezTo>
                  <a:cubicBezTo>
                    <a:pt x="209" y="369"/>
                    <a:pt x="211" y="368"/>
                    <a:pt x="211" y="367"/>
                  </a:cubicBezTo>
                  <a:cubicBezTo>
                    <a:pt x="210" y="367"/>
                    <a:pt x="210" y="367"/>
                    <a:pt x="209" y="367"/>
                  </a:cubicBezTo>
                  <a:cubicBezTo>
                    <a:pt x="212" y="366"/>
                    <a:pt x="208" y="365"/>
                    <a:pt x="210" y="364"/>
                  </a:cubicBezTo>
                  <a:cubicBezTo>
                    <a:pt x="207" y="364"/>
                    <a:pt x="209" y="363"/>
                    <a:pt x="208" y="363"/>
                  </a:cubicBezTo>
                  <a:cubicBezTo>
                    <a:pt x="208" y="363"/>
                    <a:pt x="209" y="363"/>
                    <a:pt x="209" y="363"/>
                  </a:cubicBezTo>
                  <a:cubicBezTo>
                    <a:pt x="209" y="362"/>
                    <a:pt x="209" y="362"/>
                    <a:pt x="210" y="361"/>
                  </a:cubicBezTo>
                  <a:cubicBezTo>
                    <a:pt x="210" y="361"/>
                    <a:pt x="208" y="360"/>
                    <a:pt x="209" y="360"/>
                  </a:cubicBezTo>
                  <a:cubicBezTo>
                    <a:pt x="211" y="360"/>
                    <a:pt x="209" y="359"/>
                    <a:pt x="210" y="359"/>
                  </a:cubicBezTo>
                  <a:cubicBezTo>
                    <a:pt x="208" y="359"/>
                    <a:pt x="206" y="358"/>
                    <a:pt x="207" y="358"/>
                  </a:cubicBezTo>
                  <a:cubicBezTo>
                    <a:pt x="210" y="358"/>
                    <a:pt x="210" y="358"/>
                    <a:pt x="210" y="358"/>
                  </a:cubicBezTo>
                  <a:cubicBezTo>
                    <a:pt x="208" y="357"/>
                    <a:pt x="212" y="355"/>
                    <a:pt x="208" y="353"/>
                  </a:cubicBezTo>
                  <a:cubicBezTo>
                    <a:pt x="210" y="353"/>
                    <a:pt x="210" y="353"/>
                    <a:pt x="210" y="353"/>
                  </a:cubicBezTo>
                  <a:cubicBezTo>
                    <a:pt x="208" y="351"/>
                    <a:pt x="210" y="349"/>
                    <a:pt x="207" y="347"/>
                  </a:cubicBezTo>
                  <a:cubicBezTo>
                    <a:pt x="208" y="347"/>
                    <a:pt x="209" y="346"/>
                    <a:pt x="209" y="346"/>
                  </a:cubicBezTo>
                  <a:cubicBezTo>
                    <a:pt x="207" y="345"/>
                    <a:pt x="207" y="345"/>
                    <a:pt x="205" y="344"/>
                  </a:cubicBezTo>
                  <a:cubicBezTo>
                    <a:pt x="205" y="344"/>
                    <a:pt x="206" y="344"/>
                    <a:pt x="207" y="344"/>
                  </a:cubicBezTo>
                  <a:cubicBezTo>
                    <a:pt x="207" y="343"/>
                    <a:pt x="210" y="342"/>
                    <a:pt x="207" y="342"/>
                  </a:cubicBezTo>
                  <a:cubicBezTo>
                    <a:pt x="209" y="342"/>
                    <a:pt x="209" y="342"/>
                    <a:pt x="209" y="342"/>
                  </a:cubicBezTo>
                  <a:cubicBezTo>
                    <a:pt x="207" y="341"/>
                    <a:pt x="205" y="340"/>
                    <a:pt x="207" y="339"/>
                  </a:cubicBezTo>
                  <a:cubicBezTo>
                    <a:pt x="206" y="339"/>
                    <a:pt x="205" y="339"/>
                    <a:pt x="204" y="339"/>
                  </a:cubicBezTo>
                  <a:cubicBezTo>
                    <a:pt x="203" y="339"/>
                    <a:pt x="206" y="339"/>
                    <a:pt x="205" y="338"/>
                  </a:cubicBezTo>
                  <a:cubicBezTo>
                    <a:pt x="207" y="339"/>
                    <a:pt x="207" y="339"/>
                    <a:pt x="207" y="339"/>
                  </a:cubicBezTo>
                  <a:cubicBezTo>
                    <a:pt x="207" y="337"/>
                    <a:pt x="206" y="336"/>
                    <a:pt x="205" y="334"/>
                  </a:cubicBezTo>
                  <a:cubicBezTo>
                    <a:pt x="207" y="334"/>
                    <a:pt x="204" y="333"/>
                    <a:pt x="206" y="332"/>
                  </a:cubicBezTo>
                  <a:cubicBezTo>
                    <a:pt x="204" y="331"/>
                    <a:pt x="206" y="330"/>
                    <a:pt x="203" y="330"/>
                  </a:cubicBezTo>
                  <a:cubicBezTo>
                    <a:pt x="204" y="330"/>
                    <a:pt x="204" y="330"/>
                    <a:pt x="204" y="330"/>
                  </a:cubicBezTo>
                  <a:cubicBezTo>
                    <a:pt x="205" y="329"/>
                    <a:pt x="205" y="329"/>
                    <a:pt x="205" y="328"/>
                  </a:cubicBezTo>
                  <a:cubicBezTo>
                    <a:pt x="205" y="327"/>
                    <a:pt x="203" y="327"/>
                    <a:pt x="203" y="327"/>
                  </a:cubicBezTo>
                  <a:cubicBezTo>
                    <a:pt x="204" y="327"/>
                    <a:pt x="204" y="327"/>
                    <a:pt x="204" y="327"/>
                  </a:cubicBezTo>
                  <a:cubicBezTo>
                    <a:pt x="203" y="326"/>
                    <a:pt x="201" y="327"/>
                    <a:pt x="200" y="327"/>
                  </a:cubicBezTo>
                  <a:cubicBezTo>
                    <a:pt x="200" y="326"/>
                    <a:pt x="199" y="326"/>
                    <a:pt x="200" y="326"/>
                  </a:cubicBezTo>
                  <a:cubicBezTo>
                    <a:pt x="201" y="326"/>
                    <a:pt x="203" y="326"/>
                    <a:pt x="205" y="326"/>
                  </a:cubicBezTo>
                  <a:cubicBezTo>
                    <a:pt x="205" y="325"/>
                    <a:pt x="202" y="325"/>
                    <a:pt x="203" y="325"/>
                  </a:cubicBezTo>
                  <a:cubicBezTo>
                    <a:pt x="206" y="325"/>
                    <a:pt x="208" y="326"/>
                    <a:pt x="209" y="326"/>
                  </a:cubicBezTo>
                  <a:cubicBezTo>
                    <a:pt x="214" y="327"/>
                    <a:pt x="220" y="328"/>
                    <a:pt x="231" y="322"/>
                  </a:cubicBezTo>
                  <a:cubicBezTo>
                    <a:pt x="231" y="319"/>
                    <a:pt x="234" y="318"/>
                    <a:pt x="233" y="315"/>
                  </a:cubicBezTo>
                  <a:cubicBezTo>
                    <a:pt x="233" y="316"/>
                    <a:pt x="233" y="316"/>
                    <a:pt x="233" y="316"/>
                  </a:cubicBezTo>
                  <a:cubicBezTo>
                    <a:pt x="233" y="314"/>
                    <a:pt x="234" y="314"/>
                    <a:pt x="236" y="313"/>
                  </a:cubicBezTo>
                  <a:cubicBezTo>
                    <a:pt x="235" y="313"/>
                    <a:pt x="236" y="312"/>
                    <a:pt x="234" y="312"/>
                  </a:cubicBezTo>
                  <a:cubicBezTo>
                    <a:pt x="233" y="311"/>
                    <a:pt x="238" y="312"/>
                    <a:pt x="237" y="310"/>
                  </a:cubicBezTo>
                  <a:cubicBezTo>
                    <a:pt x="238" y="311"/>
                    <a:pt x="236" y="310"/>
                    <a:pt x="236" y="310"/>
                  </a:cubicBezTo>
                  <a:cubicBezTo>
                    <a:pt x="235" y="308"/>
                    <a:pt x="238" y="311"/>
                    <a:pt x="240" y="308"/>
                  </a:cubicBezTo>
                  <a:cubicBezTo>
                    <a:pt x="239" y="305"/>
                    <a:pt x="237" y="302"/>
                    <a:pt x="238" y="299"/>
                  </a:cubicBezTo>
                  <a:cubicBezTo>
                    <a:pt x="238" y="299"/>
                    <a:pt x="236" y="300"/>
                    <a:pt x="236" y="299"/>
                  </a:cubicBezTo>
                  <a:cubicBezTo>
                    <a:pt x="239" y="298"/>
                    <a:pt x="235" y="299"/>
                    <a:pt x="236" y="298"/>
                  </a:cubicBezTo>
                  <a:cubicBezTo>
                    <a:pt x="237" y="298"/>
                    <a:pt x="237" y="298"/>
                    <a:pt x="237" y="298"/>
                  </a:cubicBezTo>
                  <a:cubicBezTo>
                    <a:pt x="238" y="296"/>
                    <a:pt x="236" y="296"/>
                    <a:pt x="236" y="294"/>
                  </a:cubicBezTo>
                  <a:cubicBezTo>
                    <a:pt x="235" y="293"/>
                    <a:pt x="236" y="291"/>
                    <a:pt x="234" y="291"/>
                  </a:cubicBezTo>
                  <a:cubicBezTo>
                    <a:pt x="236" y="290"/>
                    <a:pt x="235" y="290"/>
                    <a:pt x="235" y="289"/>
                  </a:cubicBezTo>
                  <a:cubicBezTo>
                    <a:pt x="232" y="291"/>
                    <a:pt x="235" y="286"/>
                    <a:pt x="232" y="287"/>
                  </a:cubicBezTo>
                  <a:cubicBezTo>
                    <a:pt x="233" y="286"/>
                    <a:pt x="233" y="286"/>
                    <a:pt x="233" y="286"/>
                  </a:cubicBezTo>
                  <a:cubicBezTo>
                    <a:pt x="230" y="284"/>
                    <a:pt x="227" y="281"/>
                    <a:pt x="223" y="281"/>
                  </a:cubicBezTo>
                  <a:cubicBezTo>
                    <a:pt x="221" y="281"/>
                    <a:pt x="220" y="277"/>
                    <a:pt x="218" y="278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8" y="279"/>
                    <a:pt x="218" y="278"/>
                  </a:cubicBezTo>
                  <a:cubicBezTo>
                    <a:pt x="216" y="280"/>
                    <a:pt x="216" y="277"/>
                    <a:pt x="214" y="277"/>
                  </a:cubicBezTo>
                  <a:cubicBezTo>
                    <a:pt x="214" y="278"/>
                    <a:pt x="214" y="278"/>
                    <a:pt x="214" y="279"/>
                  </a:cubicBezTo>
                  <a:cubicBezTo>
                    <a:pt x="213" y="276"/>
                    <a:pt x="211" y="280"/>
                    <a:pt x="210" y="277"/>
                  </a:cubicBezTo>
                  <a:cubicBezTo>
                    <a:pt x="210" y="281"/>
                    <a:pt x="209" y="279"/>
                    <a:pt x="209" y="280"/>
                  </a:cubicBezTo>
                  <a:cubicBezTo>
                    <a:pt x="208" y="280"/>
                    <a:pt x="208" y="279"/>
                    <a:pt x="208" y="278"/>
                  </a:cubicBezTo>
                  <a:cubicBezTo>
                    <a:pt x="208" y="279"/>
                    <a:pt x="207" y="279"/>
                    <a:pt x="206" y="278"/>
                  </a:cubicBezTo>
                  <a:cubicBezTo>
                    <a:pt x="206" y="278"/>
                    <a:pt x="206" y="280"/>
                    <a:pt x="205" y="280"/>
                  </a:cubicBezTo>
                  <a:cubicBezTo>
                    <a:pt x="205" y="277"/>
                    <a:pt x="204" y="280"/>
                    <a:pt x="203" y="279"/>
                  </a:cubicBezTo>
                  <a:cubicBezTo>
                    <a:pt x="204" y="281"/>
                    <a:pt x="203" y="283"/>
                    <a:pt x="202" y="282"/>
                  </a:cubicBezTo>
                  <a:cubicBezTo>
                    <a:pt x="202" y="279"/>
                    <a:pt x="202" y="279"/>
                    <a:pt x="202" y="279"/>
                  </a:cubicBezTo>
                  <a:cubicBezTo>
                    <a:pt x="201" y="281"/>
                    <a:pt x="198" y="278"/>
                    <a:pt x="197" y="282"/>
                  </a:cubicBezTo>
                  <a:cubicBezTo>
                    <a:pt x="196" y="280"/>
                    <a:pt x="196" y="280"/>
                    <a:pt x="196" y="280"/>
                  </a:cubicBezTo>
                  <a:cubicBezTo>
                    <a:pt x="195" y="283"/>
                    <a:pt x="192" y="281"/>
                    <a:pt x="191" y="285"/>
                  </a:cubicBezTo>
                  <a:cubicBezTo>
                    <a:pt x="191" y="284"/>
                    <a:pt x="190" y="284"/>
                    <a:pt x="189" y="284"/>
                  </a:cubicBezTo>
                  <a:cubicBezTo>
                    <a:pt x="189" y="286"/>
                    <a:pt x="189" y="285"/>
                    <a:pt x="189" y="288"/>
                  </a:cubicBezTo>
                  <a:cubicBezTo>
                    <a:pt x="189" y="288"/>
                    <a:pt x="188" y="287"/>
                    <a:pt x="188" y="286"/>
                  </a:cubicBezTo>
                  <a:cubicBezTo>
                    <a:pt x="187" y="286"/>
                    <a:pt x="185" y="284"/>
                    <a:pt x="186" y="287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7"/>
                    <a:pt x="185" y="289"/>
                    <a:pt x="183" y="288"/>
                  </a:cubicBezTo>
                  <a:cubicBezTo>
                    <a:pt x="184" y="289"/>
                    <a:pt x="183" y="290"/>
                    <a:pt x="184" y="291"/>
                  </a:cubicBezTo>
                  <a:cubicBezTo>
                    <a:pt x="184" y="292"/>
                    <a:pt x="183" y="289"/>
                    <a:pt x="183" y="291"/>
                  </a:cubicBezTo>
                  <a:cubicBezTo>
                    <a:pt x="183" y="289"/>
                    <a:pt x="183" y="289"/>
                    <a:pt x="183" y="289"/>
                  </a:cubicBezTo>
                  <a:cubicBezTo>
                    <a:pt x="181" y="289"/>
                    <a:pt x="180" y="291"/>
                    <a:pt x="179" y="293"/>
                  </a:cubicBezTo>
                  <a:cubicBezTo>
                    <a:pt x="178" y="291"/>
                    <a:pt x="178" y="294"/>
                    <a:pt x="176" y="293"/>
                  </a:cubicBezTo>
                  <a:cubicBezTo>
                    <a:pt x="177" y="295"/>
                    <a:pt x="175" y="294"/>
                    <a:pt x="176" y="29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5" y="296"/>
                    <a:pt x="174" y="297"/>
                    <a:pt x="172" y="297"/>
                  </a:cubicBezTo>
                  <a:cubicBezTo>
                    <a:pt x="172" y="298"/>
                    <a:pt x="173" y="299"/>
                    <a:pt x="174" y="300"/>
                  </a:cubicBezTo>
                  <a:cubicBezTo>
                    <a:pt x="172" y="299"/>
                    <a:pt x="172" y="299"/>
                    <a:pt x="172" y="299"/>
                  </a:cubicBezTo>
                  <a:cubicBezTo>
                    <a:pt x="173" y="300"/>
                    <a:pt x="175" y="301"/>
                    <a:pt x="176" y="302"/>
                  </a:cubicBezTo>
                  <a:cubicBezTo>
                    <a:pt x="175" y="302"/>
                    <a:pt x="176" y="302"/>
                    <a:pt x="175" y="302"/>
                  </a:cubicBezTo>
                  <a:cubicBezTo>
                    <a:pt x="175" y="302"/>
                    <a:pt x="173" y="301"/>
                    <a:pt x="172" y="300"/>
                  </a:cubicBezTo>
                  <a:cubicBezTo>
                    <a:pt x="171" y="301"/>
                    <a:pt x="174" y="303"/>
                    <a:pt x="172" y="303"/>
                  </a:cubicBezTo>
                  <a:cubicBezTo>
                    <a:pt x="172" y="304"/>
                    <a:pt x="172" y="305"/>
                    <a:pt x="174" y="305"/>
                  </a:cubicBezTo>
                  <a:cubicBezTo>
                    <a:pt x="173" y="305"/>
                    <a:pt x="173" y="305"/>
                    <a:pt x="172" y="305"/>
                  </a:cubicBezTo>
                  <a:cubicBezTo>
                    <a:pt x="172" y="306"/>
                    <a:pt x="173" y="306"/>
                    <a:pt x="173" y="306"/>
                  </a:cubicBezTo>
                  <a:cubicBezTo>
                    <a:pt x="173" y="306"/>
                    <a:pt x="174" y="306"/>
                    <a:pt x="174" y="306"/>
                  </a:cubicBezTo>
                  <a:cubicBezTo>
                    <a:pt x="175" y="305"/>
                    <a:pt x="175" y="306"/>
                    <a:pt x="176" y="305"/>
                  </a:cubicBezTo>
                  <a:cubicBezTo>
                    <a:pt x="177" y="305"/>
                    <a:pt x="178" y="306"/>
                    <a:pt x="179" y="306"/>
                  </a:cubicBezTo>
                  <a:cubicBezTo>
                    <a:pt x="178" y="306"/>
                    <a:pt x="177" y="305"/>
                    <a:pt x="177" y="304"/>
                  </a:cubicBezTo>
                  <a:cubicBezTo>
                    <a:pt x="178" y="304"/>
                    <a:pt x="177" y="304"/>
                    <a:pt x="176" y="304"/>
                  </a:cubicBezTo>
                  <a:cubicBezTo>
                    <a:pt x="176" y="304"/>
                    <a:pt x="176" y="304"/>
                    <a:pt x="176" y="304"/>
                  </a:cubicBezTo>
                  <a:cubicBezTo>
                    <a:pt x="176" y="304"/>
                    <a:pt x="175" y="304"/>
                    <a:pt x="174" y="303"/>
                  </a:cubicBezTo>
                  <a:cubicBezTo>
                    <a:pt x="175" y="304"/>
                    <a:pt x="175" y="304"/>
                    <a:pt x="175" y="304"/>
                  </a:cubicBezTo>
                  <a:cubicBezTo>
                    <a:pt x="174" y="303"/>
                    <a:pt x="174" y="303"/>
                    <a:pt x="174" y="303"/>
                  </a:cubicBezTo>
                  <a:cubicBezTo>
                    <a:pt x="175" y="303"/>
                    <a:pt x="176" y="303"/>
                    <a:pt x="176" y="303"/>
                  </a:cubicBezTo>
                  <a:cubicBezTo>
                    <a:pt x="176" y="303"/>
                    <a:pt x="175" y="303"/>
                    <a:pt x="177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8" y="303"/>
                    <a:pt x="178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9" y="302"/>
                    <a:pt x="179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80" y="303"/>
                    <a:pt x="181" y="304"/>
                    <a:pt x="181" y="304"/>
                  </a:cubicBezTo>
                  <a:cubicBezTo>
                    <a:pt x="181" y="304"/>
                    <a:pt x="180" y="302"/>
                    <a:pt x="182" y="303"/>
                  </a:cubicBezTo>
                  <a:cubicBezTo>
                    <a:pt x="182" y="303"/>
                    <a:pt x="182" y="302"/>
                    <a:pt x="181" y="301"/>
                  </a:cubicBezTo>
                  <a:cubicBezTo>
                    <a:pt x="181" y="300"/>
                    <a:pt x="183" y="303"/>
                    <a:pt x="182" y="302"/>
                  </a:cubicBezTo>
                  <a:cubicBezTo>
                    <a:pt x="183" y="303"/>
                    <a:pt x="185" y="304"/>
                    <a:pt x="186" y="305"/>
                  </a:cubicBezTo>
                  <a:cubicBezTo>
                    <a:pt x="186" y="305"/>
                    <a:pt x="187" y="306"/>
                    <a:pt x="186" y="306"/>
                  </a:cubicBezTo>
                  <a:cubicBezTo>
                    <a:pt x="187" y="306"/>
                    <a:pt x="187" y="307"/>
                    <a:pt x="187" y="307"/>
                  </a:cubicBezTo>
                  <a:cubicBezTo>
                    <a:pt x="187" y="306"/>
                    <a:pt x="185" y="305"/>
                    <a:pt x="185" y="304"/>
                  </a:cubicBezTo>
                  <a:cubicBezTo>
                    <a:pt x="183" y="303"/>
                    <a:pt x="185" y="304"/>
                    <a:pt x="183" y="302"/>
                  </a:cubicBezTo>
                  <a:cubicBezTo>
                    <a:pt x="184" y="302"/>
                    <a:pt x="184" y="302"/>
                    <a:pt x="184" y="301"/>
                  </a:cubicBezTo>
                  <a:cubicBezTo>
                    <a:pt x="184" y="301"/>
                    <a:pt x="185" y="303"/>
                    <a:pt x="186" y="303"/>
                  </a:cubicBezTo>
                  <a:cubicBezTo>
                    <a:pt x="185" y="302"/>
                    <a:pt x="185" y="301"/>
                    <a:pt x="185" y="301"/>
                  </a:cubicBezTo>
                  <a:cubicBezTo>
                    <a:pt x="185" y="300"/>
                    <a:pt x="184" y="300"/>
                    <a:pt x="184" y="298"/>
                  </a:cubicBezTo>
                  <a:cubicBezTo>
                    <a:pt x="183" y="298"/>
                    <a:pt x="183" y="297"/>
                    <a:pt x="183" y="297"/>
                  </a:cubicBezTo>
                  <a:cubicBezTo>
                    <a:pt x="184" y="299"/>
                    <a:pt x="186" y="301"/>
                    <a:pt x="186" y="301"/>
                  </a:cubicBezTo>
                  <a:cubicBezTo>
                    <a:pt x="188" y="304"/>
                    <a:pt x="185" y="301"/>
                    <a:pt x="187" y="303"/>
                  </a:cubicBezTo>
                  <a:cubicBezTo>
                    <a:pt x="188" y="305"/>
                    <a:pt x="187" y="306"/>
                    <a:pt x="187" y="305"/>
                  </a:cubicBezTo>
                  <a:cubicBezTo>
                    <a:pt x="188" y="307"/>
                    <a:pt x="187" y="305"/>
                    <a:pt x="188" y="307"/>
                  </a:cubicBezTo>
                  <a:cubicBezTo>
                    <a:pt x="188" y="307"/>
                    <a:pt x="188" y="305"/>
                    <a:pt x="188" y="305"/>
                  </a:cubicBezTo>
                  <a:cubicBezTo>
                    <a:pt x="187" y="304"/>
                    <a:pt x="187" y="304"/>
                    <a:pt x="187" y="303"/>
                  </a:cubicBezTo>
                  <a:cubicBezTo>
                    <a:pt x="186" y="300"/>
                    <a:pt x="188" y="304"/>
                    <a:pt x="188" y="304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89" y="306"/>
                    <a:pt x="188" y="304"/>
                    <a:pt x="189" y="304"/>
                  </a:cubicBezTo>
                  <a:cubicBezTo>
                    <a:pt x="190" y="307"/>
                    <a:pt x="189" y="305"/>
                    <a:pt x="189" y="306"/>
                  </a:cubicBezTo>
                  <a:cubicBezTo>
                    <a:pt x="190" y="308"/>
                    <a:pt x="190" y="308"/>
                    <a:pt x="190" y="308"/>
                  </a:cubicBezTo>
                  <a:cubicBezTo>
                    <a:pt x="190" y="308"/>
                    <a:pt x="189" y="309"/>
                    <a:pt x="188" y="310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7" y="311"/>
                    <a:pt x="186" y="306"/>
                    <a:pt x="186" y="311"/>
                  </a:cubicBezTo>
                  <a:cubicBezTo>
                    <a:pt x="186" y="312"/>
                    <a:pt x="186" y="312"/>
                    <a:pt x="186" y="312"/>
                  </a:cubicBezTo>
                  <a:cubicBezTo>
                    <a:pt x="185" y="310"/>
                    <a:pt x="185" y="310"/>
                    <a:pt x="185" y="310"/>
                  </a:cubicBezTo>
                  <a:cubicBezTo>
                    <a:pt x="185" y="311"/>
                    <a:pt x="184" y="310"/>
                    <a:pt x="184" y="312"/>
                  </a:cubicBezTo>
                  <a:cubicBezTo>
                    <a:pt x="184" y="310"/>
                    <a:pt x="184" y="310"/>
                    <a:pt x="184" y="310"/>
                  </a:cubicBezTo>
                  <a:cubicBezTo>
                    <a:pt x="184" y="310"/>
                    <a:pt x="184" y="313"/>
                    <a:pt x="183" y="312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2" y="311"/>
                    <a:pt x="182" y="312"/>
                    <a:pt x="181" y="312"/>
                  </a:cubicBezTo>
                  <a:cubicBezTo>
                    <a:pt x="182" y="311"/>
                    <a:pt x="182" y="311"/>
                    <a:pt x="183" y="310"/>
                  </a:cubicBezTo>
                  <a:cubicBezTo>
                    <a:pt x="181" y="308"/>
                    <a:pt x="177" y="307"/>
                    <a:pt x="178" y="311"/>
                  </a:cubicBezTo>
                  <a:cubicBezTo>
                    <a:pt x="178" y="312"/>
                    <a:pt x="176" y="309"/>
                    <a:pt x="176" y="309"/>
                  </a:cubicBezTo>
                  <a:cubicBezTo>
                    <a:pt x="177" y="312"/>
                    <a:pt x="172" y="313"/>
                    <a:pt x="178" y="313"/>
                  </a:cubicBezTo>
                  <a:cubicBezTo>
                    <a:pt x="178" y="313"/>
                    <a:pt x="179" y="313"/>
                    <a:pt x="179" y="313"/>
                  </a:cubicBezTo>
                  <a:cubicBezTo>
                    <a:pt x="179" y="314"/>
                    <a:pt x="180" y="316"/>
                    <a:pt x="183" y="321"/>
                  </a:cubicBezTo>
                  <a:cubicBezTo>
                    <a:pt x="183" y="321"/>
                    <a:pt x="183" y="321"/>
                    <a:pt x="183" y="321"/>
                  </a:cubicBezTo>
                  <a:cubicBezTo>
                    <a:pt x="185" y="320"/>
                    <a:pt x="189" y="325"/>
                    <a:pt x="192" y="323"/>
                  </a:cubicBezTo>
                  <a:cubicBezTo>
                    <a:pt x="192" y="322"/>
                    <a:pt x="192" y="321"/>
                    <a:pt x="192" y="321"/>
                  </a:cubicBezTo>
                  <a:cubicBezTo>
                    <a:pt x="192" y="322"/>
                    <a:pt x="192" y="322"/>
                    <a:pt x="192" y="322"/>
                  </a:cubicBezTo>
                  <a:cubicBezTo>
                    <a:pt x="193" y="320"/>
                    <a:pt x="193" y="320"/>
                    <a:pt x="193" y="320"/>
                  </a:cubicBezTo>
                  <a:cubicBezTo>
                    <a:pt x="193" y="320"/>
                    <a:pt x="193" y="322"/>
                    <a:pt x="192" y="322"/>
                  </a:cubicBezTo>
                  <a:cubicBezTo>
                    <a:pt x="194" y="322"/>
                    <a:pt x="195" y="322"/>
                    <a:pt x="196" y="322"/>
                  </a:cubicBezTo>
                  <a:cubicBezTo>
                    <a:pt x="197" y="320"/>
                    <a:pt x="197" y="322"/>
                    <a:pt x="197" y="320"/>
                  </a:cubicBezTo>
                  <a:cubicBezTo>
                    <a:pt x="197" y="321"/>
                    <a:pt x="197" y="321"/>
                    <a:pt x="197" y="321"/>
                  </a:cubicBezTo>
                  <a:cubicBezTo>
                    <a:pt x="198" y="320"/>
                    <a:pt x="198" y="320"/>
                    <a:pt x="199" y="322"/>
                  </a:cubicBezTo>
                  <a:cubicBezTo>
                    <a:pt x="199" y="323"/>
                    <a:pt x="199" y="323"/>
                    <a:pt x="199" y="323"/>
                  </a:cubicBezTo>
                  <a:cubicBezTo>
                    <a:pt x="198" y="323"/>
                    <a:pt x="198" y="323"/>
                    <a:pt x="197" y="323"/>
                  </a:cubicBezTo>
                  <a:cubicBezTo>
                    <a:pt x="198" y="323"/>
                    <a:pt x="198" y="323"/>
                    <a:pt x="198" y="323"/>
                  </a:cubicBezTo>
                  <a:cubicBezTo>
                    <a:pt x="197" y="324"/>
                    <a:pt x="197" y="324"/>
                    <a:pt x="197" y="324"/>
                  </a:cubicBezTo>
                  <a:cubicBezTo>
                    <a:pt x="197" y="324"/>
                    <a:pt x="196" y="325"/>
                    <a:pt x="197" y="325"/>
                  </a:cubicBezTo>
                  <a:cubicBezTo>
                    <a:pt x="199" y="325"/>
                    <a:pt x="199" y="325"/>
                    <a:pt x="199" y="325"/>
                  </a:cubicBezTo>
                  <a:cubicBezTo>
                    <a:pt x="199" y="325"/>
                    <a:pt x="201" y="325"/>
                    <a:pt x="199" y="326"/>
                  </a:cubicBezTo>
                  <a:cubicBezTo>
                    <a:pt x="197" y="326"/>
                    <a:pt x="197" y="326"/>
                    <a:pt x="197" y="326"/>
                  </a:cubicBezTo>
                  <a:cubicBezTo>
                    <a:pt x="197" y="326"/>
                    <a:pt x="198" y="326"/>
                    <a:pt x="198" y="326"/>
                  </a:cubicBezTo>
                  <a:cubicBezTo>
                    <a:pt x="195" y="326"/>
                    <a:pt x="195" y="326"/>
                    <a:pt x="195" y="326"/>
                  </a:cubicBezTo>
                  <a:cubicBezTo>
                    <a:pt x="199" y="326"/>
                    <a:pt x="196" y="327"/>
                    <a:pt x="197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5" y="328"/>
                    <a:pt x="198" y="327"/>
                    <a:pt x="198" y="327"/>
                  </a:cubicBezTo>
                  <a:cubicBezTo>
                    <a:pt x="198" y="328"/>
                    <a:pt x="195" y="328"/>
                    <a:pt x="194" y="328"/>
                  </a:cubicBezTo>
                  <a:cubicBezTo>
                    <a:pt x="194" y="329"/>
                    <a:pt x="196" y="329"/>
                    <a:pt x="194" y="330"/>
                  </a:cubicBezTo>
                  <a:cubicBezTo>
                    <a:pt x="195" y="330"/>
                    <a:pt x="196" y="331"/>
                    <a:pt x="197" y="331"/>
                  </a:cubicBezTo>
                  <a:cubicBezTo>
                    <a:pt x="197" y="332"/>
                    <a:pt x="194" y="331"/>
                    <a:pt x="195" y="332"/>
                  </a:cubicBezTo>
                  <a:cubicBezTo>
                    <a:pt x="195" y="332"/>
                    <a:pt x="194" y="332"/>
                    <a:pt x="193" y="332"/>
                  </a:cubicBezTo>
                  <a:cubicBezTo>
                    <a:pt x="194" y="332"/>
                    <a:pt x="193" y="333"/>
                    <a:pt x="195" y="332"/>
                  </a:cubicBezTo>
                  <a:cubicBezTo>
                    <a:pt x="194" y="333"/>
                    <a:pt x="194" y="334"/>
                    <a:pt x="195" y="334"/>
                  </a:cubicBezTo>
                  <a:cubicBezTo>
                    <a:pt x="195" y="334"/>
                    <a:pt x="193" y="334"/>
                    <a:pt x="192" y="334"/>
                  </a:cubicBezTo>
                  <a:cubicBezTo>
                    <a:pt x="194" y="334"/>
                    <a:pt x="195" y="335"/>
                    <a:pt x="194" y="335"/>
                  </a:cubicBezTo>
                  <a:cubicBezTo>
                    <a:pt x="196" y="335"/>
                    <a:pt x="196" y="335"/>
                    <a:pt x="198" y="335"/>
                  </a:cubicBezTo>
                  <a:cubicBezTo>
                    <a:pt x="198" y="335"/>
                    <a:pt x="199" y="335"/>
                    <a:pt x="199" y="335"/>
                  </a:cubicBezTo>
                  <a:cubicBezTo>
                    <a:pt x="197" y="336"/>
                    <a:pt x="194" y="336"/>
                    <a:pt x="194" y="336"/>
                  </a:cubicBezTo>
                  <a:cubicBezTo>
                    <a:pt x="191" y="336"/>
                    <a:pt x="194" y="335"/>
                    <a:pt x="192" y="336"/>
                  </a:cubicBezTo>
                  <a:cubicBezTo>
                    <a:pt x="189" y="335"/>
                    <a:pt x="189" y="335"/>
                    <a:pt x="191" y="334"/>
                  </a:cubicBezTo>
                  <a:cubicBezTo>
                    <a:pt x="188" y="334"/>
                    <a:pt x="190" y="335"/>
                    <a:pt x="188" y="335"/>
                  </a:cubicBezTo>
                  <a:cubicBezTo>
                    <a:pt x="188" y="335"/>
                    <a:pt x="189" y="335"/>
                    <a:pt x="190" y="336"/>
                  </a:cubicBezTo>
                  <a:cubicBezTo>
                    <a:pt x="191" y="336"/>
                    <a:pt x="191" y="336"/>
                    <a:pt x="192" y="336"/>
                  </a:cubicBezTo>
                  <a:cubicBezTo>
                    <a:pt x="195" y="336"/>
                    <a:pt x="190" y="336"/>
                    <a:pt x="190" y="337"/>
                  </a:cubicBezTo>
                  <a:cubicBezTo>
                    <a:pt x="190" y="336"/>
                    <a:pt x="190" y="336"/>
                    <a:pt x="190" y="336"/>
                  </a:cubicBezTo>
                  <a:cubicBezTo>
                    <a:pt x="189" y="337"/>
                    <a:pt x="191" y="337"/>
                    <a:pt x="190" y="337"/>
                  </a:cubicBezTo>
                  <a:cubicBezTo>
                    <a:pt x="187" y="337"/>
                    <a:pt x="190" y="337"/>
                    <a:pt x="188" y="336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5" y="337"/>
                    <a:pt x="188" y="337"/>
                    <a:pt x="188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7" y="338"/>
                    <a:pt x="187" y="338"/>
                    <a:pt x="187" y="338"/>
                  </a:cubicBezTo>
                  <a:cubicBezTo>
                    <a:pt x="188" y="338"/>
                    <a:pt x="190" y="338"/>
                    <a:pt x="190" y="337"/>
                  </a:cubicBezTo>
                  <a:cubicBezTo>
                    <a:pt x="193" y="337"/>
                    <a:pt x="190" y="338"/>
                    <a:pt x="191" y="338"/>
                  </a:cubicBezTo>
                  <a:cubicBezTo>
                    <a:pt x="193" y="338"/>
                    <a:pt x="191" y="338"/>
                    <a:pt x="193" y="338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9"/>
                    <a:pt x="193" y="339"/>
                    <a:pt x="191" y="339"/>
                  </a:cubicBezTo>
                  <a:cubicBezTo>
                    <a:pt x="191" y="339"/>
                    <a:pt x="191" y="338"/>
                    <a:pt x="192" y="338"/>
                  </a:cubicBezTo>
                  <a:cubicBezTo>
                    <a:pt x="190" y="338"/>
                    <a:pt x="188" y="339"/>
                    <a:pt x="187" y="338"/>
                  </a:cubicBezTo>
                  <a:cubicBezTo>
                    <a:pt x="186" y="339"/>
                    <a:pt x="188" y="339"/>
                    <a:pt x="189" y="339"/>
                  </a:cubicBezTo>
                  <a:cubicBezTo>
                    <a:pt x="189" y="339"/>
                    <a:pt x="190" y="339"/>
                    <a:pt x="191" y="339"/>
                  </a:cubicBezTo>
                  <a:cubicBezTo>
                    <a:pt x="196" y="340"/>
                    <a:pt x="187" y="339"/>
                    <a:pt x="188" y="340"/>
                  </a:cubicBezTo>
                  <a:cubicBezTo>
                    <a:pt x="191" y="340"/>
                    <a:pt x="193" y="341"/>
                    <a:pt x="196" y="340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5" y="341"/>
                    <a:pt x="195" y="341"/>
                    <a:pt x="193" y="341"/>
                  </a:cubicBezTo>
                  <a:cubicBezTo>
                    <a:pt x="193" y="341"/>
                    <a:pt x="193" y="341"/>
                    <a:pt x="193" y="341"/>
                  </a:cubicBezTo>
                  <a:cubicBezTo>
                    <a:pt x="191" y="341"/>
                    <a:pt x="191" y="341"/>
                    <a:pt x="191" y="341"/>
                  </a:cubicBezTo>
                  <a:cubicBezTo>
                    <a:pt x="189" y="341"/>
                    <a:pt x="188" y="341"/>
                    <a:pt x="187" y="341"/>
                  </a:cubicBezTo>
                  <a:cubicBezTo>
                    <a:pt x="188" y="342"/>
                    <a:pt x="189" y="341"/>
                    <a:pt x="189" y="342"/>
                  </a:cubicBezTo>
                  <a:cubicBezTo>
                    <a:pt x="188" y="342"/>
                    <a:pt x="187" y="342"/>
                    <a:pt x="187" y="342"/>
                  </a:cubicBezTo>
                  <a:cubicBezTo>
                    <a:pt x="188" y="342"/>
                    <a:pt x="190" y="342"/>
                    <a:pt x="191" y="342"/>
                  </a:cubicBezTo>
                  <a:cubicBezTo>
                    <a:pt x="191" y="343"/>
                    <a:pt x="189" y="343"/>
                    <a:pt x="188" y="343"/>
                  </a:cubicBezTo>
                  <a:cubicBezTo>
                    <a:pt x="187" y="342"/>
                    <a:pt x="187" y="342"/>
                    <a:pt x="187" y="342"/>
                  </a:cubicBezTo>
                  <a:cubicBezTo>
                    <a:pt x="188" y="343"/>
                    <a:pt x="186" y="342"/>
                    <a:pt x="186" y="343"/>
                  </a:cubicBezTo>
                  <a:cubicBezTo>
                    <a:pt x="188" y="343"/>
                    <a:pt x="189" y="343"/>
                    <a:pt x="191" y="343"/>
                  </a:cubicBezTo>
                  <a:cubicBezTo>
                    <a:pt x="191" y="343"/>
                    <a:pt x="190" y="344"/>
                    <a:pt x="190" y="344"/>
                  </a:cubicBezTo>
                  <a:cubicBezTo>
                    <a:pt x="189" y="343"/>
                    <a:pt x="189" y="343"/>
                    <a:pt x="189" y="343"/>
                  </a:cubicBezTo>
                  <a:cubicBezTo>
                    <a:pt x="189" y="344"/>
                    <a:pt x="186" y="343"/>
                    <a:pt x="186" y="344"/>
                  </a:cubicBezTo>
                  <a:cubicBezTo>
                    <a:pt x="188" y="344"/>
                    <a:pt x="188" y="344"/>
                    <a:pt x="188" y="344"/>
                  </a:cubicBezTo>
                  <a:cubicBezTo>
                    <a:pt x="186" y="344"/>
                    <a:pt x="186" y="344"/>
                    <a:pt x="186" y="344"/>
                  </a:cubicBezTo>
                  <a:cubicBezTo>
                    <a:pt x="188" y="344"/>
                    <a:pt x="187" y="344"/>
                    <a:pt x="188" y="344"/>
                  </a:cubicBezTo>
                  <a:cubicBezTo>
                    <a:pt x="187" y="344"/>
                    <a:pt x="187" y="344"/>
                    <a:pt x="187" y="344"/>
                  </a:cubicBezTo>
                  <a:cubicBezTo>
                    <a:pt x="187" y="345"/>
                    <a:pt x="190" y="345"/>
                    <a:pt x="188" y="345"/>
                  </a:cubicBezTo>
                  <a:cubicBezTo>
                    <a:pt x="190" y="345"/>
                    <a:pt x="188" y="345"/>
                    <a:pt x="189" y="345"/>
                  </a:cubicBezTo>
                  <a:cubicBezTo>
                    <a:pt x="191" y="344"/>
                    <a:pt x="191" y="345"/>
                    <a:pt x="191" y="345"/>
                  </a:cubicBezTo>
                  <a:cubicBezTo>
                    <a:pt x="188" y="345"/>
                    <a:pt x="191" y="346"/>
                    <a:pt x="191" y="346"/>
                  </a:cubicBezTo>
                  <a:cubicBezTo>
                    <a:pt x="190" y="346"/>
                    <a:pt x="189" y="346"/>
                    <a:pt x="188" y="346"/>
                  </a:cubicBezTo>
                  <a:cubicBezTo>
                    <a:pt x="190" y="346"/>
                    <a:pt x="190" y="346"/>
                    <a:pt x="190" y="346"/>
                  </a:cubicBezTo>
                  <a:cubicBezTo>
                    <a:pt x="187" y="346"/>
                    <a:pt x="191" y="347"/>
                    <a:pt x="190" y="347"/>
                  </a:cubicBezTo>
                  <a:cubicBezTo>
                    <a:pt x="189" y="347"/>
                    <a:pt x="187" y="347"/>
                    <a:pt x="187" y="347"/>
                  </a:cubicBezTo>
                  <a:cubicBezTo>
                    <a:pt x="190" y="347"/>
                    <a:pt x="190" y="347"/>
                    <a:pt x="192" y="347"/>
                  </a:cubicBezTo>
                  <a:cubicBezTo>
                    <a:pt x="191" y="348"/>
                    <a:pt x="189" y="347"/>
                    <a:pt x="187" y="347"/>
                  </a:cubicBezTo>
                  <a:cubicBezTo>
                    <a:pt x="189" y="348"/>
                    <a:pt x="185" y="348"/>
                    <a:pt x="188" y="348"/>
                  </a:cubicBezTo>
                  <a:cubicBezTo>
                    <a:pt x="189" y="348"/>
                    <a:pt x="190" y="348"/>
                    <a:pt x="191" y="348"/>
                  </a:cubicBezTo>
                  <a:cubicBezTo>
                    <a:pt x="191" y="349"/>
                    <a:pt x="190" y="348"/>
                    <a:pt x="189" y="348"/>
                  </a:cubicBezTo>
                  <a:cubicBezTo>
                    <a:pt x="189" y="349"/>
                    <a:pt x="191" y="349"/>
                    <a:pt x="192" y="349"/>
                  </a:cubicBezTo>
                  <a:cubicBezTo>
                    <a:pt x="191" y="349"/>
                    <a:pt x="194" y="349"/>
                    <a:pt x="192" y="350"/>
                  </a:cubicBezTo>
                  <a:cubicBezTo>
                    <a:pt x="191" y="350"/>
                    <a:pt x="191" y="349"/>
                    <a:pt x="190" y="349"/>
                  </a:cubicBezTo>
                  <a:cubicBezTo>
                    <a:pt x="190" y="350"/>
                    <a:pt x="194" y="350"/>
                    <a:pt x="195" y="350"/>
                  </a:cubicBezTo>
                  <a:cubicBezTo>
                    <a:pt x="196" y="350"/>
                    <a:pt x="199" y="351"/>
                    <a:pt x="200" y="351"/>
                  </a:cubicBezTo>
                  <a:cubicBezTo>
                    <a:pt x="199" y="352"/>
                    <a:pt x="199" y="351"/>
                    <a:pt x="197" y="351"/>
                  </a:cubicBezTo>
                  <a:cubicBezTo>
                    <a:pt x="197" y="351"/>
                    <a:pt x="197" y="351"/>
                    <a:pt x="197" y="351"/>
                  </a:cubicBezTo>
                  <a:cubicBezTo>
                    <a:pt x="194" y="351"/>
                    <a:pt x="192" y="350"/>
                    <a:pt x="190" y="350"/>
                  </a:cubicBezTo>
                  <a:cubicBezTo>
                    <a:pt x="191" y="350"/>
                    <a:pt x="191" y="350"/>
                    <a:pt x="191" y="350"/>
                  </a:cubicBezTo>
                  <a:cubicBezTo>
                    <a:pt x="188" y="350"/>
                    <a:pt x="188" y="350"/>
                    <a:pt x="188" y="350"/>
                  </a:cubicBezTo>
                  <a:cubicBezTo>
                    <a:pt x="190" y="350"/>
                    <a:pt x="188" y="351"/>
                    <a:pt x="189" y="351"/>
                  </a:cubicBezTo>
                  <a:cubicBezTo>
                    <a:pt x="190" y="351"/>
                    <a:pt x="188" y="351"/>
                    <a:pt x="189" y="351"/>
                  </a:cubicBezTo>
                  <a:cubicBezTo>
                    <a:pt x="190" y="351"/>
                    <a:pt x="193" y="351"/>
                    <a:pt x="192" y="352"/>
                  </a:cubicBezTo>
                  <a:cubicBezTo>
                    <a:pt x="188" y="351"/>
                    <a:pt x="188" y="351"/>
                    <a:pt x="188" y="351"/>
                  </a:cubicBezTo>
                  <a:cubicBezTo>
                    <a:pt x="188" y="352"/>
                    <a:pt x="190" y="352"/>
                    <a:pt x="189" y="352"/>
                  </a:cubicBezTo>
                  <a:cubicBezTo>
                    <a:pt x="188" y="352"/>
                    <a:pt x="188" y="352"/>
                    <a:pt x="188" y="352"/>
                  </a:cubicBezTo>
                  <a:cubicBezTo>
                    <a:pt x="188" y="353"/>
                    <a:pt x="188" y="354"/>
                    <a:pt x="192" y="356"/>
                  </a:cubicBezTo>
                  <a:cubicBezTo>
                    <a:pt x="190" y="356"/>
                    <a:pt x="190" y="356"/>
                    <a:pt x="189" y="357"/>
                  </a:cubicBezTo>
                  <a:cubicBezTo>
                    <a:pt x="189" y="357"/>
                    <a:pt x="191" y="357"/>
                    <a:pt x="191" y="357"/>
                  </a:cubicBezTo>
                  <a:cubicBezTo>
                    <a:pt x="189" y="357"/>
                    <a:pt x="189" y="357"/>
                    <a:pt x="189" y="357"/>
                  </a:cubicBezTo>
                  <a:cubicBezTo>
                    <a:pt x="188" y="357"/>
                    <a:pt x="189" y="358"/>
                    <a:pt x="191" y="359"/>
                  </a:cubicBezTo>
                  <a:cubicBezTo>
                    <a:pt x="189" y="358"/>
                    <a:pt x="189" y="358"/>
                    <a:pt x="189" y="358"/>
                  </a:cubicBezTo>
                  <a:cubicBezTo>
                    <a:pt x="188" y="359"/>
                    <a:pt x="190" y="359"/>
                    <a:pt x="191" y="359"/>
                  </a:cubicBezTo>
                  <a:cubicBezTo>
                    <a:pt x="189" y="359"/>
                    <a:pt x="189" y="359"/>
                    <a:pt x="189" y="359"/>
                  </a:cubicBezTo>
                  <a:cubicBezTo>
                    <a:pt x="191" y="359"/>
                    <a:pt x="191" y="359"/>
                    <a:pt x="191" y="359"/>
                  </a:cubicBezTo>
                  <a:cubicBezTo>
                    <a:pt x="191" y="360"/>
                    <a:pt x="191" y="360"/>
                    <a:pt x="189" y="360"/>
                  </a:cubicBezTo>
                  <a:cubicBezTo>
                    <a:pt x="190" y="360"/>
                    <a:pt x="190" y="360"/>
                    <a:pt x="190" y="360"/>
                  </a:cubicBezTo>
                  <a:cubicBezTo>
                    <a:pt x="189" y="360"/>
                    <a:pt x="189" y="361"/>
                    <a:pt x="189" y="362"/>
                  </a:cubicBezTo>
                  <a:cubicBezTo>
                    <a:pt x="190" y="362"/>
                    <a:pt x="191" y="362"/>
                    <a:pt x="192" y="362"/>
                  </a:cubicBezTo>
                  <a:cubicBezTo>
                    <a:pt x="194" y="362"/>
                    <a:pt x="192" y="362"/>
                    <a:pt x="193" y="362"/>
                  </a:cubicBezTo>
                  <a:cubicBezTo>
                    <a:pt x="191" y="362"/>
                    <a:pt x="191" y="362"/>
                    <a:pt x="191" y="362"/>
                  </a:cubicBezTo>
                  <a:cubicBezTo>
                    <a:pt x="187" y="362"/>
                    <a:pt x="190" y="364"/>
                    <a:pt x="189" y="365"/>
                  </a:cubicBezTo>
                  <a:cubicBezTo>
                    <a:pt x="190" y="365"/>
                    <a:pt x="190" y="365"/>
                    <a:pt x="190" y="365"/>
                  </a:cubicBezTo>
                  <a:cubicBezTo>
                    <a:pt x="188" y="365"/>
                    <a:pt x="190" y="366"/>
                    <a:pt x="189" y="367"/>
                  </a:cubicBezTo>
                  <a:cubicBezTo>
                    <a:pt x="190" y="367"/>
                    <a:pt x="193" y="367"/>
                    <a:pt x="193" y="368"/>
                  </a:cubicBezTo>
                  <a:cubicBezTo>
                    <a:pt x="195" y="368"/>
                    <a:pt x="190" y="368"/>
                    <a:pt x="189" y="368"/>
                  </a:cubicBezTo>
                  <a:cubicBezTo>
                    <a:pt x="190" y="368"/>
                    <a:pt x="190" y="368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1" y="369"/>
                    <a:pt x="191" y="369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0" y="370"/>
                    <a:pt x="189" y="370"/>
                    <a:pt x="189" y="370"/>
                  </a:cubicBezTo>
                  <a:cubicBezTo>
                    <a:pt x="191" y="370"/>
                    <a:pt x="190" y="371"/>
                    <a:pt x="191" y="371"/>
                  </a:cubicBezTo>
                  <a:cubicBezTo>
                    <a:pt x="190" y="371"/>
                    <a:pt x="190" y="371"/>
                    <a:pt x="190" y="371"/>
                  </a:cubicBezTo>
                  <a:cubicBezTo>
                    <a:pt x="192" y="371"/>
                    <a:pt x="192" y="371"/>
                    <a:pt x="192" y="371"/>
                  </a:cubicBezTo>
                  <a:cubicBezTo>
                    <a:pt x="191" y="371"/>
                    <a:pt x="191" y="371"/>
                    <a:pt x="191" y="371"/>
                  </a:cubicBezTo>
                  <a:cubicBezTo>
                    <a:pt x="189" y="371"/>
                    <a:pt x="189" y="371"/>
                    <a:pt x="189" y="371"/>
                  </a:cubicBezTo>
                  <a:cubicBezTo>
                    <a:pt x="188" y="371"/>
                    <a:pt x="191" y="371"/>
                    <a:pt x="192" y="372"/>
                  </a:cubicBezTo>
                  <a:cubicBezTo>
                    <a:pt x="193" y="372"/>
                    <a:pt x="191" y="372"/>
                    <a:pt x="191" y="372"/>
                  </a:cubicBezTo>
                  <a:cubicBezTo>
                    <a:pt x="190" y="372"/>
                    <a:pt x="191" y="372"/>
                    <a:pt x="191" y="372"/>
                  </a:cubicBezTo>
                  <a:cubicBezTo>
                    <a:pt x="189" y="371"/>
                    <a:pt x="190" y="372"/>
                    <a:pt x="189" y="372"/>
                  </a:cubicBezTo>
                  <a:cubicBezTo>
                    <a:pt x="189" y="372"/>
                    <a:pt x="191" y="372"/>
                    <a:pt x="191" y="372"/>
                  </a:cubicBezTo>
                  <a:cubicBezTo>
                    <a:pt x="190" y="373"/>
                    <a:pt x="191" y="373"/>
                    <a:pt x="189" y="373"/>
                  </a:cubicBezTo>
                  <a:cubicBezTo>
                    <a:pt x="190" y="373"/>
                    <a:pt x="190" y="373"/>
                    <a:pt x="191" y="374"/>
                  </a:cubicBezTo>
                  <a:cubicBezTo>
                    <a:pt x="191" y="373"/>
                    <a:pt x="191" y="373"/>
                    <a:pt x="193" y="373"/>
                  </a:cubicBezTo>
                  <a:cubicBezTo>
                    <a:pt x="193" y="373"/>
                    <a:pt x="193" y="374"/>
                    <a:pt x="192" y="374"/>
                  </a:cubicBezTo>
                  <a:cubicBezTo>
                    <a:pt x="192" y="374"/>
                    <a:pt x="192" y="374"/>
                    <a:pt x="192" y="374"/>
                  </a:cubicBezTo>
                  <a:cubicBezTo>
                    <a:pt x="192" y="374"/>
                    <a:pt x="192" y="374"/>
                    <a:pt x="193" y="374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3" y="374"/>
                    <a:pt x="192" y="375"/>
                    <a:pt x="193" y="375"/>
                  </a:cubicBezTo>
                  <a:cubicBezTo>
                    <a:pt x="191" y="375"/>
                    <a:pt x="189" y="375"/>
                    <a:pt x="189" y="375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91" y="376"/>
                    <a:pt x="190" y="376"/>
                    <a:pt x="189" y="376"/>
                  </a:cubicBezTo>
                  <a:cubicBezTo>
                    <a:pt x="188" y="376"/>
                    <a:pt x="194" y="377"/>
                    <a:pt x="192" y="377"/>
                  </a:cubicBezTo>
                  <a:cubicBezTo>
                    <a:pt x="190" y="377"/>
                    <a:pt x="190" y="377"/>
                    <a:pt x="189" y="377"/>
                  </a:cubicBezTo>
                  <a:cubicBezTo>
                    <a:pt x="190" y="378"/>
                    <a:pt x="191" y="378"/>
                    <a:pt x="191" y="378"/>
                  </a:cubicBezTo>
                  <a:cubicBezTo>
                    <a:pt x="192" y="378"/>
                    <a:pt x="189" y="377"/>
                    <a:pt x="191" y="377"/>
                  </a:cubicBezTo>
                  <a:cubicBezTo>
                    <a:pt x="192" y="377"/>
                    <a:pt x="191" y="378"/>
                    <a:pt x="192" y="378"/>
                  </a:cubicBezTo>
                  <a:cubicBezTo>
                    <a:pt x="187" y="378"/>
                    <a:pt x="191" y="380"/>
                    <a:pt x="188" y="380"/>
                  </a:cubicBezTo>
                  <a:cubicBezTo>
                    <a:pt x="191" y="380"/>
                    <a:pt x="189" y="381"/>
                    <a:pt x="190" y="381"/>
                  </a:cubicBezTo>
                  <a:cubicBezTo>
                    <a:pt x="187" y="381"/>
                    <a:pt x="190" y="382"/>
                    <a:pt x="189" y="382"/>
                  </a:cubicBezTo>
                  <a:cubicBezTo>
                    <a:pt x="191" y="382"/>
                    <a:pt x="191" y="382"/>
                    <a:pt x="191" y="382"/>
                  </a:cubicBezTo>
                  <a:cubicBezTo>
                    <a:pt x="190" y="382"/>
                    <a:pt x="195" y="383"/>
                    <a:pt x="192" y="383"/>
                  </a:cubicBezTo>
                  <a:cubicBezTo>
                    <a:pt x="191" y="383"/>
                    <a:pt x="190" y="383"/>
                    <a:pt x="190" y="383"/>
                  </a:cubicBezTo>
                  <a:cubicBezTo>
                    <a:pt x="187" y="383"/>
                    <a:pt x="192" y="384"/>
                    <a:pt x="189" y="384"/>
                  </a:cubicBezTo>
                  <a:cubicBezTo>
                    <a:pt x="190" y="384"/>
                    <a:pt x="192" y="384"/>
                    <a:pt x="193" y="385"/>
                  </a:cubicBezTo>
                  <a:cubicBezTo>
                    <a:pt x="192" y="385"/>
                    <a:pt x="190" y="385"/>
                    <a:pt x="190" y="385"/>
                  </a:cubicBezTo>
                  <a:cubicBezTo>
                    <a:pt x="190" y="386"/>
                    <a:pt x="191" y="386"/>
                    <a:pt x="190" y="386"/>
                  </a:cubicBezTo>
                  <a:cubicBezTo>
                    <a:pt x="189" y="386"/>
                    <a:pt x="189" y="386"/>
                    <a:pt x="189" y="386"/>
                  </a:cubicBezTo>
                  <a:cubicBezTo>
                    <a:pt x="188" y="386"/>
                    <a:pt x="189" y="386"/>
                    <a:pt x="190" y="387"/>
                  </a:cubicBezTo>
                  <a:cubicBezTo>
                    <a:pt x="188" y="387"/>
                    <a:pt x="189" y="388"/>
                    <a:pt x="188" y="388"/>
                  </a:cubicBezTo>
                  <a:cubicBezTo>
                    <a:pt x="191" y="389"/>
                    <a:pt x="187" y="389"/>
                    <a:pt x="190" y="389"/>
                  </a:cubicBezTo>
                  <a:cubicBezTo>
                    <a:pt x="189" y="389"/>
                    <a:pt x="189" y="389"/>
                    <a:pt x="189" y="389"/>
                  </a:cubicBezTo>
                  <a:cubicBezTo>
                    <a:pt x="190" y="389"/>
                    <a:pt x="192" y="390"/>
                    <a:pt x="192" y="390"/>
                  </a:cubicBezTo>
                  <a:cubicBezTo>
                    <a:pt x="190" y="390"/>
                    <a:pt x="190" y="390"/>
                    <a:pt x="190" y="390"/>
                  </a:cubicBezTo>
                  <a:cubicBezTo>
                    <a:pt x="188" y="390"/>
                    <a:pt x="190" y="390"/>
                    <a:pt x="189" y="391"/>
                  </a:cubicBezTo>
                  <a:cubicBezTo>
                    <a:pt x="190" y="390"/>
                    <a:pt x="189" y="391"/>
                    <a:pt x="190" y="391"/>
                  </a:cubicBezTo>
                  <a:cubicBezTo>
                    <a:pt x="191" y="391"/>
                    <a:pt x="191" y="391"/>
                    <a:pt x="191" y="391"/>
                  </a:cubicBezTo>
                  <a:cubicBezTo>
                    <a:pt x="192" y="392"/>
                    <a:pt x="192" y="391"/>
                    <a:pt x="192" y="392"/>
                  </a:cubicBezTo>
                  <a:cubicBezTo>
                    <a:pt x="192" y="392"/>
                    <a:pt x="190" y="392"/>
                    <a:pt x="190" y="392"/>
                  </a:cubicBezTo>
                  <a:cubicBezTo>
                    <a:pt x="189" y="392"/>
                    <a:pt x="190" y="392"/>
                    <a:pt x="190" y="393"/>
                  </a:cubicBezTo>
                  <a:cubicBezTo>
                    <a:pt x="190" y="393"/>
                    <a:pt x="190" y="392"/>
                    <a:pt x="191" y="393"/>
                  </a:cubicBezTo>
                  <a:cubicBezTo>
                    <a:pt x="191" y="393"/>
                    <a:pt x="190" y="393"/>
                    <a:pt x="190" y="393"/>
                  </a:cubicBezTo>
                  <a:cubicBezTo>
                    <a:pt x="190" y="393"/>
                    <a:pt x="191" y="393"/>
                    <a:pt x="191" y="393"/>
                  </a:cubicBezTo>
                  <a:cubicBezTo>
                    <a:pt x="191" y="393"/>
                    <a:pt x="191" y="393"/>
                    <a:pt x="191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88" y="393"/>
                    <a:pt x="188" y="393"/>
                    <a:pt x="188" y="393"/>
                  </a:cubicBezTo>
                  <a:cubicBezTo>
                    <a:pt x="188" y="394"/>
                    <a:pt x="190" y="394"/>
                    <a:pt x="191" y="394"/>
                  </a:cubicBezTo>
                  <a:cubicBezTo>
                    <a:pt x="189" y="395"/>
                    <a:pt x="191" y="396"/>
                    <a:pt x="192" y="396"/>
                  </a:cubicBezTo>
                  <a:cubicBezTo>
                    <a:pt x="192" y="396"/>
                    <a:pt x="190" y="396"/>
                    <a:pt x="191" y="396"/>
                  </a:cubicBezTo>
                  <a:cubicBezTo>
                    <a:pt x="191" y="397"/>
                    <a:pt x="193" y="397"/>
                    <a:pt x="192" y="397"/>
                  </a:cubicBezTo>
                  <a:cubicBezTo>
                    <a:pt x="192" y="397"/>
                    <a:pt x="191" y="397"/>
                    <a:pt x="191" y="398"/>
                  </a:cubicBezTo>
                  <a:cubicBezTo>
                    <a:pt x="190" y="398"/>
                    <a:pt x="192" y="397"/>
                    <a:pt x="192" y="397"/>
                  </a:cubicBezTo>
                  <a:cubicBezTo>
                    <a:pt x="190" y="398"/>
                    <a:pt x="194" y="399"/>
                    <a:pt x="192" y="400"/>
                  </a:cubicBezTo>
                  <a:cubicBezTo>
                    <a:pt x="192" y="399"/>
                    <a:pt x="191" y="399"/>
                    <a:pt x="191" y="399"/>
                  </a:cubicBezTo>
                  <a:cubicBezTo>
                    <a:pt x="191" y="400"/>
                    <a:pt x="192" y="400"/>
                    <a:pt x="194" y="401"/>
                  </a:cubicBezTo>
                  <a:cubicBezTo>
                    <a:pt x="192" y="401"/>
                    <a:pt x="192" y="401"/>
                    <a:pt x="192" y="401"/>
                  </a:cubicBezTo>
                  <a:cubicBezTo>
                    <a:pt x="192" y="401"/>
                    <a:pt x="193" y="401"/>
                    <a:pt x="194" y="401"/>
                  </a:cubicBezTo>
                  <a:cubicBezTo>
                    <a:pt x="195" y="401"/>
                    <a:pt x="196" y="401"/>
                    <a:pt x="196" y="402"/>
                  </a:cubicBezTo>
                  <a:cubicBezTo>
                    <a:pt x="196" y="402"/>
                    <a:pt x="196" y="402"/>
                    <a:pt x="196" y="402"/>
                  </a:cubicBezTo>
                  <a:cubicBezTo>
                    <a:pt x="196" y="402"/>
                    <a:pt x="197" y="402"/>
                    <a:pt x="197" y="402"/>
                  </a:cubicBezTo>
                  <a:cubicBezTo>
                    <a:pt x="196" y="403"/>
                    <a:pt x="196" y="402"/>
                    <a:pt x="195" y="402"/>
                  </a:cubicBezTo>
                  <a:cubicBezTo>
                    <a:pt x="193" y="403"/>
                    <a:pt x="194" y="404"/>
                    <a:pt x="194" y="404"/>
                  </a:cubicBezTo>
                  <a:cubicBezTo>
                    <a:pt x="195" y="404"/>
                    <a:pt x="195" y="404"/>
                    <a:pt x="195" y="404"/>
                  </a:cubicBezTo>
                  <a:cubicBezTo>
                    <a:pt x="196" y="404"/>
                    <a:pt x="194" y="404"/>
                    <a:pt x="194" y="404"/>
                  </a:cubicBezTo>
                  <a:cubicBezTo>
                    <a:pt x="199" y="405"/>
                    <a:pt x="199" y="405"/>
                    <a:pt x="199" y="405"/>
                  </a:cubicBezTo>
                  <a:cubicBezTo>
                    <a:pt x="198" y="404"/>
                    <a:pt x="197" y="405"/>
                    <a:pt x="196" y="405"/>
                  </a:cubicBezTo>
                  <a:cubicBezTo>
                    <a:pt x="196" y="405"/>
                    <a:pt x="199" y="406"/>
                    <a:pt x="201" y="406"/>
                  </a:cubicBezTo>
                  <a:cubicBezTo>
                    <a:pt x="200" y="406"/>
                    <a:pt x="201" y="406"/>
                    <a:pt x="201" y="407"/>
                  </a:cubicBezTo>
                  <a:cubicBezTo>
                    <a:pt x="200" y="407"/>
                    <a:pt x="202" y="407"/>
                    <a:pt x="200" y="407"/>
                  </a:cubicBezTo>
                  <a:cubicBezTo>
                    <a:pt x="199" y="407"/>
                    <a:pt x="199" y="407"/>
                    <a:pt x="199" y="407"/>
                  </a:cubicBezTo>
                  <a:cubicBezTo>
                    <a:pt x="199" y="407"/>
                    <a:pt x="197" y="407"/>
                    <a:pt x="196" y="407"/>
                  </a:cubicBezTo>
                  <a:cubicBezTo>
                    <a:pt x="196" y="407"/>
                    <a:pt x="196" y="408"/>
                    <a:pt x="195" y="409"/>
                  </a:cubicBezTo>
                  <a:cubicBezTo>
                    <a:pt x="198" y="408"/>
                    <a:pt x="197" y="410"/>
                    <a:pt x="199" y="409"/>
                  </a:cubicBezTo>
                  <a:cubicBezTo>
                    <a:pt x="200" y="410"/>
                    <a:pt x="197" y="410"/>
                    <a:pt x="197" y="410"/>
                  </a:cubicBezTo>
                  <a:cubicBezTo>
                    <a:pt x="198" y="411"/>
                    <a:pt x="197" y="411"/>
                    <a:pt x="197" y="412"/>
                  </a:cubicBezTo>
                  <a:cubicBezTo>
                    <a:pt x="197" y="412"/>
                    <a:pt x="197" y="412"/>
                    <a:pt x="197" y="412"/>
                  </a:cubicBezTo>
                  <a:cubicBezTo>
                    <a:pt x="198" y="412"/>
                    <a:pt x="197" y="413"/>
                    <a:pt x="199" y="413"/>
                  </a:cubicBezTo>
                  <a:cubicBezTo>
                    <a:pt x="198" y="413"/>
                    <a:pt x="198" y="413"/>
                    <a:pt x="198" y="413"/>
                  </a:cubicBezTo>
                  <a:cubicBezTo>
                    <a:pt x="197" y="414"/>
                    <a:pt x="201" y="413"/>
                    <a:pt x="200" y="414"/>
                  </a:cubicBezTo>
                  <a:cubicBezTo>
                    <a:pt x="199" y="414"/>
                    <a:pt x="199" y="414"/>
                    <a:pt x="199" y="414"/>
                  </a:cubicBezTo>
                  <a:cubicBezTo>
                    <a:pt x="200" y="414"/>
                    <a:pt x="198" y="415"/>
                    <a:pt x="200" y="415"/>
                  </a:cubicBezTo>
                  <a:cubicBezTo>
                    <a:pt x="199" y="415"/>
                    <a:pt x="199" y="415"/>
                    <a:pt x="198" y="415"/>
                  </a:cubicBezTo>
                  <a:cubicBezTo>
                    <a:pt x="199" y="415"/>
                    <a:pt x="199" y="416"/>
                    <a:pt x="200" y="416"/>
                  </a:cubicBezTo>
                  <a:cubicBezTo>
                    <a:pt x="198" y="416"/>
                    <a:pt x="198" y="416"/>
                    <a:pt x="198" y="416"/>
                  </a:cubicBezTo>
                  <a:cubicBezTo>
                    <a:pt x="197" y="417"/>
                    <a:pt x="201" y="416"/>
                    <a:pt x="200" y="417"/>
                  </a:cubicBezTo>
                  <a:cubicBezTo>
                    <a:pt x="200" y="417"/>
                    <a:pt x="199" y="417"/>
                    <a:pt x="199" y="417"/>
                  </a:cubicBezTo>
                  <a:cubicBezTo>
                    <a:pt x="200" y="417"/>
                    <a:pt x="200" y="418"/>
                    <a:pt x="200" y="418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21"/>
                    <a:pt x="198" y="423"/>
                    <a:pt x="201" y="425"/>
                  </a:cubicBezTo>
                  <a:cubicBezTo>
                    <a:pt x="198" y="425"/>
                    <a:pt x="199" y="424"/>
                    <a:pt x="197" y="425"/>
                  </a:cubicBezTo>
                  <a:cubicBezTo>
                    <a:pt x="200" y="425"/>
                    <a:pt x="198" y="425"/>
                    <a:pt x="199" y="426"/>
                  </a:cubicBezTo>
                  <a:cubicBezTo>
                    <a:pt x="198" y="426"/>
                    <a:pt x="198" y="426"/>
                    <a:pt x="198" y="426"/>
                  </a:cubicBezTo>
                  <a:cubicBezTo>
                    <a:pt x="199" y="426"/>
                    <a:pt x="198" y="426"/>
                    <a:pt x="198" y="426"/>
                  </a:cubicBezTo>
                  <a:cubicBezTo>
                    <a:pt x="199" y="426"/>
                    <a:pt x="199" y="426"/>
                    <a:pt x="199" y="426"/>
                  </a:cubicBezTo>
                  <a:cubicBezTo>
                    <a:pt x="199" y="426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8" y="427"/>
                    <a:pt x="197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7" y="428"/>
                    <a:pt x="197" y="428"/>
                    <a:pt x="197" y="428"/>
                  </a:cubicBezTo>
                  <a:cubicBezTo>
                    <a:pt x="200" y="428"/>
                    <a:pt x="198" y="428"/>
                    <a:pt x="198" y="428"/>
                  </a:cubicBezTo>
                  <a:cubicBezTo>
                    <a:pt x="197" y="429"/>
                    <a:pt x="194" y="427"/>
                    <a:pt x="194" y="429"/>
                  </a:cubicBezTo>
                  <a:cubicBezTo>
                    <a:pt x="194" y="429"/>
                    <a:pt x="194" y="429"/>
                    <a:pt x="194" y="429"/>
                  </a:cubicBezTo>
                  <a:cubicBezTo>
                    <a:pt x="189" y="432"/>
                    <a:pt x="183" y="435"/>
                    <a:pt x="180" y="441"/>
                  </a:cubicBezTo>
                  <a:cubicBezTo>
                    <a:pt x="180" y="442"/>
                    <a:pt x="179" y="443"/>
                    <a:pt x="178" y="444"/>
                  </a:cubicBezTo>
                  <a:cubicBezTo>
                    <a:pt x="178" y="441"/>
                    <a:pt x="178" y="437"/>
                    <a:pt x="180" y="434"/>
                  </a:cubicBezTo>
                  <a:cubicBezTo>
                    <a:pt x="179" y="431"/>
                    <a:pt x="178" y="427"/>
                    <a:pt x="179" y="425"/>
                  </a:cubicBezTo>
                  <a:cubicBezTo>
                    <a:pt x="178" y="412"/>
                    <a:pt x="182" y="402"/>
                    <a:pt x="179" y="389"/>
                  </a:cubicBezTo>
                  <a:cubicBezTo>
                    <a:pt x="179" y="390"/>
                    <a:pt x="178" y="389"/>
                    <a:pt x="177" y="389"/>
                  </a:cubicBezTo>
                  <a:cubicBezTo>
                    <a:pt x="178" y="389"/>
                    <a:pt x="178" y="389"/>
                    <a:pt x="178" y="389"/>
                  </a:cubicBezTo>
                  <a:cubicBezTo>
                    <a:pt x="176" y="388"/>
                    <a:pt x="176" y="388"/>
                    <a:pt x="176" y="388"/>
                  </a:cubicBezTo>
                  <a:cubicBezTo>
                    <a:pt x="176" y="387"/>
                    <a:pt x="178" y="387"/>
                    <a:pt x="178" y="388"/>
                  </a:cubicBezTo>
                  <a:cubicBezTo>
                    <a:pt x="178" y="383"/>
                    <a:pt x="177" y="379"/>
                    <a:pt x="178" y="374"/>
                  </a:cubicBezTo>
                  <a:cubicBezTo>
                    <a:pt x="175" y="374"/>
                    <a:pt x="177" y="371"/>
                    <a:pt x="175" y="371"/>
                  </a:cubicBezTo>
                  <a:cubicBezTo>
                    <a:pt x="176" y="371"/>
                    <a:pt x="176" y="371"/>
                    <a:pt x="176" y="371"/>
                  </a:cubicBezTo>
                  <a:cubicBezTo>
                    <a:pt x="175" y="368"/>
                    <a:pt x="175" y="368"/>
                    <a:pt x="177" y="365"/>
                  </a:cubicBezTo>
                  <a:cubicBezTo>
                    <a:pt x="178" y="353"/>
                    <a:pt x="176" y="340"/>
                    <a:pt x="174" y="326"/>
                  </a:cubicBezTo>
                  <a:cubicBezTo>
                    <a:pt x="170" y="313"/>
                    <a:pt x="162" y="297"/>
                    <a:pt x="148" y="288"/>
                  </a:cubicBezTo>
                  <a:cubicBezTo>
                    <a:pt x="143" y="290"/>
                    <a:pt x="142" y="286"/>
                    <a:pt x="138" y="288"/>
                  </a:cubicBezTo>
                  <a:cubicBezTo>
                    <a:pt x="138" y="287"/>
                    <a:pt x="138" y="287"/>
                    <a:pt x="138" y="287"/>
                  </a:cubicBezTo>
                  <a:cubicBezTo>
                    <a:pt x="136" y="288"/>
                    <a:pt x="136" y="286"/>
                    <a:pt x="133" y="284"/>
                  </a:cubicBezTo>
                  <a:cubicBezTo>
                    <a:pt x="133" y="285"/>
                    <a:pt x="132" y="284"/>
                    <a:pt x="132" y="286"/>
                  </a:cubicBezTo>
                  <a:cubicBezTo>
                    <a:pt x="131" y="287"/>
                    <a:pt x="131" y="282"/>
                    <a:pt x="129" y="283"/>
                  </a:cubicBezTo>
                  <a:cubicBezTo>
                    <a:pt x="129" y="282"/>
                    <a:pt x="129" y="284"/>
                    <a:pt x="129" y="283"/>
                  </a:cubicBezTo>
                  <a:cubicBezTo>
                    <a:pt x="125" y="285"/>
                    <a:pt x="129" y="282"/>
                    <a:pt x="127" y="279"/>
                  </a:cubicBezTo>
                  <a:cubicBezTo>
                    <a:pt x="120" y="278"/>
                    <a:pt x="113" y="280"/>
                    <a:pt x="107" y="278"/>
                  </a:cubicBezTo>
                  <a:cubicBezTo>
                    <a:pt x="108" y="278"/>
                    <a:pt x="108" y="280"/>
                    <a:pt x="107" y="280"/>
                  </a:cubicBezTo>
                  <a:cubicBezTo>
                    <a:pt x="107" y="276"/>
                    <a:pt x="105" y="280"/>
                    <a:pt x="104" y="279"/>
                  </a:cubicBezTo>
                  <a:cubicBezTo>
                    <a:pt x="104" y="278"/>
                    <a:pt x="105" y="278"/>
                    <a:pt x="105" y="278"/>
                  </a:cubicBezTo>
                  <a:cubicBezTo>
                    <a:pt x="103" y="276"/>
                    <a:pt x="101" y="278"/>
                    <a:pt x="98" y="277"/>
                  </a:cubicBezTo>
                  <a:cubicBezTo>
                    <a:pt x="96" y="278"/>
                    <a:pt x="94" y="275"/>
                    <a:pt x="92" y="277"/>
                  </a:cubicBezTo>
                  <a:cubicBezTo>
                    <a:pt x="93" y="275"/>
                    <a:pt x="91" y="276"/>
                    <a:pt x="91" y="275"/>
                  </a:cubicBezTo>
                  <a:cubicBezTo>
                    <a:pt x="89" y="279"/>
                    <a:pt x="88" y="273"/>
                    <a:pt x="85" y="275"/>
                  </a:cubicBezTo>
                  <a:cubicBezTo>
                    <a:pt x="86" y="275"/>
                    <a:pt x="86" y="275"/>
                    <a:pt x="86" y="275"/>
                  </a:cubicBezTo>
                  <a:cubicBezTo>
                    <a:pt x="80" y="274"/>
                    <a:pt x="77" y="272"/>
                    <a:pt x="72" y="271"/>
                  </a:cubicBezTo>
                  <a:cubicBezTo>
                    <a:pt x="69" y="270"/>
                    <a:pt x="69" y="264"/>
                    <a:pt x="66" y="264"/>
                  </a:cubicBezTo>
                  <a:cubicBezTo>
                    <a:pt x="65" y="265"/>
                    <a:pt x="65" y="265"/>
                    <a:pt x="64" y="265"/>
                  </a:cubicBezTo>
                  <a:cubicBezTo>
                    <a:pt x="64" y="264"/>
                    <a:pt x="65" y="264"/>
                    <a:pt x="65" y="264"/>
                  </a:cubicBezTo>
                  <a:cubicBezTo>
                    <a:pt x="63" y="263"/>
                    <a:pt x="63" y="260"/>
                    <a:pt x="62" y="259"/>
                  </a:cubicBezTo>
                  <a:cubicBezTo>
                    <a:pt x="62" y="259"/>
                    <a:pt x="61" y="258"/>
                    <a:pt x="60" y="259"/>
                  </a:cubicBezTo>
                  <a:cubicBezTo>
                    <a:pt x="61" y="256"/>
                    <a:pt x="56" y="255"/>
                    <a:pt x="57" y="252"/>
                  </a:cubicBezTo>
                  <a:cubicBezTo>
                    <a:pt x="54" y="254"/>
                    <a:pt x="54" y="252"/>
                    <a:pt x="53" y="251"/>
                  </a:cubicBezTo>
                  <a:cubicBezTo>
                    <a:pt x="53" y="251"/>
                    <a:pt x="54" y="250"/>
                    <a:pt x="54" y="250"/>
                  </a:cubicBezTo>
                  <a:cubicBezTo>
                    <a:pt x="53" y="249"/>
                    <a:pt x="53" y="248"/>
                    <a:pt x="53" y="245"/>
                  </a:cubicBezTo>
                  <a:cubicBezTo>
                    <a:pt x="52" y="245"/>
                    <a:pt x="50" y="245"/>
                    <a:pt x="50" y="244"/>
                  </a:cubicBezTo>
                  <a:cubicBezTo>
                    <a:pt x="52" y="242"/>
                    <a:pt x="50" y="241"/>
                    <a:pt x="50" y="240"/>
                  </a:cubicBezTo>
                  <a:cubicBezTo>
                    <a:pt x="48" y="241"/>
                    <a:pt x="46" y="240"/>
                    <a:pt x="47" y="239"/>
                  </a:cubicBezTo>
                  <a:cubicBezTo>
                    <a:pt x="49" y="238"/>
                    <a:pt x="49" y="238"/>
                    <a:pt x="49" y="238"/>
                  </a:cubicBezTo>
                  <a:cubicBezTo>
                    <a:pt x="46" y="235"/>
                    <a:pt x="48" y="230"/>
                    <a:pt x="44" y="225"/>
                  </a:cubicBezTo>
                  <a:cubicBezTo>
                    <a:pt x="45" y="224"/>
                    <a:pt x="45" y="224"/>
                    <a:pt x="45" y="224"/>
                  </a:cubicBezTo>
                  <a:cubicBezTo>
                    <a:pt x="42" y="219"/>
                    <a:pt x="42" y="213"/>
                    <a:pt x="37" y="209"/>
                  </a:cubicBezTo>
                  <a:cubicBezTo>
                    <a:pt x="37" y="208"/>
                    <a:pt x="37" y="207"/>
                    <a:pt x="36" y="205"/>
                  </a:cubicBezTo>
                  <a:cubicBezTo>
                    <a:pt x="37" y="205"/>
                    <a:pt x="39" y="204"/>
                    <a:pt x="40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41" y="201"/>
                    <a:pt x="44" y="197"/>
                    <a:pt x="48" y="196"/>
                  </a:cubicBezTo>
                  <a:cubicBezTo>
                    <a:pt x="47" y="198"/>
                    <a:pt x="49" y="198"/>
                    <a:pt x="49" y="199"/>
                  </a:cubicBezTo>
                  <a:cubicBezTo>
                    <a:pt x="50" y="198"/>
                    <a:pt x="50" y="196"/>
                    <a:pt x="52" y="196"/>
                  </a:cubicBezTo>
                  <a:cubicBezTo>
                    <a:pt x="51" y="199"/>
                    <a:pt x="51" y="199"/>
                    <a:pt x="51" y="199"/>
                  </a:cubicBezTo>
                  <a:cubicBezTo>
                    <a:pt x="52" y="197"/>
                    <a:pt x="56" y="193"/>
                    <a:pt x="59" y="190"/>
                  </a:cubicBezTo>
                  <a:cubicBezTo>
                    <a:pt x="59" y="197"/>
                    <a:pt x="61" y="192"/>
                    <a:pt x="62" y="201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1" y="202"/>
                    <a:pt x="61" y="203"/>
                    <a:pt x="62" y="206"/>
                  </a:cubicBezTo>
                  <a:cubicBezTo>
                    <a:pt x="64" y="206"/>
                    <a:pt x="65" y="204"/>
                    <a:pt x="64" y="199"/>
                  </a:cubicBezTo>
                  <a:cubicBezTo>
                    <a:pt x="68" y="202"/>
                    <a:pt x="65" y="203"/>
                    <a:pt x="68" y="212"/>
                  </a:cubicBezTo>
                  <a:cubicBezTo>
                    <a:pt x="71" y="214"/>
                    <a:pt x="66" y="208"/>
                    <a:pt x="69" y="207"/>
                  </a:cubicBezTo>
                  <a:cubicBezTo>
                    <a:pt x="70" y="206"/>
                    <a:pt x="71" y="211"/>
                    <a:pt x="75" y="215"/>
                  </a:cubicBezTo>
                  <a:cubicBezTo>
                    <a:pt x="82" y="221"/>
                    <a:pt x="78" y="220"/>
                    <a:pt x="81" y="223"/>
                  </a:cubicBezTo>
                  <a:cubicBezTo>
                    <a:pt x="79" y="223"/>
                    <a:pt x="71" y="217"/>
                    <a:pt x="73" y="217"/>
                  </a:cubicBezTo>
                  <a:cubicBezTo>
                    <a:pt x="65" y="209"/>
                    <a:pt x="73" y="224"/>
                    <a:pt x="68" y="218"/>
                  </a:cubicBezTo>
                  <a:cubicBezTo>
                    <a:pt x="75" y="226"/>
                    <a:pt x="76" y="226"/>
                    <a:pt x="82" y="226"/>
                  </a:cubicBezTo>
                  <a:cubicBezTo>
                    <a:pt x="79" y="225"/>
                    <a:pt x="85" y="224"/>
                    <a:pt x="82" y="223"/>
                  </a:cubicBezTo>
                  <a:cubicBezTo>
                    <a:pt x="98" y="219"/>
                    <a:pt x="96" y="225"/>
                    <a:pt x="106" y="216"/>
                  </a:cubicBezTo>
                  <a:cubicBezTo>
                    <a:pt x="103" y="216"/>
                    <a:pt x="111" y="202"/>
                    <a:pt x="104" y="206"/>
                  </a:cubicBezTo>
                  <a:cubicBezTo>
                    <a:pt x="104" y="204"/>
                    <a:pt x="105" y="201"/>
                    <a:pt x="107" y="200"/>
                  </a:cubicBezTo>
                  <a:cubicBezTo>
                    <a:pt x="107" y="203"/>
                    <a:pt x="110" y="197"/>
                    <a:pt x="110" y="201"/>
                  </a:cubicBezTo>
                  <a:cubicBezTo>
                    <a:pt x="111" y="198"/>
                    <a:pt x="111" y="198"/>
                    <a:pt x="111" y="198"/>
                  </a:cubicBezTo>
                  <a:cubicBezTo>
                    <a:pt x="111" y="204"/>
                    <a:pt x="111" y="204"/>
                    <a:pt x="111" y="204"/>
                  </a:cubicBezTo>
                  <a:cubicBezTo>
                    <a:pt x="114" y="201"/>
                    <a:pt x="118" y="196"/>
                    <a:pt x="120" y="194"/>
                  </a:cubicBezTo>
                  <a:cubicBezTo>
                    <a:pt x="121" y="189"/>
                    <a:pt x="117" y="195"/>
                    <a:pt x="119" y="190"/>
                  </a:cubicBezTo>
                  <a:cubicBezTo>
                    <a:pt x="119" y="192"/>
                    <a:pt x="121" y="189"/>
                    <a:pt x="122" y="186"/>
                  </a:cubicBezTo>
                  <a:cubicBezTo>
                    <a:pt x="120" y="191"/>
                    <a:pt x="119" y="186"/>
                    <a:pt x="120" y="182"/>
                  </a:cubicBezTo>
                  <a:cubicBezTo>
                    <a:pt x="120" y="181"/>
                    <a:pt x="121" y="180"/>
                    <a:pt x="121" y="179"/>
                  </a:cubicBezTo>
                  <a:cubicBezTo>
                    <a:pt x="122" y="180"/>
                    <a:pt x="122" y="180"/>
                    <a:pt x="122" y="181"/>
                  </a:cubicBezTo>
                  <a:cubicBezTo>
                    <a:pt x="122" y="182"/>
                    <a:pt x="122" y="182"/>
                    <a:pt x="122" y="183"/>
                  </a:cubicBezTo>
                  <a:cubicBezTo>
                    <a:pt x="123" y="183"/>
                    <a:pt x="123" y="183"/>
                    <a:pt x="123" y="183"/>
                  </a:cubicBezTo>
                  <a:cubicBezTo>
                    <a:pt x="123" y="183"/>
                    <a:pt x="122" y="183"/>
                    <a:pt x="122" y="183"/>
                  </a:cubicBezTo>
                  <a:cubicBezTo>
                    <a:pt x="122" y="188"/>
                    <a:pt x="125" y="188"/>
                    <a:pt x="126" y="189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27" y="193"/>
                    <a:pt x="127" y="193"/>
                    <a:pt x="127" y="193"/>
                  </a:cubicBezTo>
                  <a:cubicBezTo>
                    <a:pt x="130" y="197"/>
                    <a:pt x="134" y="202"/>
                    <a:pt x="132" y="203"/>
                  </a:cubicBezTo>
                  <a:cubicBezTo>
                    <a:pt x="134" y="205"/>
                    <a:pt x="136" y="206"/>
                    <a:pt x="135" y="203"/>
                  </a:cubicBezTo>
                  <a:cubicBezTo>
                    <a:pt x="136" y="205"/>
                    <a:pt x="140" y="212"/>
                    <a:pt x="151" y="211"/>
                  </a:cubicBezTo>
                  <a:cubicBezTo>
                    <a:pt x="161" y="208"/>
                    <a:pt x="165" y="201"/>
                    <a:pt x="167" y="197"/>
                  </a:cubicBezTo>
                  <a:cubicBezTo>
                    <a:pt x="164" y="201"/>
                    <a:pt x="163" y="200"/>
                    <a:pt x="162" y="200"/>
                  </a:cubicBezTo>
                  <a:cubicBezTo>
                    <a:pt x="161" y="197"/>
                    <a:pt x="164" y="198"/>
                    <a:pt x="164" y="194"/>
                  </a:cubicBezTo>
                  <a:cubicBezTo>
                    <a:pt x="165" y="195"/>
                    <a:pt x="167" y="192"/>
                    <a:pt x="166" y="196"/>
                  </a:cubicBezTo>
                  <a:cubicBezTo>
                    <a:pt x="170" y="191"/>
                    <a:pt x="171" y="185"/>
                    <a:pt x="173" y="179"/>
                  </a:cubicBezTo>
                  <a:cubicBezTo>
                    <a:pt x="173" y="180"/>
                    <a:pt x="173" y="180"/>
                    <a:pt x="174" y="181"/>
                  </a:cubicBezTo>
                  <a:cubicBezTo>
                    <a:pt x="174" y="181"/>
                    <a:pt x="174" y="181"/>
                    <a:pt x="174" y="182"/>
                  </a:cubicBezTo>
                  <a:cubicBezTo>
                    <a:pt x="174" y="182"/>
                    <a:pt x="174" y="182"/>
                    <a:pt x="174" y="183"/>
                  </a:cubicBezTo>
                  <a:cubicBezTo>
                    <a:pt x="175" y="184"/>
                    <a:pt x="175" y="185"/>
                    <a:pt x="176" y="186"/>
                  </a:cubicBezTo>
                  <a:cubicBezTo>
                    <a:pt x="175" y="185"/>
                    <a:pt x="175" y="185"/>
                    <a:pt x="175" y="184"/>
                  </a:cubicBezTo>
                  <a:cubicBezTo>
                    <a:pt x="175" y="185"/>
                    <a:pt x="175" y="186"/>
                    <a:pt x="176" y="187"/>
                  </a:cubicBezTo>
                  <a:cubicBezTo>
                    <a:pt x="176" y="187"/>
                    <a:pt x="176" y="187"/>
                    <a:pt x="176" y="187"/>
                  </a:cubicBezTo>
                  <a:cubicBezTo>
                    <a:pt x="177" y="189"/>
                    <a:pt x="177" y="190"/>
                    <a:pt x="178" y="191"/>
                  </a:cubicBezTo>
                  <a:cubicBezTo>
                    <a:pt x="176" y="191"/>
                    <a:pt x="176" y="191"/>
                    <a:pt x="176" y="191"/>
                  </a:cubicBezTo>
                  <a:cubicBezTo>
                    <a:pt x="176" y="194"/>
                    <a:pt x="188" y="201"/>
                    <a:pt x="189" y="198"/>
                  </a:cubicBezTo>
                  <a:cubicBezTo>
                    <a:pt x="205" y="196"/>
                    <a:pt x="210" y="186"/>
                    <a:pt x="213" y="179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7"/>
                    <a:pt x="214" y="177"/>
                  </a:cubicBezTo>
                  <a:cubicBezTo>
                    <a:pt x="214" y="177"/>
                    <a:pt x="215" y="177"/>
                    <a:pt x="215" y="177"/>
                  </a:cubicBezTo>
                  <a:cubicBezTo>
                    <a:pt x="219" y="183"/>
                    <a:pt x="215" y="181"/>
                    <a:pt x="216" y="184"/>
                  </a:cubicBezTo>
                  <a:cubicBezTo>
                    <a:pt x="224" y="191"/>
                    <a:pt x="234" y="187"/>
                    <a:pt x="239" y="182"/>
                  </a:cubicBezTo>
                  <a:cubicBezTo>
                    <a:pt x="239" y="182"/>
                    <a:pt x="240" y="183"/>
                    <a:pt x="239" y="183"/>
                  </a:cubicBezTo>
                  <a:cubicBezTo>
                    <a:pt x="244" y="179"/>
                    <a:pt x="250" y="173"/>
                    <a:pt x="253" y="167"/>
                  </a:cubicBezTo>
                  <a:cubicBezTo>
                    <a:pt x="255" y="173"/>
                    <a:pt x="258" y="178"/>
                    <a:pt x="262" y="183"/>
                  </a:cubicBezTo>
                  <a:cubicBezTo>
                    <a:pt x="272" y="194"/>
                    <a:pt x="282" y="179"/>
                    <a:pt x="282" y="172"/>
                  </a:cubicBezTo>
                  <a:cubicBezTo>
                    <a:pt x="282" y="171"/>
                    <a:pt x="283" y="172"/>
                    <a:pt x="283" y="173"/>
                  </a:cubicBezTo>
                  <a:cubicBezTo>
                    <a:pt x="283" y="162"/>
                    <a:pt x="288" y="150"/>
                    <a:pt x="283" y="141"/>
                  </a:cubicBezTo>
                  <a:cubicBezTo>
                    <a:pt x="281" y="138"/>
                    <a:pt x="281" y="138"/>
                    <a:pt x="281" y="138"/>
                  </a:cubicBezTo>
                  <a:cubicBezTo>
                    <a:pt x="282" y="136"/>
                    <a:pt x="283" y="136"/>
                    <a:pt x="284" y="134"/>
                  </a:cubicBezTo>
                  <a:cubicBezTo>
                    <a:pt x="283" y="132"/>
                    <a:pt x="283" y="124"/>
                    <a:pt x="282" y="122"/>
                  </a:cubicBezTo>
                  <a:cubicBezTo>
                    <a:pt x="283" y="121"/>
                    <a:pt x="283" y="123"/>
                    <a:pt x="283" y="123"/>
                  </a:cubicBezTo>
                  <a:cubicBezTo>
                    <a:pt x="284" y="122"/>
                    <a:pt x="284" y="121"/>
                    <a:pt x="284" y="120"/>
                  </a:cubicBezTo>
                  <a:cubicBezTo>
                    <a:pt x="285" y="120"/>
                    <a:pt x="286" y="120"/>
                    <a:pt x="287" y="120"/>
                  </a:cubicBezTo>
                  <a:cubicBezTo>
                    <a:pt x="293" y="141"/>
                    <a:pt x="294" y="171"/>
                    <a:pt x="312" y="180"/>
                  </a:cubicBezTo>
                  <a:cubicBezTo>
                    <a:pt x="316" y="182"/>
                    <a:pt x="313" y="183"/>
                    <a:pt x="315" y="184"/>
                  </a:cubicBezTo>
                  <a:cubicBezTo>
                    <a:pt x="325" y="187"/>
                    <a:pt x="336" y="188"/>
                    <a:pt x="347" y="188"/>
                  </a:cubicBezTo>
                  <a:cubicBezTo>
                    <a:pt x="346" y="189"/>
                    <a:pt x="345" y="190"/>
                    <a:pt x="344" y="191"/>
                  </a:cubicBezTo>
                  <a:cubicBezTo>
                    <a:pt x="346" y="193"/>
                    <a:pt x="342" y="195"/>
                    <a:pt x="343" y="196"/>
                  </a:cubicBezTo>
                  <a:cubicBezTo>
                    <a:pt x="343" y="196"/>
                    <a:pt x="343" y="196"/>
                    <a:pt x="343" y="195"/>
                  </a:cubicBezTo>
                  <a:cubicBezTo>
                    <a:pt x="340" y="201"/>
                    <a:pt x="343" y="196"/>
                    <a:pt x="338" y="200"/>
                  </a:cubicBezTo>
                  <a:cubicBezTo>
                    <a:pt x="327" y="213"/>
                    <a:pt x="329" y="230"/>
                    <a:pt x="329" y="240"/>
                  </a:cubicBezTo>
                  <a:cubicBezTo>
                    <a:pt x="330" y="251"/>
                    <a:pt x="331" y="257"/>
                    <a:pt x="326" y="263"/>
                  </a:cubicBezTo>
                  <a:cubicBezTo>
                    <a:pt x="327" y="267"/>
                    <a:pt x="324" y="267"/>
                    <a:pt x="325" y="270"/>
                  </a:cubicBezTo>
                  <a:cubicBezTo>
                    <a:pt x="324" y="269"/>
                    <a:pt x="324" y="269"/>
                    <a:pt x="324" y="269"/>
                  </a:cubicBezTo>
                  <a:cubicBezTo>
                    <a:pt x="324" y="271"/>
                    <a:pt x="323" y="270"/>
                    <a:pt x="321" y="270"/>
                  </a:cubicBezTo>
                  <a:cubicBezTo>
                    <a:pt x="321" y="271"/>
                    <a:pt x="320" y="271"/>
                    <a:pt x="321" y="272"/>
                  </a:cubicBezTo>
                  <a:cubicBezTo>
                    <a:pt x="322" y="274"/>
                    <a:pt x="319" y="270"/>
                    <a:pt x="318" y="271"/>
                  </a:cubicBezTo>
                  <a:cubicBezTo>
                    <a:pt x="318" y="271"/>
                    <a:pt x="319" y="272"/>
                    <a:pt x="318" y="272"/>
                  </a:cubicBezTo>
                  <a:cubicBezTo>
                    <a:pt x="317" y="275"/>
                    <a:pt x="318" y="271"/>
                    <a:pt x="315" y="270"/>
                  </a:cubicBezTo>
                  <a:cubicBezTo>
                    <a:pt x="311" y="273"/>
                    <a:pt x="306" y="276"/>
                    <a:pt x="302" y="277"/>
                  </a:cubicBezTo>
                  <a:cubicBezTo>
                    <a:pt x="302" y="277"/>
                    <a:pt x="303" y="278"/>
                    <a:pt x="302" y="278"/>
                  </a:cubicBezTo>
                  <a:cubicBezTo>
                    <a:pt x="301" y="275"/>
                    <a:pt x="301" y="280"/>
                    <a:pt x="299" y="279"/>
                  </a:cubicBezTo>
                  <a:cubicBezTo>
                    <a:pt x="300" y="277"/>
                    <a:pt x="300" y="277"/>
                    <a:pt x="300" y="277"/>
                  </a:cubicBezTo>
                  <a:cubicBezTo>
                    <a:pt x="297" y="277"/>
                    <a:pt x="296" y="279"/>
                    <a:pt x="293" y="279"/>
                  </a:cubicBezTo>
                  <a:cubicBezTo>
                    <a:pt x="292" y="280"/>
                    <a:pt x="288" y="279"/>
                    <a:pt x="287" y="281"/>
                  </a:cubicBezTo>
                  <a:cubicBezTo>
                    <a:pt x="287" y="280"/>
                    <a:pt x="286" y="280"/>
                    <a:pt x="285" y="280"/>
                  </a:cubicBezTo>
                  <a:cubicBezTo>
                    <a:pt x="285" y="284"/>
                    <a:pt x="281" y="280"/>
                    <a:pt x="280" y="284"/>
                  </a:cubicBezTo>
                  <a:cubicBezTo>
                    <a:pt x="280" y="283"/>
                    <a:pt x="280" y="283"/>
                    <a:pt x="280" y="283"/>
                  </a:cubicBezTo>
                  <a:cubicBezTo>
                    <a:pt x="274" y="287"/>
                    <a:pt x="267" y="290"/>
                    <a:pt x="263" y="297"/>
                  </a:cubicBezTo>
                  <a:cubicBezTo>
                    <a:pt x="260" y="300"/>
                    <a:pt x="256" y="300"/>
                    <a:pt x="254" y="305"/>
                  </a:cubicBezTo>
                  <a:cubicBezTo>
                    <a:pt x="254" y="306"/>
                    <a:pt x="255" y="306"/>
                    <a:pt x="255" y="307"/>
                  </a:cubicBezTo>
                  <a:cubicBezTo>
                    <a:pt x="255" y="308"/>
                    <a:pt x="254" y="306"/>
                    <a:pt x="254" y="306"/>
                  </a:cubicBezTo>
                  <a:cubicBezTo>
                    <a:pt x="254" y="309"/>
                    <a:pt x="251" y="310"/>
                    <a:pt x="250" y="312"/>
                  </a:cubicBezTo>
                  <a:cubicBezTo>
                    <a:pt x="250" y="313"/>
                    <a:pt x="250" y="314"/>
                    <a:pt x="251" y="314"/>
                  </a:cubicBezTo>
                  <a:cubicBezTo>
                    <a:pt x="247" y="315"/>
                    <a:pt x="248" y="320"/>
                    <a:pt x="245" y="322"/>
                  </a:cubicBezTo>
                  <a:cubicBezTo>
                    <a:pt x="248" y="322"/>
                    <a:pt x="246" y="324"/>
                    <a:pt x="247" y="325"/>
                  </a:cubicBezTo>
                  <a:cubicBezTo>
                    <a:pt x="246" y="326"/>
                    <a:pt x="245" y="326"/>
                    <a:pt x="245" y="325"/>
                  </a:cubicBezTo>
                  <a:cubicBezTo>
                    <a:pt x="245" y="327"/>
                    <a:pt x="244" y="328"/>
                    <a:pt x="243" y="330"/>
                  </a:cubicBezTo>
                  <a:cubicBezTo>
                    <a:pt x="243" y="332"/>
                    <a:pt x="244" y="333"/>
                    <a:pt x="243" y="334"/>
                  </a:cubicBezTo>
                  <a:cubicBezTo>
                    <a:pt x="241" y="334"/>
                    <a:pt x="242" y="336"/>
                    <a:pt x="241" y="338"/>
                  </a:cubicBezTo>
                  <a:cubicBezTo>
                    <a:pt x="243" y="338"/>
                    <a:pt x="244" y="340"/>
                    <a:pt x="243" y="341"/>
                  </a:cubicBezTo>
                  <a:cubicBezTo>
                    <a:pt x="240" y="340"/>
                    <a:pt x="240" y="340"/>
                    <a:pt x="240" y="340"/>
                  </a:cubicBezTo>
                  <a:cubicBezTo>
                    <a:pt x="241" y="344"/>
                    <a:pt x="237" y="350"/>
                    <a:pt x="240" y="355"/>
                  </a:cubicBezTo>
                  <a:cubicBezTo>
                    <a:pt x="238" y="355"/>
                    <a:pt x="238" y="355"/>
                    <a:pt x="238" y="355"/>
                  </a:cubicBezTo>
                  <a:cubicBezTo>
                    <a:pt x="239" y="360"/>
                    <a:pt x="236" y="365"/>
                    <a:pt x="239" y="370"/>
                  </a:cubicBezTo>
                  <a:cubicBezTo>
                    <a:pt x="238" y="371"/>
                    <a:pt x="237" y="373"/>
                    <a:pt x="237" y="374"/>
                  </a:cubicBezTo>
                  <a:cubicBezTo>
                    <a:pt x="239" y="376"/>
                    <a:pt x="238" y="376"/>
                    <a:pt x="241" y="378"/>
                  </a:cubicBezTo>
                  <a:cubicBezTo>
                    <a:pt x="241" y="378"/>
                    <a:pt x="239" y="379"/>
                    <a:pt x="239" y="379"/>
                  </a:cubicBezTo>
                  <a:cubicBezTo>
                    <a:pt x="238" y="381"/>
                    <a:pt x="236" y="383"/>
                    <a:pt x="238" y="385"/>
                  </a:cubicBezTo>
                  <a:cubicBezTo>
                    <a:pt x="237" y="385"/>
                    <a:pt x="237" y="385"/>
                    <a:pt x="237" y="385"/>
                  </a:cubicBezTo>
                  <a:cubicBezTo>
                    <a:pt x="238" y="387"/>
                    <a:pt x="240" y="389"/>
                    <a:pt x="238" y="391"/>
                  </a:cubicBezTo>
                  <a:cubicBezTo>
                    <a:pt x="239" y="391"/>
                    <a:pt x="239" y="393"/>
                    <a:pt x="241" y="393"/>
                  </a:cubicBezTo>
                  <a:cubicBezTo>
                    <a:pt x="241" y="393"/>
                    <a:pt x="239" y="393"/>
                    <a:pt x="240" y="394"/>
                  </a:cubicBezTo>
                  <a:cubicBezTo>
                    <a:pt x="238" y="393"/>
                    <a:pt x="238" y="393"/>
                    <a:pt x="238" y="393"/>
                  </a:cubicBezTo>
                  <a:cubicBezTo>
                    <a:pt x="237" y="397"/>
                    <a:pt x="238" y="401"/>
                    <a:pt x="239" y="405"/>
                  </a:cubicBezTo>
                  <a:cubicBezTo>
                    <a:pt x="236" y="406"/>
                    <a:pt x="239" y="409"/>
                    <a:pt x="237" y="411"/>
                  </a:cubicBezTo>
                  <a:cubicBezTo>
                    <a:pt x="239" y="412"/>
                    <a:pt x="237" y="415"/>
                    <a:pt x="240" y="416"/>
                  </a:cubicBezTo>
                  <a:cubicBezTo>
                    <a:pt x="238" y="416"/>
                    <a:pt x="238" y="416"/>
                    <a:pt x="238" y="416"/>
                  </a:cubicBezTo>
                  <a:cubicBezTo>
                    <a:pt x="238" y="418"/>
                    <a:pt x="238" y="420"/>
                    <a:pt x="237" y="423"/>
                  </a:cubicBezTo>
                  <a:cubicBezTo>
                    <a:pt x="237" y="424"/>
                    <a:pt x="239" y="424"/>
                    <a:pt x="240" y="425"/>
                  </a:cubicBezTo>
                  <a:cubicBezTo>
                    <a:pt x="238" y="425"/>
                    <a:pt x="238" y="425"/>
                    <a:pt x="238" y="425"/>
                  </a:cubicBezTo>
                  <a:cubicBezTo>
                    <a:pt x="239" y="426"/>
                    <a:pt x="241" y="427"/>
                    <a:pt x="243" y="427"/>
                  </a:cubicBezTo>
                  <a:cubicBezTo>
                    <a:pt x="242" y="428"/>
                    <a:pt x="243" y="428"/>
                    <a:pt x="242" y="429"/>
                  </a:cubicBezTo>
                  <a:cubicBezTo>
                    <a:pt x="241" y="428"/>
                    <a:pt x="239" y="428"/>
                    <a:pt x="237" y="427"/>
                  </a:cubicBezTo>
                  <a:cubicBezTo>
                    <a:pt x="237" y="428"/>
                    <a:pt x="240" y="430"/>
                    <a:pt x="238" y="431"/>
                  </a:cubicBezTo>
                  <a:cubicBezTo>
                    <a:pt x="238" y="432"/>
                    <a:pt x="239" y="433"/>
                    <a:pt x="241" y="433"/>
                  </a:cubicBezTo>
                  <a:cubicBezTo>
                    <a:pt x="240" y="433"/>
                    <a:pt x="239" y="434"/>
                    <a:pt x="239" y="433"/>
                  </a:cubicBezTo>
                  <a:cubicBezTo>
                    <a:pt x="239" y="434"/>
                    <a:pt x="239" y="435"/>
                    <a:pt x="240" y="435"/>
                  </a:cubicBezTo>
                  <a:cubicBezTo>
                    <a:pt x="240" y="435"/>
                    <a:pt x="240" y="435"/>
                    <a:pt x="240" y="435"/>
                  </a:cubicBezTo>
                  <a:cubicBezTo>
                    <a:pt x="241" y="435"/>
                    <a:pt x="241" y="436"/>
                    <a:pt x="243" y="436"/>
                  </a:cubicBezTo>
                  <a:cubicBezTo>
                    <a:pt x="243" y="435"/>
                    <a:pt x="243" y="435"/>
                    <a:pt x="243" y="435"/>
                  </a:cubicBezTo>
                  <a:cubicBezTo>
                    <a:pt x="244" y="435"/>
                    <a:pt x="245" y="436"/>
                    <a:pt x="243" y="437"/>
                  </a:cubicBezTo>
                  <a:cubicBezTo>
                    <a:pt x="242" y="437"/>
                    <a:pt x="241" y="436"/>
                    <a:pt x="240" y="437"/>
                  </a:cubicBezTo>
                  <a:cubicBezTo>
                    <a:pt x="244" y="439"/>
                    <a:pt x="244" y="439"/>
                    <a:pt x="244" y="439"/>
                  </a:cubicBezTo>
                  <a:cubicBezTo>
                    <a:pt x="243" y="439"/>
                    <a:pt x="244" y="438"/>
                    <a:pt x="245" y="438"/>
                  </a:cubicBezTo>
                  <a:cubicBezTo>
                    <a:pt x="244" y="437"/>
                    <a:pt x="244" y="437"/>
                    <a:pt x="244" y="437"/>
                  </a:cubicBezTo>
                  <a:cubicBezTo>
                    <a:pt x="246" y="437"/>
                    <a:pt x="246" y="437"/>
                    <a:pt x="246" y="437"/>
                  </a:cubicBezTo>
                  <a:cubicBezTo>
                    <a:pt x="245" y="435"/>
                    <a:pt x="246" y="434"/>
                    <a:pt x="245" y="432"/>
                  </a:cubicBezTo>
                  <a:cubicBezTo>
                    <a:pt x="244" y="433"/>
                    <a:pt x="244" y="433"/>
                    <a:pt x="244" y="433"/>
                  </a:cubicBezTo>
                  <a:cubicBezTo>
                    <a:pt x="243" y="432"/>
                    <a:pt x="241" y="431"/>
                    <a:pt x="243" y="430"/>
                  </a:cubicBezTo>
                  <a:cubicBezTo>
                    <a:pt x="244" y="430"/>
                    <a:pt x="244" y="430"/>
                    <a:pt x="245" y="430"/>
                  </a:cubicBezTo>
                  <a:cubicBezTo>
                    <a:pt x="245" y="430"/>
                    <a:pt x="244" y="430"/>
                    <a:pt x="244" y="429"/>
                  </a:cubicBezTo>
                  <a:cubicBezTo>
                    <a:pt x="247" y="430"/>
                    <a:pt x="247" y="430"/>
                    <a:pt x="247" y="430"/>
                  </a:cubicBezTo>
                  <a:cubicBezTo>
                    <a:pt x="243" y="429"/>
                    <a:pt x="246" y="427"/>
                    <a:pt x="245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7" y="425"/>
                    <a:pt x="244" y="427"/>
                    <a:pt x="244" y="426"/>
                  </a:cubicBezTo>
                  <a:cubicBezTo>
                    <a:pt x="245" y="425"/>
                    <a:pt x="247" y="426"/>
                    <a:pt x="248" y="425"/>
                  </a:cubicBezTo>
                  <a:cubicBezTo>
                    <a:pt x="248" y="423"/>
                    <a:pt x="246" y="421"/>
                    <a:pt x="248" y="419"/>
                  </a:cubicBezTo>
                  <a:cubicBezTo>
                    <a:pt x="248" y="418"/>
                    <a:pt x="247" y="416"/>
                    <a:pt x="246" y="415"/>
                  </a:cubicBezTo>
                  <a:cubicBezTo>
                    <a:pt x="246" y="414"/>
                    <a:pt x="248" y="415"/>
                    <a:pt x="247" y="414"/>
                  </a:cubicBezTo>
                  <a:cubicBezTo>
                    <a:pt x="248" y="414"/>
                    <a:pt x="249" y="414"/>
                    <a:pt x="250" y="414"/>
                  </a:cubicBezTo>
                  <a:cubicBezTo>
                    <a:pt x="249" y="414"/>
                    <a:pt x="250" y="412"/>
                    <a:pt x="248" y="413"/>
                  </a:cubicBezTo>
                  <a:cubicBezTo>
                    <a:pt x="249" y="411"/>
                    <a:pt x="249" y="409"/>
                    <a:pt x="249" y="407"/>
                  </a:cubicBezTo>
                  <a:cubicBezTo>
                    <a:pt x="249" y="408"/>
                    <a:pt x="250" y="408"/>
                    <a:pt x="251" y="407"/>
                  </a:cubicBezTo>
                  <a:cubicBezTo>
                    <a:pt x="250" y="406"/>
                    <a:pt x="249" y="405"/>
                    <a:pt x="249" y="403"/>
                  </a:cubicBezTo>
                  <a:cubicBezTo>
                    <a:pt x="248" y="403"/>
                    <a:pt x="248" y="404"/>
                    <a:pt x="246" y="403"/>
                  </a:cubicBezTo>
                  <a:cubicBezTo>
                    <a:pt x="246" y="403"/>
                    <a:pt x="245" y="403"/>
                    <a:pt x="245" y="402"/>
                  </a:cubicBezTo>
                  <a:cubicBezTo>
                    <a:pt x="247" y="402"/>
                    <a:pt x="250" y="403"/>
                    <a:pt x="250" y="401"/>
                  </a:cubicBezTo>
                  <a:cubicBezTo>
                    <a:pt x="253" y="402"/>
                    <a:pt x="249" y="404"/>
                    <a:pt x="252" y="403"/>
                  </a:cubicBezTo>
                  <a:cubicBezTo>
                    <a:pt x="254" y="404"/>
                    <a:pt x="254" y="406"/>
                    <a:pt x="253" y="407"/>
                  </a:cubicBezTo>
                  <a:cubicBezTo>
                    <a:pt x="255" y="408"/>
                    <a:pt x="253" y="406"/>
                    <a:pt x="256" y="406"/>
                  </a:cubicBezTo>
                  <a:cubicBezTo>
                    <a:pt x="256" y="405"/>
                    <a:pt x="254" y="405"/>
                    <a:pt x="254" y="403"/>
                  </a:cubicBezTo>
                  <a:cubicBezTo>
                    <a:pt x="253" y="403"/>
                    <a:pt x="253" y="403"/>
                    <a:pt x="252" y="402"/>
                  </a:cubicBezTo>
                  <a:cubicBezTo>
                    <a:pt x="249" y="401"/>
                    <a:pt x="254" y="401"/>
                    <a:pt x="254" y="400"/>
                  </a:cubicBezTo>
                  <a:cubicBezTo>
                    <a:pt x="254" y="401"/>
                    <a:pt x="254" y="401"/>
                    <a:pt x="254" y="401"/>
                  </a:cubicBezTo>
                  <a:cubicBezTo>
                    <a:pt x="255" y="400"/>
                    <a:pt x="254" y="400"/>
                    <a:pt x="254" y="399"/>
                  </a:cubicBezTo>
                  <a:cubicBezTo>
                    <a:pt x="257" y="398"/>
                    <a:pt x="254" y="400"/>
                    <a:pt x="256" y="401"/>
                  </a:cubicBezTo>
                  <a:cubicBezTo>
                    <a:pt x="258" y="400"/>
                    <a:pt x="258" y="400"/>
                    <a:pt x="258" y="400"/>
                  </a:cubicBezTo>
                  <a:cubicBezTo>
                    <a:pt x="259" y="399"/>
                    <a:pt x="256" y="400"/>
                    <a:pt x="257" y="398"/>
                  </a:cubicBezTo>
                  <a:cubicBezTo>
                    <a:pt x="258" y="398"/>
                    <a:pt x="258" y="398"/>
                    <a:pt x="258" y="398"/>
                  </a:cubicBezTo>
                  <a:cubicBezTo>
                    <a:pt x="257" y="397"/>
                    <a:pt x="257" y="397"/>
                    <a:pt x="257" y="397"/>
                  </a:cubicBezTo>
                  <a:cubicBezTo>
                    <a:pt x="256" y="397"/>
                    <a:pt x="254" y="397"/>
                    <a:pt x="254" y="398"/>
                  </a:cubicBezTo>
                  <a:cubicBezTo>
                    <a:pt x="251" y="397"/>
                    <a:pt x="254" y="397"/>
                    <a:pt x="254" y="396"/>
                  </a:cubicBezTo>
                  <a:cubicBezTo>
                    <a:pt x="252" y="395"/>
                    <a:pt x="254" y="396"/>
                    <a:pt x="252" y="396"/>
                  </a:cubicBezTo>
                  <a:cubicBezTo>
                    <a:pt x="250" y="396"/>
                    <a:pt x="250" y="395"/>
                    <a:pt x="250" y="394"/>
                  </a:cubicBezTo>
                  <a:cubicBezTo>
                    <a:pt x="250" y="393"/>
                    <a:pt x="252" y="394"/>
                    <a:pt x="253" y="393"/>
                  </a:cubicBezTo>
                  <a:cubicBezTo>
                    <a:pt x="254" y="394"/>
                    <a:pt x="254" y="395"/>
                    <a:pt x="253" y="394"/>
                  </a:cubicBezTo>
                  <a:cubicBezTo>
                    <a:pt x="254" y="396"/>
                    <a:pt x="256" y="394"/>
                    <a:pt x="258" y="395"/>
                  </a:cubicBezTo>
                  <a:cubicBezTo>
                    <a:pt x="259" y="394"/>
                    <a:pt x="257" y="394"/>
                    <a:pt x="256" y="393"/>
                  </a:cubicBezTo>
                  <a:cubicBezTo>
                    <a:pt x="256" y="394"/>
                    <a:pt x="254" y="393"/>
                    <a:pt x="254" y="393"/>
                  </a:cubicBezTo>
                  <a:cubicBezTo>
                    <a:pt x="249" y="391"/>
                    <a:pt x="257" y="392"/>
                    <a:pt x="257" y="390"/>
                  </a:cubicBezTo>
                  <a:cubicBezTo>
                    <a:pt x="253" y="390"/>
                    <a:pt x="252" y="387"/>
                    <a:pt x="249" y="389"/>
                  </a:cubicBezTo>
                  <a:cubicBezTo>
                    <a:pt x="248" y="388"/>
                    <a:pt x="248" y="387"/>
                    <a:pt x="248" y="387"/>
                  </a:cubicBezTo>
                  <a:cubicBezTo>
                    <a:pt x="250" y="388"/>
                    <a:pt x="250" y="386"/>
                    <a:pt x="252" y="387"/>
                  </a:cubicBezTo>
                  <a:cubicBezTo>
                    <a:pt x="252" y="386"/>
                    <a:pt x="252" y="386"/>
                    <a:pt x="252" y="386"/>
                  </a:cubicBezTo>
                  <a:cubicBezTo>
                    <a:pt x="254" y="388"/>
                    <a:pt x="254" y="388"/>
                    <a:pt x="254" y="388"/>
                  </a:cubicBezTo>
                  <a:cubicBezTo>
                    <a:pt x="256" y="387"/>
                    <a:pt x="257" y="385"/>
                    <a:pt x="258" y="386"/>
                  </a:cubicBezTo>
                  <a:cubicBezTo>
                    <a:pt x="257" y="385"/>
                    <a:pt x="256" y="386"/>
                    <a:pt x="256" y="385"/>
                  </a:cubicBezTo>
                  <a:cubicBezTo>
                    <a:pt x="257" y="385"/>
                    <a:pt x="258" y="385"/>
                    <a:pt x="258" y="384"/>
                  </a:cubicBezTo>
                  <a:cubicBezTo>
                    <a:pt x="257" y="385"/>
                    <a:pt x="255" y="384"/>
                    <a:pt x="254" y="383"/>
                  </a:cubicBezTo>
                  <a:cubicBezTo>
                    <a:pt x="255" y="382"/>
                    <a:pt x="257" y="382"/>
                    <a:pt x="257" y="382"/>
                  </a:cubicBezTo>
                  <a:cubicBezTo>
                    <a:pt x="259" y="383"/>
                    <a:pt x="259" y="383"/>
                    <a:pt x="259" y="383"/>
                  </a:cubicBezTo>
                  <a:cubicBezTo>
                    <a:pt x="257" y="382"/>
                    <a:pt x="260" y="383"/>
                    <a:pt x="259" y="382"/>
                  </a:cubicBezTo>
                  <a:cubicBezTo>
                    <a:pt x="258" y="381"/>
                    <a:pt x="256" y="381"/>
                    <a:pt x="255" y="380"/>
                  </a:cubicBezTo>
                  <a:cubicBezTo>
                    <a:pt x="254" y="380"/>
                    <a:pt x="256" y="379"/>
                    <a:pt x="256" y="379"/>
                  </a:cubicBezTo>
                  <a:cubicBezTo>
                    <a:pt x="257" y="380"/>
                    <a:pt x="257" y="380"/>
                    <a:pt x="257" y="380"/>
                  </a:cubicBezTo>
                  <a:cubicBezTo>
                    <a:pt x="256" y="379"/>
                    <a:pt x="260" y="380"/>
                    <a:pt x="259" y="379"/>
                  </a:cubicBezTo>
                  <a:cubicBezTo>
                    <a:pt x="258" y="378"/>
                    <a:pt x="258" y="378"/>
                    <a:pt x="258" y="378"/>
                  </a:cubicBezTo>
                  <a:cubicBezTo>
                    <a:pt x="258" y="378"/>
                    <a:pt x="259" y="378"/>
                    <a:pt x="259" y="378"/>
                  </a:cubicBezTo>
                  <a:cubicBezTo>
                    <a:pt x="258" y="378"/>
                    <a:pt x="258" y="377"/>
                    <a:pt x="258" y="377"/>
                  </a:cubicBezTo>
                  <a:cubicBezTo>
                    <a:pt x="259" y="377"/>
                    <a:pt x="259" y="377"/>
                    <a:pt x="259" y="377"/>
                  </a:cubicBezTo>
                  <a:cubicBezTo>
                    <a:pt x="258" y="376"/>
                    <a:pt x="256" y="375"/>
                    <a:pt x="258" y="375"/>
                  </a:cubicBezTo>
                  <a:cubicBezTo>
                    <a:pt x="256" y="375"/>
                    <a:pt x="258" y="376"/>
                    <a:pt x="257" y="376"/>
                  </a:cubicBezTo>
                  <a:cubicBezTo>
                    <a:pt x="255" y="377"/>
                    <a:pt x="255" y="375"/>
                    <a:pt x="255" y="375"/>
                  </a:cubicBezTo>
                  <a:cubicBezTo>
                    <a:pt x="258" y="375"/>
                    <a:pt x="255" y="374"/>
                    <a:pt x="255" y="373"/>
                  </a:cubicBezTo>
                  <a:cubicBezTo>
                    <a:pt x="256" y="373"/>
                    <a:pt x="257" y="372"/>
                    <a:pt x="258" y="372"/>
                  </a:cubicBezTo>
                  <a:cubicBezTo>
                    <a:pt x="256" y="372"/>
                    <a:pt x="256" y="372"/>
                    <a:pt x="256" y="372"/>
                  </a:cubicBezTo>
                  <a:cubicBezTo>
                    <a:pt x="259" y="372"/>
                    <a:pt x="255" y="370"/>
                    <a:pt x="256" y="370"/>
                  </a:cubicBezTo>
                  <a:cubicBezTo>
                    <a:pt x="257" y="370"/>
                    <a:pt x="259" y="370"/>
                    <a:pt x="259" y="370"/>
                  </a:cubicBezTo>
                  <a:cubicBezTo>
                    <a:pt x="257" y="370"/>
                    <a:pt x="256" y="368"/>
                    <a:pt x="254" y="368"/>
                  </a:cubicBezTo>
                  <a:cubicBezTo>
                    <a:pt x="255" y="367"/>
                    <a:pt x="258" y="369"/>
                    <a:pt x="260" y="369"/>
                  </a:cubicBezTo>
                  <a:cubicBezTo>
                    <a:pt x="258" y="368"/>
                    <a:pt x="261" y="367"/>
                    <a:pt x="258" y="366"/>
                  </a:cubicBezTo>
                  <a:cubicBezTo>
                    <a:pt x="257" y="367"/>
                    <a:pt x="257" y="366"/>
                    <a:pt x="256" y="366"/>
                  </a:cubicBezTo>
                  <a:cubicBezTo>
                    <a:pt x="256" y="365"/>
                    <a:pt x="257" y="366"/>
                    <a:pt x="258" y="365"/>
                  </a:cubicBezTo>
                  <a:cubicBezTo>
                    <a:pt x="258" y="365"/>
                    <a:pt x="256" y="364"/>
                    <a:pt x="255" y="365"/>
                  </a:cubicBezTo>
                  <a:cubicBezTo>
                    <a:pt x="255" y="364"/>
                    <a:pt x="253" y="363"/>
                    <a:pt x="255" y="362"/>
                  </a:cubicBezTo>
                  <a:cubicBezTo>
                    <a:pt x="256" y="362"/>
                    <a:pt x="255" y="364"/>
                    <a:pt x="257" y="363"/>
                  </a:cubicBezTo>
                  <a:cubicBezTo>
                    <a:pt x="257" y="362"/>
                    <a:pt x="253" y="362"/>
                    <a:pt x="252" y="360"/>
                  </a:cubicBezTo>
                  <a:cubicBezTo>
                    <a:pt x="251" y="361"/>
                    <a:pt x="248" y="360"/>
                    <a:pt x="248" y="359"/>
                  </a:cubicBezTo>
                  <a:cubicBezTo>
                    <a:pt x="249" y="357"/>
                    <a:pt x="248" y="360"/>
                    <a:pt x="251" y="360"/>
                  </a:cubicBezTo>
                  <a:cubicBezTo>
                    <a:pt x="250" y="359"/>
                    <a:pt x="250" y="359"/>
                    <a:pt x="250" y="359"/>
                  </a:cubicBezTo>
                  <a:cubicBezTo>
                    <a:pt x="254" y="358"/>
                    <a:pt x="255" y="362"/>
                    <a:pt x="257" y="361"/>
                  </a:cubicBezTo>
                  <a:cubicBezTo>
                    <a:pt x="257" y="360"/>
                    <a:pt x="257" y="360"/>
                    <a:pt x="257" y="360"/>
                  </a:cubicBezTo>
                  <a:cubicBezTo>
                    <a:pt x="257" y="360"/>
                    <a:pt x="259" y="361"/>
                    <a:pt x="260" y="361"/>
                  </a:cubicBezTo>
                  <a:cubicBezTo>
                    <a:pt x="258" y="360"/>
                    <a:pt x="259" y="359"/>
                    <a:pt x="259" y="359"/>
                  </a:cubicBezTo>
                  <a:cubicBezTo>
                    <a:pt x="257" y="358"/>
                    <a:pt x="259" y="359"/>
                    <a:pt x="258" y="359"/>
                  </a:cubicBezTo>
                  <a:cubicBezTo>
                    <a:pt x="258" y="358"/>
                    <a:pt x="255" y="357"/>
                    <a:pt x="256" y="356"/>
                  </a:cubicBezTo>
                  <a:cubicBezTo>
                    <a:pt x="257" y="357"/>
                    <a:pt x="259" y="356"/>
                    <a:pt x="259" y="357"/>
                  </a:cubicBezTo>
                  <a:cubicBezTo>
                    <a:pt x="260" y="356"/>
                    <a:pt x="257" y="356"/>
                    <a:pt x="259" y="356"/>
                  </a:cubicBezTo>
                  <a:cubicBezTo>
                    <a:pt x="260" y="356"/>
                    <a:pt x="260" y="356"/>
                    <a:pt x="260" y="356"/>
                  </a:cubicBezTo>
                  <a:cubicBezTo>
                    <a:pt x="260" y="353"/>
                    <a:pt x="261" y="349"/>
                    <a:pt x="257" y="345"/>
                  </a:cubicBezTo>
                  <a:cubicBezTo>
                    <a:pt x="259" y="345"/>
                    <a:pt x="260" y="344"/>
                    <a:pt x="261" y="343"/>
                  </a:cubicBezTo>
                  <a:cubicBezTo>
                    <a:pt x="261" y="343"/>
                    <a:pt x="260" y="343"/>
                    <a:pt x="260" y="342"/>
                  </a:cubicBezTo>
                  <a:cubicBezTo>
                    <a:pt x="262" y="342"/>
                    <a:pt x="262" y="342"/>
                    <a:pt x="262" y="342"/>
                  </a:cubicBezTo>
                  <a:cubicBezTo>
                    <a:pt x="263" y="341"/>
                    <a:pt x="262" y="340"/>
                    <a:pt x="261" y="339"/>
                  </a:cubicBezTo>
                  <a:cubicBezTo>
                    <a:pt x="262" y="339"/>
                    <a:pt x="262" y="339"/>
                    <a:pt x="262" y="339"/>
                  </a:cubicBezTo>
                  <a:cubicBezTo>
                    <a:pt x="264" y="338"/>
                    <a:pt x="261" y="338"/>
                    <a:pt x="261" y="337"/>
                  </a:cubicBezTo>
                  <a:cubicBezTo>
                    <a:pt x="263" y="337"/>
                    <a:pt x="263" y="337"/>
                    <a:pt x="263" y="337"/>
                  </a:cubicBezTo>
                  <a:cubicBezTo>
                    <a:pt x="261" y="337"/>
                    <a:pt x="261" y="337"/>
                    <a:pt x="261" y="337"/>
                  </a:cubicBezTo>
                  <a:cubicBezTo>
                    <a:pt x="261" y="336"/>
                    <a:pt x="262" y="335"/>
                    <a:pt x="264" y="336"/>
                  </a:cubicBezTo>
                  <a:cubicBezTo>
                    <a:pt x="263" y="335"/>
                    <a:pt x="263" y="335"/>
                    <a:pt x="262" y="335"/>
                  </a:cubicBezTo>
                  <a:cubicBezTo>
                    <a:pt x="264" y="335"/>
                    <a:pt x="264" y="332"/>
                    <a:pt x="264" y="331"/>
                  </a:cubicBezTo>
                  <a:cubicBezTo>
                    <a:pt x="263" y="331"/>
                    <a:pt x="263" y="331"/>
                    <a:pt x="261" y="330"/>
                  </a:cubicBezTo>
                  <a:cubicBezTo>
                    <a:pt x="259" y="329"/>
                    <a:pt x="262" y="330"/>
                    <a:pt x="261" y="329"/>
                  </a:cubicBezTo>
                  <a:cubicBezTo>
                    <a:pt x="262" y="329"/>
                    <a:pt x="263" y="329"/>
                    <a:pt x="263" y="330"/>
                  </a:cubicBezTo>
                  <a:cubicBezTo>
                    <a:pt x="266" y="329"/>
                    <a:pt x="266" y="326"/>
                    <a:pt x="268" y="325"/>
                  </a:cubicBezTo>
                  <a:cubicBezTo>
                    <a:pt x="267" y="324"/>
                    <a:pt x="267" y="324"/>
                    <a:pt x="267" y="324"/>
                  </a:cubicBezTo>
                  <a:cubicBezTo>
                    <a:pt x="270" y="323"/>
                    <a:pt x="268" y="321"/>
                    <a:pt x="270" y="320"/>
                  </a:cubicBezTo>
                  <a:cubicBezTo>
                    <a:pt x="269" y="320"/>
                    <a:pt x="267" y="318"/>
                    <a:pt x="268" y="317"/>
                  </a:cubicBezTo>
                  <a:cubicBezTo>
                    <a:pt x="266" y="315"/>
                    <a:pt x="270" y="318"/>
                    <a:pt x="271" y="318"/>
                  </a:cubicBezTo>
                  <a:cubicBezTo>
                    <a:pt x="271" y="317"/>
                    <a:pt x="271" y="316"/>
                    <a:pt x="271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1" y="315"/>
                    <a:pt x="271" y="314"/>
                    <a:pt x="272" y="314"/>
                  </a:cubicBezTo>
                  <a:cubicBezTo>
                    <a:pt x="272" y="314"/>
                    <a:pt x="272" y="314"/>
                    <a:pt x="272" y="314"/>
                  </a:cubicBezTo>
                  <a:cubicBezTo>
                    <a:pt x="273" y="314"/>
                    <a:pt x="274" y="314"/>
                    <a:pt x="274" y="313"/>
                  </a:cubicBezTo>
                  <a:cubicBezTo>
                    <a:pt x="274" y="311"/>
                    <a:pt x="275" y="312"/>
                    <a:pt x="274" y="310"/>
                  </a:cubicBezTo>
                  <a:cubicBezTo>
                    <a:pt x="275" y="311"/>
                    <a:pt x="275" y="311"/>
                    <a:pt x="275" y="311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5" y="309"/>
                    <a:pt x="275" y="309"/>
                    <a:pt x="275" y="309"/>
                  </a:cubicBezTo>
                  <a:cubicBezTo>
                    <a:pt x="276" y="311"/>
                    <a:pt x="276" y="311"/>
                    <a:pt x="276" y="311"/>
                  </a:cubicBezTo>
                  <a:cubicBezTo>
                    <a:pt x="277" y="311"/>
                    <a:pt x="275" y="310"/>
                    <a:pt x="275" y="309"/>
                  </a:cubicBezTo>
                  <a:cubicBezTo>
                    <a:pt x="274" y="308"/>
                    <a:pt x="275" y="309"/>
                    <a:pt x="276" y="309"/>
                  </a:cubicBezTo>
                  <a:cubicBezTo>
                    <a:pt x="277" y="310"/>
                    <a:pt x="276" y="309"/>
                    <a:pt x="276" y="309"/>
                  </a:cubicBezTo>
                  <a:cubicBezTo>
                    <a:pt x="276" y="310"/>
                    <a:pt x="276" y="309"/>
                    <a:pt x="277" y="310"/>
                  </a:cubicBezTo>
                  <a:cubicBezTo>
                    <a:pt x="277" y="310"/>
                    <a:pt x="276" y="308"/>
                    <a:pt x="276" y="308"/>
                  </a:cubicBezTo>
                  <a:cubicBezTo>
                    <a:pt x="277" y="308"/>
                    <a:pt x="277" y="307"/>
                    <a:pt x="278" y="308"/>
                  </a:cubicBezTo>
                  <a:cubicBezTo>
                    <a:pt x="278" y="307"/>
                    <a:pt x="279" y="307"/>
                    <a:pt x="278" y="306"/>
                  </a:cubicBezTo>
                  <a:cubicBezTo>
                    <a:pt x="278" y="306"/>
                    <a:pt x="277" y="307"/>
                    <a:pt x="276" y="306"/>
                  </a:cubicBezTo>
                  <a:cubicBezTo>
                    <a:pt x="276" y="305"/>
                    <a:pt x="277" y="305"/>
                    <a:pt x="277" y="305"/>
                  </a:cubicBezTo>
                  <a:cubicBezTo>
                    <a:pt x="277" y="306"/>
                    <a:pt x="277" y="306"/>
                    <a:pt x="277" y="306"/>
                  </a:cubicBezTo>
                  <a:cubicBezTo>
                    <a:pt x="277" y="305"/>
                    <a:pt x="278" y="305"/>
                    <a:pt x="277" y="304"/>
                  </a:cubicBezTo>
                  <a:cubicBezTo>
                    <a:pt x="279" y="305"/>
                    <a:pt x="279" y="305"/>
                    <a:pt x="279" y="305"/>
                  </a:cubicBezTo>
                  <a:cubicBezTo>
                    <a:pt x="278" y="304"/>
                    <a:pt x="279" y="303"/>
                    <a:pt x="279" y="303"/>
                  </a:cubicBezTo>
                  <a:cubicBezTo>
                    <a:pt x="280" y="304"/>
                    <a:pt x="281" y="306"/>
                    <a:pt x="282" y="306"/>
                  </a:cubicBezTo>
                  <a:cubicBezTo>
                    <a:pt x="282" y="304"/>
                    <a:pt x="282" y="304"/>
                    <a:pt x="282" y="304"/>
                  </a:cubicBezTo>
                  <a:cubicBezTo>
                    <a:pt x="282" y="303"/>
                    <a:pt x="283" y="304"/>
                    <a:pt x="283" y="304"/>
                  </a:cubicBezTo>
                  <a:cubicBezTo>
                    <a:pt x="285" y="304"/>
                    <a:pt x="282" y="299"/>
                    <a:pt x="284" y="300"/>
                  </a:cubicBezTo>
                  <a:cubicBezTo>
                    <a:pt x="285" y="302"/>
                    <a:pt x="285" y="302"/>
                    <a:pt x="286" y="302"/>
                  </a:cubicBezTo>
                  <a:cubicBezTo>
                    <a:pt x="286" y="301"/>
                    <a:pt x="286" y="301"/>
                    <a:pt x="286" y="301"/>
                  </a:cubicBezTo>
                  <a:cubicBezTo>
                    <a:pt x="285" y="300"/>
                    <a:pt x="286" y="302"/>
                    <a:pt x="285" y="301"/>
                  </a:cubicBezTo>
                  <a:cubicBezTo>
                    <a:pt x="285" y="300"/>
                    <a:pt x="285" y="300"/>
                    <a:pt x="285" y="300"/>
                  </a:cubicBezTo>
                  <a:cubicBezTo>
                    <a:pt x="288" y="303"/>
                    <a:pt x="290" y="299"/>
                    <a:pt x="293" y="300"/>
                  </a:cubicBezTo>
                  <a:cubicBezTo>
                    <a:pt x="292" y="298"/>
                    <a:pt x="294" y="299"/>
                    <a:pt x="294" y="298"/>
                  </a:cubicBezTo>
                  <a:cubicBezTo>
                    <a:pt x="294" y="300"/>
                    <a:pt x="295" y="297"/>
                    <a:pt x="296" y="298"/>
                  </a:cubicBezTo>
                  <a:cubicBezTo>
                    <a:pt x="295" y="296"/>
                    <a:pt x="295" y="296"/>
                    <a:pt x="295" y="296"/>
                  </a:cubicBezTo>
                  <a:cubicBezTo>
                    <a:pt x="296" y="297"/>
                    <a:pt x="295" y="291"/>
                    <a:pt x="297" y="294"/>
                  </a:cubicBezTo>
                  <a:cubicBezTo>
                    <a:pt x="298" y="295"/>
                    <a:pt x="298" y="296"/>
                    <a:pt x="297" y="296"/>
                  </a:cubicBezTo>
                  <a:cubicBezTo>
                    <a:pt x="299" y="299"/>
                    <a:pt x="300" y="293"/>
                    <a:pt x="301" y="296"/>
                  </a:cubicBezTo>
                  <a:cubicBezTo>
                    <a:pt x="301" y="295"/>
                    <a:pt x="300" y="294"/>
                    <a:pt x="301" y="292"/>
                  </a:cubicBezTo>
                  <a:cubicBezTo>
                    <a:pt x="302" y="293"/>
                    <a:pt x="304" y="294"/>
                    <a:pt x="304" y="294"/>
                  </a:cubicBezTo>
                  <a:cubicBezTo>
                    <a:pt x="304" y="294"/>
                    <a:pt x="304" y="293"/>
                    <a:pt x="305" y="294"/>
                  </a:cubicBezTo>
                  <a:cubicBezTo>
                    <a:pt x="305" y="294"/>
                    <a:pt x="305" y="294"/>
                    <a:pt x="305" y="295"/>
                  </a:cubicBezTo>
                  <a:cubicBezTo>
                    <a:pt x="306" y="295"/>
                    <a:pt x="307" y="294"/>
                    <a:pt x="308" y="293"/>
                  </a:cubicBezTo>
                  <a:cubicBezTo>
                    <a:pt x="309" y="294"/>
                    <a:pt x="310" y="293"/>
                    <a:pt x="312" y="293"/>
                  </a:cubicBezTo>
                  <a:cubicBezTo>
                    <a:pt x="312" y="291"/>
                    <a:pt x="315" y="293"/>
                    <a:pt x="314" y="290"/>
                  </a:cubicBezTo>
                  <a:cubicBezTo>
                    <a:pt x="314" y="291"/>
                    <a:pt x="314" y="291"/>
                    <a:pt x="314" y="291"/>
                  </a:cubicBezTo>
                  <a:cubicBezTo>
                    <a:pt x="314" y="290"/>
                    <a:pt x="314" y="288"/>
                    <a:pt x="315" y="288"/>
                  </a:cubicBezTo>
                  <a:cubicBezTo>
                    <a:pt x="315" y="290"/>
                    <a:pt x="315" y="290"/>
                    <a:pt x="315" y="290"/>
                  </a:cubicBezTo>
                  <a:cubicBezTo>
                    <a:pt x="316" y="292"/>
                    <a:pt x="317" y="290"/>
                    <a:pt x="318" y="291"/>
                  </a:cubicBezTo>
                  <a:cubicBezTo>
                    <a:pt x="316" y="289"/>
                    <a:pt x="318" y="291"/>
                    <a:pt x="318" y="289"/>
                  </a:cubicBezTo>
                  <a:cubicBezTo>
                    <a:pt x="318" y="288"/>
                    <a:pt x="318" y="288"/>
                    <a:pt x="318" y="288"/>
                  </a:cubicBezTo>
                  <a:cubicBezTo>
                    <a:pt x="319" y="287"/>
                    <a:pt x="318" y="287"/>
                    <a:pt x="319" y="286"/>
                  </a:cubicBezTo>
                  <a:cubicBezTo>
                    <a:pt x="320" y="286"/>
                    <a:pt x="321" y="288"/>
                    <a:pt x="320" y="288"/>
                  </a:cubicBezTo>
                  <a:cubicBezTo>
                    <a:pt x="321" y="289"/>
                    <a:pt x="322" y="288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4" y="287"/>
                    <a:pt x="324" y="287"/>
                    <a:pt x="324" y="287"/>
                  </a:cubicBezTo>
                  <a:cubicBezTo>
                    <a:pt x="325" y="289"/>
                    <a:pt x="325" y="289"/>
                    <a:pt x="325" y="289"/>
                  </a:cubicBezTo>
                  <a:cubicBezTo>
                    <a:pt x="325" y="289"/>
                    <a:pt x="326" y="286"/>
                    <a:pt x="326" y="286"/>
                  </a:cubicBezTo>
                  <a:cubicBezTo>
                    <a:pt x="328" y="286"/>
                    <a:pt x="331" y="283"/>
                    <a:pt x="332" y="281"/>
                  </a:cubicBezTo>
                  <a:cubicBezTo>
                    <a:pt x="332" y="282"/>
                    <a:pt x="332" y="282"/>
                    <a:pt x="332" y="282"/>
                  </a:cubicBezTo>
                  <a:cubicBezTo>
                    <a:pt x="332" y="281"/>
                    <a:pt x="332" y="279"/>
                    <a:pt x="333" y="280"/>
                  </a:cubicBezTo>
                  <a:cubicBezTo>
                    <a:pt x="333" y="279"/>
                    <a:pt x="334" y="280"/>
                    <a:pt x="335" y="280"/>
                  </a:cubicBezTo>
                  <a:cubicBezTo>
                    <a:pt x="335" y="280"/>
                    <a:pt x="334" y="279"/>
                    <a:pt x="334" y="279"/>
                  </a:cubicBezTo>
                  <a:cubicBezTo>
                    <a:pt x="337" y="279"/>
                    <a:pt x="337" y="275"/>
                    <a:pt x="339" y="274"/>
                  </a:cubicBezTo>
                  <a:cubicBezTo>
                    <a:pt x="339" y="274"/>
                    <a:pt x="340" y="275"/>
                    <a:pt x="340" y="276"/>
                  </a:cubicBezTo>
                  <a:cubicBezTo>
                    <a:pt x="341" y="274"/>
                    <a:pt x="341" y="272"/>
                    <a:pt x="341" y="270"/>
                  </a:cubicBezTo>
                  <a:cubicBezTo>
                    <a:pt x="341" y="270"/>
                    <a:pt x="342" y="270"/>
                    <a:pt x="342" y="271"/>
                  </a:cubicBezTo>
                  <a:cubicBezTo>
                    <a:pt x="342" y="270"/>
                    <a:pt x="343" y="269"/>
                    <a:pt x="342" y="267"/>
                  </a:cubicBezTo>
                  <a:cubicBezTo>
                    <a:pt x="341" y="268"/>
                    <a:pt x="343" y="268"/>
                    <a:pt x="342" y="268"/>
                  </a:cubicBezTo>
                  <a:cubicBezTo>
                    <a:pt x="341" y="268"/>
                    <a:pt x="340" y="266"/>
                    <a:pt x="341" y="266"/>
                  </a:cubicBezTo>
                  <a:cubicBezTo>
                    <a:pt x="341" y="266"/>
                    <a:pt x="341" y="266"/>
                    <a:pt x="341" y="266"/>
                  </a:cubicBezTo>
                  <a:cubicBezTo>
                    <a:pt x="342" y="265"/>
                    <a:pt x="341" y="265"/>
                    <a:pt x="342" y="263"/>
                  </a:cubicBezTo>
                  <a:cubicBezTo>
                    <a:pt x="343" y="263"/>
                    <a:pt x="342" y="264"/>
                    <a:pt x="343" y="264"/>
                  </a:cubicBezTo>
                  <a:cubicBezTo>
                    <a:pt x="345" y="265"/>
                    <a:pt x="345" y="262"/>
                    <a:pt x="346" y="262"/>
                  </a:cubicBezTo>
                  <a:cubicBezTo>
                    <a:pt x="344" y="261"/>
                    <a:pt x="344" y="261"/>
                    <a:pt x="344" y="261"/>
                  </a:cubicBezTo>
                  <a:cubicBezTo>
                    <a:pt x="344" y="260"/>
                    <a:pt x="346" y="261"/>
                    <a:pt x="346" y="260"/>
                  </a:cubicBezTo>
                  <a:cubicBezTo>
                    <a:pt x="342" y="256"/>
                    <a:pt x="342" y="256"/>
                    <a:pt x="342" y="256"/>
                  </a:cubicBezTo>
                  <a:cubicBezTo>
                    <a:pt x="342" y="257"/>
                    <a:pt x="344" y="256"/>
                    <a:pt x="345" y="257"/>
                  </a:cubicBezTo>
                  <a:cubicBezTo>
                    <a:pt x="346" y="255"/>
                    <a:pt x="342" y="254"/>
                    <a:pt x="341" y="253"/>
                  </a:cubicBezTo>
                  <a:cubicBezTo>
                    <a:pt x="342" y="252"/>
                    <a:pt x="341" y="250"/>
                    <a:pt x="341" y="250"/>
                  </a:cubicBezTo>
                  <a:cubicBezTo>
                    <a:pt x="342" y="250"/>
                    <a:pt x="341" y="250"/>
                    <a:pt x="342" y="250"/>
                  </a:cubicBezTo>
                  <a:cubicBezTo>
                    <a:pt x="343" y="250"/>
                    <a:pt x="343" y="250"/>
                    <a:pt x="343" y="250"/>
                  </a:cubicBezTo>
                  <a:cubicBezTo>
                    <a:pt x="343" y="251"/>
                    <a:pt x="346" y="250"/>
                    <a:pt x="347" y="251"/>
                  </a:cubicBezTo>
                  <a:cubicBezTo>
                    <a:pt x="346" y="249"/>
                    <a:pt x="347" y="247"/>
                    <a:pt x="347" y="246"/>
                  </a:cubicBezTo>
                  <a:cubicBezTo>
                    <a:pt x="345" y="247"/>
                    <a:pt x="346" y="244"/>
                    <a:pt x="343" y="244"/>
                  </a:cubicBezTo>
                  <a:cubicBezTo>
                    <a:pt x="343" y="242"/>
                    <a:pt x="346" y="243"/>
                    <a:pt x="346" y="242"/>
                  </a:cubicBezTo>
                  <a:cubicBezTo>
                    <a:pt x="345" y="240"/>
                    <a:pt x="346" y="239"/>
                    <a:pt x="345" y="237"/>
                  </a:cubicBezTo>
                  <a:cubicBezTo>
                    <a:pt x="346" y="237"/>
                    <a:pt x="346" y="237"/>
                    <a:pt x="346" y="237"/>
                  </a:cubicBezTo>
                  <a:cubicBezTo>
                    <a:pt x="345" y="236"/>
                    <a:pt x="346" y="233"/>
                    <a:pt x="344" y="232"/>
                  </a:cubicBezTo>
                  <a:cubicBezTo>
                    <a:pt x="345" y="232"/>
                    <a:pt x="345" y="232"/>
                    <a:pt x="345" y="232"/>
                  </a:cubicBezTo>
                  <a:cubicBezTo>
                    <a:pt x="346" y="231"/>
                    <a:pt x="342" y="232"/>
                    <a:pt x="343" y="230"/>
                  </a:cubicBezTo>
                  <a:cubicBezTo>
                    <a:pt x="345" y="231"/>
                    <a:pt x="345" y="231"/>
                    <a:pt x="345" y="231"/>
                  </a:cubicBezTo>
                  <a:cubicBezTo>
                    <a:pt x="343" y="230"/>
                    <a:pt x="346" y="229"/>
                    <a:pt x="344" y="227"/>
                  </a:cubicBezTo>
                  <a:cubicBezTo>
                    <a:pt x="344" y="227"/>
                    <a:pt x="345" y="227"/>
                    <a:pt x="345" y="228"/>
                  </a:cubicBezTo>
                  <a:cubicBezTo>
                    <a:pt x="344" y="226"/>
                    <a:pt x="345" y="225"/>
                    <a:pt x="343" y="224"/>
                  </a:cubicBezTo>
                  <a:cubicBezTo>
                    <a:pt x="344" y="224"/>
                    <a:pt x="345" y="224"/>
                    <a:pt x="345" y="225"/>
                  </a:cubicBezTo>
                  <a:cubicBezTo>
                    <a:pt x="346" y="224"/>
                    <a:pt x="343" y="223"/>
                    <a:pt x="344" y="222"/>
                  </a:cubicBezTo>
                  <a:cubicBezTo>
                    <a:pt x="344" y="222"/>
                    <a:pt x="345" y="222"/>
                    <a:pt x="346" y="222"/>
                  </a:cubicBezTo>
                  <a:cubicBezTo>
                    <a:pt x="344" y="221"/>
                    <a:pt x="345" y="219"/>
                    <a:pt x="344" y="219"/>
                  </a:cubicBezTo>
                  <a:cubicBezTo>
                    <a:pt x="345" y="219"/>
                    <a:pt x="346" y="218"/>
                    <a:pt x="347" y="218"/>
                  </a:cubicBezTo>
                  <a:cubicBezTo>
                    <a:pt x="348" y="213"/>
                    <a:pt x="351" y="208"/>
                    <a:pt x="353" y="202"/>
                  </a:cubicBezTo>
                  <a:cubicBezTo>
                    <a:pt x="355" y="203"/>
                    <a:pt x="353" y="204"/>
                    <a:pt x="355" y="204"/>
                  </a:cubicBezTo>
                  <a:cubicBezTo>
                    <a:pt x="353" y="203"/>
                    <a:pt x="355" y="203"/>
                    <a:pt x="355" y="202"/>
                  </a:cubicBezTo>
                  <a:cubicBezTo>
                    <a:pt x="356" y="202"/>
                    <a:pt x="356" y="202"/>
                    <a:pt x="356" y="202"/>
                  </a:cubicBezTo>
                  <a:cubicBezTo>
                    <a:pt x="356" y="201"/>
                    <a:pt x="357" y="202"/>
                    <a:pt x="357" y="201"/>
                  </a:cubicBezTo>
                  <a:cubicBezTo>
                    <a:pt x="357" y="200"/>
                    <a:pt x="357" y="200"/>
                    <a:pt x="357" y="200"/>
                  </a:cubicBezTo>
                  <a:cubicBezTo>
                    <a:pt x="356" y="199"/>
                    <a:pt x="360" y="201"/>
                    <a:pt x="358" y="199"/>
                  </a:cubicBezTo>
                  <a:cubicBezTo>
                    <a:pt x="360" y="200"/>
                    <a:pt x="360" y="200"/>
                    <a:pt x="360" y="200"/>
                  </a:cubicBezTo>
                  <a:cubicBezTo>
                    <a:pt x="359" y="197"/>
                    <a:pt x="361" y="199"/>
                    <a:pt x="361" y="197"/>
                  </a:cubicBezTo>
                  <a:cubicBezTo>
                    <a:pt x="361" y="197"/>
                    <a:pt x="361" y="197"/>
                    <a:pt x="361" y="197"/>
                  </a:cubicBezTo>
                  <a:cubicBezTo>
                    <a:pt x="363" y="198"/>
                    <a:pt x="362" y="194"/>
                    <a:pt x="363" y="195"/>
                  </a:cubicBezTo>
                  <a:cubicBezTo>
                    <a:pt x="364" y="194"/>
                    <a:pt x="365" y="193"/>
                    <a:pt x="364" y="191"/>
                  </a:cubicBezTo>
                  <a:cubicBezTo>
                    <a:pt x="365" y="193"/>
                    <a:pt x="365" y="193"/>
                    <a:pt x="365" y="193"/>
                  </a:cubicBezTo>
                  <a:cubicBezTo>
                    <a:pt x="366" y="192"/>
                    <a:pt x="368" y="191"/>
                    <a:pt x="369" y="190"/>
                  </a:cubicBezTo>
                  <a:cubicBezTo>
                    <a:pt x="374" y="190"/>
                    <a:pt x="379" y="190"/>
                    <a:pt x="383" y="191"/>
                  </a:cubicBezTo>
                  <a:cubicBezTo>
                    <a:pt x="386" y="192"/>
                    <a:pt x="388" y="193"/>
                    <a:pt x="390" y="194"/>
                  </a:cubicBezTo>
                  <a:cubicBezTo>
                    <a:pt x="389" y="196"/>
                    <a:pt x="388" y="198"/>
                    <a:pt x="388" y="200"/>
                  </a:cubicBezTo>
                  <a:cubicBezTo>
                    <a:pt x="387" y="201"/>
                    <a:pt x="386" y="199"/>
                    <a:pt x="386" y="199"/>
                  </a:cubicBezTo>
                  <a:cubicBezTo>
                    <a:pt x="384" y="205"/>
                    <a:pt x="377" y="203"/>
                    <a:pt x="373" y="209"/>
                  </a:cubicBezTo>
                  <a:cubicBezTo>
                    <a:pt x="369" y="210"/>
                    <a:pt x="365" y="215"/>
                    <a:pt x="365" y="215"/>
                  </a:cubicBezTo>
                  <a:cubicBezTo>
                    <a:pt x="382" y="216"/>
                    <a:pt x="389" y="211"/>
                    <a:pt x="399" y="205"/>
                  </a:cubicBezTo>
                  <a:cubicBezTo>
                    <a:pt x="401" y="203"/>
                    <a:pt x="402" y="201"/>
                    <a:pt x="403" y="198"/>
                  </a:cubicBezTo>
                  <a:cubicBezTo>
                    <a:pt x="405" y="199"/>
                    <a:pt x="406" y="199"/>
                    <a:pt x="406" y="198"/>
                  </a:cubicBezTo>
                  <a:cubicBezTo>
                    <a:pt x="405" y="197"/>
                    <a:pt x="404" y="197"/>
                    <a:pt x="404" y="196"/>
                  </a:cubicBezTo>
                  <a:cubicBezTo>
                    <a:pt x="404" y="194"/>
                    <a:pt x="405" y="191"/>
                    <a:pt x="406" y="188"/>
                  </a:cubicBezTo>
                  <a:cubicBezTo>
                    <a:pt x="398" y="164"/>
                    <a:pt x="382" y="170"/>
                    <a:pt x="375" y="170"/>
                  </a:cubicBezTo>
                  <a:cubicBezTo>
                    <a:pt x="367" y="172"/>
                    <a:pt x="361" y="175"/>
                    <a:pt x="356" y="179"/>
                  </a:cubicBezTo>
                  <a:cubicBezTo>
                    <a:pt x="356" y="179"/>
                    <a:pt x="356" y="179"/>
                    <a:pt x="357" y="180"/>
                  </a:cubicBezTo>
                  <a:cubicBezTo>
                    <a:pt x="354" y="179"/>
                    <a:pt x="351" y="179"/>
                    <a:pt x="349" y="179"/>
                  </a:cubicBezTo>
                  <a:cubicBezTo>
                    <a:pt x="332" y="177"/>
                    <a:pt x="315" y="175"/>
                    <a:pt x="313" y="163"/>
                  </a:cubicBezTo>
                  <a:cubicBezTo>
                    <a:pt x="308" y="154"/>
                    <a:pt x="303" y="139"/>
                    <a:pt x="301" y="128"/>
                  </a:cubicBezTo>
                  <a:cubicBezTo>
                    <a:pt x="300" y="124"/>
                    <a:pt x="300" y="121"/>
                    <a:pt x="299" y="117"/>
                  </a:cubicBezTo>
                  <a:cubicBezTo>
                    <a:pt x="323" y="112"/>
                    <a:pt x="296" y="118"/>
                    <a:pt x="307" y="115"/>
                  </a:cubicBezTo>
                  <a:cubicBezTo>
                    <a:pt x="307" y="115"/>
                    <a:pt x="307" y="115"/>
                    <a:pt x="307" y="115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6" y="113"/>
                    <a:pt x="306" y="113"/>
                    <a:pt x="306" y="113"/>
                  </a:cubicBezTo>
                  <a:cubicBezTo>
                    <a:pt x="306" y="110"/>
                    <a:pt x="306" y="110"/>
                    <a:pt x="306" y="110"/>
                  </a:cubicBezTo>
                  <a:cubicBezTo>
                    <a:pt x="303" y="103"/>
                    <a:pt x="304" y="96"/>
                    <a:pt x="292" y="85"/>
                  </a:cubicBezTo>
                  <a:cubicBezTo>
                    <a:pt x="277" y="75"/>
                    <a:pt x="266" y="83"/>
                    <a:pt x="261" y="92"/>
                  </a:cubicBezTo>
                  <a:cubicBezTo>
                    <a:pt x="260" y="93"/>
                    <a:pt x="259" y="94"/>
                    <a:pt x="258" y="95"/>
                  </a:cubicBezTo>
                  <a:cubicBezTo>
                    <a:pt x="257" y="95"/>
                    <a:pt x="257" y="95"/>
                    <a:pt x="257" y="95"/>
                  </a:cubicBezTo>
                  <a:cubicBezTo>
                    <a:pt x="255" y="97"/>
                    <a:pt x="253" y="98"/>
                    <a:pt x="251" y="102"/>
                  </a:cubicBezTo>
                  <a:cubicBezTo>
                    <a:pt x="251" y="102"/>
                    <a:pt x="251" y="102"/>
                    <a:pt x="251" y="102"/>
                  </a:cubicBezTo>
                  <a:cubicBezTo>
                    <a:pt x="251" y="106"/>
                    <a:pt x="245" y="110"/>
                    <a:pt x="247" y="113"/>
                  </a:cubicBezTo>
                  <a:cubicBezTo>
                    <a:pt x="245" y="115"/>
                    <a:pt x="245" y="115"/>
                    <a:pt x="245" y="115"/>
                  </a:cubicBezTo>
                  <a:cubicBezTo>
                    <a:pt x="246" y="120"/>
                    <a:pt x="243" y="122"/>
                    <a:pt x="245" y="127"/>
                  </a:cubicBezTo>
                  <a:cubicBezTo>
                    <a:pt x="244" y="126"/>
                    <a:pt x="244" y="126"/>
                    <a:pt x="244" y="126"/>
                  </a:cubicBezTo>
                  <a:cubicBezTo>
                    <a:pt x="243" y="133"/>
                    <a:pt x="248" y="140"/>
                    <a:pt x="246" y="142"/>
                  </a:cubicBezTo>
                  <a:cubicBezTo>
                    <a:pt x="246" y="144"/>
                    <a:pt x="246" y="145"/>
                    <a:pt x="247" y="147"/>
                  </a:cubicBezTo>
                  <a:cubicBezTo>
                    <a:pt x="241" y="158"/>
                    <a:pt x="234" y="167"/>
                    <a:pt x="228" y="171"/>
                  </a:cubicBezTo>
                  <a:cubicBezTo>
                    <a:pt x="228" y="169"/>
                    <a:pt x="226" y="166"/>
                    <a:pt x="223" y="162"/>
                  </a:cubicBezTo>
                  <a:cubicBezTo>
                    <a:pt x="223" y="162"/>
                    <a:pt x="223" y="162"/>
                    <a:pt x="224" y="162"/>
                  </a:cubicBezTo>
                  <a:cubicBezTo>
                    <a:pt x="224" y="162"/>
                    <a:pt x="223" y="161"/>
                    <a:pt x="223" y="161"/>
                  </a:cubicBezTo>
                  <a:cubicBezTo>
                    <a:pt x="223" y="161"/>
                    <a:pt x="223" y="161"/>
                    <a:pt x="223" y="160"/>
                  </a:cubicBezTo>
                  <a:cubicBezTo>
                    <a:pt x="228" y="153"/>
                    <a:pt x="228" y="143"/>
                    <a:pt x="231" y="134"/>
                  </a:cubicBezTo>
                  <a:cubicBezTo>
                    <a:pt x="231" y="134"/>
                    <a:pt x="232" y="136"/>
                    <a:pt x="232" y="137"/>
                  </a:cubicBezTo>
                  <a:cubicBezTo>
                    <a:pt x="233" y="129"/>
                    <a:pt x="233" y="121"/>
                    <a:pt x="230" y="115"/>
                  </a:cubicBezTo>
                  <a:cubicBezTo>
                    <a:pt x="231" y="115"/>
                    <a:pt x="231" y="115"/>
                    <a:pt x="232" y="117"/>
                  </a:cubicBezTo>
                  <a:cubicBezTo>
                    <a:pt x="231" y="111"/>
                    <a:pt x="229" y="105"/>
                    <a:pt x="227" y="103"/>
                  </a:cubicBezTo>
                  <a:cubicBezTo>
                    <a:pt x="227" y="107"/>
                    <a:pt x="228" y="103"/>
                    <a:pt x="228" y="106"/>
                  </a:cubicBezTo>
                  <a:cubicBezTo>
                    <a:pt x="228" y="110"/>
                    <a:pt x="225" y="104"/>
                    <a:pt x="223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0" y="96"/>
                    <a:pt x="218" y="95"/>
                    <a:pt x="213" y="96"/>
                  </a:cubicBezTo>
                  <a:cubicBezTo>
                    <a:pt x="209" y="95"/>
                    <a:pt x="216" y="95"/>
                    <a:pt x="214" y="94"/>
                  </a:cubicBezTo>
                  <a:cubicBezTo>
                    <a:pt x="211" y="90"/>
                    <a:pt x="201" y="99"/>
                    <a:pt x="201" y="100"/>
                  </a:cubicBezTo>
                  <a:cubicBezTo>
                    <a:pt x="200" y="102"/>
                    <a:pt x="199" y="104"/>
                    <a:pt x="200" y="104"/>
                  </a:cubicBezTo>
                  <a:cubicBezTo>
                    <a:pt x="198" y="108"/>
                    <a:pt x="198" y="105"/>
                    <a:pt x="197" y="108"/>
                  </a:cubicBezTo>
                  <a:cubicBezTo>
                    <a:pt x="196" y="112"/>
                    <a:pt x="197" y="116"/>
                    <a:pt x="199" y="120"/>
                  </a:cubicBezTo>
                  <a:cubicBezTo>
                    <a:pt x="198" y="119"/>
                    <a:pt x="196" y="123"/>
                    <a:pt x="195" y="120"/>
                  </a:cubicBezTo>
                  <a:cubicBezTo>
                    <a:pt x="196" y="129"/>
                    <a:pt x="200" y="133"/>
                    <a:pt x="202" y="137"/>
                  </a:cubicBezTo>
                  <a:cubicBezTo>
                    <a:pt x="202" y="140"/>
                    <a:pt x="205" y="147"/>
                    <a:pt x="207" y="149"/>
                  </a:cubicBezTo>
                  <a:cubicBezTo>
                    <a:pt x="206" y="151"/>
                    <a:pt x="206" y="147"/>
                    <a:pt x="205" y="147"/>
                  </a:cubicBezTo>
                  <a:cubicBezTo>
                    <a:pt x="205" y="151"/>
                    <a:pt x="205" y="151"/>
                    <a:pt x="205" y="151"/>
                  </a:cubicBezTo>
                  <a:cubicBezTo>
                    <a:pt x="202" y="146"/>
                    <a:pt x="203" y="153"/>
                    <a:pt x="201" y="150"/>
                  </a:cubicBezTo>
                  <a:cubicBezTo>
                    <a:pt x="202" y="153"/>
                    <a:pt x="204" y="158"/>
                    <a:pt x="206" y="163"/>
                  </a:cubicBezTo>
                  <a:cubicBezTo>
                    <a:pt x="203" y="170"/>
                    <a:pt x="201" y="172"/>
                    <a:pt x="194" y="178"/>
                  </a:cubicBezTo>
                  <a:cubicBezTo>
                    <a:pt x="195" y="178"/>
                    <a:pt x="192" y="180"/>
                    <a:pt x="194" y="181"/>
                  </a:cubicBezTo>
                  <a:cubicBezTo>
                    <a:pt x="194" y="183"/>
                    <a:pt x="192" y="183"/>
                    <a:pt x="191" y="183"/>
                  </a:cubicBezTo>
                  <a:cubicBezTo>
                    <a:pt x="192" y="182"/>
                    <a:pt x="193" y="182"/>
                    <a:pt x="192" y="176"/>
                  </a:cubicBezTo>
                  <a:cubicBezTo>
                    <a:pt x="186" y="156"/>
                    <a:pt x="180" y="130"/>
                    <a:pt x="179" y="108"/>
                  </a:cubicBezTo>
                  <a:cubicBezTo>
                    <a:pt x="179" y="110"/>
                    <a:pt x="178" y="110"/>
                    <a:pt x="178" y="108"/>
                  </a:cubicBezTo>
                  <a:cubicBezTo>
                    <a:pt x="181" y="106"/>
                    <a:pt x="176" y="101"/>
                    <a:pt x="177" y="97"/>
                  </a:cubicBezTo>
                  <a:cubicBezTo>
                    <a:pt x="178" y="97"/>
                    <a:pt x="178" y="99"/>
                    <a:pt x="178" y="100"/>
                  </a:cubicBezTo>
                  <a:cubicBezTo>
                    <a:pt x="179" y="89"/>
                    <a:pt x="176" y="81"/>
                    <a:pt x="177" y="71"/>
                  </a:cubicBezTo>
                  <a:cubicBezTo>
                    <a:pt x="175" y="62"/>
                    <a:pt x="178" y="51"/>
                    <a:pt x="176" y="45"/>
                  </a:cubicBezTo>
                  <a:cubicBezTo>
                    <a:pt x="177" y="46"/>
                    <a:pt x="176" y="41"/>
                    <a:pt x="177" y="39"/>
                  </a:cubicBezTo>
                  <a:cubicBezTo>
                    <a:pt x="176" y="36"/>
                    <a:pt x="176" y="34"/>
                    <a:pt x="176" y="31"/>
                  </a:cubicBezTo>
                  <a:cubicBezTo>
                    <a:pt x="176" y="30"/>
                    <a:pt x="176" y="29"/>
                    <a:pt x="176" y="28"/>
                  </a:cubicBezTo>
                  <a:cubicBezTo>
                    <a:pt x="176" y="27"/>
                    <a:pt x="176" y="27"/>
                    <a:pt x="176" y="27"/>
                  </a:cubicBezTo>
                  <a:cubicBezTo>
                    <a:pt x="176" y="23"/>
                    <a:pt x="177" y="18"/>
                    <a:pt x="176" y="14"/>
                  </a:cubicBezTo>
                  <a:cubicBezTo>
                    <a:pt x="176" y="13"/>
                    <a:pt x="175" y="2"/>
                    <a:pt x="174" y="1"/>
                  </a:cubicBezTo>
                  <a:cubicBezTo>
                    <a:pt x="173" y="0"/>
                    <a:pt x="172" y="6"/>
                    <a:pt x="170" y="6"/>
                  </a:cubicBezTo>
                  <a:cubicBezTo>
                    <a:pt x="162" y="5"/>
                    <a:pt x="168" y="10"/>
                    <a:pt x="161" y="11"/>
                  </a:cubicBezTo>
                  <a:cubicBezTo>
                    <a:pt x="157" y="12"/>
                    <a:pt x="156" y="13"/>
                    <a:pt x="154" y="16"/>
                  </a:cubicBezTo>
                  <a:cubicBezTo>
                    <a:pt x="155" y="20"/>
                    <a:pt x="155" y="24"/>
                    <a:pt x="155" y="28"/>
                  </a:cubicBezTo>
                  <a:cubicBezTo>
                    <a:pt x="156" y="67"/>
                    <a:pt x="156" y="67"/>
                    <a:pt x="156" y="67"/>
                  </a:cubicBezTo>
                  <a:cubicBezTo>
                    <a:pt x="156" y="75"/>
                    <a:pt x="154" y="84"/>
                    <a:pt x="153" y="92"/>
                  </a:cubicBezTo>
                  <a:cubicBezTo>
                    <a:pt x="148" y="91"/>
                    <a:pt x="142" y="91"/>
                    <a:pt x="139" y="94"/>
                  </a:cubicBezTo>
                  <a:cubicBezTo>
                    <a:pt x="137" y="95"/>
                    <a:pt x="135" y="96"/>
                    <a:pt x="134" y="98"/>
                  </a:cubicBezTo>
                  <a:cubicBezTo>
                    <a:pt x="125" y="103"/>
                    <a:pt x="119" y="113"/>
                    <a:pt x="119" y="118"/>
                  </a:cubicBezTo>
                  <a:cubicBezTo>
                    <a:pt x="118" y="121"/>
                    <a:pt x="118" y="124"/>
                    <a:pt x="118" y="127"/>
                  </a:cubicBezTo>
                  <a:cubicBezTo>
                    <a:pt x="115" y="132"/>
                    <a:pt x="113" y="140"/>
                    <a:pt x="112" y="144"/>
                  </a:cubicBezTo>
                  <a:cubicBezTo>
                    <a:pt x="111" y="152"/>
                    <a:pt x="111" y="155"/>
                    <a:pt x="111" y="160"/>
                  </a:cubicBezTo>
                  <a:cubicBezTo>
                    <a:pt x="111" y="163"/>
                    <a:pt x="109" y="164"/>
                    <a:pt x="108" y="165"/>
                  </a:cubicBezTo>
                  <a:cubicBezTo>
                    <a:pt x="105" y="174"/>
                    <a:pt x="100" y="181"/>
                    <a:pt x="100" y="189"/>
                  </a:cubicBezTo>
                  <a:cubicBezTo>
                    <a:pt x="99" y="189"/>
                    <a:pt x="99" y="189"/>
                    <a:pt x="99" y="189"/>
                  </a:cubicBezTo>
                  <a:cubicBezTo>
                    <a:pt x="98" y="195"/>
                    <a:pt x="93" y="208"/>
                    <a:pt x="88" y="208"/>
                  </a:cubicBezTo>
                  <a:cubicBezTo>
                    <a:pt x="88" y="210"/>
                    <a:pt x="83" y="208"/>
                    <a:pt x="85" y="211"/>
                  </a:cubicBezTo>
                  <a:cubicBezTo>
                    <a:pt x="82" y="210"/>
                    <a:pt x="85" y="209"/>
                    <a:pt x="82" y="208"/>
                  </a:cubicBezTo>
                  <a:cubicBezTo>
                    <a:pt x="83" y="209"/>
                    <a:pt x="84" y="208"/>
                    <a:pt x="85" y="208"/>
                  </a:cubicBezTo>
                  <a:cubicBezTo>
                    <a:pt x="78" y="200"/>
                    <a:pt x="79" y="178"/>
                    <a:pt x="79" y="161"/>
                  </a:cubicBezTo>
                  <a:cubicBezTo>
                    <a:pt x="81" y="156"/>
                    <a:pt x="80" y="144"/>
                    <a:pt x="81" y="133"/>
                  </a:cubicBezTo>
                  <a:cubicBezTo>
                    <a:pt x="81" y="131"/>
                    <a:pt x="81" y="131"/>
                    <a:pt x="81" y="131"/>
                  </a:cubicBezTo>
                  <a:cubicBezTo>
                    <a:pt x="82" y="131"/>
                    <a:pt x="82" y="131"/>
                    <a:pt x="83" y="131"/>
                  </a:cubicBezTo>
                  <a:cubicBezTo>
                    <a:pt x="83" y="131"/>
                    <a:pt x="83" y="130"/>
                    <a:pt x="83" y="130"/>
                  </a:cubicBezTo>
                  <a:cubicBezTo>
                    <a:pt x="83" y="129"/>
                    <a:pt x="83" y="129"/>
                    <a:pt x="83" y="129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2" y="128"/>
                    <a:pt x="82" y="128"/>
                    <a:pt x="81" y="128"/>
                  </a:cubicBezTo>
                  <a:cubicBezTo>
                    <a:pt x="81" y="127"/>
                    <a:pt x="81" y="127"/>
                    <a:pt x="81" y="127"/>
                  </a:cubicBezTo>
                  <a:cubicBezTo>
                    <a:pt x="82" y="128"/>
                    <a:pt x="82" y="128"/>
                    <a:pt x="83" y="128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2" y="127"/>
                    <a:pt x="81" y="127"/>
                  </a:cubicBezTo>
                  <a:cubicBezTo>
                    <a:pt x="81" y="126"/>
                    <a:pt x="81" y="126"/>
                    <a:pt x="81" y="126"/>
                  </a:cubicBezTo>
                  <a:cubicBezTo>
                    <a:pt x="62" y="125"/>
                    <a:pt x="75" y="126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66" y="126"/>
                    <a:pt x="63" y="126"/>
                    <a:pt x="69" y="126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0" y="127"/>
                    <a:pt x="70" y="127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7"/>
                    <a:pt x="70" y="127"/>
                    <a:pt x="69" y="127"/>
                  </a:cubicBezTo>
                  <a:cubicBezTo>
                    <a:pt x="69" y="129"/>
                    <a:pt x="69" y="131"/>
                    <a:pt x="71" y="129"/>
                  </a:cubicBezTo>
                  <a:cubicBezTo>
                    <a:pt x="71" y="129"/>
                    <a:pt x="71" y="129"/>
                    <a:pt x="71" y="130"/>
                  </a:cubicBezTo>
                  <a:cubicBezTo>
                    <a:pt x="71" y="130"/>
                    <a:pt x="71" y="130"/>
                    <a:pt x="71" y="130"/>
                  </a:cubicBezTo>
                  <a:cubicBezTo>
                    <a:pt x="70" y="132"/>
                    <a:pt x="70" y="134"/>
                    <a:pt x="70" y="136"/>
                  </a:cubicBezTo>
                  <a:cubicBezTo>
                    <a:pt x="70" y="138"/>
                    <a:pt x="70" y="139"/>
                    <a:pt x="70" y="140"/>
                  </a:cubicBezTo>
                  <a:cubicBezTo>
                    <a:pt x="70" y="140"/>
                    <a:pt x="70" y="140"/>
                    <a:pt x="70" y="140"/>
                  </a:cubicBezTo>
                  <a:cubicBezTo>
                    <a:pt x="69" y="144"/>
                    <a:pt x="69" y="147"/>
                    <a:pt x="68" y="151"/>
                  </a:cubicBezTo>
                  <a:cubicBezTo>
                    <a:pt x="68" y="151"/>
                    <a:pt x="67" y="151"/>
                    <a:pt x="67" y="152"/>
                  </a:cubicBezTo>
                  <a:cubicBezTo>
                    <a:pt x="67" y="153"/>
                    <a:pt x="67" y="155"/>
                    <a:pt x="67" y="156"/>
                  </a:cubicBezTo>
                  <a:cubicBezTo>
                    <a:pt x="67" y="160"/>
                    <a:pt x="66" y="164"/>
                    <a:pt x="64" y="168"/>
                  </a:cubicBezTo>
                  <a:cubicBezTo>
                    <a:pt x="64" y="168"/>
                    <a:pt x="64" y="169"/>
                    <a:pt x="64" y="169"/>
                  </a:cubicBezTo>
                  <a:cubicBezTo>
                    <a:pt x="63" y="164"/>
                    <a:pt x="64" y="157"/>
                    <a:pt x="65" y="155"/>
                  </a:cubicBezTo>
                  <a:cubicBezTo>
                    <a:pt x="63" y="149"/>
                    <a:pt x="64" y="160"/>
                    <a:pt x="62" y="159"/>
                  </a:cubicBezTo>
                  <a:cubicBezTo>
                    <a:pt x="62" y="163"/>
                    <a:pt x="62" y="166"/>
                    <a:pt x="63" y="171"/>
                  </a:cubicBezTo>
                  <a:cubicBezTo>
                    <a:pt x="62" y="174"/>
                    <a:pt x="63" y="175"/>
                    <a:pt x="61" y="179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58" y="183"/>
                    <a:pt x="58" y="185"/>
                    <a:pt x="58" y="188"/>
                  </a:cubicBezTo>
                  <a:cubicBezTo>
                    <a:pt x="54" y="190"/>
                    <a:pt x="55" y="191"/>
                    <a:pt x="51" y="193"/>
                  </a:cubicBezTo>
                  <a:cubicBezTo>
                    <a:pt x="54" y="190"/>
                    <a:pt x="55" y="186"/>
                    <a:pt x="55" y="183"/>
                  </a:cubicBezTo>
                  <a:cubicBezTo>
                    <a:pt x="51" y="187"/>
                    <a:pt x="48" y="194"/>
                    <a:pt x="43" y="194"/>
                  </a:cubicBezTo>
                  <a:cubicBezTo>
                    <a:pt x="38" y="196"/>
                    <a:pt x="35" y="199"/>
                    <a:pt x="35" y="201"/>
                  </a:cubicBezTo>
                  <a:cubicBezTo>
                    <a:pt x="36" y="200"/>
                    <a:pt x="31" y="201"/>
                    <a:pt x="34" y="199"/>
                  </a:cubicBezTo>
                  <a:cubicBezTo>
                    <a:pt x="32" y="200"/>
                    <a:pt x="30" y="201"/>
                    <a:pt x="29" y="201"/>
                  </a:cubicBezTo>
                  <a:cubicBezTo>
                    <a:pt x="29" y="201"/>
                    <a:pt x="29" y="201"/>
                    <a:pt x="29" y="201"/>
                  </a:cubicBezTo>
                  <a:cubicBezTo>
                    <a:pt x="28" y="201"/>
                    <a:pt x="28" y="200"/>
                    <a:pt x="28" y="199"/>
                  </a:cubicBezTo>
                  <a:cubicBezTo>
                    <a:pt x="26" y="197"/>
                    <a:pt x="23" y="193"/>
                    <a:pt x="19" y="196"/>
                  </a:cubicBezTo>
                  <a:cubicBezTo>
                    <a:pt x="19" y="194"/>
                    <a:pt x="19" y="194"/>
                    <a:pt x="19" y="194"/>
                  </a:cubicBezTo>
                  <a:cubicBezTo>
                    <a:pt x="16" y="196"/>
                    <a:pt x="12" y="198"/>
                    <a:pt x="9" y="198"/>
                  </a:cubicBezTo>
                  <a:cubicBezTo>
                    <a:pt x="9" y="200"/>
                    <a:pt x="8" y="202"/>
                    <a:pt x="10" y="203"/>
                  </a:cubicBezTo>
                  <a:cubicBezTo>
                    <a:pt x="9" y="204"/>
                    <a:pt x="7" y="201"/>
                    <a:pt x="8" y="203"/>
                  </a:cubicBezTo>
                  <a:cubicBezTo>
                    <a:pt x="7" y="201"/>
                    <a:pt x="7" y="201"/>
                    <a:pt x="7" y="201"/>
                  </a:cubicBezTo>
                  <a:cubicBezTo>
                    <a:pt x="1" y="206"/>
                    <a:pt x="3" y="212"/>
                    <a:pt x="3" y="217"/>
                  </a:cubicBezTo>
                  <a:cubicBezTo>
                    <a:pt x="0" y="218"/>
                    <a:pt x="3" y="221"/>
                    <a:pt x="2" y="224"/>
                  </a:cubicBezTo>
                  <a:cubicBezTo>
                    <a:pt x="3" y="226"/>
                    <a:pt x="2" y="229"/>
                    <a:pt x="5" y="229"/>
                  </a:cubicBezTo>
                  <a:cubicBezTo>
                    <a:pt x="4" y="230"/>
                    <a:pt x="4" y="230"/>
                    <a:pt x="4" y="230"/>
                  </a:cubicBezTo>
                  <a:cubicBezTo>
                    <a:pt x="4" y="232"/>
                    <a:pt x="4" y="235"/>
                    <a:pt x="5" y="237"/>
                  </a:cubicBezTo>
                  <a:cubicBezTo>
                    <a:pt x="5" y="239"/>
                    <a:pt x="7" y="238"/>
                    <a:pt x="8" y="239"/>
                  </a:cubicBezTo>
                  <a:cubicBezTo>
                    <a:pt x="7" y="240"/>
                    <a:pt x="7" y="240"/>
                    <a:pt x="7" y="240"/>
                  </a:cubicBezTo>
                  <a:cubicBezTo>
                    <a:pt x="8" y="241"/>
                    <a:pt x="10" y="240"/>
                    <a:pt x="12" y="240"/>
                  </a:cubicBezTo>
                  <a:cubicBezTo>
                    <a:pt x="12" y="241"/>
                    <a:pt x="12" y="241"/>
                    <a:pt x="12" y="242"/>
                  </a:cubicBezTo>
                  <a:cubicBezTo>
                    <a:pt x="11" y="242"/>
                    <a:pt x="9" y="242"/>
                    <a:pt x="7" y="242"/>
                  </a:cubicBezTo>
                  <a:cubicBezTo>
                    <a:pt x="8" y="244"/>
                    <a:pt x="11" y="244"/>
                    <a:pt x="10" y="246"/>
                  </a:cubicBezTo>
                  <a:cubicBezTo>
                    <a:pt x="11" y="247"/>
                    <a:pt x="12" y="248"/>
                    <a:pt x="14" y="247"/>
                  </a:cubicBezTo>
                  <a:cubicBezTo>
                    <a:pt x="13" y="247"/>
                    <a:pt x="14" y="248"/>
                    <a:pt x="13" y="248"/>
                  </a:cubicBezTo>
                  <a:cubicBezTo>
                    <a:pt x="13" y="249"/>
                    <a:pt x="14" y="249"/>
                    <a:pt x="15" y="249"/>
                  </a:cubicBezTo>
                  <a:cubicBezTo>
                    <a:pt x="15" y="249"/>
                    <a:pt x="15" y="249"/>
                    <a:pt x="15" y="249"/>
                  </a:cubicBezTo>
                  <a:cubicBezTo>
                    <a:pt x="16" y="248"/>
                    <a:pt x="17" y="249"/>
                    <a:pt x="18" y="247"/>
                  </a:cubicBezTo>
                  <a:cubicBezTo>
                    <a:pt x="17" y="247"/>
                    <a:pt x="17" y="247"/>
                    <a:pt x="17" y="246"/>
                  </a:cubicBezTo>
                  <a:cubicBezTo>
                    <a:pt x="18" y="246"/>
                    <a:pt x="19" y="246"/>
                    <a:pt x="19" y="248"/>
                  </a:cubicBezTo>
                  <a:cubicBezTo>
                    <a:pt x="18" y="249"/>
                    <a:pt x="16" y="249"/>
                    <a:pt x="17" y="250"/>
                  </a:cubicBezTo>
                  <a:cubicBezTo>
                    <a:pt x="18" y="250"/>
                    <a:pt x="20" y="249"/>
                    <a:pt x="21" y="248"/>
                  </a:cubicBezTo>
                  <a:cubicBezTo>
                    <a:pt x="20" y="249"/>
                    <a:pt x="19" y="248"/>
                    <a:pt x="20" y="246"/>
                  </a:cubicBezTo>
                  <a:cubicBezTo>
                    <a:pt x="19" y="247"/>
                    <a:pt x="19" y="247"/>
                    <a:pt x="19" y="247"/>
                  </a:cubicBezTo>
                  <a:cubicBezTo>
                    <a:pt x="20" y="246"/>
                    <a:pt x="20" y="246"/>
                    <a:pt x="20" y="246"/>
                  </a:cubicBezTo>
                  <a:cubicBezTo>
                    <a:pt x="18" y="245"/>
                    <a:pt x="19" y="243"/>
                    <a:pt x="17" y="243"/>
                  </a:cubicBezTo>
                  <a:cubicBezTo>
                    <a:pt x="16" y="245"/>
                    <a:pt x="16" y="245"/>
                    <a:pt x="16" y="245"/>
                  </a:cubicBezTo>
                  <a:cubicBezTo>
                    <a:pt x="15" y="244"/>
                    <a:pt x="13" y="244"/>
                    <a:pt x="13" y="243"/>
                  </a:cubicBezTo>
                  <a:cubicBezTo>
                    <a:pt x="14" y="243"/>
                    <a:pt x="15" y="242"/>
                    <a:pt x="15" y="241"/>
                  </a:cubicBezTo>
                  <a:cubicBezTo>
                    <a:pt x="15" y="241"/>
                    <a:pt x="14" y="241"/>
                    <a:pt x="15" y="241"/>
                  </a:cubicBezTo>
                  <a:cubicBezTo>
                    <a:pt x="17" y="240"/>
                    <a:pt x="17" y="240"/>
                    <a:pt x="17" y="240"/>
                  </a:cubicBezTo>
                  <a:cubicBezTo>
                    <a:pt x="14" y="242"/>
                    <a:pt x="15" y="238"/>
                    <a:pt x="14" y="238"/>
                  </a:cubicBezTo>
                  <a:cubicBezTo>
                    <a:pt x="15" y="238"/>
                    <a:pt x="15" y="238"/>
                    <a:pt x="15" y="238"/>
                  </a:cubicBezTo>
                  <a:cubicBezTo>
                    <a:pt x="15" y="236"/>
                    <a:pt x="13" y="239"/>
                    <a:pt x="13" y="238"/>
                  </a:cubicBezTo>
                  <a:cubicBezTo>
                    <a:pt x="13" y="237"/>
                    <a:pt x="15" y="237"/>
                    <a:pt x="16" y="235"/>
                  </a:cubicBezTo>
                  <a:cubicBezTo>
                    <a:pt x="15" y="234"/>
                    <a:pt x="12" y="233"/>
                    <a:pt x="14" y="230"/>
                  </a:cubicBezTo>
                  <a:cubicBezTo>
                    <a:pt x="13" y="229"/>
                    <a:pt x="12" y="228"/>
                    <a:pt x="11" y="227"/>
                  </a:cubicBezTo>
                  <a:cubicBezTo>
                    <a:pt x="10" y="226"/>
                    <a:pt x="13" y="227"/>
                    <a:pt x="12" y="226"/>
                  </a:cubicBezTo>
                  <a:cubicBezTo>
                    <a:pt x="13" y="226"/>
                    <a:pt x="14" y="225"/>
                    <a:pt x="15" y="225"/>
                  </a:cubicBezTo>
                  <a:cubicBezTo>
                    <a:pt x="14" y="225"/>
                    <a:pt x="15" y="223"/>
                    <a:pt x="12" y="224"/>
                  </a:cubicBezTo>
                  <a:cubicBezTo>
                    <a:pt x="13" y="222"/>
                    <a:pt x="13" y="221"/>
                    <a:pt x="13" y="219"/>
                  </a:cubicBezTo>
                  <a:cubicBezTo>
                    <a:pt x="13" y="219"/>
                    <a:pt x="14" y="219"/>
                    <a:pt x="15" y="219"/>
                  </a:cubicBezTo>
                  <a:cubicBezTo>
                    <a:pt x="14" y="218"/>
                    <a:pt x="12" y="217"/>
                    <a:pt x="13" y="216"/>
                  </a:cubicBezTo>
                  <a:cubicBezTo>
                    <a:pt x="12" y="215"/>
                    <a:pt x="12" y="216"/>
                    <a:pt x="10" y="215"/>
                  </a:cubicBezTo>
                  <a:cubicBezTo>
                    <a:pt x="10" y="215"/>
                    <a:pt x="9" y="215"/>
                    <a:pt x="9" y="214"/>
                  </a:cubicBezTo>
                  <a:cubicBezTo>
                    <a:pt x="11" y="214"/>
                    <a:pt x="14" y="215"/>
                    <a:pt x="14" y="214"/>
                  </a:cubicBezTo>
                  <a:cubicBezTo>
                    <a:pt x="17" y="215"/>
                    <a:pt x="13" y="216"/>
                    <a:pt x="16" y="216"/>
                  </a:cubicBezTo>
                  <a:cubicBezTo>
                    <a:pt x="18" y="216"/>
                    <a:pt x="18" y="218"/>
                    <a:pt x="17" y="219"/>
                  </a:cubicBezTo>
                  <a:cubicBezTo>
                    <a:pt x="19" y="220"/>
                    <a:pt x="17" y="218"/>
                    <a:pt x="19" y="218"/>
                  </a:cubicBezTo>
                  <a:cubicBezTo>
                    <a:pt x="19" y="217"/>
                    <a:pt x="18" y="217"/>
                    <a:pt x="18" y="216"/>
                  </a:cubicBezTo>
                  <a:cubicBezTo>
                    <a:pt x="18" y="216"/>
                    <a:pt x="17" y="216"/>
                    <a:pt x="17" y="216"/>
                  </a:cubicBezTo>
                  <a:cubicBezTo>
                    <a:pt x="17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5"/>
                    <a:pt x="17" y="215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6" y="216"/>
                    <a:pt x="16" y="215"/>
                    <a:pt x="16" y="215"/>
                  </a:cubicBezTo>
                  <a:cubicBezTo>
                    <a:pt x="14" y="214"/>
                    <a:pt x="17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4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8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20" y="212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8" y="213"/>
                  </a:cubicBezTo>
                  <a:cubicBezTo>
                    <a:pt x="19" y="213"/>
                    <a:pt x="19" y="213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9" y="213"/>
                    <a:pt x="19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3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9" y="216"/>
                    <a:pt x="18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6"/>
                    <a:pt x="19" y="216"/>
                  </a:cubicBezTo>
                  <a:cubicBezTo>
                    <a:pt x="19" y="216"/>
                    <a:pt x="19" y="216"/>
                    <a:pt x="19" y="215"/>
                  </a:cubicBezTo>
                  <a:cubicBezTo>
                    <a:pt x="19" y="216"/>
                    <a:pt x="19" y="216"/>
                    <a:pt x="19" y="216"/>
                  </a:cubicBezTo>
                  <a:cubicBezTo>
                    <a:pt x="19" y="215"/>
                    <a:pt x="20" y="217"/>
                    <a:pt x="20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20" y="215"/>
                    <a:pt x="18" y="215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3"/>
                  </a:cubicBezTo>
                  <a:cubicBezTo>
                    <a:pt x="19" y="213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20" y="214"/>
                    <a:pt x="20" y="214"/>
                  </a:cubicBezTo>
                  <a:cubicBezTo>
                    <a:pt x="20" y="214"/>
                    <a:pt x="19" y="214"/>
                    <a:pt x="20" y="215"/>
                  </a:cubicBezTo>
                  <a:cubicBezTo>
                    <a:pt x="22" y="215"/>
                    <a:pt x="22" y="215"/>
                    <a:pt x="22" y="215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6"/>
                    <a:pt x="20" y="216"/>
                    <a:pt x="20" y="216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7"/>
                    <a:pt x="20" y="217"/>
                    <a:pt x="20" y="217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1" y="217"/>
                    <a:pt x="21" y="217"/>
                    <a:pt x="21" y="217"/>
                  </a:cubicBezTo>
                  <a:cubicBezTo>
                    <a:pt x="20" y="218"/>
                    <a:pt x="23" y="217"/>
                    <a:pt x="22" y="218"/>
                  </a:cubicBezTo>
                  <a:cubicBezTo>
                    <a:pt x="21" y="218"/>
                    <a:pt x="20" y="219"/>
                    <a:pt x="20" y="219"/>
                  </a:cubicBezTo>
                  <a:cubicBezTo>
                    <a:pt x="22" y="218"/>
                    <a:pt x="23" y="219"/>
                    <a:pt x="25" y="218"/>
                  </a:cubicBezTo>
                  <a:cubicBezTo>
                    <a:pt x="24" y="219"/>
                    <a:pt x="21" y="219"/>
                    <a:pt x="20" y="220"/>
                  </a:cubicBezTo>
                  <a:cubicBezTo>
                    <a:pt x="22" y="220"/>
                    <a:pt x="19" y="222"/>
                    <a:pt x="22" y="221"/>
                  </a:cubicBezTo>
                  <a:cubicBezTo>
                    <a:pt x="22" y="220"/>
                    <a:pt x="23" y="221"/>
                    <a:pt x="25" y="220"/>
                  </a:cubicBezTo>
                  <a:cubicBezTo>
                    <a:pt x="25" y="222"/>
                    <a:pt x="23" y="221"/>
                    <a:pt x="23" y="222"/>
                  </a:cubicBezTo>
                  <a:cubicBezTo>
                    <a:pt x="23" y="222"/>
                    <a:pt x="25" y="222"/>
                    <a:pt x="26" y="221"/>
                  </a:cubicBezTo>
                  <a:cubicBezTo>
                    <a:pt x="26" y="222"/>
                    <a:pt x="28" y="222"/>
                    <a:pt x="27" y="223"/>
                  </a:cubicBezTo>
                  <a:cubicBezTo>
                    <a:pt x="25" y="224"/>
                    <a:pt x="26" y="222"/>
                    <a:pt x="25" y="223"/>
                  </a:cubicBezTo>
                  <a:cubicBezTo>
                    <a:pt x="25" y="224"/>
                    <a:pt x="29" y="222"/>
                    <a:pt x="30" y="224"/>
                  </a:cubicBezTo>
                  <a:cubicBezTo>
                    <a:pt x="31" y="223"/>
                    <a:pt x="34" y="223"/>
                    <a:pt x="35" y="224"/>
                  </a:cubicBezTo>
                  <a:cubicBezTo>
                    <a:pt x="35" y="226"/>
                    <a:pt x="34" y="223"/>
                    <a:pt x="32" y="224"/>
                  </a:cubicBezTo>
                  <a:cubicBezTo>
                    <a:pt x="32" y="225"/>
                    <a:pt x="32" y="225"/>
                    <a:pt x="32" y="225"/>
                  </a:cubicBezTo>
                  <a:cubicBezTo>
                    <a:pt x="30" y="227"/>
                    <a:pt x="27" y="224"/>
                    <a:pt x="25" y="225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6"/>
                    <a:pt x="24" y="226"/>
                    <a:pt x="23" y="227"/>
                  </a:cubicBezTo>
                  <a:cubicBezTo>
                    <a:pt x="25" y="226"/>
                    <a:pt x="24" y="228"/>
                    <a:pt x="25" y="228"/>
                  </a:cubicBezTo>
                  <a:cubicBezTo>
                    <a:pt x="26" y="228"/>
                    <a:pt x="24" y="228"/>
                    <a:pt x="25" y="228"/>
                  </a:cubicBezTo>
                  <a:cubicBezTo>
                    <a:pt x="26" y="228"/>
                    <a:pt x="29" y="228"/>
                    <a:pt x="28" y="230"/>
                  </a:cubicBezTo>
                  <a:cubicBezTo>
                    <a:pt x="27" y="229"/>
                    <a:pt x="26" y="230"/>
                    <a:pt x="25" y="230"/>
                  </a:cubicBezTo>
                  <a:cubicBezTo>
                    <a:pt x="24" y="231"/>
                    <a:pt x="27" y="230"/>
                    <a:pt x="26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3"/>
                    <a:pt x="26" y="241"/>
                    <a:pt x="32" y="242"/>
                  </a:cubicBezTo>
                  <a:cubicBezTo>
                    <a:pt x="31" y="243"/>
                    <a:pt x="31" y="245"/>
                    <a:pt x="30" y="247"/>
                  </a:cubicBezTo>
                  <a:cubicBezTo>
                    <a:pt x="31" y="246"/>
                    <a:pt x="32" y="246"/>
                    <a:pt x="33" y="247"/>
                  </a:cubicBezTo>
                  <a:cubicBezTo>
                    <a:pt x="31" y="248"/>
                    <a:pt x="31" y="248"/>
                    <a:pt x="31" y="248"/>
                  </a:cubicBezTo>
                  <a:cubicBezTo>
                    <a:pt x="30" y="250"/>
                    <a:pt x="33" y="251"/>
                    <a:pt x="34" y="251"/>
                  </a:cubicBezTo>
                  <a:cubicBezTo>
                    <a:pt x="33" y="252"/>
                    <a:pt x="33" y="252"/>
                    <a:pt x="33" y="252"/>
                  </a:cubicBezTo>
                  <a:cubicBezTo>
                    <a:pt x="32" y="254"/>
                    <a:pt x="34" y="253"/>
                    <a:pt x="35" y="253"/>
                  </a:cubicBezTo>
                  <a:cubicBezTo>
                    <a:pt x="34" y="254"/>
                    <a:pt x="34" y="254"/>
                    <a:pt x="34" y="254"/>
                  </a:cubicBezTo>
                  <a:cubicBezTo>
                    <a:pt x="35" y="254"/>
                    <a:pt x="35" y="254"/>
                    <a:pt x="35" y="254"/>
                  </a:cubicBezTo>
                  <a:cubicBezTo>
                    <a:pt x="36" y="255"/>
                    <a:pt x="36" y="256"/>
                    <a:pt x="34" y="257"/>
                  </a:cubicBezTo>
                  <a:cubicBezTo>
                    <a:pt x="35" y="257"/>
                    <a:pt x="35" y="257"/>
                    <a:pt x="36" y="256"/>
                  </a:cubicBezTo>
                  <a:cubicBezTo>
                    <a:pt x="35" y="258"/>
                    <a:pt x="36" y="261"/>
                    <a:pt x="38" y="262"/>
                  </a:cubicBezTo>
                  <a:cubicBezTo>
                    <a:pt x="38" y="261"/>
                    <a:pt x="39" y="261"/>
                    <a:pt x="40" y="260"/>
                  </a:cubicBezTo>
                  <a:cubicBezTo>
                    <a:pt x="42" y="259"/>
                    <a:pt x="40" y="260"/>
                    <a:pt x="41" y="260"/>
                  </a:cubicBezTo>
                  <a:cubicBezTo>
                    <a:pt x="41" y="261"/>
                    <a:pt x="40" y="262"/>
                    <a:pt x="39" y="262"/>
                  </a:cubicBezTo>
                  <a:cubicBezTo>
                    <a:pt x="38" y="265"/>
                    <a:pt x="42" y="267"/>
                    <a:pt x="44" y="270"/>
                  </a:cubicBezTo>
                  <a:cubicBezTo>
                    <a:pt x="44" y="270"/>
                    <a:pt x="44" y="270"/>
                    <a:pt x="45" y="270"/>
                  </a:cubicBezTo>
                  <a:cubicBezTo>
                    <a:pt x="44" y="273"/>
                    <a:pt x="48" y="273"/>
                    <a:pt x="48" y="276"/>
                  </a:cubicBezTo>
                  <a:cubicBezTo>
                    <a:pt x="49" y="275"/>
                    <a:pt x="51" y="273"/>
                    <a:pt x="52" y="274"/>
                  </a:cubicBezTo>
                  <a:cubicBezTo>
                    <a:pt x="54" y="274"/>
                    <a:pt x="50" y="276"/>
                    <a:pt x="50" y="279"/>
                  </a:cubicBezTo>
                  <a:cubicBezTo>
                    <a:pt x="51" y="278"/>
                    <a:pt x="52" y="279"/>
                    <a:pt x="53" y="279"/>
                  </a:cubicBezTo>
                  <a:cubicBezTo>
                    <a:pt x="52" y="280"/>
                    <a:pt x="52" y="280"/>
                    <a:pt x="52" y="280"/>
                  </a:cubicBezTo>
                  <a:cubicBezTo>
                    <a:pt x="54" y="279"/>
                    <a:pt x="55" y="280"/>
                    <a:pt x="55" y="281"/>
                  </a:cubicBezTo>
                  <a:cubicBezTo>
                    <a:pt x="55" y="281"/>
                    <a:pt x="55" y="281"/>
                    <a:pt x="55" y="281"/>
                  </a:cubicBezTo>
                  <a:cubicBezTo>
                    <a:pt x="55" y="282"/>
                    <a:pt x="55" y="283"/>
                    <a:pt x="56" y="284"/>
                  </a:cubicBezTo>
                  <a:cubicBezTo>
                    <a:pt x="57" y="282"/>
                    <a:pt x="58" y="284"/>
                    <a:pt x="59" y="283"/>
                  </a:cubicBezTo>
                  <a:cubicBezTo>
                    <a:pt x="59" y="284"/>
                    <a:pt x="59" y="284"/>
                    <a:pt x="59" y="284"/>
                  </a:cubicBezTo>
                  <a:cubicBezTo>
                    <a:pt x="60" y="283"/>
                    <a:pt x="60" y="283"/>
                    <a:pt x="60" y="283"/>
                  </a:cubicBezTo>
                  <a:cubicBezTo>
                    <a:pt x="61" y="285"/>
                    <a:pt x="61" y="285"/>
                    <a:pt x="61" y="285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60" y="287"/>
                    <a:pt x="60" y="285"/>
                    <a:pt x="62" y="284"/>
                  </a:cubicBezTo>
                  <a:cubicBezTo>
                    <a:pt x="63" y="284"/>
                    <a:pt x="62" y="285"/>
                    <a:pt x="62" y="286"/>
                  </a:cubicBezTo>
                  <a:cubicBezTo>
                    <a:pt x="62" y="287"/>
                    <a:pt x="62" y="285"/>
                    <a:pt x="61" y="285"/>
                  </a:cubicBezTo>
                  <a:cubicBezTo>
                    <a:pt x="60" y="286"/>
                    <a:pt x="62" y="286"/>
                    <a:pt x="61" y="287"/>
                  </a:cubicBezTo>
                  <a:cubicBezTo>
                    <a:pt x="62" y="287"/>
                    <a:pt x="63" y="286"/>
                    <a:pt x="63" y="286"/>
                  </a:cubicBezTo>
                  <a:cubicBezTo>
                    <a:pt x="64" y="287"/>
                    <a:pt x="65" y="287"/>
                    <a:pt x="65" y="289"/>
                  </a:cubicBezTo>
                  <a:cubicBezTo>
                    <a:pt x="65" y="288"/>
                    <a:pt x="66" y="289"/>
                    <a:pt x="67" y="288"/>
                  </a:cubicBezTo>
                  <a:cubicBezTo>
                    <a:pt x="66" y="288"/>
                    <a:pt x="66" y="287"/>
                    <a:pt x="66" y="286"/>
                  </a:cubicBezTo>
                  <a:cubicBezTo>
                    <a:pt x="67" y="286"/>
                    <a:pt x="68" y="286"/>
                    <a:pt x="68" y="287"/>
                  </a:cubicBezTo>
                  <a:cubicBezTo>
                    <a:pt x="67" y="287"/>
                    <a:pt x="67" y="287"/>
                    <a:pt x="67" y="287"/>
                  </a:cubicBezTo>
                  <a:cubicBezTo>
                    <a:pt x="68" y="287"/>
                    <a:pt x="69" y="288"/>
                    <a:pt x="69" y="286"/>
                  </a:cubicBezTo>
                  <a:cubicBezTo>
                    <a:pt x="69" y="289"/>
                    <a:pt x="69" y="289"/>
                    <a:pt x="69" y="289"/>
                  </a:cubicBezTo>
                  <a:cubicBezTo>
                    <a:pt x="70" y="288"/>
                    <a:pt x="71" y="288"/>
                    <a:pt x="72" y="288"/>
                  </a:cubicBezTo>
                  <a:cubicBezTo>
                    <a:pt x="71" y="290"/>
                    <a:pt x="69" y="291"/>
                    <a:pt x="71" y="292"/>
                  </a:cubicBezTo>
                  <a:cubicBezTo>
                    <a:pt x="73" y="291"/>
                    <a:pt x="73" y="291"/>
                    <a:pt x="73" y="291"/>
                  </a:cubicBezTo>
                  <a:cubicBezTo>
                    <a:pt x="74" y="291"/>
                    <a:pt x="74" y="292"/>
                    <a:pt x="74" y="293"/>
                  </a:cubicBezTo>
                  <a:cubicBezTo>
                    <a:pt x="76" y="294"/>
                    <a:pt x="77" y="289"/>
                    <a:pt x="79" y="291"/>
                  </a:cubicBezTo>
                  <a:cubicBezTo>
                    <a:pt x="78" y="293"/>
                    <a:pt x="78" y="293"/>
                    <a:pt x="79" y="294"/>
                  </a:cubicBezTo>
                  <a:cubicBezTo>
                    <a:pt x="79" y="293"/>
                    <a:pt x="79" y="293"/>
                    <a:pt x="80" y="293"/>
                  </a:cubicBezTo>
                  <a:cubicBezTo>
                    <a:pt x="80" y="292"/>
                    <a:pt x="79" y="294"/>
                    <a:pt x="79" y="293"/>
                  </a:cubicBezTo>
                  <a:cubicBezTo>
                    <a:pt x="79" y="291"/>
                    <a:pt x="80" y="292"/>
                    <a:pt x="80" y="292"/>
                  </a:cubicBezTo>
                  <a:cubicBezTo>
                    <a:pt x="81" y="296"/>
                    <a:pt x="86" y="294"/>
                    <a:pt x="88" y="296"/>
                  </a:cubicBezTo>
                  <a:cubicBezTo>
                    <a:pt x="88" y="294"/>
                    <a:pt x="90" y="295"/>
                    <a:pt x="90" y="295"/>
                  </a:cubicBezTo>
                  <a:cubicBezTo>
                    <a:pt x="90" y="297"/>
                    <a:pt x="92" y="294"/>
                    <a:pt x="93" y="296"/>
                  </a:cubicBezTo>
                  <a:cubicBezTo>
                    <a:pt x="92" y="293"/>
                    <a:pt x="92" y="293"/>
                    <a:pt x="92" y="293"/>
                  </a:cubicBezTo>
                  <a:cubicBezTo>
                    <a:pt x="94" y="295"/>
                    <a:pt x="95" y="290"/>
                    <a:pt x="96" y="293"/>
                  </a:cubicBezTo>
                  <a:cubicBezTo>
                    <a:pt x="97" y="293"/>
                    <a:pt x="96" y="294"/>
                    <a:pt x="95" y="295"/>
                  </a:cubicBezTo>
                  <a:cubicBezTo>
                    <a:pt x="96" y="298"/>
                    <a:pt x="99" y="293"/>
                    <a:pt x="100" y="296"/>
                  </a:cubicBezTo>
                  <a:cubicBezTo>
                    <a:pt x="100" y="295"/>
                    <a:pt x="99" y="293"/>
                    <a:pt x="101" y="292"/>
                  </a:cubicBezTo>
                  <a:cubicBezTo>
                    <a:pt x="101" y="294"/>
                    <a:pt x="103" y="295"/>
                    <a:pt x="103" y="295"/>
                  </a:cubicBezTo>
                  <a:cubicBezTo>
                    <a:pt x="104" y="295"/>
                    <a:pt x="104" y="294"/>
                    <a:pt x="105" y="295"/>
                  </a:cubicBezTo>
                  <a:cubicBezTo>
                    <a:pt x="104" y="296"/>
                    <a:pt x="104" y="296"/>
                    <a:pt x="104" y="296"/>
                  </a:cubicBezTo>
                  <a:cubicBezTo>
                    <a:pt x="105" y="297"/>
                    <a:pt x="106" y="296"/>
                    <a:pt x="107" y="295"/>
                  </a:cubicBezTo>
                  <a:cubicBezTo>
                    <a:pt x="108" y="297"/>
                    <a:pt x="110" y="296"/>
                    <a:pt x="111" y="297"/>
                  </a:cubicBezTo>
                  <a:cubicBezTo>
                    <a:pt x="112" y="295"/>
                    <a:pt x="113" y="299"/>
                    <a:pt x="113" y="295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14" y="296"/>
                    <a:pt x="115" y="294"/>
                    <a:pt x="115" y="294"/>
                  </a:cubicBezTo>
                  <a:cubicBezTo>
                    <a:pt x="115" y="296"/>
                    <a:pt x="115" y="296"/>
                    <a:pt x="115" y="296"/>
                  </a:cubicBezTo>
                  <a:cubicBezTo>
                    <a:pt x="114" y="298"/>
                    <a:pt x="117" y="296"/>
                    <a:pt x="117" y="298"/>
                  </a:cubicBezTo>
                  <a:cubicBezTo>
                    <a:pt x="116" y="296"/>
                    <a:pt x="117" y="298"/>
                    <a:pt x="118" y="296"/>
                  </a:cubicBezTo>
                  <a:cubicBezTo>
                    <a:pt x="118" y="296"/>
                    <a:pt x="118" y="296"/>
                    <a:pt x="118" y="296"/>
                  </a:cubicBezTo>
                  <a:cubicBezTo>
                    <a:pt x="120" y="296"/>
                    <a:pt x="119" y="295"/>
                    <a:pt x="120" y="295"/>
                  </a:cubicBezTo>
                  <a:cubicBezTo>
                    <a:pt x="121" y="295"/>
                    <a:pt x="120" y="297"/>
                    <a:pt x="120" y="297"/>
                  </a:cubicBezTo>
                  <a:cubicBezTo>
                    <a:pt x="120" y="298"/>
                    <a:pt x="121" y="298"/>
                    <a:pt x="122" y="297"/>
                  </a:cubicBezTo>
                  <a:cubicBezTo>
                    <a:pt x="122" y="298"/>
                    <a:pt x="122" y="298"/>
                    <a:pt x="123" y="298"/>
                  </a:cubicBezTo>
                  <a:cubicBezTo>
                    <a:pt x="123" y="298"/>
                    <a:pt x="123" y="298"/>
                    <a:pt x="123" y="298"/>
                  </a:cubicBezTo>
                  <a:cubicBezTo>
                    <a:pt x="123" y="298"/>
                    <a:pt x="124" y="298"/>
                    <a:pt x="124" y="299"/>
                  </a:cubicBezTo>
                  <a:cubicBezTo>
                    <a:pt x="123" y="300"/>
                    <a:pt x="123" y="300"/>
                    <a:pt x="123" y="300"/>
                  </a:cubicBezTo>
                  <a:cubicBezTo>
                    <a:pt x="124" y="300"/>
                    <a:pt x="125" y="299"/>
                    <a:pt x="125" y="298"/>
                  </a:cubicBezTo>
                  <a:cubicBezTo>
                    <a:pt x="127" y="300"/>
                    <a:pt x="131" y="300"/>
                    <a:pt x="132" y="300"/>
                  </a:cubicBezTo>
                  <a:cubicBezTo>
                    <a:pt x="131" y="299"/>
                    <a:pt x="131" y="301"/>
                    <a:pt x="131" y="300"/>
                  </a:cubicBezTo>
                  <a:cubicBezTo>
                    <a:pt x="132" y="300"/>
                    <a:pt x="133" y="299"/>
                    <a:pt x="133" y="300"/>
                  </a:cubicBezTo>
                  <a:cubicBezTo>
                    <a:pt x="134" y="300"/>
                    <a:pt x="133" y="301"/>
                    <a:pt x="134" y="302"/>
                  </a:cubicBezTo>
                  <a:cubicBezTo>
                    <a:pt x="133" y="302"/>
                    <a:pt x="135" y="300"/>
                    <a:pt x="134" y="300"/>
                  </a:cubicBezTo>
                  <a:cubicBezTo>
                    <a:pt x="134" y="303"/>
                    <a:pt x="138" y="301"/>
                    <a:pt x="139" y="304"/>
                  </a:cubicBezTo>
                  <a:cubicBezTo>
                    <a:pt x="139" y="303"/>
                    <a:pt x="138" y="304"/>
                    <a:pt x="137" y="305"/>
                  </a:cubicBezTo>
                  <a:cubicBezTo>
                    <a:pt x="139" y="305"/>
                    <a:pt x="141" y="305"/>
                    <a:pt x="143" y="304"/>
                  </a:cubicBezTo>
                  <a:cubicBezTo>
                    <a:pt x="142" y="305"/>
                    <a:pt x="142" y="305"/>
                    <a:pt x="141" y="305"/>
                  </a:cubicBezTo>
                  <a:cubicBezTo>
                    <a:pt x="142" y="306"/>
                    <a:pt x="143" y="307"/>
                    <a:pt x="144" y="306"/>
                  </a:cubicBezTo>
                  <a:cubicBezTo>
                    <a:pt x="145" y="305"/>
                    <a:pt x="144" y="307"/>
                    <a:pt x="144" y="306"/>
                  </a:cubicBezTo>
                  <a:cubicBezTo>
                    <a:pt x="144" y="305"/>
                    <a:pt x="146" y="305"/>
                    <a:pt x="146" y="306"/>
                  </a:cubicBezTo>
                  <a:cubicBezTo>
                    <a:pt x="146" y="306"/>
                    <a:pt x="146" y="306"/>
                    <a:pt x="146" y="306"/>
                  </a:cubicBezTo>
                  <a:cubicBezTo>
                    <a:pt x="147" y="307"/>
                    <a:pt x="147" y="306"/>
                    <a:pt x="148" y="307"/>
                  </a:cubicBezTo>
                  <a:cubicBezTo>
                    <a:pt x="148" y="308"/>
                    <a:pt x="147" y="307"/>
                    <a:pt x="147" y="308"/>
                  </a:cubicBezTo>
                  <a:cubicBezTo>
                    <a:pt x="145" y="310"/>
                    <a:pt x="147" y="311"/>
                    <a:pt x="147" y="311"/>
                  </a:cubicBezTo>
                  <a:cubicBezTo>
                    <a:pt x="149" y="311"/>
                    <a:pt x="149" y="311"/>
                    <a:pt x="149" y="311"/>
                  </a:cubicBezTo>
                  <a:cubicBezTo>
                    <a:pt x="150" y="311"/>
                    <a:pt x="148" y="312"/>
                    <a:pt x="148" y="312"/>
                  </a:cubicBezTo>
                  <a:cubicBezTo>
                    <a:pt x="154" y="312"/>
                    <a:pt x="154" y="312"/>
                    <a:pt x="154" y="312"/>
                  </a:cubicBezTo>
                  <a:cubicBezTo>
                    <a:pt x="153" y="312"/>
                    <a:pt x="152" y="314"/>
                    <a:pt x="151" y="314"/>
                  </a:cubicBezTo>
                  <a:cubicBezTo>
                    <a:pt x="152" y="315"/>
                    <a:pt x="155" y="315"/>
                    <a:pt x="157" y="315"/>
                  </a:cubicBezTo>
                  <a:cubicBezTo>
                    <a:pt x="157" y="316"/>
                    <a:pt x="158" y="317"/>
                    <a:pt x="159" y="318"/>
                  </a:cubicBezTo>
                  <a:cubicBezTo>
                    <a:pt x="158" y="319"/>
                    <a:pt x="159" y="317"/>
                    <a:pt x="158" y="318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6" y="318"/>
                    <a:pt x="154" y="320"/>
                    <a:pt x="153" y="320"/>
                  </a:cubicBezTo>
                  <a:cubicBezTo>
                    <a:pt x="155" y="320"/>
                    <a:pt x="154" y="323"/>
                    <a:pt x="154" y="325"/>
                  </a:cubicBezTo>
                  <a:cubicBezTo>
                    <a:pt x="157" y="323"/>
                    <a:pt x="156" y="326"/>
                    <a:pt x="159" y="325"/>
                  </a:cubicBezTo>
                  <a:cubicBezTo>
                    <a:pt x="160" y="327"/>
                    <a:pt x="157" y="327"/>
                    <a:pt x="156" y="328"/>
                  </a:cubicBezTo>
                  <a:cubicBezTo>
                    <a:pt x="158" y="329"/>
                    <a:pt x="158" y="331"/>
                    <a:pt x="158" y="333"/>
                  </a:cubicBezTo>
                  <a:cubicBezTo>
                    <a:pt x="158" y="333"/>
                    <a:pt x="158" y="333"/>
                    <a:pt x="158" y="333"/>
                  </a:cubicBezTo>
                  <a:cubicBezTo>
                    <a:pt x="159" y="334"/>
                    <a:pt x="158" y="337"/>
                    <a:pt x="161" y="338"/>
                  </a:cubicBezTo>
                  <a:cubicBezTo>
                    <a:pt x="160" y="338"/>
                    <a:pt x="160" y="338"/>
                    <a:pt x="159" y="338"/>
                  </a:cubicBezTo>
                  <a:cubicBezTo>
                    <a:pt x="159" y="340"/>
                    <a:pt x="163" y="338"/>
                    <a:pt x="162" y="340"/>
                  </a:cubicBezTo>
                  <a:cubicBezTo>
                    <a:pt x="160" y="339"/>
                    <a:pt x="160" y="339"/>
                    <a:pt x="160" y="339"/>
                  </a:cubicBezTo>
                  <a:cubicBezTo>
                    <a:pt x="162" y="340"/>
                    <a:pt x="160" y="342"/>
                    <a:pt x="162" y="343"/>
                  </a:cubicBezTo>
                  <a:cubicBezTo>
                    <a:pt x="161" y="343"/>
                    <a:pt x="161" y="343"/>
                    <a:pt x="160" y="343"/>
                  </a:cubicBezTo>
                  <a:cubicBezTo>
                    <a:pt x="161" y="344"/>
                    <a:pt x="161" y="345"/>
                    <a:pt x="163" y="346"/>
                  </a:cubicBezTo>
                  <a:cubicBezTo>
                    <a:pt x="162" y="347"/>
                    <a:pt x="161" y="346"/>
                    <a:pt x="160" y="346"/>
                  </a:cubicBezTo>
                  <a:cubicBezTo>
                    <a:pt x="160" y="347"/>
                    <a:pt x="163" y="347"/>
                    <a:pt x="162" y="348"/>
                  </a:cubicBezTo>
                  <a:cubicBezTo>
                    <a:pt x="162" y="349"/>
                    <a:pt x="161" y="349"/>
                    <a:pt x="161" y="349"/>
                  </a:cubicBezTo>
                  <a:cubicBezTo>
                    <a:pt x="162" y="350"/>
                    <a:pt x="162" y="351"/>
                    <a:pt x="163" y="352"/>
                  </a:cubicBezTo>
                  <a:cubicBezTo>
                    <a:pt x="162" y="352"/>
                    <a:pt x="162" y="353"/>
                    <a:pt x="161" y="353"/>
                  </a:cubicBezTo>
                  <a:cubicBezTo>
                    <a:pt x="161" y="360"/>
                    <a:pt x="162" y="366"/>
                    <a:pt x="164" y="372"/>
                  </a:cubicBezTo>
                  <a:cubicBezTo>
                    <a:pt x="161" y="374"/>
                    <a:pt x="162" y="371"/>
                    <a:pt x="161" y="372"/>
                  </a:cubicBezTo>
                  <a:cubicBezTo>
                    <a:pt x="163" y="372"/>
                    <a:pt x="161" y="373"/>
                    <a:pt x="162" y="375"/>
                  </a:cubicBezTo>
                  <a:cubicBezTo>
                    <a:pt x="162" y="375"/>
                    <a:pt x="162" y="375"/>
                    <a:pt x="162" y="375"/>
                  </a:cubicBezTo>
                  <a:cubicBezTo>
                    <a:pt x="162" y="376"/>
                    <a:pt x="161" y="376"/>
                    <a:pt x="162" y="377"/>
                  </a:cubicBezTo>
                  <a:cubicBezTo>
                    <a:pt x="162" y="377"/>
                    <a:pt x="162" y="377"/>
                    <a:pt x="162" y="377"/>
                  </a:cubicBezTo>
                  <a:cubicBezTo>
                    <a:pt x="164" y="378"/>
                    <a:pt x="159" y="379"/>
                    <a:pt x="162" y="379"/>
                  </a:cubicBezTo>
                  <a:cubicBezTo>
                    <a:pt x="161" y="380"/>
                    <a:pt x="161" y="380"/>
                    <a:pt x="161" y="380"/>
                  </a:cubicBezTo>
                  <a:cubicBezTo>
                    <a:pt x="163" y="381"/>
                    <a:pt x="160" y="382"/>
                    <a:pt x="162" y="383"/>
                  </a:cubicBezTo>
                  <a:cubicBezTo>
                    <a:pt x="162" y="383"/>
                    <a:pt x="162" y="383"/>
                    <a:pt x="162" y="383"/>
                  </a:cubicBezTo>
                  <a:cubicBezTo>
                    <a:pt x="161" y="384"/>
                    <a:pt x="165" y="386"/>
                    <a:pt x="163" y="386"/>
                  </a:cubicBezTo>
                  <a:cubicBezTo>
                    <a:pt x="163" y="388"/>
                    <a:pt x="164" y="389"/>
                    <a:pt x="166" y="389"/>
                  </a:cubicBezTo>
                  <a:cubicBezTo>
                    <a:pt x="165" y="390"/>
                    <a:pt x="164" y="389"/>
                    <a:pt x="163" y="389"/>
                  </a:cubicBezTo>
                  <a:cubicBezTo>
                    <a:pt x="164" y="394"/>
                    <a:pt x="164" y="400"/>
                    <a:pt x="167" y="404"/>
                  </a:cubicBezTo>
                  <a:cubicBezTo>
                    <a:pt x="166" y="404"/>
                    <a:pt x="166" y="404"/>
                    <a:pt x="165" y="404"/>
                  </a:cubicBezTo>
                  <a:cubicBezTo>
                    <a:pt x="168" y="406"/>
                    <a:pt x="163" y="409"/>
                    <a:pt x="168" y="411"/>
                  </a:cubicBezTo>
                  <a:cubicBezTo>
                    <a:pt x="170" y="412"/>
                    <a:pt x="170" y="412"/>
                    <a:pt x="170" y="412"/>
                  </a:cubicBezTo>
                  <a:cubicBezTo>
                    <a:pt x="169" y="412"/>
                    <a:pt x="168" y="412"/>
                    <a:pt x="167" y="413"/>
                  </a:cubicBezTo>
                  <a:cubicBezTo>
                    <a:pt x="168" y="413"/>
                    <a:pt x="167" y="415"/>
                    <a:pt x="169" y="416"/>
                  </a:cubicBezTo>
                  <a:cubicBezTo>
                    <a:pt x="168" y="416"/>
                    <a:pt x="168" y="416"/>
                    <a:pt x="168" y="416"/>
                  </a:cubicBezTo>
                  <a:cubicBezTo>
                    <a:pt x="167" y="417"/>
                    <a:pt x="170" y="418"/>
                    <a:pt x="169" y="419"/>
                  </a:cubicBezTo>
                  <a:cubicBezTo>
                    <a:pt x="169" y="419"/>
                    <a:pt x="169" y="419"/>
                    <a:pt x="169" y="419"/>
                  </a:cubicBezTo>
                  <a:cubicBezTo>
                    <a:pt x="166" y="425"/>
                    <a:pt x="163" y="434"/>
                    <a:pt x="168" y="438"/>
                  </a:cubicBezTo>
                  <a:cubicBezTo>
                    <a:pt x="169" y="440"/>
                    <a:pt x="166" y="439"/>
                    <a:pt x="166" y="440"/>
                  </a:cubicBezTo>
                  <a:cubicBezTo>
                    <a:pt x="170" y="444"/>
                    <a:pt x="167" y="452"/>
                    <a:pt x="173" y="453"/>
                  </a:cubicBezTo>
                  <a:cubicBezTo>
                    <a:pt x="173" y="454"/>
                    <a:pt x="173" y="454"/>
                    <a:pt x="173" y="455"/>
                  </a:cubicBezTo>
                  <a:cubicBezTo>
                    <a:pt x="173" y="455"/>
                    <a:pt x="173" y="456"/>
                    <a:pt x="174" y="456"/>
                  </a:cubicBezTo>
                  <a:cubicBezTo>
                    <a:pt x="171" y="457"/>
                    <a:pt x="174" y="460"/>
                    <a:pt x="172" y="462"/>
                  </a:cubicBezTo>
                  <a:cubicBezTo>
                    <a:pt x="175" y="462"/>
                    <a:pt x="174" y="463"/>
                    <a:pt x="174" y="464"/>
                  </a:cubicBezTo>
                  <a:cubicBezTo>
                    <a:pt x="174" y="464"/>
                    <a:pt x="173" y="464"/>
                    <a:pt x="173" y="464"/>
                  </a:cubicBezTo>
                  <a:cubicBezTo>
                    <a:pt x="173" y="466"/>
                    <a:pt x="173" y="466"/>
                    <a:pt x="172" y="468"/>
                  </a:cubicBezTo>
                  <a:cubicBezTo>
                    <a:pt x="172" y="469"/>
                    <a:pt x="174" y="469"/>
                    <a:pt x="173" y="470"/>
                  </a:cubicBezTo>
                  <a:cubicBezTo>
                    <a:pt x="171" y="471"/>
                    <a:pt x="173" y="472"/>
                    <a:pt x="172" y="473"/>
                  </a:cubicBezTo>
                  <a:cubicBezTo>
                    <a:pt x="174" y="473"/>
                    <a:pt x="175" y="474"/>
                    <a:pt x="175" y="475"/>
                  </a:cubicBezTo>
                  <a:cubicBezTo>
                    <a:pt x="172" y="475"/>
                    <a:pt x="172" y="475"/>
                    <a:pt x="172" y="475"/>
                  </a:cubicBezTo>
                  <a:cubicBezTo>
                    <a:pt x="174" y="477"/>
                    <a:pt x="170" y="481"/>
                    <a:pt x="174" y="485"/>
                  </a:cubicBezTo>
                  <a:cubicBezTo>
                    <a:pt x="172" y="485"/>
                    <a:pt x="172" y="485"/>
                    <a:pt x="172" y="485"/>
                  </a:cubicBezTo>
                  <a:cubicBezTo>
                    <a:pt x="174" y="488"/>
                    <a:pt x="173" y="491"/>
                    <a:pt x="176" y="494"/>
                  </a:cubicBezTo>
                  <a:cubicBezTo>
                    <a:pt x="175" y="495"/>
                    <a:pt x="175" y="496"/>
                    <a:pt x="175" y="497"/>
                  </a:cubicBezTo>
                  <a:cubicBezTo>
                    <a:pt x="176" y="498"/>
                    <a:pt x="176" y="499"/>
                    <a:pt x="178" y="499"/>
                  </a:cubicBezTo>
                  <a:cubicBezTo>
                    <a:pt x="178" y="500"/>
                    <a:pt x="177" y="500"/>
                    <a:pt x="177" y="500"/>
                  </a:cubicBezTo>
                  <a:cubicBezTo>
                    <a:pt x="176" y="501"/>
                    <a:pt x="174" y="504"/>
                    <a:pt x="177" y="504"/>
                  </a:cubicBezTo>
                  <a:cubicBezTo>
                    <a:pt x="175" y="505"/>
                    <a:pt x="175" y="505"/>
                    <a:pt x="175" y="505"/>
                  </a:cubicBezTo>
                  <a:cubicBezTo>
                    <a:pt x="177" y="506"/>
                    <a:pt x="179" y="507"/>
                    <a:pt x="177" y="508"/>
                  </a:cubicBezTo>
                  <a:cubicBezTo>
                    <a:pt x="178" y="509"/>
                    <a:pt x="179" y="510"/>
                    <a:pt x="181" y="509"/>
                  </a:cubicBezTo>
                  <a:cubicBezTo>
                    <a:pt x="181" y="510"/>
                    <a:pt x="178" y="510"/>
                    <a:pt x="180" y="510"/>
                  </a:cubicBezTo>
                  <a:cubicBezTo>
                    <a:pt x="178" y="510"/>
                    <a:pt x="178" y="510"/>
                    <a:pt x="178" y="510"/>
                  </a:cubicBezTo>
                  <a:cubicBezTo>
                    <a:pt x="177" y="513"/>
                    <a:pt x="179" y="515"/>
                    <a:pt x="180" y="518"/>
                  </a:cubicBezTo>
                  <a:cubicBezTo>
                    <a:pt x="178" y="519"/>
                    <a:pt x="181" y="520"/>
                    <a:pt x="179" y="522"/>
                  </a:cubicBezTo>
                  <a:cubicBezTo>
                    <a:pt x="181" y="523"/>
                    <a:pt x="179" y="525"/>
                    <a:pt x="182" y="525"/>
                  </a:cubicBezTo>
                  <a:cubicBezTo>
                    <a:pt x="181" y="525"/>
                    <a:pt x="181" y="525"/>
                    <a:pt x="181" y="525"/>
                  </a:cubicBezTo>
                  <a:cubicBezTo>
                    <a:pt x="181" y="526"/>
                    <a:pt x="181" y="528"/>
                    <a:pt x="180" y="530"/>
                  </a:cubicBezTo>
                  <a:cubicBezTo>
                    <a:pt x="180" y="531"/>
                    <a:pt x="182" y="530"/>
                    <a:pt x="183" y="531"/>
                  </a:cubicBezTo>
                  <a:cubicBezTo>
                    <a:pt x="182" y="531"/>
                    <a:pt x="182" y="531"/>
                    <a:pt x="182" y="531"/>
                  </a:cubicBezTo>
                  <a:cubicBezTo>
                    <a:pt x="183" y="532"/>
                    <a:pt x="185" y="532"/>
                    <a:pt x="186" y="532"/>
                  </a:cubicBezTo>
                  <a:cubicBezTo>
                    <a:pt x="185" y="533"/>
                    <a:pt x="186" y="533"/>
                    <a:pt x="185" y="533"/>
                  </a:cubicBezTo>
                  <a:cubicBezTo>
                    <a:pt x="185" y="533"/>
                    <a:pt x="183" y="533"/>
                    <a:pt x="181" y="532"/>
                  </a:cubicBezTo>
                  <a:cubicBezTo>
                    <a:pt x="181" y="534"/>
                    <a:pt x="184" y="534"/>
                    <a:pt x="182" y="535"/>
                  </a:cubicBezTo>
                  <a:cubicBezTo>
                    <a:pt x="182" y="536"/>
                    <a:pt x="182" y="536"/>
                    <a:pt x="184" y="536"/>
                  </a:cubicBezTo>
                  <a:cubicBezTo>
                    <a:pt x="184" y="536"/>
                    <a:pt x="183" y="537"/>
                    <a:pt x="182" y="537"/>
                  </a:cubicBezTo>
                  <a:cubicBezTo>
                    <a:pt x="183" y="537"/>
                    <a:pt x="183" y="538"/>
                    <a:pt x="184" y="538"/>
                  </a:cubicBezTo>
                  <a:cubicBezTo>
                    <a:pt x="184" y="538"/>
                    <a:pt x="184" y="537"/>
                    <a:pt x="184" y="537"/>
                  </a:cubicBezTo>
                  <a:cubicBezTo>
                    <a:pt x="185" y="537"/>
                    <a:pt x="185" y="538"/>
                    <a:pt x="187" y="538"/>
                  </a:cubicBezTo>
                  <a:cubicBezTo>
                    <a:pt x="187" y="537"/>
                    <a:pt x="186" y="537"/>
                    <a:pt x="186" y="537"/>
                  </a:cubicBezTo>
                  <a:cubicBezTo>
                    <a:pt x="188" y="537"/>
                    <a:pt x="188" y="538"/>
                    <a:pt x="187" y="538"/>
                  </a:cubicBezTo>
                  <a:cubicBezTo>
                    <a:pt x="186" y="539"/>
                    <a:pt x="185" y="538"/>
                    <a:pt x="184" y="539"/>
                  </a:cubicBezTo>
                  <a:cubicBezTo>
                    <a:pt x="188" y="540"/>
                    <a:pt x="188" y="540"/>
                    <a:pt x="188" y="540"/>
                  </a:cubicBezTo>
                  <a:cubicBezTo>
                    <a:pt x="186" y="540"/>
                    <a:pt x="187" y="539"/>
                    <a:pt x="189" y="539"/>
                  </a:cubicBezTo>
                  <a:cubicBezTo>
                    <a:pt x="188" y="538"/>
                    <a:pt x="188" y="538"/>
                    <a:pt x="188" y="538"/>
                  </a:cubicBezTo>
                  <a:cubicBezTo>
                    <a:pt x="189" y="538"/>
                    <a:pt x="189" y="538"/>
                    <a:pt x="189" y="538"/>
                  </a:cubicBezTo>
                  <a:cubicBezTo>
                    <a:pt x="189" y="537"/>
                    <a:pt x="190" y="536"/>
                    <a:pt x="189" y="535"/>
                  </a:cubicBezTo>
                  <a:cubicBezTo>
                    <a:pt x="187" y="536"/>
                    <a:pt x="187" y="536"/>
                    <a:pt x="187" y="536"/>
                  </a:cubicBezTo>
                  <a:cubicBezTo>
                    <a:pt x="187" y="535"/>
                    <a:pt x="185" y="535"/>
                    <a:pt x="187" y="534"/>
                  </a:cubicBezTo>
                  <a:cubicBezTo>
                    <a:pt x="187" y="534"/>
                    <a:pt x="188" y="534"/>
                    <a:pt x="189" y="534"/>
                  </a:cubicBezTo>
                  <a:cubicBezTo>
                    <a:pt x="189" y="534"/>
                    <a:pt x="188" y="533"/>
                    <a:pt x="188" y="533"/>
                  </a:cubicBezTo>
                  <a:cubicBezTo>
                    <a:pt x="191" y="533"/>
                    <a:pt x="191" y="533"/>
                    <a:pt x="191" y="533"/>
                  </a:cubicBezTo>
                  <a:cubicBezTo>
                    <a:pt x="187" y="533"/>
                    <a:pt x="189" y="532"/>
                    <a:pt x="189" y="531"/>
                  </a:cubicBezTo>
                  <a:cubicBezTo>
                    <a:pt x="189" y="531"/>
                    <a:pt x="189" y="531"/>
                    <a:pt x="189" y="531"/>
                  </a:cubicBezTo>
                  <a:cubicBezTo>
                    <a:pt x="190" y="530"/>
                    <a:pt x="188" y="532"/>
                    <a:pt x="188" y="531"/>
                  </a:cubicBezTo>
                  <a:cubicBezTo>
                    <a:pt x="188" y="530"/>
                    <a:pt x="191" y="530"/>
                    <a:pt x="192" y="530"/>
                  </a:cubicBezTo>
                  <a:cubicBezTo>
                    <a:pt x="191" y="529"/>
                    <a:pt x="189" y="527"/>
                    <a:pt x="191" y="526"/>
                  </a:cubicBezTo>
                  <a:cubicBezTo>
                    <a:pt x="190" y="525"/>
                    <a:pt x="189" y="524"/>
                    <a:pt x="188" y="524"/>
                  </a:cubicBezTo>
                  <a:cubicBezTo>
                    <a:pt x="188" y="523"/>
                    <a:pt x="191" y="523"/>
                    <a:pt x="190" y="523"/>
                  </a:cubicBezTo>
                  <a:cubicBezTo>
                    <a:pt x="190" y="523"/>
                    <a:pt x="191" y="522"/>
                    <a:pt x="192" y="522"/>
                  </a:cubicBezTo>
                  <a:cubicBezTo>
                    <a:pt x="191" y="522"/>
                    <a:pt x="192" y="521"/>
                    <a:pt x="190" y="522"/>
                  </a:cubicBezTo>
                  <a:cubicBezTo>
                    <a:pt x="190" y="520"/>
                    <a:pt x="191" y="519"/>
                    <a:pt x="190" y="518"/>
                  </a:cubicBezTo>
                  <a:cubicBezTo>
                    <a:pt x="190" y="518"/>
                    <a:pt x="192" y="518"/>
                    <a:pt x="193" y="518"/>
                  </a:cubicBezTo>
                  <a:cubicBezTo>
                    <a:pt x="191" y="517"/>
                    <a:pt x="190" y="516"/>
                    <a:pt x="190" y="515"/>
                  </a:cubicBezTo>
                  <a:cubicBezTo>
                    <a:pt x="189" y="515"/>
                    <a:pt x="189" y="516"/>
                    <a:pt x="187" y="516"/>
                  </a:cubicBezTo>
                  <a:cubicBezTo>
                    <a:pt x="187" y="516"/>
                    <a:pt x="186" y="516"/>
                    <a:pt x="186" y="515"/>
                  </a:cubicBezTo>
                  <a:cubicBezTo>
                    <a:pt x="188" y="515"/>
                    <a:pt x="191" y="515"/>
                    <a:pt x="191" y="514"/>
                  </a:cubicBezTo>
                  <a:cubicBezTo>
                    <a:pt x="193" y="514"/>
                    <a:pt x="190" y="515"/>
                    <a:pt x="193" y="515"/>
                  </a:cubicBezTo>
                  <a:cubicBezTo>
                    <a:pt x="195" y="515"/>
                    <a:pt x="196" y="517"/>
                    <a:pt x="194" y="517"/>
                  </a:cubicBezTo>
                  <a:cubicBezTo>
                    <a:pt x="197" y="518"/>
                    <a:pt x="195" y="516"/>
                    <a:pt x="197" y="516"/>
                  </a:cubicBezTo>
                  <a:cubicBezTo>
                    <a:pt x="197" y="516"/>
                    <a:pt x="195" y="515"/>
                    <a:pt x="195" y="514"/>
                  </a:cubicBezTo>
                  <a:cubicBezTo>
                    <a:pt x="194" y="514"/>
                    <a:pt x="194" y="515"/>
                    <a:pt x="193" y="514"/>
                  </a:cubicBezTo>
                  <a:cubicBezTo>
                    <a:pt x="190" y="514"/>
                    <a:pt x="194" y="513"/>
                    <a:pt x="194" y="513"/>
                  </a:cubicBezTo>
                  <a:cubicBezTo>
                    <a:pt x="195" y="513"/>
                    <a:pt x="195" y="513"/>
                    <a:pt x="195" y="513"/>
                  </a:cubicBezTo>
                  <a:cubicBezTo>
                    <a:pt x="196" y="512"/>
                    <a:pt x="194" y="512"/>
                    <a:pt x="194" y="511"/>
                  </a:cubicBezTo>
                  <a:cubicBezTo>
                    <a:pt x="197" y="511"/>
                    <a:pt x="195" y="513"/>
                    <a:pt x="197" y="513"/>
                  </a:cubicBezTo>
                  <a:cubicBezTo>
                    <a:pt x="199" y="512"/>
                    <a:pt x="199" y="512"/>
                    <a:pt x="199" y="512"/>
                  </a:cubicBezTo>
                  <a:cubicBezTo>
                    <a:pt x="199" y="511"/>
                    <a:pt x="196" y="512"/>
                    <a:pt x="197" y="511"/>
                  </a:cubicBezTo>
                  <a:cubicBezTo>
                    <a:pt x="198" y="511"/>
                    <a:pt x="198" y="511"/>
                    <a:pt x="198" y="511"/>
                  </a:cubicBezTo>
                  <a:cubicBezTo>
                    <a:pt x="197" y="510"/>
                    <a:pt x="197" y="510"/>
                    <a:pt x="197" y="510"/>
                  </a:cubicBezTo>
                  <a:cubicBezTo>
                    <a:pt x="196" y="510"/>
                    <a:pt x="194" y="510"/>
                    <a:pt x="195" y="511"/>
                  </a:cubicBezTo>
                  <a:cubicBezTo>
                    <a:pt x="191" y="511"/>
                    <a:pt x="194" y="511"/>
                    <a:pt x="193" y="510"/>
                  </a:cubicBezTo>
                  <a:cubicBezTo>
                    <a:pt x="192" y="509"/>
                    <a:pt x="194" y="510"/>
                    <a:pt x="192" y="510"/>
                  </a:cubicBezTo>
                  <a:cubicBezTo>
                    <a:pt x="190" y="510"/>
                    <a:pt x="190" y="510"/>
                    <a:pt x="190" y="509"/>
                  </a:cubicBezTo>
                  <a:cubicBezTo>
                    <a:pt x="190" y="508"/>
                    <a:pt x="192" y="509"/>
                    <a:pt x="193" y="508"/>
                  </a:cubicBezTo>
                  <a:cubicBezTo>
                    <a:pt x="193" y="508"/>
                    <a:pt x="193" y="509"/>
                    <a:pt x="192" y="509"/>
                  </a:cubicBezTo>
                  <a:cubicBezTo>
                    <a:pt x="194" y="510"/>
                    <a:pt x="196" y="508"/>
                    <a:pt x="197" y="509"/>
                  </a:cubicBezTo>
                  <a:cubicBezTo>
                    <a:pt x="198" y="508"/>
                    <a:pt x="196" y="508"/>
                    <a:pt x="196" y="508"/>
                  </a:cubicBezTo>
                  <a:cubicBezTo>
                    <a:pt x="195" y="508"/>
                    <a:pt x="194" y="508"/>
                    <a:pt x="193" y="508"/>
                  </a:cubicBezTo>
                  <a:cubicBezTo>
                    <a:pt x="188" y="507"/>
                    <a:pt x="197" y="507"/>
                    <a:pt x="196" y="506"/>
                  </a:cubicBezTo>
                  <a:cubicBezTo>
                    <a:pt x="193" y="506"/>
                    <a:pt x="191" y="504"/>
                    <a:pt x="188" y="506"/>
                  </a:cubicBezTo>
                  <a:cubicBezTo>
                    <a:pt x="187" y="505"/>
                    <a:pt x="187" y="505"/>
                    <a:pt x="187" y="505"/>
                  </a:cubicBezTo>
                  <a:cubicBezTo>
                    <a:pt x="189" y="505"/>
                    <a:pt x="189" y="504"/>
                    <a:pt x="191" y="504"/>
                  </a:cubicBezTo>
                  <a:cubicBezTo>
                    <a:pt x="191" y="504"/>
                    <a:pt x="191" y="504"/>
                    <a:pt x="191" y="504"/>
                  </a:cubicBezTo>
                  <a:cubicBezTo>
                    <a:pt x="193" y="504"/>
                    <a:pt x="193" y="504"/>
                    <a:pt x="193" y="504"/>
                  </a:cubicBezTo>
                  <a:cubicBezTo>
                    <a:pt x="195" y="504"/>
                    <a:pt x="196" y="503"/>
                    <a:pt x="197" y="503"/>
                  </a:cubicBezTo>
                  <a:cubicBezTo>
                    <a:pt x="196" y="502"/>
                    <a:pt x="195" y="503"/>
                    <a:pt x="194" y="502"/>
                  </a:cubicBezTo>
                  <a:cubicBezTo>
                    <a:pt x="195" y="502"/>
                    <a:pt x="195" y="502"/>
                    <a:pt x="196" y="502"/>
                  </a:cubicBezTo>
                  <a:cubicBezTo>
                    <a:pt x="195" y="502"/>
                    <a:pt x="193" y="503"/>
                    <a:pt x="193" y="502"/>
                  </a:cubicBezTo>
                  <a:cubicBezTo>
                    <a:pt x="193" y="501"/>
                    <a:pt x="195" y="500"/>
                    <a:pt x="195" y="501"/>
                  </a:cubicBezTo>
                  <a:cubicBezTo>
                    <a:pt x="197" y="501"/>
                    <a:pt x="197" y="501"/>
                    <a:pt x="197" y="501"/>
                  </a:cubicBezTo>
                  <a:cubicBezTo>
                    <a:pt x="195" y="501"/>
                    <a:pt x="198" y="501"/>
                    <a:pt x="197" y="500"/>
                  </a:cubicBezTo>
                  <a:cubicBezTo>
                    <a:pt x="196" y="500"/>
                    <a:pt x="194" y="500"/>
                    <a:pt x="193" y="500"/>
                  </a:cubicBezTo>
                  <a:cubicBezTo>
                    <a:pt x="192" y="499"/>
                    <a:pt x="194" y="499"/>
                    <a:pt x="193" y="499"/>
                  </a:cubicBezTo>
                  <a:cubicBezTo>
                    <a:pt x="195" y="500"/>
                    <a:pt x="195" y="500"/>
                    <a:pt x="195" y="500"/>
                  </a:cubicBezTo>
                  <a:cubicBezTo>
                    <a:pt x="194" y="499"/>
                    <a:pt x="198" y="499"/>
                    <a:pt x="197" y="498"/>
                  </a:cubicBezTo>
                  <a:cubicBezTo>
                    <a:pt x="195" y="498"/>
                    <a:pt x="195" y="498"/>
                    <a:pt x="195" y="498"/>
                  </a:cubicBezTo>
                  <a:cubicBezTo>
                    <a:pt x="196" y="498"/>
                    <a:pt x="196" y="498"/>
                    <a:pt x="197" y="498"/>
                  </a:cubicBezTo>
                  <a:cubicBezTo>
                    <a:pt x="196" y="498"/>
                    <a:pt x="196" y="497"/>
                    <a:pt x="196" y="497"/>
                  </a:cubicBezTo>
                  <a:cubicBezTo>
                    <a:pt x="197" y="497"/>
                    <a:pt x="197" y="497"/>
                    <a:pt x="197" y="497"/>
                  </a:cubicBezTo>
                  <a:cubicBezTo>
                    <a:pt x="196" y="497"/>
                    <a:pt x="193" y="496"/>
                    <a:pt x="196" y="496"/>
                  </a:cubicBezTo>
                  <a:cubicBezTo>
                    <a:pt x="193" y="496"/>
                    <a:pt x="196" y="496"/>
                    <a:pt x="194" y="497"/>
                  </a:cubicBezTo>
                  <a:cubicBezTo>
                    <a:pt x="192" y="497"/>
                    <a:pt x="193" y="496"/>
                    <a:pt x="192" y="496"/>
                  </a:cubicBezTo>
                  <a:cubicBezTo>
                    <a:pt x="195" y="496"/>
                    <a:pt x="192" y="495"/>
                    <a:pt x="192" y="495"/>
                  </a:cubicBezTo>
                  <a:cubicBezTo>
                    <a:pt x="193" y="494"/>
                    <a:pt x="194" y="494"/>
                    <a:pt x="194" y="494"/>
                  </a:cubicBezTo>
                  <a:cubicBezTo>
                    <a:pt x="193" y="494"/>
                    <a:pt x="193" y="494"/>
                    <a:pt x="193" y="494"/>
                  </a:cubicBezTo>
                  <a:cubicBezTo>
                    <a:pt x="196" y="493"/>
                    <a:pt x="192" y="493"/>
                    <a:pt x="193" y="492"/>
                  </a:cubicBezTo>
                  <a:cubicBezTo>
                    <a:pt x="194" y="492"/>
                    <a:pt x="195" y="492"/>
                    <a:pt x="196" y="492"/>
                  </a:cubicBezTo>
                  <a:cubicBezTo>
                    <a:pt x="193" y="493"/>
                    <a:pt x="193" y="491"/>
                    <a:pt x="191" y="491"/>
                  </a:cubicBezTo>
                  <a:cubicBezTo>
                    <a:pt x="192" y="490"/>
                    <a:pt x="194" y="492"/>
                    <a:pt x="196" y="491"/>
                  </a:cubicBezTo>
                  <a:cubicBezTo>
                    <a:pt x="194" y="491"/>
                    <a:pt x="197" y="490"/>
                    <a:pt x="195" y="490"/>
                  </a:cubicBezTo>
                  <a:cubicBezTo>
                    <a:pt x="194" y="491"/>
                    <a:pt x="193" y="490"/>
                    <a:pt x="192" y="490"/>
                  </a:cubicBezTo>
                  <a:cubicBezTo>
                    <a:pt x="192" y="489"/>
                    <a:pt x="193" y="490"/>
                    <a:pt x="194" y="489"/>
                  </a:cubicBezTo>
                  <a:cubicBezTo>
                    <a:pt x="193" y="489"/>
                    <a:pt x="191" y="488"/>
                    <a:pt x="191" y="489"/>
                  </a:cubicBezTo>
                  <a:cubicBezTo>
                    <a:pt x="191" y="488"/>
                    <a:pt x="189" y="488"/>
                    <a:pt x="190" y="487"/>
                  </a:cubicBezTo>
                  <a:cubicBezTo>
                    <a:pt x="192" y="487"/>
                    <a:pt x="191" y="488"/>
                    <a:pt x="192" y="488"/>
                  </a:cubicBezTo>
                  <a:cubicBezTo>
                    <a:pt x="192" y="487"/>
                    <a:pt x="188" y="488"/>
                    <a:pt x="187" y="487"/>
                  </a:cubicBezTo>
                  <a:cubicBezTo>
                    <a:pt x="187" y="487"/>
                    <a:pt x="184" y="487"/>
                    <a:pt x="183" y="486"/>
                  </a:cubicBezTo>
                  <a:cubicBezTo>
                    <a:pt x="183" y="485"/>
                    <a:pt x="184" y="487"/>
                    <a:pt x="186" y="486"/>
                  </a:cubicBezTo>
                  <a:cubicBezTo>
                    <a:pt x="185" y="486"/>
                    <a:pt x="185" y="486"/>
                    <a:pt x="185" y="486"/>
                  </a:cubicBezTo>
                  <a:cubicBezTo>
                    <a:pt x="188" y="485"/>
                    <a:pt x="190" y="487"/>
                    <a:pt x="193" y="486"/>
                  </a:cubicBezTo>
                  <a:cubicBezTo>
                    <a:pt x="192" y="486"/>
                    <a:pt x="192" y="486"/>
                    <a:pt x="192" y="486"/>
                  </a:cubicBezTo>
                  <a:cubicBezTo>
                    <a:pt x="195" y="486"/>
                    <a:pt x="195" y="486"/>
                    <a:pt x="195" y="486"/>
                  </a:cubicBezTo>
                  <a:cubicBezTo>
                    <a:pt x="193" y="486"/>
                    <a:pt x="194" y="485"/>
                    <a:pt x="194" y="484"/>
                  </a:cubicBezTo>
                  <a:cubicBezTo>
                    <a:pt x="192" y="484"/>
                    <a:pt x="194" y="485"/>
                    <a:pt x="193" y="485"/>
                  </a:cubicBezTo>
                  <a:cubicBezTo>
                    <a:pt x="192" y="484"/>
                    <a:pt x="190" y="484"/>
                    <a:pt x="191" y="483"/>
                  </a:cubicBezTo>
                  <a:cubicBezTo>
                    <a:pt x="192" y="484"/>
                    <a:pt x="193" y="483"/>
                    <a:pt x="194" y="483"/>
                  </a:cubicBezTo>
                  <a:cubicBezTo>
                    <a:pt x="195" y="483"/>
                    <a:pt x="192" y="483"/>
                    <a:pt x="193" y="482"/>
                  </a:cubicBezTo>
                  <a:cubicBezTo>
                    <a:pt x="194" y="483"/>
                    <a:pt x="194" y="483"/>
                    <a:pt x="194" y="483"/>
                  </a:cubicBezTo>
                  <a:cubicBezTo>
                    <a:pt x="194" y="480"/>
                    <a:pt x="194" y="478"/>
                    <a:pt x="190" y="476"/>
                  </a:cubicBezTo>
                  <a:cubicBezTo>
                    <a:pt x="191" y="475"/>
                    <a:pt x="191" y="475"/>
                    <a:pt x="193" y="474"/>
                  </a:cubicBezTo>
                  <a:cubicBezTo>
                    <a:pt x="192" y="474"/>
                    <a:pt x="191" y="474"/>
                    <a:pt x="191" y="473"/>
                  </a:cubicBezTo>
                  <a:cubicBezTo>
                    <a:pt x="193" y="473"/>
                    <a:pt x="193" y="473"/>
                    <a:pt x="193" y="473"/>
                  </a:cubicBezTo>
                  <a:cubicBezTo>
                    <a:pt x="194" y="472"/>
                    <a:pt x="192" y="472"/>
                    <a:pt x="191" y="471"/>
                  </a:cubicBezTo>
                  <a:cubicBezTo>
                    <a:pt x="193" y="471"/>
                    <a:pt x="193" y="471"/>
                    <a:pt x="193" y="471"/>
                  </a:cubicBezTo>
                  <a:cubicBezTo>
                    <a:pt x="194" y="471"/>
                    <a:pt x="192" y="470"/>
                    <a:pt x="191" y="470"/>
                  </a:cubicBezTo>
                  <a:cubicBezTo>
                    <a:pt x="193" y="470"/>
                    <a:pt x="193" y="470"/>
                    <a:pt x="193" y="470"/>
                  </a:cubicBezTo>
                  <a:cubicBezTo>
                    <a:pt x="191" y="470"/>
                    <a:pt x="191" y="470"/>
                    <a:pt x="191" y="470"/>
                  </a:cubicBezTo>
                  <a:cubicBezTo>
                    <a:pt x="191" y="469"/>
                    <a:pt x="191" y="468"/>
                    <a:pt x="193" y="469"/>
                  </a:cubicBezTo>
                  <a:cubicBezTo>
                    <a:pt x="193" y="469"/>
                    <a:pt x="192" y="468"/>
                    <a:pt x="192" y="468"/>
                  </a:cubicBezTo>
                  <a:cubicBezTo>
                    <a:pt x="193" y="468"/>
                    <a:pt x="193" y="467"/>
                    <a:pt x="193" y="466"/>
                  </a:cubicBezTo>
                  <a:cubicBezTo>
                    <a:pt x="192" y="466"/>
                    <a:pt x="191" y="466"/>
                    <a:pt x="190" y="466"/>
                  </a:cubicBezTo>
                  <a:cubicBezTo>
                    <a:pt x="188" y="465"/>
                    <a:pt x="190" y="466"/>
                    <a:pt x="189" y="465"/>
                  </a:cubicBezTo>
                  <a:cubicBezTo>
                    <a:pt x="190" y="465"/>
                    <a:pt x="191" y="465"/>
                    <a:pt x="192" y="465"/>
                  </a:cubicBezTo>
                  <a:cubicBezTo>
                    <a:pt x="195" y="465"/>
                    <a:pt x="192" y="462"/>
                    <a:pt x="193" y="461"/>
                  </a:cubicBezTo>
                  <a:cubicBezTo>
                    <a:pt x="192" y="460"/>
                    <a:pt x="192" y="460"/>
                    <a:pt x="192" y="460"/>
                  </a:cubicBezTo>
                  <a:cubicBezTo>
                    <a:pt x="195" y="460"/>
                    <a:pt x="193" y="459"/>
                    <a:pt x="194" y="458"/>
                  </a:cubicBezTo>
                  <a:cubicBezTo>
                    <a:pt x="193" y="458"/>
                    <a:pt x="191" y="457"/>
                    <a:pt x="191" y="456"/>
                  </a:cubicBezTo>
                  <a:cubicBezTo>
                    <a:pt x="189" y="455"/>
                    <a:pt x="193" y="457"/>
                    <a:pt x="195" y="457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5"/>
                    <a:pt x="193" y="454"/>
                    <a:pt x="194" y="454"/>
                  </a:cubicBezTo>
                  <a:cubicBezTo>
                    <a:pt x="194" y="454"/>
                    <a:pt x="194" y="454"/>
                    <a:pt x="194" y="454"/>
                  </a:cubicBezTo>
                  <a:cubicBezTo>
                    <a:pt x="195" y="454"/>
                    <a:pt x="196" y="455"/>
                    <a:pt x="196" y="454"/>
                  </a:cubicBezTo>
                  <a:cubicBezTo>
                    <a:pt x="194" y="453"/>
                    <a:pt x="196" y="453"/>
                    <a:pt x="194" y="452"/>
                  </a:cubicBezTo>
                  <a:cubicBezTo>
                    <a:pt x="195" y="452"/>
                    <a:pt x="195" y="452"/>
                    <a:pt x="195" y="452"/>
                  </a:cubicBezTo>
                  <a:cubicBezTo>
                    <a:pt x="194" y="451"/>
                    <a:pt x="194" y="451"/>
                    <a:pt x="194" y="451"/>
                  </a:cubicBezTo>
                  <a:cubicBezTo>
                    <a:pt x="195" y="451"/>
                    <a:pt x="195" y="451"/>
                    <a:pt x="195" y="451"/>
                  </a:cubicBezTo>
                  <a:cubicBezTo>
                    <a:pt x="196" y="453"/>
                    <a:pt x="196" y="453"/>
                    <a:pt x="196" y="453"/>
                  </a:cubicBezTo>
                  <a:cubicBezTo>
                    <a:pt x="197" y="452"/>
                    <a:pt x="195" y="452"/>
                    <a:pt x="194" y="451"/>
                  </a:cubicBezTo>
                  <a:cubicBezTo>
                    <a:pt x="193" y="450"/>
                    <a:pt x="195" y="450"/>
                    <a:pt x="195" y="451"/>
                  </a:cubicBezTo>
                  <a:cubicBezTo>
                    <a:pt x="196" y="451"/>
                    <a:pt x="195" y="451"/>
                    <a:pt x="195" y="451"/>
                  </a:cubicBezTo>
                  <a:cubicBezTo>
                    <a:pt x="196" y="452"/>
                    <a:pt x="196" y="451"/>
                    <a:pt x="196" y="452"/>
                  </a:cubicBezTo>
                  <a:cubicBezTo>
                    <a:pt x="196" y="451"/>
                    <a:pt x="195" y="450"/>
                    <a:pt x="195" y="450"/>
                  </a:cubicBezTo>
                  <a:cubicBezTo>
                    <a:pt x="195" y="451"/>
                    <a:pt x="196" y="450"/>
                    <a:pt x="197" y="451"/>
                  </a:cubicBezTo>
                  <a:cubicBezTo>
                    <a:pt x="196" y="450"/>
                    <a:pt x="197" y="450"/>
                    <a:pt x="196" y="450"/>
                  </a:cubicBezTo>
                  <a:cubicBezTo>
                    <a:pt x="196" y="450"/>
                    <a:pt x="195" y="449"/>
                    <a:pt x="194" y="449"/>
                  </a:cubicBezTo>
                  <a:cubicBezTo>
                    <a:pt x="194" y="448"/>
                    <a:pt x="194" y="448"/>
                    <a:pt x="195" y="448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48"/>
                    <a:pt x="196" y="448"/>
                    <a:pt x="194" y="447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48"/>
                    <a:pt x="196" y="448"/>
                    <a:pt x="196" y="447"/>
                  </a:cubicBezTo>
                  <a:cubicBezTo>
                    <a:pt x="197" y="448"/>
                    <a:pt x="198" y="450"/>
                    <a:pt x="199" y="450"/>
                  </a:cubicBezTo>
                  <a:cubicBezTo>
                    <a:pt x="198" y="448"/>
                    <a:pt x="198" y="448"/>
                    <a:pt x="198" y="448"/>
                  </a:cubicBezTo>
                  <a:cubicBezTo>
                    <a:pt x="199" y="448"/>
                    <a:pt x="199" y="448"/>
                    <a:pt x="199" y="449"/>
                  </a:cubicBezTo>
                  <a:cubicBezTo>
                    <a:pt x="200" y="449"/>
                    <a:pt x="198" y="444"/>
                    <a:pt x="199" y="445"/>
                  </a:cubicBezTo>
                  <a:cubicBezTo>
                    <a:pt x="200" y="447"/>
                    <a:pt x="200" y="447"/>
                    <a:pt x="201" y="447"/>
                  </a:cubicBezTo>
                  <a:cubicBezTo>
                    <a:pt x="200" y="446"/>
                    <a:pt x="200" y="446"/>
                    <a:pt x="200" y="446"/>
                  </a:cubicBezTo>
                  <a:cubicBezTo>
                    <a:pt x="200" y="446"/>
                    <a:pt x="201" y="448"/>
                    <a:pt x="200" y="447"/>
                  </a:cubicBezTo>
                  <a:cubicBezTo>
                    <a:pt x="199" y="446"/>
                    <a:pt x="200" y="446"/>
                    <a:pt x="200" y="445"/>
                  </a:cubicBezTo>
                  <a:cubicBezTo>
                    <a:pt x="200" y="446"/>
                    <a:pt x="201" y="447"/>
                    <a:pt x="202" y="447"/>
                  </a:cubicBezTo>
                  <a:cubicBezTo>
                    <a:pt x="202" y="447"/>
                    <a:pt x="202" y="447"/>
                    <a:pt x="202" y="447"/>
                  </a:cubicBezTo>
                  <a:cubicBezTo>
                    <a:pt x="205" y="449"/>
                    <a:pt x="200" y="450"/>
                    <a:pt x="204" y="454"/>
                  </a:cubicBezTo>
                  <a:cubicBezTo>
                    <a:pt x="205" y="456"/>
                    <a:pt x="206" y="463"/>
                    <a:pt x="206" y="463"/>
                  </a:cubicBezTo>
                  <a:cubicBezTo>
                    <a:pt x="214" y="451"/>
                    <a:pt x="212" y="449"/>
                    <a:pt x="214" y="446"/>
                  </a:cubicBezTo>
                  <a:cubicBezTo>
                    <a:pt x="214" y="447"/>
                    <a:pt x="214" y="447"/>
                    <a:pt x="214" y="447"/>
                  </a:cubicBezTo>
                  <a:cubicBezTo>
                    <a:pt x="214" y="446"/>
                    <a:pt x="214" y="446"/>
                    <a:pt x="214" y="446"/>
                  </a:cubicBezTo>
                  <a:cubicBezTo>
                    <a:pt x="214" y="446"/>
                    <a:pt x="215" y="446"/>
                    <a:pt x="215" y="446"/>
                  </a:cubicBezTo>
                  <a:cubicBezTo>
                    <a:pt x="215" y="446"/>
                    <a:pt x="215" y="447"/>
                    <a:pt x="216" y="445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5"/>
                    <a:pt x="217" y="443"/>
                    <a:pt x="217" y="443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7"/>
                    <a:pt x="217" y="446"/>
                    <a:pt x="217" y="447"/>
                  </a:cubicBezTo>
                  <a:cubicBezTo>
                    <a:pt x="217" y="445"/>
                    <a:pt x="217" y="447"/>
                    <a:pt x="218" y="445"/>
                  </a:cubicBezTo>
                  <a:cubicBezTo>
                    <a:pt x="218" y="445"/>
                    <a:pt x="218" y="445"/>
                    <a:pt x="218" y="445"/>
                  </a:cubicBezTo>
                  <a:cubicBezTo>
                    <a:pt x="219" y="445"/>
                    <a:pt x="219" y="444"/>
                    <a:pt x="220" y="444"/>
                  </a:cubicBezTo>
                  <a:cubicBezTo>
                    <a:pt x="220" y="444"/>
                    <a:pt x="219" y="446"/>
                    <a:pt x="219" y="446"/>
                  </a:cubicBezTo>
                  <a:cubicBezTo>
                    <a:pt x="219" y="447"/>
                    <a:pt x="219" y="447"/>
                    <a:pt x="220" y="447"/>
                  </a:cubicBezTo>
                  <a:cubicBezTo>
                    <a:pt x="220" y="447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6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8"/>
                  </a:cubicBezTo>
                  <a:cubicBezTo>
                    <a:pt x="220" y="449"/>
                    <a:pt x="220" y="449"/>
                    <a:pt x="220" y="449"/>
                  </a:cubicBezTo>
                  <a:cubicBezTo>
                    <a:pt x="220" y="449"/>
                    <a:pt x="221" y="448"/>
                    <a:pt x="221" y="447"/>
                  </a:cubicBezTo>
                  <a:cubicBezTo>
                    <a:pt x="222" y="449"/>
                    <a:pt x="224" y="448"/>
                    <a:pt x="225" y="448"/>
                  </a:cubicBezTo>
                  <a:cubicBezTo>
                    <a:pt x="225" y="448"/>
                    <a:pt x="224" y="449"/>
                    <a:pt x="225" y="449"/>
                  </a:cubicBezTo>
                  <a:cubicBezTo>
                    <a:pt x="225" y="449"/>
                    <a:pt x="226" y="448"/>
                    <a:pt x="226" y="449"/>
                  </a:cubicBezTo>
                  <a:cubicBezTo>
                    <a:pt x="226" y="448"/>
                    <a:pt x="225" y="450"/>
                    <a:pt x="225" y="450"/>
                  </a:cubicBezTo>
                  <a:cubicBezTo>
                    <a:pt x="225" y="451"/>
                    <a:pt x="226" y="449"/>
                    <a:pt x="226" y="449"/>
                  </a:cubicBezTo>
                  <a:cubicBezTo>
                    <a:pt x="225" y="452"/>
                    <a:pt x="229" y="450"/>
                    <a:pt x="229" y="452"/>
                  </a:cubicBezTo>
                  <a:cubicBezTo>
                    <a:pt x="229" y="451"/>
                    <a:pt x="228" y="452"/>
                    <a:pt x="227" y="452"/>
                  </a:cubicBezTo>
                  <a:cubicBezTo>
                    <a:pt x="228" y="452"/>
                    <a:pt x="229" y="452"/>
                    <a:pt x="232" y="452"/>
                  </a:cubicBezTo>
                  <a:cubicBezTo>
                    <a:pt x="230" y="453"/>
                    <a:pt x="230" y="453"/>
                    <a:pt x="230" y="453"/>
                  </a:cubicBezTo>
                  <a:cubicBezTo>
                    <a:pt x="230" y="453"/>
                    <a:pt x="231" y="453"/>
                    <a:pt x="232" y="453"/>
                  </a:cubicBezTo>
                  <a:cubicBezTo>
                    <a:pt x="233" y="452"/>
                    <a:pt x="234" y="452"/>
                    <a:pt x="234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5" y="453"/>
                    <a:pt x="235" y="452"/>
                    <a:pt x="236" y="453"/>
                  </a:cubicBezTo>
                  <a:cubicBezTo>
                    <a:pt x="235" y="454"/>
                    <a:pt x="235" y="453"/>
                    <a:pt x="234" y="454"/>
                  </a:cubicBezTo>
                  <a:cubicBezTo>
                    <a:pt x="232" y="455"/>
                    <a:pt x="233" y="456"/>
                    <a:pt x="233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6" y="456"/>
                    <a:pt x="234" y="457"/>
                    <a:pt x="234" y="457"/>
                  </a:cubicBezTo>
                  <a:cubicBezTo>
                    <a:pt x="239" y="456"/>
                    <a:pt x="239" y="456"/>
                    <a:pt x="239" y="456"/>
                  </a:cubicBezTo>
                  <a:cubicBezTo>
                    <a:pt x="238" y="456"/>
                    <a:pt x="237" y="458"/>
                    <a:pt x="236" y="457"/>
                  </a:cubicBezTo>
                  <a:cubicBezTo>
                    <a:pt x="237" y="458"/>
                    <a:pt x="240" y="458"/>
                    <a:pt x="241" y="458"/>
                  </a:cubicBezTo>
                  <a:cubicBezTo>
                    <a:pt x="241" y="459"/>
                    <a:pt x="243" y="459"/>
                    <a:pt x="243" y="460"/>
                  </a:cubicBezTo>
                  <a:cubicBezTo>
                    <a:pt x="242" y="460"/>
                    <a:pt x="243" y="459"/>
                    <a:pt x="242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38" y="461"/>
                    <a:pt x="237" y="461"/>
                  </a:cubicBezTo>
                  <a:cubicBezTo>
                    <a:pt x="238" y="462"/>
                    <a:pt x="238" y="463"/>
                    <a:pt x="237" y="464"/>
                  </a:cubicBezTo>
                  <a:cubicBezTo>
                    <a:pt x="240" y="463"/>
                    <a:pt x="239" y="465"/>
                    <a:pt x="242" y="465"/>
                  </a:cubicBezTo>
                  <a:cubicBezTo>
                    <a:pt x="242" y="466"/>
                    <a:pt x="240" y="466"/>
                    <a:pt x="239" y="466"/>
                  </a:cubicBezTo>
                  <a:cubicBezTo>
                    <a:pt x="240" y="467"/>
                    <a:pt x="240" y="468"/>
                    <a:pt x="240" y="469"/>
                  </a:cubicBezTo>
                  <a:cubicBezTo>
                    <a:pt x="240" y="469"/>
                    <a:pt x="240" y="469"/>
                    <a:pt x="240" y="469"/>
                  </a:cubicBezTo>
                  <a:cubicBezTo>
                    <a:pt x="240" y="470"/>
                    <a:pt x="240" y="472"/>
                    <a:pt x="242" y="472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0" y="473"/>
                    <a:pt x="244" y="472"/>
                    <a:pt x="243" y="474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3" y="474"/>
                    <a:pt x="241" y="475"/>
                    <a:pt x="243" y="476"/>
                  </a:cubicBezTo>
                  <a:cubicBezTo>
                    <a:pt x="242" y="476"/>
                    <a:pt x="242" y="476"/>
                    <a:pt x="241" y="475"/>
                  </a:cubicBezTo>
                  <a:cubicBezTo>
                    <a:pt x="242" y="476"/>
                    <a:pt x="242" y="477"/>
                    <a:pt x="243" y="478"/>
                  </a:cubicBezTo>
                  <a:cubicBezTo>
                    <a:pt x="241" y="478"/>
                    <a:pt x="241" y="478"/>
                    <a:pt x="241" y="478"/>
                  </a:cubicBezTo>
                  <a:cubicBezTo>
                    <a:pt x="240" y="478"/>
                    <a:pt x="244" y="478"/>
                    <a:pt x="243" y="479"/>
                  </a:cubicBezTo>
                  <a:cubicBezTo>
                    <a:pt x="243" y="479"/>
                    <a:pt x="242" y="480"/>
                    <a:pt x="242" y="480"/>
                  </a:cubicBezTo>
                  <a:cubicBezTo>
                    <a:pt x="243" y="480"/>
                    <a:pt x="243" y="481"/>
                    <a:pt x="243" y="481"/>
                  </a:cubicBezTo>
                  <a:cubicBezTo>
                    <a:pt x="241" y="482"/>
                    <a:pt x="241" y="482"/>
                    <a:pt x="241" y="482"/>
                  </a:cubicBezTo>
                  <a:cubicBezTo>
                    <a:pt x="241" y="486"/>
                    <a:pt x="241" y="490"/>
                    <a:pt x="243" y="494"/>
                  </a:cubicBezTo>
                  <a:cubicBezTo>
                    <a:pt x="240" y="494"/>
                    <a:pt x="241" y="493"/>
                    <a:pt x="240" y="493"/>
                  </a:cubicBezTo>
                  <a:cubicBezTo>
                    <a:pt x="242" y="493"/>
                    <a:pt x="240" y="494"/>
                    <a:pt x="241" y="495"/>
                  </a:cubicBezTo>
                  <a:cubicBezTo>
                    <a:pt x="241" y="495"/>
                    <a:pt x="241" y="495"/>
                    <a:pt x="241" y="495"/>
                  </a:cubicBezTo>
                  <a:cubicBezTo>
                    <a:pt x="241" y="496"/>
                    <a:pt x="240" y="496"/>
                    <a:pt x="240" y="497"/>
                  </a:cubicBezTo>
                  <a:cubicBezTo>
                    <a:pt x="241" y="497"/>
                    <a:pt x="241" y="497"/>
                    <a:pt x="241" y="497"/>
                  </a:cubicBezTo>
                  <a:cubicBezTo>
                    <a:pt x="242" y="497"/>
                    <a:pt x="238" y="498"/>
                    <a:pt x="241" y="498"/>
                  </a:cubicBezTo>
                  <a:cubicBezTo>
                    <a:pt x="239" y="499"/>
                    <a:pt x="239" y="499"/>
                    <a:pt x="239" y="499"/>
                  </a:cubicBezTo>
                  <a:cubicBezTo>
                    <a:pt x="242" y="499"/>
                    <a:pt x="238" y="499"/>
                    <a:pt x="240" y="500"/>
                  </a:cubicBezTo>
                  <a:cubicBezTo>
                    <a:pt x="240" y="500"/>
                    <a:pt x="240" y="500"/>
                    <a:pt x="240" y="500"/>
                  </a:cubicBezTo>
                  <a:cubicBezTo>
                    <a:pt x="239" y="501"/>
                    <a:pt x="243" y="502"/>
                    <a:pt x="241" y="502"/>
                  </a:cubicBezTo>
                  <a:cubicBezTo>
                    <a:pt x="241" y="503"/>
                    <a:pt x="242" y="504"/>
                    <a:pt x="244" y="504"/>
                  </a:cubicBezTo>
                  <a:cubicBezTo>
                    <a:pt x="241" y="504"/>
                    <a:pt x="241" y="504"/>
                    <a:pt x="241" y="504"/>
                  </a:cubicBezTo>
                  <a:cubicBezTo>
                    <a:pt x="242" y="507"/>
                    <a:pt x="241" y="511"/>
                    <a:pt x="244" y="513"/>
                  </a:cubicBezTo>
                  <a:cubicBezTo>
                    <a:pt x="243" y="513"/>
                    <a:pt x="243" y="513"/>
                    <a:pt x="243" y="513"/>
                  </a:cubicBezTo>
                  <a:cubicBezTo>
                    <a:pt x="245" y="515"/>
                    <a:pt x="241" y="517"/>
                    <a:pt x="245" y="518"/>
                  </a:cubicBezTo>
                  <a:cubicBezTo>
                    <a:pt x="247" y="518"/>
                    <a:pt x="247" y="518"/>
                    <a:pt x="247" y="518"/>
                  </a:cubicBezTo>
                  <a:cubicBezTo>
                    <a:pt x="244" y="519"/>
                    <a:pt x="244" y="519"/>
                    <a:pt x="244" y="519"/>
                  </a:cubicBezTo>
                  <a:cubicBezTo>
                    <a:pt x="246" y="519"/>
                    <a:pt x="245" y="520"/>
                    <a:pt x="247" y="521"/>
                  </a:cubicBezTo>
                  <a:cubicBezTo>
                    <a:pt x="245" y="521"/>
                    <a:pt x="245" y="521"/>
                    <a:pt x="245" y="521"/>
                  </a:cubicBezTo>
                  <a:cubicBezTo>
                    <a:pt x="245" y="521"/>
                    <a:pt x="247" y="522"/>
                    <a:pt x="247" y="523"/>
                  </a:cubicBezTo>
                  <a:cubicBezTo>
                    <a:pt x="246" y="523"/>
                    <a:pt x="246" y="523"/>
                    <a:pt x="246" y="523"/>
                  </a:cubicBezTo>
                  <a:cubicBezTo>
                    <a:pt x="243" y="527"/>
                    <a:pt x="241" y="532"/>
                    <a:pt x="246" y="534"/>
                  </a:cubicBezTo>
                  <a:cubicBezTo>
                    <a:pt x="247" y="535"/>
                    <a:pt x="243" y="535"/>
                    <a:pt x="244" y="536"/>
                  </a:cubicBezTo>
                  <a:cubicBezTo>
                    <a:pt x="247" y="538"/>
                    <a:pt x="245" y="541"/>
                    <a:pt x="247" y="543"/>
                  </a:cubicBezTo>
                  <a:cubicBezTo>
                    <a:pt x="246" y="546"/>
                    <a:pt x="244" y="545"/>
                    <a:pt x="243" y="548"/>
                  </a:cubicBezTo>
                  <a:cubicBezTo>
                    <a:pt x="243" y="547"/>
                    <a:pt x="243" y="547"/>
                    <a:pt x="243" y="547"/>
                  </a:cubicBezTo>
                  <a:cubicBezTo>
                    <a:pt x="242" y="549"/>
                    <a:pt x="241" y="547"/>
                    <a:pt x="240" y="546"/>
                  </a:cubicBezTo>
                  <a:cubicBezTo>
                    <a:pt x="240" y="547"/>
                    <a:pt x="239" y="547"/>
                    <a:pt x="240" y="549"/>
                  </a:cubicBezTo>
                  <a:cubicBezTo>
                    <a:pt x="239" y="550"/>
                    <a:pt x="238" y="546"/>
                    <a:pt x="238" y="547"/>
                  </a:cubicBezTo>
                  <a:cubicBezTo>
                    <a:pt x="238" y="546"/>
                    <a:pt x="238" y="548"/>
                    <a:pt x="238" y="548"/>
                  </a:cubicBezTo>
                  <a:cubicBezTo>
                    <a:pt x="236" y="550"/>
                    <a:pt x="238" y="546"/>
                    <a:pt x="235" y="545"/>
                  </a:cubicBezTo>
                  <a:cubicBezTo>
                    <a:pt x="232" y="546"/>
                    <a:pt x="228" y="548"/>
                    <a:pt x="225" y="547"/>
                  </a:cubicBezTo>
                  <a:cubicBezTo>
                    <a:pt x="225" y="547"/>
                    <a:pt x="225" y="549"/>
                    <a:pt x="225" y="549"/>
                  </a:cubicBezTo>
                  <a:cubicBezTo>
                    <a:pt x="224" y="546"/>
                    <a:pt x="224" y="550"/>
                    <a:pt x="223" y="549"/>
                  </a:cubicBezTo>
                  <a:cubicBezTo>
                    <a:pt x="223" y="548"/>
                    <a:pt x="223" y="548"/>
                    <a:pt x="223" y="547"/>
                  </a:cubicBezTo>
                  <a:cubicBezTo>
                    <a:pt x="222" y="546"/>
                    <a:pt x="220" y="548"/>
                    <a:pt x="219" y="547"/>
                  </a:cubicBezTo>
                  <a:cubicBezTo>
                    <a:pt x="218" y="549"/>
                    <a:pt x="216" y="546"/>
                    <a:pt x="215" y="548"/>
                  </a:cubicBezTo>
                  <a:cubicBezTo>
                    <a:pt x="215" y="546"/>
                    <a:pt x="214" y="547"/>
                    <a:pt x="214" y="546"/>
                  </a:cubicBezTo>
                  <a:cubicBezTo>
                    <a:pt x="213" y="550"/>
                    <a:pt x="211" y="545"/>
                    <a:pt x="210" y="547"/>
                  </a:cubicBezTo>
                  <a:cubicBezTo>
                    <a:pt x="210" y="547"/>
                    <a:pt x="210" y="547"/>
                    <a:pt x="210" y="547"/>
                  </a:cubicBezTo>
                  <a:cubicBezTo>
                    <a:pt x="206" y="547"/>
                    <a:pt x="202" y="547"/>
                    <a:pt x="198" y="549"/>
                  </a:cubicBezTo>
                  <a:cubicBezTo>
                    <a:pt x="195" y="549"/>
                    <a:pt x="193" y="546"/>
                    <a:pt x="190" y="547"/>
                  </a:cubicBezTo>
                  <a:cubicBezTo>
                    <a:pt x="190" y="548"/>
                    <a:pt x="190" y="549"/>
                    <a:pt x="190" y="549"/>
                  </a:cubicBezTo>
                  <a:cubicBezTo>
                    <a:pt x="189" y="549"/>
                    <a:pt x="190" y="548"/>
                    <a:pt x="190" y="547"/>
                  </a:cubicBezTo>
                  <a:cubicBezTo>
                    <a:pt x="188" y="549"/>
                    <a:pt x="187" y="547"/>
                    <a:pt x="185" y="547"/>
                  </a:cubicBezTo>
                  <a:cubicBezTo>
                    <a:pt x="185" y="548"/>
                    <a:pt x="184" y="548"/>
                    <a:pt x="185" y="549"/>
                  </a:cubicBezTo>
                  <a:cubicBezTo>
                    <a:pt x="183" y="546"/>
                    <a:pt x="181" y="550"/>
                    <a:pt x="179" y="548"/>
                  </a:cubicBezTo>
                  <a:cubicBezTo>
                    <a:pt x="179" y="552"/>
                    <a:pt x="178" y="550"/>
                    <a:pt x="177" y="551"/>
                  </a:cubicBezTo>
                  <a:cubicBezTo>
                    <a:pt x="177" y="551"/>
                    <a:pt x="177" y="550"/>
                    <a:pt x="177" y="549"/>
                  </a:cubicBezTo>
                  <a:cubicBezTo>
                    <a:pt x="175" y="550"/>
                    <a:pt x="175" y="550"/>
                    <a:pt x="173" y="549"/>
                  </a:cubicBezTo>
                  <a:cubicBezTo>
                    <a:pt x="172" y="549"/>
                    <a:pt x="172" y="551"/>
                    <a:pt x="171" y="551"/>
                  </a:cubicBezTo>
                  <a:cubicBezTo>
                    <a:pt x="171" y="548"/>
                    <a:pt x="170" y="550"/>
                    <a:pt x="169" y="550"/>
                  </a:cubicBezTo>
                  <a:cubicBezTo>
                    <a:pt x="169" y="552"/>
                    <a:pt x="168" y="553"/>
                    <a:pt x="167" y="552"/>
                  </a:cubicBezTo>
                  <a:cubicBezTo>
                    <a:pt x="168" y="549"/>
                    <a:pt x="168" y="549"/>
                    <a:pt x="168" y="549"/>
                  </a:cubicBezTo>
                  <a:cubicBezTo>
                    <a:pt x="165" y="551"/>
                    <a:pt x="162" y="548"/>
                    <a:pt x="159" y="551"/>
                  </a:cubicBezTo>
                  <a:cubicBezTo>
                    <a:pt x="159" y="549"/>
                    <a:pt x="159" y="549"/>
                    <a:pt x="159" y="549"/>
                  </a:cubicBezTo>
                  <a:cubicBezTo>
                    <a:pt x="156" y="550"/>
                    <a:pt x="154" y="548"/>
                    <a:pt x="151" y="549"/>
                  </a:cubicBezTo>
                  <a:cubicBezTo>
                    <a:pt x="150" y="548"/>
                    <a:pt x="150" y="547"/>
                    <a:pt x="149" y="547"/>
                  </a:cubicBezTo>
                  <a:cubicBezTo>
                    <a:pt x="148" y="548"/>
                    <a:pt x="148" y="548"/>
                    <a:pt x="146" y="549"/>
                  </a:cubicBezTo>
                  <a:cubicBezTo>
                    <a:pt x="146" y="549"/>
                    <a:pt x="146" y="548"/>
                    <a:pt x="147" y="547"/>
                  </a:cubicBezTo>
                  <a:cubicBezTo>
                    <a:pt x="146" y="546"/>
                    <a:pt x="147" y="544"/>
                    <a:pt x="145" y="545"/>
                  </a:cubicBezTo>
                  <a:cubicBezTo>
                    <a:pt x="146" y="545"/>
                    <a:pt x="146" y="545"/>
                    <a:pt x="146" y="545"/>
                  </a:cubicBezTo>
                  <a:cubicBezTo>
                    <a:pt x="145" y="545"/>
                    <a:pt x="143" y="545"/>
                    <a:pt x="144" y="544"/>
                  </a:cubicBezTo>
                  <a:cubicBezTo>
                    <a:pt x="143" y="544"/>
                    <a:pt x="142" y="543"/>
                    <a:pt x="140" y="544"/>
                  </a:cubicBezTo>
                  <a:cubicBezTo>
                    <a:pt x="140" y="543"/>
                    <a:pt x="143" y="543"/>
                    <a:pt x="141" y="543"/>
                  </a:cubicBezTo>
                  <a:cubicBezTo>
                    <a:pt x="143" y="543"/>
                    <a:pt x="143" y="543"/>
                    <a:pt x="143" y="543"/>
                  </a:cubicBezTo>
                  <a:cubicBezTo>
                    <a:pt x="143" y="541"/>
                    <a:pt x="142" y="539"/>
                    <a:pt x="142" y="537"/>
                  </a:cubicBezTo>
                  <a:cubicBezTo>
                    <a:pt x="145" y="537"/>
                    <a:pt x="142" y="534"/>
                    <a:pt x="144" y="534"/>
                  </a:cubicBezTo>
                  <a:cubicBezTo>
                    <a:pt x="143" y="533"/>
                    <a:pt x="146" y="532"/>
                    <a:pt x="143" y="530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5" y="530"/>
                    <a:pt x="146" y="528"/>
                    <a:pt x="147" y="527"/>
                  </a:cubicBezTo>
                  <a:cubicBezTo>
                    <a:pt x="148" y="527"/>
                    <a:pt x="146" y="526"/>
                    <a:pt x="146" y="525"/>
                  </a:cubicBezTo>
                  <a:cubicBezTo>
                    <a:pt x="147" y="525"/>
                    <a:pt x="147" y="525"/>
                    <a:pt x="147" y="525"/>
                  </a:cubicBezTo>
                  <a:cubicBezTo>
                    <a:pt x="147" y="524"/>
                    <a:pt x="145" y="523"/>
                    <a:pt x="145" y="522"/>
                  </a:cubicBezTo>
                  <a:cubicBezTo>
                    <a:pt x="146" y="522"/>
                    <a:pt x="145" y="521"/>
                    <a:pt x="146" y="521"/>
                  </a:cubicBezTo>
                  <a:cubicBezTo>
                    <a:pt x="146" y="522"/>
                    <a:pt x="147" y="523"/>
                    <a:pt x="149" y="525"/>
                  </a:cubicBezTo>
                  <a:cubicBezTo>
                    <a:pt x="150" y="525"/>
                    <a:pt x="147" y="522"/>
                    <a:pt x="149" y="523"/>
                  </a:cubicBezTo>
                  <a:cubicBezTo>
                    <a:pt x="150" y="522"/>
                    <a:pt x="150" y="521"/>
                    <a:pt x="149" y="520"/>
                  </a:cubicBezTo>
                  <a:cubicBezTo>
                    <a:pt x="149" y="521"/>
                    <a:pt x="150" y="520"/>
                    <a:pt x="150" y="521"/>
                  </a:cubicBezTo>
                  <a:cubicBezTo>
                    <a:pt x="151" y="521"/>
                    <a:pt x="151" y="520"/>
                    <a:pt x="151" y="520"/>
                  </a:cubicBezTo>
                  <a:cubicBezTo>
                    <a:pt x="150" y="520"/>
                    <a:pt x="150" y="520"/>
                    <a:pt x="150" y="520"/>
                  </a:cubicBezTo>
                  <a:cubicBezTo>
                    <a:pt x="149" y="519"/>
                    <a:pt x="150" y="518"/>
                    <a:pt x="148" y="517"/>
                  </a:cubicBezTo>
                  <a:cubicBezTo>
                    <a:pt x="148" y="517"/>
                    <a:pt x="149" y="518"/>
                    <a:pt x="148" y="518"/>
                  </a:cubicBezTo>
                  <a:cubicBezTo>
                    <a:pt x="147" y="517"/>
                    <a:pt x="148" y="516"/>
                    <a:pt x="149" y="516"/>
                  </a:cubicBezTo>
                  <a:cubicBezTo>
                    <a:pt x="150" y="517"/>
                    <a:pt x="150" y="519"/>
                    <a:pt x="151" y="519"/>
                  </a:cubicBezTo>
                  <a:cubicBezTo>
                    <a:pt x="150" y="515"/>
                    <a:pt x="150" y="515"/>
                    <a:pt x="150" y="515"/>
                  </a:cubicBezTo>
                  <a:cubicBezTo>
                    <a:pt x="150" y="516"/>
                    <a:pt x="149" y="516"/>
                    <a:pt x="148" y="515"/>
                  </a:cubicBezTo>
                  <a:cubicBezTo>
                    <a:pt x="148" y="516"/>
                    <a:pt x="148" y="516"/>
                    <a:pt x="148" y="516"/>
                  </a:cubicBezTo>
                  <a:cubicBezTo>
                    <a:pt x="147" y="515"/>
                    <a:pt x="147" y="515"/>
                    <a:pt x="147" y="515"/>
                  </a:cubicBezTo>
                  <a:cubicBezTo>
                    <a:pt x="147" y="516"/>
                    <a:pt x="145" y="516"/>
                    <a:pt x="145" y="517"/>
                  </a:cubicBezTo>
                  <a:cubicBezTo>
                    <a:pt x="147" y="518"/>
                    <a:pt x="147" y="518"/>
                    <a:pt x="147" y="518"/>
                  </a:cubicBezTo>
                  <a:cubicBezTo>
                    <a:pt x="146" y="519"/>
                    <a:pt x="147" y="521"/>
                    <a:pt x="146" y="520"/>
                  </a:cubicBezTo>
                  <a:cubicBezTo>
                    <a:pt x="145" y="519"/>
                    <a:pt x="145" y="519"/>
                    <a:pt x="144" y="519"/>
                  </a:cubicBezTo>
                  <a:cubicBezTo>
                    <a:pt x="144" y="519"/>
                    <a:pt x="144" y="519"/>
                    <a:pt x="144" y="519"/>
                  </a:cubicBezTo>
                  <a:cubicBezTo>
                    <a:pt x="142" y="518"/>
                    <a:pt x="142" y="518"/>
                    <a:pt x="142" y="518"/>
                  </a:cubicBezTo>
                  <a:cubicBezTo>
                    <a:pt x="145" y="520"/>
                    <a:pt x="142" y="520"/>
                    <a:pt x="142" y="521"/>
                  </a:cubicBezTo>
                  <a:cubicBezTo>
                    <a:pt x="142" y="520"/>
                    <a:pt x="142" y="520"/>
                    <a:pt x="142" y="520"/>
                  </a:cubicBezTo>
                  <a:cubicBezTo>
                    <a:pt x="140" y="521"/>
                    <a:pt x="143" y="521"/>
                    <a:pt x="143" y="522"/>
                  </a:cubicBezTo>
                  <a:cubicBezTo>
                    <a:pt x="142" y="522"/>
                    <a:pt x="140" y="520"/>
                    <a:pt x="139" y="520"/>
                  </a:cubicBezTo>
                  <a:cubicBezTo>
                    <a:pt x="138" y="521"/>
                    <a:pt x="139" y="524"/>
                    <a:pt x="137" y="524"/>
                  </a:cubicBezTo>
                  <a:cubicBezTo>
                    <a:pt x="136" y="525"/>
                    <a:pt x="137" y="526"/>
                    <a:pt x="137" y="528"/>
                  </a:cubicBezTo>
                  <a:cubicBezTo>
                    <a:pt x="137" y="529"/>
                    <a:pt x="135" y="527"/>
                    <a:pt x="136" y="528"/>
                  </a:cubicBezTo>
                  <a:cubicBezTo>
                    <a:pt x="135" y="527"/>
                    <a:pt x="134" y="527"/>
                    <a:pt x="133" y="527"/>
                  </a:cubicBezTo>
                  <a:cubicBezTo>
                    <a:pt x="134" y="527"/>
                    <a:pt x="132" y="528"/>
                    <a:pt x="135" y="529"/>
                  </a:cubicBezTo>
                  <a:cubicBezTo>
                    <a:pt x="133" y="529"/>
                    <a:pt x="132" y="532"/>
                    <a:pt x="133" y="533"/>
                  </a:cubicBezTo>
                  <a:cubicBezTo>
                    <a:pt x="133" y="533"/>
                    <a:pt x="131" y="532"/>
                    <a:pt x="130" y="532"/>
                  </a:cubicBezTo>
                  <a:cubicBezTo>
                    <a:pt x="131" y="534"/>
                    <a:pt x="132" y="535"/>
                    <a:pt x="131" y="536"/>
                  </a:cubicBezTo>
                  <a:cubicBezTo>
                    <a:pt x="133" y="537"/>
                    <a:pt x="133" y="536"/>
                    <a:pt x="135" y="537"/>
                  </a:cubicBezTo>
                  <a:cubicBezTo>
                    <a:pt x="135" y="537"/>
                    <a:pt x="136" y="537"/>
                    <a:pt x="136" y="537"/>
                  </a:cubicBezTo>
                  <a:cubicBezTo>
                    <a:pt x="134" y="537"/>
                    <a:pt x="131" y="537"/>
                    <a:pt x="131" y="538"/>
                  </a:cubicBezTo>
                  <a:cubicBezTo>
                    <a:pt x="128" y="538"/>
                    <a:pt x="132" y="536"/>
                    <a:pt x="129" y="536"/>
                  </a:cubicBezTo>
                  <a:cubicBezTo>
                    <a:pt x="126" y="535"/>
                    <a:pt x="127" y="533"/>
                    <a:pt x="128" y="533"/>
                  </a:cubicBezTo>
                  <a:cubicBezTo>
                    <a:pt x="126" y="531"/>
                    <a:pt x="128" y="533"/>
                    <a:pt x="126" y="533"/>
                  </a:cubicBezTo>
                  <a:cubicBezTo>
                    <a:pt x="126" y="534"/>
                    <a:pt x="127" y="535"/>
                    <a:pt x="127" y="536"/>
                  </a:cubicBezTo>
                  <a:cubicBezTo>
                    <a:pt x="128" y="537"/>
                    <a:pt x="128" y="536"/>
                    <a:pt x="129" y="537"/>
                  </a:cubicBezTo>
                  <a:cubicBezTo>
                    <a:pt x="131" y="539"/>
                    <a:pt x="127" y="539"/>
                    <a:pt x="127" y="539"/>
                  </a:cubicBezTo>
                  <a:cubicBezTo>
                    <a:pt x="126" y="538"/>
                    <a:pt x="126" y="538"/>
                    <a:pt x="126" y="538"/>
                  </a:cubicBezTo>
                  <a:cubicBezTo>
                    <a:pt x="125" y="539"/>
                    <a:pt x="127" y="540"/>
                    <a:pt x="127" y="541"/>
                  </a:cubicBezTo>
                  <a:cubicBezTo>
                    <a:pt x="124" y="541"/>
                    <a:pt x="126" y="539"/>
                    <a:pt x="124" y="538"/>
                  </a:cubicBezTo>
                  <a:cubicBezTo>
                    <a:pt x="122" y="539"/>
                    <a:pt x="122" y="539"/>
                    <a:pt x="122" y="539"/>
                  </a:cubicBezTo>
                  <a:cubicBezTo>
                    <a:pt x="122" y="542"/>
                    <a:pt x="125" y="540"/>
                    <a:pt x="124" y="542"/>
                  </a:cubicBezTo>
                  <a:cubicBezTo>
                    <a:pt x="123" y="542"/>
                    <a:pt x="123" y="542"/>
                    <a:pt x="123" y="542"/>
                  </a:cubicBezTo>
                  <a:cubicBezTo>
                    <a:pt x="124" y="543"/>
                    <a:pt x="124" y="543"/>
                    <a:pt x="124" y="543"/>
                  </a:cubicBezTo>
                  <a:cubicBezTo>
                    <a:pt x="125" y="543"/>
                    <a:pt x="127" y="543"/>
                    <a:pt x="126" y="542"/>
                  </a:cubicBezTo>
                  <a:cubicBezTo>
                    <a:pt x="130" y="542"/>
                    <a:pt x="127" y="543"/>
                    <a:pt x="128" y="544"/>
                  </a:cubicBezTo>
                  <a:cubicBezTo>
                    <a:pt x="130" y="545"/>
                    <a:pt x="127" y="544"/>
                    <a:pt x="129" y="543"/>
                  </a:cubicBezTo>
                  <a:cubicBezTo>
                    <a:pt x="131" y="543"/>
                    <a:pt x="131" y="544"/>
                    <a:pt x="131" y="545"/>
                  </a:cubicBezTo>
                  <a:cubicBezTo>
                    <a:pt x="132" y="546"/>
                    <a:pt x="130" y="546"/>
                    <a:pt x="129" y="547"/>
                  </a:cubicBezTo>
                  <a:cubicBezTo>
                    <a:pt x="128" y="546"/>
                    <a:pt x="128" y="545"/>
                    <a:pt x="129" y="545"/>
                  </a:cubicBezTo>
                  <a:cubicBezTo>
                    <a:pt x="127" y="544"/>
                    <a:pt x="125" y="547"/>
                    <a:pt x="124" y="546"/>
                  </a:cubicBezTo>
                  <a:cubicBezTo>
                    <a:pt x="123" y="548"/>
                    <a:pt x="125" y="547"/>
                    <a:pt x="126" y="548"/>
                  </a:cubicBezTo>
                  <a:cubicBezTo>
                    <a:pt x="126" y="547"/>
                    <a:pt x="128" y="547"/>
                    <a:pt x="128" y="547"/>
                  </a:cubicBezTo>
                  <a:cubicBezTo>
                    <a:pt x="133" y="548"/>
                    <a:pt x="125" y="549"/>
                    <a:pt x="127" y="551"/>
                  </a:cubicBezTo>
                  <a:cubicBezTo>
                    <a:pt x="130" y="550"/>
                    <a:pt x="132" y="552"/>
                    <a:pt x="134" y="549"/>
                  </a:cubicBezTo>
                  <a:cubicBezTo>
                    <a:pt x="135" y="549"/>
                    <a:pt x="136" y="550"/>
                    <a:pt x="136" y="550"/>
                  </a:cubicBezTo>
                  <a:cubicBezTo>
                    <a:pt x="134" y="551"/>
                    <a:pt x="135" y="552"/>
                    <a:pt x="133" y="552"/>
                  </a:cubicBezTo>
                  <a:cubicBezTo>
                    <a:pt x="133" y="553"/>
                    <a:pt x="133" y="553"/>
                    <a:pt x="133" y="553"/>
                  </a:cubicBezTo>
                  <a:cubicBezTo>
                    <a:pt x="130" y="553"/>
                    <a:pt x="130" y="553"/>
                    <a:pt x="130" y="553"/>
                  </a:cubicBezTo>
                  <a:cubicBezTo>
                    <a:pt x="130" y="554"/>
                    <a:pt x="129" y="557"/>
                    <a:pt x="129" y="558"/>
                  </a:cubicBezTo>
                  <a:cubicBezTo>
                    <a:pt x="130" y="558"/>
                    <a:pt x="130" y="556"/>
                    <a:pt x="131" y="557"/>
                  </a:cubicBezTo>
                  <a:cubicBezTo>
                    <a:pt x="130" y="557"/>
                    <a:pt x="130" y="559"/>
                    <a:pt x="131" y="559"/>
                  </a:cubicBezTo>
                  <a:cubicBezTo>
                    <a:pt x="130" y="558"/>
                    <a:pt x="133" y="557"/>
                    <a:pt x="134" y="557"/>
                  </a:cubicBezTo>
                  <a:cubicBezTo>
                    <a:pt x="134" y="558"/>
                    <a:pt x="134" y="560"/>
                    <a:pt x="133" y="560"/>
                  </a:cubicBezTo>
                  <a:cubicBezTo>
                    <a:pt x="131" y="561"/>
                    <a:pt x="131" y="561"/>
                    <a:pt x="131" y="561"/>
                  </a:cubicBezTo>
                  <a:cubicBezTo>
                    <a:pt x="133" y="560"/>
                    <a:pt x="131" y="562"/>
                    <a:pt x="132" y="562"/>
                  </a:cubicBezTo>
                  <a:cubicBezTo>
                    <a:pt x="133" y="561"/>
                    <a:pt x="135" y="560"/>
                    <a:pt x="136" y="559"/>
                  </a:cubicBezTo>
                  <a:cubicBezTo>
                    <a:pt x="137" y="559"/>
                    <a:pt x="136" y="561"/>
                    <a:pt x="137" y="561"/>
                  </a:cubicBezTo>
                  <a:cubicBezTo>
                    <a:pt x="135" y="561"/>
                    <a:pt x="135" y="561"/>
                    <a:pt x="135" y="561"/>
                  </a:cubicBezTo>
                  <a:cubicBezTo>
                    <a:pt x="136" y="562"/>
                    <a:pt x="133" y="564"/>
                    <a:pt x="135" y="564"/>
                  </a:cubicBezTo>
                  <a:cubicBezTo>
                    <a:pt x="136" y="563"/>
                    <a:pt x="136" y="563"/>
                    <a:pt x="136" y="563"/>
                  </a:cubicBezTo>
                  <a:cubicBezTo>
                    <a:pt x="136" y="564"/>
                    <a:pt x="136" y="564"/>
                    <a:pt x="135" y="564"/>
                  </a:cubicBezTo>
                  <a:close/>
                  <a:moveTo>
                    <a:pt x="181" y="303"/>
                  </a:move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lose/>
                  <a:moveTo>
                    <a:pt x="191" y="308"/>
                  </a:moveTo>
                  <a:cubicBezTo>
                    <a:pt x="190" y="307"/>
                    <a:pt x="190" y="306"/>
                    <a:pt x="190" y="306"/>
                  </a:cubicBezTo>
                  <a:cubicBezTo>
                    <a:pt x="191" y="308"/>
                    <a:pt x="191" y="308"/>
                    <a:pt x="191" y="308"/>
                  </a:cubicBezTo>
                  <a:cubicBezTo>
                    <a:pt x="191" y="308"/>
                    <a:pt x="191" y="308"/>
                    <a:pt x="191" y="308"/>
                  </a:cubicBezTo>
                  <a:close/>
                  <a:moveTo>
                    <a:pt x="199" y="323"/>
                  </a:moveTo>
                  <a:cubicBezTo>
                    <a:pt x="199" y="323"/>
                    <a:pt x="199" y="323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200" y="324"/>
                    <a:pt x="200" y="324"/>
                  </a:cubicBezTo>
                  <a:cubicBezTo>
                    <a:pt x="200" y="324"/>
                    <a:pt x="200" y="324"/>
                    <a:pt x="200" y="324"/>
                  </a:cubicBezTo>
                  <a:cubicBezTo>
                    <a:pt x="198" y="324"/>
                    <a:pt x="198" y="324"/>
                    <a:pt x="199" y="323"/>
                  </a:cubicBezTo>
                  <a:close/>
                  <a:moveTo>
                    <a:pt x="198" y="307"/>
                  </a:move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6"/>
                    <a:pt x="198" y="306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7" y="308"/>
                    <a:pt x="197" y="304"/>
                    <a:pt x="197" y="307"/>
                  </a:cubicBezTo>
                  <a:cubicBezTo>
                    <a:pt x="197" y="305"/>
                    <a:pt x="197" y="305"/>
                    <a:pt x="197" y="305"/>
                  </a:cubicBezTo>
                  <a:cubicBezTo>
                    <a:pt x="196" y="308"/>
                    <a:pt x="196" y="304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5" y="305"/>
                    <a:pt x="194" y="309"/>
                    <a:pt x="194" y="307"/>
                  </a:cubicBezTo>
                  <a:cubicBezTo>
                    <a:pt x="194" y="307"/>
                    <a:pt x="193" y="307"/>
                    <a:pt x="193" y="309"/>
                  </a:cubicBezTo>
                  <a:cubicBezTo>
                    <a:pt x="193" y="307"/>
                    <a:pt x="193" y="307"/>
                    <a:pt x="193" y="307"/>
                  </a:cubicBezTo>
                  <a:cubicBezTo>
                    <a:pt x="192" y="307"/>
                    <a:pt x="192" y="307"/>
                    <a:pt x="191" y="308"/>
                  </a:cubicBezTo>
                  <a:cubicBezTo>
                    <a:pt x="191" y="307"/>
                    <a:pt x="191" y="307"/>
                    <a:pt x="191" y="307"/>
                  </a:cubicBezTo>
                  <a:cubicBezTo>
                    <a:pt x="190" y="306"/>
                    <a:pt x="189" y="304"/>
                    <a:pt x="189" y="304"/>
                  </a:cubicBezTo>
                  <a:cubicBezTo>
                    <a:pt x="188" y="302"/>
                    <a:pt x="189" y="304"/>
                    <a:pt x="189" y="303"/>
                  </a:cubicBezTo>
                  <a:cubicBezTo>
                    <a:pt x="189" y="302"/>
                    <a:pt x="189" y="303"/>
                    <a:pt x="188" y="302"/>
                  </a:cubicBezTo>
                  <a:cubicBezTo>
                    <a:pt x="188" y="300"/>
                    <a:pt x="188" y="300"/>
                    <a:pt x="188" y="300"/>
                  </a:cubicBezTo>
                  <a:cubicBezTo>
                    <a:pt x="188" y="300"/>
                    <a:pt x="189" y="302"/>
                    <a:pt x="190" y="303"/>
                  </a:cubicBezTo>
                  <a:cubicBezTo>
                    <a:pt x="190" y="303"/>
                    <a:pt x="190" y="303"/>
                    <a:pt x="189" y="302"/>
                  </a:cubicBezTo>
                  <a:cubicBezTo>
                    <a:pt x="190" y="304"/>
                    <a:pt x="191" y="305"/>
                    <a:pt x="191" y="307"/>
                  </a:cubicBezTo>
                  <a:cubicBezTo>
                    <a:pt x="192" y="308"/>
                    <a:pt x="190" y="305"/>
                    <a:pt x="191" y="305"/>
                  </a:cubicBezTo>
                  <a:cubicBezTo>
                    <a:pt x="191" y="306"/>
                    <a:pt x="190" y="304"/>
                    <a:pt x="190" y="303"/>
                  </a:cubicBezTo>
                  <a:cubicBezTo>
                    <a:pt x="188" y="298"/>
                    <a:pt x="192" y="306"/>
                    <a:pt x="192" y="305"/>
                  </a:cubicBezTo>
                  <a:cubicBezTo>
                    <a:pt x="190" y="302"/>
                    <a:pt x="191" y="301"/>
                    <a:pt x="189" y="298"/>
                  </a:cubicBezTo>
                  <a:cubicBezTo>
                    <a:pt x="189" y="297"/>
                    <a:pt x="189" y="296"/>
                    <a:pt x="189" y="297"/>
                  </a:cubicBezTo>
                  <a:cubicBezTo>
                    <a:pt x="190" y="299"/>
                    <a:pt x="190" y="298"/>
                    <a:pt x="190" y="300"/>
                  </a:cubicBezTo>
                  <a:cubicBezTo>
                    <a:pt x="191" y="300"/>
                    <a:pt x="191" y="300"/>
                    <a:pt x="191" y="300"/>
                  </a:cubicBezTo>
                  <a:cubicBezTo>
                    <a:pt x="191" y="302"/>
                    <a:pt x="191" y="302"/>
                    <a:pt x="191" y="302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3" y="305"/>
                    <a:pt x="192" y="304"/>
                    <a:pt x="193" y="303"/>
                  </a:cubicBezTo>
                  <a:cubicBezTo>
                    <a:pt x="193" y="304"/>
                    <a:pt x="193" y="305"/>
                    <a:pt x="193" y="305"/>
                  </a:cubicBezTo>
                  <a:cubicBezTo>
                    <a:pt x="193" y="304"/>
                    <a:pt x="192" y="302"/>
                    <a:pt x="192" y="302"/>
                  </a:cubicBezTo>
                  <a:cubicBezTo>
                    <a:pt x="193" y="301"/>
                    <a:pt x="194" y="303"/>
                    <a:pt x="194" y="304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4"/>
                    <a:pt x="194" y="306"/>
                    <a:pt x="194" y="306"/>
                  </a:cubicBezTo>
                  <a:cubicBezTo>
                    <a:pt x="194" y="304"/>
                    <a:pt x="194" y="303"/>
                    <a:pt x="193" y="301"/>
                  </a:cubicBezTo>
                  <a:cubicBezTo>
                    <a:pt x="193" y="301"/>
                    <a:pt x="194" y="302"/>
                    <a:pt x="194" y="302"/>
                  </a:cubicBezTo>
                  <a:cubicBezTo>
                    <a:pt x="194" y="303"/>
                    <a:pt x="194" y="303"/>
                    <a:pt x="194" y="303"/>
                  </a:cubicBezTo>
                  <a:cubicBezTo>
                    <a:pt x="194" y="303"/>
                    <a:pt x="195" y="306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5" y="304"/>
                    <a:pt x="195" y="305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6" y="305"/>
                    <a:pt x="196" y="305"/>
                    <a:pt x="196" y="305"/>
                  </a:cubicBezTo>
                  <a:cubicBezTo>
                    <a:pt x="196" y="304"/>
                    <a:pt x="195" y="302"/>
                    <a:pt x="196" y="304"/>
                  </a:cubicBezTo>
                  <a:cubicBezTo>
                    <a:pt x="195" y="301"/>
                    <a:pt x="196" y="304"/>
                    <a:pt x="195" y="303"/>
                  </a:cubicBezTo>
                  <a:cubicBezTo>
                    <a:pt x="194" y="301"/>
                    <a:pt x="195" y="301"/>
                    <a:pt x="195" y="301"/>
                  </a:cubicBezTo>
                  <a:cubicBezTo>
                    <a:pt x="196" y="303"/>
                    <a:pt x="195" y="301"/>
                    <a:pt x="196" y="301"/>
                  </a:cubicBezTo>
                  <a:cubicBezTo>
                    <a:pt x="196" y="302"/>
                    <a:pt x="196" y="302"/>
                    <a:pt x="196" y="303"/>
                  </a:cubicBezTo>
                  <a:cubicBezTo>
                    <a:pt x="196" y="301"/>
                    <a:pt x="196" y="301"/>
                    <a:pt x="196" y="301"/>
                  </a:cubicBezTo>
                  <a:cubicBezTo>
                    <a:pt x="197" y="304"/>
                    <a:pt x="196" y="300"/>
                    <a:pt x="197" y="301"/>
                  </a:cubicBezTo>
                  <a:cubicBezTo>
                    <a:pt x="197" y="302"/>
                    <a:pt x="197" y="303"/>
                    <a:pt x="198" y="304"/>
                  </a:cubicBezTo>
                  <a:cubicBezTo>
                    <a:pt x="197" y="301"/>
                    <a:pt x="197" y="301"/>
                    <a:pt x="196" y="299"/>
                  </a:cubicBezTo>
                  <a:cubicBezTo>
                    <a:pt x="197" y="300"/>
                    <a:pt x="197" y="302"/>
                    <a:pt x="198" y="304"/>
                  </a:cubicBezTo>
                  <a:cubicBezTo>
                    <a:pt x="198" y="302"/>
                    <a:pt x="199" y="305"/>
                    <a:pt x="198" y="302"/>
                  </a:cubicBezTo>
                  <a:cubicBezTo>
                    <a:pt x="198" y="302"/>
                    <a:pt x="198" y="301"/>
                    <a:pt x="197" y="300"/>
                  </a:cubicBezTo>
                  <a:cubicBezTo>
                    <a:pt x="198" y="300"/>
                    <a:pt x="198" y="301"/>
                    <a:pt x="198" y="302"/>
                  </a:cubicBezTo>
                  <a:cubicBezTo>
                    <a:pt x="198" y="301"/>
                    <a:pt x="198" y="299"/>
                    <a:pt x="198" y="299"/>
                  </a:cubicBezTo>
                  <a:cubicBezTo>
                    <a:pt x="198" y="299"/>
                    <a:pt x="198" y="296"/>
                    <a:pt x="198" y="298"/>
                  </a:cubicBezTo>
                  <a:cubicBezTo>
                    <a:pt x="199" y="300"/>
                    <a:pt x="198" y="299"/>
                    <a:pt x="198" y="300"/>
                  </a:cubicBezTo>
                  <a:cubicBezTo>
                    <a:pt x="199" y="300"/>
                    <a:pt x="198" y="296"/>
                    <a:pt x="198" y="295"/>
                  </a:cubicBezTo>
                  <a:cubicBezTo>
                    <a:pt x="198" y="294"/>
                    <a:pt x="197" y="291"/>
                    <a:pt x="197" y="290"/>
                  </a:cubicBezTo>
                  <a:cubicBezTo>
                    <a:pt x="198" y="291"/>
                    <a:pt x="197" y="291"/>
                    <a:pt x="198" y="293"/>
                  </a:cubicBezTo>
                  <a:cubicBezTo>
                    <a:pt x="198" y="293"/>
                    <a:pt x="198" y="293"/>
                    <a:pt x="198" y="293"/>
                  </a:cubicBezTo>
                  <a:cubicBezTo>
                    <a:pt x="199" y="296"/>
                    <a:pt x="198" y="298"/>
                    <a:pt x="199" y="300"/>
                  </a:cubicBezTo>
                  <a:cubicBezTo>
                    <a:pt x="199" y="299"/>
                    <a:pt x="199" y="299"/>
                    <a:pt x="199" y="299"/>
                  </a:cubicBezTo>
                  <a:cubicBezTo>
                    <a:pt x="200" y="302"/>
                    <a:pt x="200" y="302"/>
                    <a:pt x="200" y="302"/>
                  </a:cubicBezTo>
                  <a:cubicBezTo>
                    <a:pt x="200" y="300"/>
                    <a:pt x="200" y="301"/>
                    <a:pt x="200" y="301"/>
                  </a:cubicBezTo>
                  <a:cubicBezTo>
                    <a:pt x="200" y="299"/>
                    <a:pt x="200" y="302"/>
                    <a:pt x="200" y="300"/>
                  </a:cubicBezTo>
                  <a:cubicBezTo>
                    <a:pt x="200" y="300"/>
                    <a:pt x="200" y="297"/>
                    <a:pt x="200" y="298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1" y="302"/>
                    <a:pt x="201" y="299"/>
                    <a:pt x="201" y="300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2" y="301"/>
                    <a:pt x="203" y="301"/>
                    <a:pt x="204" y="297"/>
                  </a:cubicBezTo>
                  <a:cubicBezTo>
                    <a:pt x="204" y="298"/>
                    <a:pt x="204" y="299"/>
                    <a:pt x="205" y="300"/>
                  </a:cubicBezTo>
                  <a:cubicBezTo>
                    <a:pt x="205" y="299"/>
                    <a:pt x="205" y="298"/>
                    <a:pt x="205" y="298"/>
                  </a:cubicBezTo>
                  <a:cubicBezTo>
                    <a:pt x="205" y="300"/>
                    <a:pt x="205" y="300"/>
                    <a:pt x="205" y="300"/>
                  </a:cubicBezTo>
                  <a:cubicBezTo>
                    <a:pt x="206" y="301"/>
                    <a:pt x="206" y="299"/>
                    <a:pt x="206" y="298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7" y="300"/>
                    <a:pt x="207" y="298"/>
                    <a:pt x="207" y="298"/>
                  </a:cubicBezTo>
                  <a:cubicBezTo>
                    <a:pt x="207" y="299"/>
                    <a:pt x="207" y="299"/>
                    <a:pt x="207" y="299"/>
                  </a:cubicBezTo>
                  <a:cubicBezTo>
                    <a:pt x="207" y="298"/>
                    <a:pt x="207" y="298"/>
                    <a:pt x="207" y="298"/>
                  </a:cubicBezTo>
                  <a:cubicBezTo>
                    <a:pt x="207" y="297"/>
                    <a:pt x="207" y="297"/>
                    <a:pt x="207" y="299"/>
                  </a:cubicBezTo>
                  <a:cubicBezTo>
                    <a:pt x="208" y="298"/>
                    <a:pt x="208" y="298"/>
                    <a:pt x="208" y="298"/>
                  </a:cubicBezTo>
                  <a:cubicBezTo>
                    <a:pt x="208" y="299"/>
                    <a:pt x="208" y="299"/>
                    <a:pt x="209" y="298"/>
                  </a:cubicBezTo>
                  <a:cubicBezTo>
                    <a:pt x="209" y="298"/>
                    <a:pt x="209" y="297"/>
                    <a:pt x="209" y="296"/>
                  </a:cubicBezTo>
                  <a:cubicBezTo>
                    <a:pt x="209" y="293"/>
                    <a:pt x="209" y="296"/>
                    <a:pt x="209" y="295"/>
                  </a:cubicBezTo>
                  <a:cubicBezTo>
                    <a:pt x="209" y="297"/>
                    <a:pt x="209" y="297"/>
                    <a:pt x="209" y="297"/>
                  </a:cubicBezTo>
                  <a:cubicBezTo>
                    <a:pt x="209" y="300"/>
                    <a:pt x="210" y="298"/>
                    <a:pt x="211" y="299"/>
                  </a:cubicBezTo>
                  <a:cubicBezTo>
                    <a:pt x="211" y="297"/>
                    <a:pt x="211" y="297"/>
                    <a:pt x="211" y="297"/>
                  </a:cubicBezTo>
                  <a:cubicBezTo>
                    <a:pt x="211" y="300"/>
                    <a:pt x="212" y="297"/>
                    <a:pt x="212" y="299"/>
                  </a:cubicBezTo>
                  <a:cubicBezTo>
                    <a:pt x="213" y="298"/>
                    <a:pt x="213" y="295"/>
                    <a:pt x="214" y="295"/>
                  </a:cubicBezTo>
                  <a:cubicBezTo>
                    <a:pt x="214" y="293"/>
                    <a:pt x="213" y="298"/>
                    <a:pt x="213" y="299"/>
                  </a:cubicBezTo>
                  <a:cubicBezTo>
                    <a:pt x="213" y="298"/>
                    <a:pt x="214" y="298"/>
                    <a:pt x="214" y="298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4" y="297"/>
                    <a:pt x="215" y="296"/>
                    <a:pt x="215" y="297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5" y="298"/>
                    <a:pt x="214" y="299"/>
                    <a:pt x="215" y="299"/>
                  </a:cubicBezTo>
                  <a:cubicBezTo>
                    <a:pt x="215" y="297"/>
                    <a:pt x="215" y="298"/>
                    <a:pt x="216" y="297"/>
                  </a:cubicBezTo>
                  <a:cubicBezTo>
                    <a:pt x="215" y="298"/>
                    <a:pt x="215" y="298"/>
                    <a:pt x="215" y="298"/>
                  </a:cubicBezTo>
                  <a:cubicBezTo>
                    <a:pt x="216" y="296"/>
                    <a:pt x="216" y="296"/>
                    <a:pt x="216" y="296"/>
                  </a:cubicBezTo>
                  <a:cubicBezTo>
                    <a:pt x="216" y="297"/>
                    <a:pt x="216" y="297"/>
                    <a:pt x="216" y="297"/>
                  </a:cubicBezTo>
                  <a:cubicBezTo>
                    <a:pt x="215" y="299"/>
                    <a:pt x="215" y="299"/>
                    <a:pt x="215" y="299"/>
                  </a:cubicBezTo>
                  <a:cubicBezTo>
                    <a:pt x="215" y="300"/>
                    <a:pt x="216" y="297"/>
                    <a:pt x="216" y="297"/>
                  </a:cubicBezTo>
                  <a:cubicBezTo>
                    <a:pt x="217" y="296"/>
                    <a:pt x="216" y="297"/>
                    <a:pt x="216" y="298"/>
                  </a:cubicBezTo>
                  <a:cubicBezTo>
                    <a:pt x="216" y="298"/>
                    <a:pt x="216" y="297"/>
                    <a:pt x="216" y="298"/>
                  </a:cubicBezTo>
                  <a:cubicBezTo>
                    <a:pt x="215" y="299"/>
                    <a:pt x="216" y="298"/>
                    <a:pt x="215" y="299"/>
                  </a:cubicBezTo>
                  <a:cubicBezTo>
                    <a:pt x="215" y="299"/>
                    <a:pt x="216" y="297"/>
                    <a:pt x="216" y="298"/>
                  </a:cubicBezTo>
                  <a:cubicBezTo>
                    <a:pt x="216" y="298"/>
                    <a:pt x="217" y="298"/>
                    <a:pt x="216" y="299"/>
                  </a:cubicBezTo>
                  <a:cubicBezTo>
                    <a:pt x="216" y="298"/>
                    <a:pt x="216" y="299"/>
                    <a:pt x="217" y="298"/>
                  </a:cubicBezTo>
                  <a:cubicBezTo>
                    <a:pt x="217" y="298"/>
                    <a:pt x="217" y="297"/>
                    <a:pt x="217" y="296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7" y="297"/>
                    <a:pt x="217" y="297"/>
                    <a:pt x="217" y="297"/>
                  </a:cubicBezTo>
                  <a:cubicBezTo>
                    <a:pt x="218" y="296"/>
                    <a:pt x="218" y="297"/>
                    <a:pt x="218" y="296"/>
                  </a:cubicBezTo>
                  <a:cubicBezTo>
                    <a:pt x="217" y="298"/>
                    <a:pt x="217" y="298"/>
                    <a:pt x="217" y="298"/>
                  </a:cubicBezTo>
                  <a:cubicBezTo>
                    <a:pt x="218" y="297"/>
                    <a:pt x="218" y="297"/>
                    <a:pt x="219" y="297"/>
                  </a:cubicBezTo>
                  <a:cubicBezTo>
                    <a:pt x="218" y="298"/>
                    <a:pt x="216" y="300"/>
                    <a:pt x="216" y="300"/>
                  </a:cubicBezTo>
                  <a:cubicBezTo>
                    <a:pt x="218" y="299"/>
                    <a:pt x="218" y="299"/>
                    <a:pt x="218" y="299"/>
                  </a:cubicBezTo>
                  <a:cubicBezTo>
                    <a:pt x="218" y="299"/>
                    <a:pt x="218" y="299"/>
                    <a:pt x="217" y="300"/>
                  </a:cubicBezTo>
                  <a:cubicBezTo>
                    <a:pt x="217" y="301"/>
                    <a:pt x="220" y="296"/>
                    <a:pt x="220" y="298"/>
                  </a:cubicBezTo>
                  <a:cubicBezTo>
                    <a:pt x="218" y="299"/>
                    <a:pt x="218" y="299"/>
                    <a:pt x="218" y="300"/>
                  </a:cubicBezTo>
                  <a:cubicBezTo>
                    <a:pt x="219" y="299"/>
                    <a:pt x="219" y="299"/>
                    <a:pt x="219" y="299"/>
                  </a:cubicBezTo>
                  <a:cubicBezTo>
                    <a:pt x="219" y="298"/>
                    <a:pt x="218" y="300"/>
                    <a:pt x="219" y="299"/>
                  </a:cubicBezTo>
                  <a:cubicBezTo>
                    <a:pt x="219" y="298"/>
                    <a:pt x="219" y="298"/>
                    <a:pt x="220" y="298"/>
                  </a:cubicBezTo>
                  <a:cubicBezTo>
                    <a:pt x="217" y="301"/>
                    <a:pt x="219" y="300"/>
                    <a:pt x="218" y="301"/>
                  </a:cubicBezTo>
                  <a:cubicBezTo>
                    <a:pt x="220" y="300"/>
                    <a:pt x="219" y="301"/>
                    <a:pt x="219" y="301"/>
                  </a:cubicBezTo>
                  <a:cubicBezTo>
                    <a:pt x="217" y="302"/>
                    <a:pt x="220" y="301"/>
                    <a:pt x="218" y="302"/>
                  </a:cubicBezTo>
                  <a:cubicBezTo>
                    <a:pt x="221" y="300"/>
                    <a:pt x="221" y="300"/>
                    <a:pt x="221" y="300"/>
                  </a:cubicBezTo>
                  <a:cubicBezTo>
                    <a:pt x="219" y="301"/>
                    <a:pt x="224" y="299"/>
                    <a:pt x="222" y="300"/>
                  </a:cubicBezTo>
                  <a:cubicBezTo>
                    <a:pt x="221" y="301"/>
                    <a:pt x="220" y="301"/>
                    <a:pt x="220" y="301"/>
                  </a:cubicBezTo>
                  <a:cubicBezTo>
                    <a:pt x="217" y="303"/>
                    <a:pt x="222" y="301"/>
                    <a:pt x="219" y="302"/>
                  </a:cubicBezTo>
                  <a:cubicBezTo>
                    <a:pt x="223" y="301"/>
                    <a:pt x="223" y="301"/>
                    <a:pt x="223" y="301"/>
                  </a:cubicBezTo>
                  <a:cubicBezTo>
                    <a:pt x="222" y="302"/>
                    <a:pt x="221" y="302"/>
                    <a:pt x="220" y="303"/>
                  </a:cubicBezTo>
                  <a:cubicBezTo>
                    <a:pt x="221" y="302"/>
                    <a:pt x="221" y="302"/>
                    <a:pt x="221" y="303"/>
                  </a:cubicBezTo>
                  <a:cubicBezTo>
                    <a:pt x="220" y="303"/>
                    <a:pt x="220" y="303"/>
                    <a:pt x="220" y="303"/>
                  </a:cubicBezTo>
                  <a:cubicBezTo>
                    <a:pt x="219" y="303"/>
                    <a:pt x="220" y="303"/>
                    <a:pt x="221" y="303"/>
                  </a:cubicBezTo>
                  <a:cubicBezTo>
                    <a:pt x="219" y="303"/>
                    <a:pt x="221" y="304"/>
                    <a:pt x="219" y="304"/>
                  </a:cubicBezTo>
                  <a:cubicBezTo>
                    <a:pt x="222" y="304"/>
                    <a:pt x="218" y="304"/>
                    <a:pt x="222" y="304"/>
                  </a:cubicBezTo>
                  <a:cubicBezTo>
                    <a:pt x="221" y="304"/>
                    <a:pt x="221" y="304"/>
                    <a:pt x="221" y="304"/>
                  </a:cubicBezTo>
                  <a:cubicBezTo>
                    <a:pt x="222" y="304"/>
                    <a:pt x="223" y="304"/>
                    <a:pt x="224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5"/>
                    <a:pt x="221" y="304"/>
                    <a:pt x="221" y="304"/>
                  </a:cubicBezTo>
                  <a:cubicBezTo>
                    <a:pt x="221" y="304"/>
                    <a:pt x="221" y="305"/>
                    <a:pt x="221" y="305"/>
                  </a:cubicBezTo>
                  <a:cubicBezTo>
                    <a:pt x="219" y="305"/>
                    <a:pt x="221" y="305"/>
                    <a:pt x="220" y="305"/>
                  </a:cubicBezTo>
                  <a:cubicBezTo>
                    <a:pt x="222" y="305"/>
                    <a:pt x="220" y="305"/>
                    <a:pt x="221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1" y="305"/>
                    <a:pt x="221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3" y="306"/>
                    <a:pt x="223" y="306"/>
                    <a:pt x="223" y="306"/>
                  </a:cubicBezTo>
                  <a:cubicBezTo>
                    <a:pt x="223" y="306"/>
                    <a:pt x="222" y="306"/>
                    <a:pt x="222" y="306"/>
                  </a:cubicBezTo>
                  <a:cubicBezTo>
                    <a:pt x="222" y="306"/>
                    <a:pt x="221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0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7"/>
                    <a:pt x="221" y="307"/>
                    <a:pt x="222" y="307"/>
                  </a:cubicBezTo>
                  <a:cubicBezTo>
                    <a:pt x="222" y="307"/>
                    <a:pt x="221" y="307"/>
                    <a:pt x="221" y="307"/>
                  </a:cubicBezTo>
                  <a:cubicBezTo>
                    <a:pt x="221" y="307"/>
                    <a:pt x="221" y="307"/>
                    <a:pt x="221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10"/>
                    <a:pt x="222" y="309"/>
                    <a:pt x="222" y="309"/>
                  </a:cubicBezTo>
                  <a:cubicBezTo>
                    <a:pt x="222" y="310"/>
                    <a:pt x="222" y="312"/>
                    <a:pt x="222" y="311"/>
                  </a:cubicBezTo>
                  <a:cubicBezTo>
                    <a:pt x="222" y="311"/>
                    <a:pt x="222" y="311"/>
                    <a:pt x="222" y="311"/>
                  </a:cubicBezTo>
                  <a:cubicBezTo>
                    <a:pt x="222" y="311"/>
                    <a:pt x="222" y="312"/>
                    <a:pt x="221" y="312"/>
                  </a:cubicBezTo>
                  <a:cubicBezTo>
                    <a:pt x="221" y="311"/>
                    <a:pt x="221" y="311"/>
                    <a:pt x="221" y="310"/>
                  </a:cubicBezTo>
                  <a:cubicBezTo>
                    <a:pt x="221" y="308"/>
                    <a:pt x="221" y="309"/>
                    <a:pt x="220" y="309"/>
                  </a:cubicBezTo>
                  <a:cubicBezTo>
                    <a:pt x="220" y="310"/>
                    <a:pt x="220" y="310"/>
                    <a:pt x="220" y="310"/>
                  </a:cubicBezTo>
                  <a:cubicBezTo>
                    <a:pt x="220" y="311"/>
                    <a:pt x="220" y="309"/>
                    <a:pt x="220" y="309"/>
                  </a:cubicBezTo>
                  <a:cubicBezTo>
                    <a:pt x="219" y="314"/>
                    <a:pt x="219" y="314"/>
                    <a:pt x="219" y="314"/>
                  </a:cubicBezTo>
                  <a:cubicBezTo>
                    <a:pt x="219" y="313"/>
                    <a:pt x="219" y="311"/>
                    <a:pt x="219" y="310"/>
                  </a:cubicBezTo>
                  <a:cubicBezTo>
                    <a:pt x="219" y="311"/>
                    <a:pt x="218" y="314"/>
                    <a:pt x="217" y="315"/>
                  </a:cubicBezTo>
                  <a:cubicBezTo>
                    <a:pt x="217" y="315"/>
                    <a:pt x="216" y="316"/>
                    <a:pt x="216" y="316"/>
                  </a:cubicBezTo>
                  <a:cubicBezTo>
                    <a:pt x="216" y="314"/>
                    <a:pt x="216" y="316"/>
                    <a:pt x="216" y="315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7" y="313"/>
                    <a:pt x="217" y="311"/>
                    <a:pt x="217" y="310"/>
                  </a:cubicBezTo>
                  <a:cubicBezTo>
                    <a:pt x="217" y="311"/>
                    <a:pt x="216" y="309"/>
                    <a:pt x="216" y="309"/>
                  </a:cubicBezTo>
                  <a:cubicBezTo>
                    <a:pt x="215" y="312"/>
                    <a:pt x="215" y="310"/>
                    <a:pt x="214" y="313"/>
                  </a:cubicBezTo>
                  <a:cubicBezTo>
                    <a:pt x="214" y="313"/>
                    <a:pt x="214" y="311"/>
                    <a:pt x="214" y="310"/>
                  </a:cubicBezTo>
                  <a:cubicBezTo>
                    <a:pt x="213" y="311"/>
                    <a:pt x="213" y="310"/>
                    <a:pt x="212" y="310"/>
                  </a:cubicBezTo>
                  <a:cubicBezTo>
                    <a:pt x="213" y="310"/>
                    <a:pt x="213" y="310"/>
                    <a:pt x="213" y="310"/>
                  </a:cubicBezTo>
                  <a:cubicBezTo>
                    <a:pt x="212" y="310"/>
                    <a:pt x="211" y="309"/>
                    <a:pt x="210" y="312"/>
                  </a:cubicBezTo>
                  <a:cubicBezTo>
                    <a:pt x="211" y="310"/>
                    <a:pt x="211" y="310"/>
                    <a:pt x="211" y="310"/>
                  </a:cubicBezTo>
                  <a:cubicBezTo>
                    <a:pt x="210" y="309"/>
                    <a:pt x="210" y="313"/>
                    <a:pt x="209" y="312"/>
                  </a:cubicBezTo>
                  <a:cubicBezTo>
                    <a:pt x="210" y="310"/>
                    <a:pt x="210" y="310"/>
                    <a:pt x="210" y="310"/>
                  </a:cubicBezTo>
                  <a:cubicBezTo>
                    <a:pt x="209" y="312"/>
                    <a:pt x="209" y="309"/>
                    <a:pt x="208" y="311"/>
                  </a:cubicBezTo>
                  <a:cubicBezTo>
                    <a:pt x="209" y="310"/>
                    <a:pt x="209" y="310"/>
                    <a:pt x="209" y="310"/>
                  </a:cubicBezTo>
                  <a:cubicBezTo>
                    <a:pt x="208" y="310"/>
                    <a:pt x="208" y="310"/>
                    <a:pt x="207" y="311"/>
                  </a:cubicBezTo>
                  <a:cubicBezTo>
                    <a:pt x="208" y="309"/>
                    <a:pt x="208" y="309"/>
                    <a:pt x="208" y="309"/>
                  </a:cubicBezTo>
                  <a:cubicBezTo>
                    <a:pt x="208" y="308"/>
                    <a:pt x="207" y="311"/>
                    <a:pt x="207" y="311"/>
                  </a:cubicBezTo>
                  <a:cubicBezTo>
                    <a:pt x="207" y="310"/>
                    <a:pt x="207" y="309"/>
                    <a:pt x="207" y="309"/>
                  </a:cubicBezTo>
                  <a:cubicBezTo>
                    <a:pt x="206" y="310"/>
                    <a:pt x="206" y="310"/>
                    <a:pt x="205" y="311"/>
                  </a:cubicBezTo>
                  <a:cubicBezTo>
                    <a:pt x="206" y="309"/>
                    <a:pt x="206" y="309"/>
                    <a:pt x="206" y="309"/>
                  </a:cubicBezTo>
                  <a:cubicBezTo>
                    <a:pt x="203" y="308"/>
                    <a:pt x="201" y="307"/>
                    <a:pt x="199" y="309"/>
                  </a:cubicBezTo>
                  <a:cubicBezTo>
                    <a:pt x="199" y="306"/>
                    <a:pt x="199" y="308"/>
                    <a:pt x="199" y="306"/>
                  </a:cubicBezTo>
                  <a:cubicBezTo>
                    <a:pt x="199" y="308"/>
                    <a:pt x="199" y="306"/>
                    <a:pt x="198" y="307"/>
                  </a:cubicBezTo>
                  <a:close/>
                  <a:moveTo>
                    <a:pt x="221" y="306"/>
                  </a:move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6"/>
                    <a:pt x="222" y="306"/>
                  </a:cubicBezTo>
                  <a:cubicBezTo>
                    <a:pt x="222" y="306"/>
                    <a:pt x="221" y="306"/>
                    <a:pt x="221" y="306"/>
                  </a:cubicBezTo>
                  <a:close/>
                  <a:moveTo>
                    <a:pt x="222" y="306"/>
                  </a:moveTo>
                  <a:cubicBezTo>
                    <a:pt x="222" y="306"/>
                    <a:pt x="222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2" y="306"/>
                    <a:pt x="222" y="306"/>
                    <a:pt x="222" y="306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6"/>
                    <a:pt x="222" y="307"/>
                    <a:pt x="222" y="307"/>
                  </a:cubicBezTo>
                  <a:close/>
                  <a:moveTo>
                    <a:pt x="382" y="181"/>
                  </a:moveTo>
                  <a:cubicBezTo>
                    <a:pt x="383" y="179"/>
                    <a:pt x="383" y="179"/>
                    <a:pt x="383" y="179"/>
                  </a:cubicBezTo>
                  <a:cubicBezTo>
                    <a:pt x="384" y="180"/>
                    <a:pt x="384" y="181"/>
                    <a:pt x="384" y="182"/>
                  </a:cubicBezTo>
                  <a:cubicBezTo>
                    <a:pt x="385" y="180"/>
                    <a:pt x="387" y="181"/>
                    <a:pt x="387" y="180"/>
                  </a:cubicBezTo>
                  <a:cubicBezTo>
                    <a:pt x="388" y="180"/>
                    <a:pt x="387" y="181"/>
                    <a:pt x="387" y="181"/>
                  </a:cubicBezTo>
                  <a:cubicBezTo>
                    <a:pt x="388" y="181"/>
                    <a:pt x="391" y="180"/>
                    <a:pt x="392" y="181"/>
                  </a:cubicBezTo>
                  <a:cubicBezTo>
                    <a:pt x="391" y="182"/>
                    <a:pt x="391" y="182"/>
                    <a:pt x="391" y="182"/>
                  </a:cubicBezTo>
                  <a:cubicBezTo>
                    <a:pt x="393" y="184"/>
                    <a:pt x="393" y="186"/>
                    <a:pt x="393" y="188"/>
                  </a:cubicBezTo>
                  <a:cubicBezTo>
                    <a:pt x="389" y="186"/>
                    <a:pt x="384" y="185"/>
                    <a:pt x="380" y="183"/>
                  </a:cubicBezTo>
                  <a:cubicBezTo>
                    <a:pt x="381" y="183"/>
                    <a:pt x="382" y="183"/>
                    <a:pt x="382" y="181"/>
                  </a:cubicBezTo>
                  <a:close/>
                  <a:moveTo>
                    <a:pt x="262" y="151"/>
                  </a:moveTo>
                  <a:cubicBezTo>
                    <a:pt x="262" y="150"/>
                    <a:pt x="262" y="150"/>
                    <a:pt x="262" y="150"/>
                  </a:cubicBezTo>
                  <a:cubicBezTo>
                    <a:pt x="262" y="150"/>
                    <a:pt x="262" y="150"/>
                    <a:pt x="262" y="150"/>
                  </a:cubicBezTo>
                  <a:cubicBezTo>
                    <a:pt x="263" y="148"/>
                    <a:pt x="264" y="146"/>
                    <a:pt x="264" y="144"/>
                  </a:cubicBezTo>
                  <a:cubicBezTo>
                    <a:pt x="265" y="144"/>
                    <a:pt x="265" y="145"/>
                    <a:pt x="265" y="146"/>
                  </a:cubicBezTo>
                  <a:cubicBezTo>
                    <a:pt x="267" y="141"/>
                    <a:pt x="267" y="135"/>
                    <a:pt x="267" y="130"/>
                  </a:cubicBezTo>
                  <a:cubicBezTo>
                    <a:pt x="268" y="130"/>
                    <a:pt x="268" y="131"/>
                    <a:pt x="269" y="133"/>
                  </a:cubicBezTo>
                  <a:cubicBezTo>
                    <a:pt x="271" y="128"/>
                    <a:pt x="267" y="127"/>
                    <a:pt x="269" y="122"/>
                  </a:cubicBezTo>
                  <a:cubicBezTo>
                    <a:pt x="270" y="121"/>
                    <a:pt x="271" y="118"/>
                    <a:pt x="271" y="119"/>
                  </a:cubicBezTo>
                  <a:cubicBezTo>
                    <a:pt x="271" y="117"/>
                    <a:pt x="272" y="109"/>
                    <a:pt x="271" y="107"/>
                  </a:cubicBezTo>
                  <a:cubicBezTo>
                    <a:pt x="272" y="106"/>
                    <a:pt x="272" y="105"/>
                    <a:pt x="273" y="103"/>
                  </a:cubicBezTo>
                  <a:cubicBezTo>
                    <a:pt x="274" y="104"/>
                    <a:pt x="274" y="105"/>
                    <a:pt x="275" y="107"/>
                  </a:cubicBezTo>
                  <a:cubicBezTo>
                    <a:pt x="274" y="107"/>
                    <a:pt x="273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8"/>
                    <a:pt x="272" y="108"/>
                    <a:pt x="272" y="108"/>
                  </a:cubicBezTo>
                  <a:cubicBezTo>
                    <a:pt x="272" y="111"/>
                    <a:pt x="272" y="111"/>
                    <a:pt x="272" y="111"/>
                  </a:cubicBezTo>
                  <a:cubicBezTo>
                    <a:pt x="272" y="120"/>
                    <a:pt x="272" y="120"/>
                    <a:pt x="272" y="120"/>
                  </a:cubicBezTo>
                  <a:cubicBezTo>
                    <a:pt x="272" y="133"/>
                    <a:pt x="272" y="145"/>
                    <a:pt x="271" y="156"/>
                  </a:cubicBezTo>
                  <a:cubicBezTo>
                    <a:pt x="271" y="160"/>
                    <a:pt x="271" y="162"/>
                    <a:pt x="270" y="164"/>
                  </a:cubicBezTo>
                  <a:cubicBezTo>
                    <a:pt x="268" y="161"/>
                    <a:pt x="265" y="157"/>
                    <a:pt x="265" y="152"/>
                  </a:cubicBezTo>
                  <a:cubicBezTo>
                    <a:pt x="265" y="155"/>
                    <a:pt x="263" y="153"/>
                    <a:pt x="262" y="151"/>
                  </a:cubicBezTo>
                  <a:cubicBezTo>
                    <a:pt x="262" y="151"/>
                    <a:pt x="262" y="151"/>
                    <a:pt x="262" y="151"/>
                  </a:cubicBezTo>
                  <a:close/>
                  <a:moveTo>
                    <a:pt x="212" y="121"/>
                  </a:moveTo>
                  <a:cubicBezTo>
                    <a:pt x="212" y="118"/>
                    <a:pt x="212" y="116"/>
                    <a:pt x="213" y="114"/>
                  </a:cubicBezTo>
                  <a:cubicBezTo>
                    <a:pt x="215" y="119"/>
                    <a:pt x="215" y="127"/>
                    <a:pt x="213" y="134"/>
                  </a:cubicBezTo>
                  <a:cubicBezTo>
                    <a:pt x="212" y="129"/>
                    <a:pt x="211" y="125"/>
                    <a:pt x="212" y="121"/>
                  </a:cubicBezTo>
                  <a:close/>
                  <a:moveTo>
                    <a:pt x="191" y="185"/>
                  </a:moveTo>
                  <a:cubicBezTo>
                    <a:pt x="191" y="185"/>
                    <a:pt x="191" y="184"/>
                    <a:pt x="191" y="185"/>
                  </a:cubicBezTo>
                  <a:cubicBezTo>
                    <a:pt x="190" y="185"/>
                    <a:pt x="190" y="184"/>
                    <a:pt x="190" y="184"/>
                  </a:cubicBezTo>
                  <a:cubicBezTo>
                    <a:pt x="190" y="184"/>
                    <a:pt x="191" y="184"/>
                    <a:pt x="191" y="185"/>
                  </a:cubicBezTo>
                  <a:close/>
                  <a:moveTo>
                    <a:pt x="148" y="192"/>
                  </a:moveTo>
                  <a:cubicBezTo>
                    <a:pt x="148" y="191"/>
                    <a:pt x="148" y="192"/>
                    <a:pt x="148" y="192"/>
                  </a:cubicBezTo>
                  <a:cubicBezTo>
                    <a:pt x="148" y="192"/>
                    <a:pt x="148" y="192"/>
                    <a:pt x="148" y="191"/>
                  </a:cubicBezTo>
                  <a:cubicBezTo>
                    <a:pt x="148" y="191"/>
                    <a:pt x="148" y="192"/>
                    <a:pt x="148" y="192"/>
                  </a:cubicBezTo>
                  <a:close/>
                  <a:moveTo>
                    <a:pt x="134" y="148"/>
                  </a:moveTo>
                  <a:cubicBezTo>
                    <a:pt x="136" y="149"/>
                    <a:pt x="136" y="149"/>
                    <a:pt x="136" y="149"/>
                  </a:cubicBezTo>
                  <a:cubicBezTo>
                    <a:pt x="135" y="142"/>
                    <a:pt x="136" y="133"/>
                    <a:pt x="139" y="125"/>
                  </a:cubicBezTo>
                  <a:cubicBezTo>
                    <a:pt x="140" y="124"/>
                    <a:pt x="140" y="124"/>
                    <a:pt x="140" y="124"/>
                  </a:cubicBezTo>
                  <a:cubicBezTo>
                    <a:pt x="140" y="124"/>
                    <a:pt x="140" y="124"/>
                    <a:pt x="139" y="124"/>
                  </a:cubicBezTo>
                  <a:cubicBezTo>
                    <a:pt x="140" y="123"/>
                    <a:pt x="140" y="123"/>
                    <a:pt x="140" y="122"/>
                  </a:cubicBezTo>
                  <a:cubicBezTo>
                    <a:pt x="140" y="121"/>
                    <a:pt x="141" y="120"/>
                    <a:pt x="141" y="120"/>
                  </a:cubicBezTo>
                  <a:cubicBezTo>
                    <a:pt x="142" y="120"/>
                    <a:pt x="142" y="121"/>
                    <a:pt x="142" y="120"/>
                  </a:cubicBezTo>
                  <a:cubicBezTo>
                    <a:pt x="142" y="119"/>
                    <a:pt x="144" y="118"/>
                    <a:pt x="145" y="117"/>
                  </a:cubicBezTo>
                  <a:cubicBezTo>
                    <a:pt x="146" y="117"/>
                    <a:pt x="147" y="118"/>
                    <a:pt x="149" y="118"/>
                  </a:cubicBezTo>
                  <a:cubicBezTo>
                    <a:pt x="142" y="122"/>
                    <a:pt x="144" y="121"/>
                    <a:pt x="149" y="118"/>
                  </a:cubicBezTo>
                  <a:cubicBezTo>
                    <a:pt x="149" y="118"/>
                    <a:pt x="150" y="119"/>
                    <a:pt x="151" y="119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2" y="121"/>
                    <a:pt x="154" y="120"/>
                    <a:pt x="155" y="120"/>
                  </a:cubicBezTo>
                  <a:cubicBezTo>
                    <a:pt x="155" y="123"/>
                    <a:pt x="154" y="119"/>
                    <a:pt x="153" y="121"/>
                  </a:cubicBezTo>
                  <a:cubicBezTo>
                    <a:pt x="155" y="129"/>
                    <a:pt x="153" y="139"/>
                    <a:pt x="153" y="149"/>
                  </a:cubicBezTo>
                  <a:cubicBezTo>
                    <a:pt x="154" y="151"/>
                    <a:pt x="154" y="153"/>
                    <a:pt x="155" y="153"/>
                  </a:cubicBezTo>
                  <a:cubicBezTo>
                    <a:pt x="152" y="164"/>
                    <a:pt x="154" y="178"/>
                    <a:pt x="149" y="185"/>
                  </a:cubicBezTo>
                  <a:cubicBezTo>
                    <a:pt x="153" y="184"/>
                    <a:pt x="150" y="189"/>
                    <a:pt x="149" y="191"/>
                  </a:cubicBezTo>
                  <a:cubicBezTo>
                    <a:pt x="148" y="189"/>
                    <a:pt x="146" y="186"/>
                    <a:pt x="144" y="183"/>
                  </a:cubicBezTo>
                  <a:cubicBezTo>
                    <a:pt x="143" y="180"/>
                    <a:pt x="140" y="179"/>
                    <a:pt x="140" y="174"/>
                  </a:cubicBezTo>
                  <a:cubicBezTo>
                    <a:pt x="141" y="170"/>
                    <a:pt x="137" y="163"/>
                    <a:pt x="137" y="158"/>
                  </a:cubicBezTo>
                  <a:cubicBezTo>
                    <a:pt x="136" y="160"/>
                    <a:pt x="133" y="153"/>
                    <a:pt x="134" y="148"/>
                  </a:cubicBezTo>
                  <a:close/>
                  <a:moveTo>
                    <a:pt x="65" y="183"/>
                  </a:moveTo>
                  <a:cubicBezTo>
                    <a:pt x="65" y="185"/>
                    <a:pt x="63" y="186"/>
                    <a:pt x="63" y="187"/>
                  </a:cubicBezTo>
                  <a:cubicBezTo>
                    <a:pt x="63" y="187"/>
                    <a:pt x="63" y="187"/>
                    <a:pt x="63" y="187"/>
                  </a:cubicBezTo>
                  <a:cubicBezTo>
                    <a:pt x="64" y="186"/>
                    <a:pt x="64" y="186"/>
                    <a:pt x="63" y="186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4" y="183"/>
                    <a:pt x="65" y="183"/>
                    <a:pt x="65" y="183"/>
                  </a:cubicBezTo>
                  <a:close/>
                  <a:moveTo>
                    <a:pt x="63" y="185"/>
                  </a:moveTo>
                  <a:cubicBezTo>
                    <a:pt x="63" y="185"/>
                    <a:pt x="63" y="186"/>
                    <a:pt x="63" y="186"/>
                  </a:cubicBezTo>
                  <a:cubicBezTo>
                    <a:pt x="62" y="186"/>
                    <a:pt x="62" y="186"/>
                    <a:pt x="63" y="185"/>
                  </a:cubicBezTo>
                  <a:close/>
                  <a:moveTo>
                    <a:pt x="62" y="188"/>
                  </a:moveTo>
                  <a:cubicBezTo>
                    <a:pt x="62" y="188"/>
                    <a:pt x="62" y="188"/>
                    <a:pt x="63" y="187"/>
                  </a:cubicBezTo>
                  <a:cubicBezTo>
                    <a:pt x="63" y="190"/>
                    <a:pt x="64" y="192"/>
                    <a:pt x="64" y="196"/>
                  </a:cubicBezTo>
                  <a:cubicBezTo>
                    <a:pt x="62" y="197"/>
                    <a:pt x="62" y="192"/>
                    <a:pt x="62" y="188"/>
                  </a:cubicBezTo>
                  <a:close/>
                  <a:moveTo>
                    <a:pt x="16" y="210"/>
                  </a:move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lose/>
                  <a:moveTo>
                    <a:pt x="17" y="208"/>
                  </a:moveTo>
                  <a:cubicBezTo>
                    <a:pt x="17" y="208"/>
                    <a:pt x="17" y="208"/>
                    <a:pt x="17" y="207"/>
                  </a:cubicBezTo>
                  <a:cubicBezTo>
                    <a:pt x="17" y="207"/>
                    <a:pt x="17" y="206"/>
                    <a:pt x="18" y="206"/>
                  </a:cubicBezTo>
                  <a:cubicBezTo>
                    <a:pt x="18" y="207"/>
                    <a:pt x="18" y="207"/>
                    <a:pt x="18" y="208"/>
                  </a:cubicBezTo>
                  <a:cubicBezTo>
                    <a:pt x="18" y="208"/>
                    <a:pt x="18" y="208"/>
                    <a:pt x="17" y="208"/>
                  </a:cubicBezTo>
                  <a:close/>
                  <a:moveTo>
                    <a:pt x="18" y="212"/>
                  </a:move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lose/>
                  <a:moveTo>
                    <a:pt x="19" y="213"/>
                  </a:move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lose/>
                  <a:moveTo>
                    <a:pt x="20" y="214"/>
                  </a:move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lose/>
                  <a:moveTo>
                    <a:pt x="21" y="217"/>
                  </a:moveTo>
                  <a:cubicBezTo>
                    <a:pt x="21" y="216"/>
                    <a:pt x="21" y="216"/>
                    <a:pt x="21" y="216"/>
                  </a:cubicBezTo>
                  <a:cubicBezTo>
                    <a:pt x="22" y="216"/>
                    <a:pt x="22" y="216"/>
                    <a:pt x="22" y="216"/>
                  </a:cubicBezTo>
                  <a:cubicBezTo>
                    <a:pt x="22" y="216"/>
                    <a:pt x="21" y="216"/>
                    <a:pt x="21" y="217"/>
                  </a:cubicBezTo>
                  <a:close/>
                  <a:moveTo>
                    <a:pt x="21" y="214"/>
                  </a:move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2" y="214"/>
                    <a:pt x="22" y="214"/>
                    <a:pt x="22" y="214"/>
                  </a:cubicBezTo>
                  <a:lnTo>
                    <a:pt x="21" y="214"/>
                  </a:lnTo>
                  <a:close/>
                  <a:moveTo>
                    <a:pt x="122" y="297"/>
                  </a:moveTo>
                  <a:cubicBezTo>
                    <a:pt x="122" y="297"/>
                    <a:pt x="122" y="297"/>
                    <a:pt x="122" y="297"/>
                  </a:cubicBezTo>
                  <a:cubicBezTo>
                    <a:pt x="122" y="297"/>
                    <a:pt x="122" y="297"/>
                    <a:pt x="122" y="297"/>
                  </a:cubicBezTo>
                  <a:close/>
                  <a:moveTo>
                    <a:pt x="123" y="297"/>
                  </a:moveTo>
                  <a:cubicBezTo>
                    <a:pt x="122" y="298"/>
                    <a:pt x="122" y="297"/>
                    <a:pt x="122" y="297"/>
                  </a:cubicBezTo>
                  <a:cubicBezTo>
                    <a:pt x="122" y="297"/>
                    <a:pt x="122" y="297"/>
                    <a:pt x="123" y="297"/>
                  </a:cubicBezTo>
                  <a:cubicBezTo>
                    <a:pt x="123" y="297"/>
                    <a:pt x="123" y="297"/>
                    <a:pt x="123" y="297"/>
                  </a:cubicBezTo>
                  <a:close/>
                  <a:moveTo>
                    <a:pt x="213" y="429"/>
                  </a:move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2" name="Freeform 437"/>
            <p:cNvSpPr/>
            <p:nvPr>
              <p:custDataLst>
                <p:tags r:id="rId35"/>
              </p:custDataLst>
            </p:nvPr>
          </p:nvSpPr>
          <p:spPr bwMode="auto">
            <a:xfrm>
              <a:off x="3695" y="2760"/>
              <a:ext cx="4" cy="2"/>
            </a:xfrm>
            <a:custGeom>
              <a:avLst/>
              <a:gdLst>
                <a:gd name="T0" fmla="*/ 1 w 2"/>
                <a:gd name="T1" fmla="*/ 0 h 1"/>
                <a:gd name="T2" fmla="*/ 2 w 2"/>
                <a:gd name="T3" fmla="*/ 0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0"/>
                    <a:pt x="1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3" name="Freeform 438"/>
            <p:cNvSpPr/>
            <p:nvPr>
              <p:custDataLst>
                <p:tags r:id="rId36"/>
              </p:custDataLst>
            </p:nvPr>
          </p:nvSpPr>
          <p:spPr bwMode="auto">
            <a:xfrm>
              <a:off x="3699" y="2760"/>
              <a:ext cx="5" cy="4"/>
            </a:xfrm>
            <a:custGeom>
              <a:avLst/>
              <a:gdLst>
                <a:gd name="T0" fmla="*/ 1 w 2"/>
                <a:gd name="T1" fmla="*/ 2 h 2"/>
                <a:gd name="T2" fmla="*/ 2 w 2"/>
                <a:gd name="T3" fmla="*/ 1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1" y="2"/>
                    <a:pt x="2" y="1"/>
                    <a:pt x="2" y="1"/>
                  </a:cubicBezTo>
                  <a:cubicBezTo>
                    <a:pt x="0" y="0"/>
                    <a:pt x="2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4" name="Freeform 439"/>
            <p:cNvSpPr/>
            <p:nvPr>
              <p:custDataLst>
                <p:tags r:id="rId37"/>
              </p:custDataLst>
            </p:nvPr>
          </p:nvSpPr>
          <p:spPr bwMode="auto">
            <a:xfrm>
              <a:off x="3916" y="2586"/>
              <a:ext cx="4" cy="2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5" name="Freeform 440"/>
            <p:cNvSpPr/>
            <p:nvPr>
              <p:custDataLst>
                <p:tags r:id="rId38"/>
              </p:custDataLst>
            </p:nvPr>
          </p:nvSpPr>
          <p:spPr bwMode="auto">
            <a:xfrm>
              <a:off x="3941" y="2610"/>
              <a:ext cx="5" cy="0"/>
            </a:xfrm>
            <a:custGeom>
              <a:avLst/>
              <a:gdLst>
                <a:gd name="T0" fmla="*/ 0 w 5"/>
                <a:gd name="T1" fmla="*/ 0 w 5"/>
                <a:gd name="T2" fmla="*/ 5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6" name="Freeform 441"/>
            <p:cNvSpPr/>
            <p:nvPr>
              <p:custDataLst>
                <p:tags r:id="rId39"/>
              </p:custDataLst>
            </p:nvPr>
          </p:nvSpPr>
          <p:spPr bwMode="auto">
            <a:xfrm>
              <a:off x="3729" y="2272"/>
              <a:ext cx="2" cy="5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1 h 2"/>
                <a:gd name="T4" fmla="*/ 0 w 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1" y="0"/>
                    <a:pt x="1" y="1"/>
                  </a:cubicBezTo>
                  <a:cubicBezTo>
                    <a:pt x="1" y="1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7" name="Freeform 442"/>
            <p:cNvSpPr/>
            <p:nvPr>
              <p:custDataLst>
                <p:tags r:id="rId40"/>
              </p:custDataLst>
            </p:nvPr>
          </p:nvSpPr>
          <p:spPr bwMode="auto">
            <a:xfrm>
              <a:off x="3852" y="2714"/>
              <a:ext cx="2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8" name="Freeform 443"/>
            <p:cNvSpPr/>
            <p:nvPr>
              <p:custDataLst>
                <p:tags r:id="rId41"/>
              </p:custDataLst>
            </p:nvPr>
          </p:nvSpPr>
          <p:spPr bwMode="auto">
            <a:xfrm>
              <a:off x="3850" y="2692"/>
              <a:ext cx="4" cy="2"/>
            </a:xfrm>
            <a:custGeom>
              <a:avLst/>
              <a:gdLst>
                <a:gd name="T0" fmla="*/ 1 w 2"/>
                <a:gd name="T1" fmla="*/ 1 h 1"/>
                <a:gd name="T2" fmla="*/ 1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1"/>
                    <a:pt x="0" y="1"/>
                    <a:pt x="1" y="0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9" name="Freeform 444"/>
            <p:cNvSpPr/>
            <p:nvPr>
              <p:custDataLst>
                <p:tags r:id="rId42"/>
              </p:custDataLst>
            </p:nvPr>
          </p:nvSpPr>
          <p:spPr bwMode="auto">
            <a:xfrm>
              <a:off x="3848" y="2686"/>
              <a:ext cx="2" cy="2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0" name="Freeform 445"/>
            <p:cNvSpPr/>
            <p:nvPr>
              <p:custDataLst>
                <p:tags r:id="rId43"/>
              </p:custDataLst>
            </p:nvPr>
          </p:nvSpPr>
          <p:spPr bwMode="auto">
            <a:xfrm>
              <a:off x="3846" y="2711"/>
              <a:ext cx="4" cy="3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2" y="1"/>
                    <a:pt x="1" y="0"/>
                    <a:pt x="2" y="0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1" name="Freeform 446"/>
            <p:cNvSpPr/>
            <p:nvPr>
              <p:custDataLst>
                <p:tags r:id="rId44"/>
              </p:custDataLst>
            </p:nvPr>
          </p:nvSpPr>
          <p:spPr bwMode="auto">
            <a:xfrm>
              <a:off x="3822" y="2773"/>
              <a:ext cx="5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0"/>
                    <a:pt x="1" y="1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2" name="Freeform 447"/>
            <p:cNvSpPr/>
            <p:nvPr>
              <p:custDataLst>
                <p:tags r:id="rId45"/>
              </p:custDataLst>
            </p:nvPr>
          </p:nvSpPr>
          <p:spPr bwMode="auto">
            <a:xfrm>
              <a:off x="3765" y="2315"/>
              <a:ext cx="4" cy="0"/>
            </a:xfrm>
            <a:custGeom>
              <a:avLst/>
              <a:gdLst>
                <a:gd name="T0" fmla="*/ 0 w 4"/>
                <a:gd name="T1" fmla="*/ 0 w 4"/>
                <a:gd name="T2" fmla="*/ 4 w 4"/>
                <a:gd name="T3" fmla="*/ 0 w 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3" name="Freeform 448"/>
            <p:cNvSpPr/>
            <p:nvPr>
              <p:custDataLst>
                <p:tags r:id="rId46"/>
              </p:custDataLst>
            </p:nvPr>
          </p:nvSpPr>
          <p:spPr bwMode="auto">
            <a:xfrm>
              <a:off x="3842" y="2733"/>
              <a:ext cx="4" cy="0"/>
            </a:xfrm>
            <a:custGeom>
              <a:avLst/>
              <a:gdLst>
                <a:gd name="T0" fmla="*/ 1 w 2"/>
                <a:gd name="T1" fmla="*/ 2 w 2"/>
                <a:gd name="T2" fmla="*/ 1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4" name="Freeform 449"/>
            <p:cNvSpPr/>
            <p:nvPr>
              <p:custDataLst>
                <p:tags r:id="rId47"/>
              </p:custDataLst>
            </p:nvPr>
          </p:nvSpPr>
          <p:spPr bwMode="auto">
            <a:xfrm>
              <a:off x="3822" y="2769"/>
              <a:ext cx="7" cy="2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1 h 1"/>
                <a:gd name="T4" fmla="*/ 0 w 3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5" name="Freeform 450"/>
            <p:cNvSpPr/>
            <p:nvPr>
              <p:custDataLst>
                <p:tags r:id="rId48"/>
              </p:custDataLst>
            </p:nvPr>
          </p:nvSpPr>
          <p:spPr bwMode="auto">
            <a:xfrm>
              <a:off x="3846" y="2731"/>
              <a:ext cx="2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6" name="Freeform 451"/>
            <p:cNvSpPr/>
            <p:nvPr>
              <p:custDataLst>
                <p:tags r:id="rId49"/>
              </p:custDataLst>
            </p:nvPr>
          </p:nvSpPr>
          <p:spPr bwMode="auto">
            <a:xfrm>
              <a:off x="3844" y="2724"/>
              <a:ext cx="4" cy="2"/>
            </a:xfrm>
            <a:custGeom>
              <a:avLst/>
              <a:gdLst>
                <a:gd name="T0" fmla="*/ 0 w 2"/>
                <a:gd name="T1" fmla="*/ 0 h 1"/>
                <a:gd name="T2" fmla="*/ 2 w 2"/>
                <a:gd name="T3" fmla="*/ 1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7" name="Freeform 452"/>
            <p:cNvSpPr/>
            <p:nvPr>
              <p:custDataLst>
                <p:tags r:id="rId50"/>
              </p:custDataLst>
            </p:nvPr>
          </p:nvSpPr>
          <p:spPr bwMode="auto">
            <a:xfrm>
              <a:off x="3844" y="2728"/>
              <a:ext cx="8" cy="3"/>
            </a:xfrm>
            <a:custGeom>
              <a:avLst/>
              <a:gdLst>
                <a:gd name="T0" fmla="*/ 0 w 4"/>
                <a:gd name="T1" fmla="*/ 1 h 1"/>
                <a:gd name="T2" fmla="*/ 1 w 4"/>
                <a:gd name="T3" fmla="*/ 1 h 1"/>
                <a:gd name="T4" fmla="*/ 2 w 4"/>
                <a:gd name="T5" fmla="*/ 0 h 1"/>
                <a:gd name="T6" fmla="*/ 4 w 4"/>
                <a:gd name="T7" fmla="*/ 0 h 1"/>
                <a:gd name="T8" fmla="*/ 0 w 4"/>
                <a:gd name="T9" fmla="*/ 1 h 1"/>
                <a:gd name="T10" fmla="*/ 0 w 4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2" y="1"/>
                    <a:pt x="3" y="0"/>
                    <a:pt x="2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54469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Prim’s algorithm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87043" name="Content Placeholder 2"/>
          <p:cNvSpPr>
            <a:spLocks noGrp="1"/>
          </p:cNvSpPr>
          <p:nvPr>
            <p:ph idx="1"/>
          </p:nvPr>
        </p:nvSpPr>
        <p:spPr>
          <a:xfrm>
            <a:off x="562092" y="1685292"/>
            <a:ext cx="7886700" cy="4351337"/>
          </a:xfrm>
        </p:spPr>
        <p:txBody>
          <a:bodyPr/>
          <a:lstStyle/>
          <a:p>
            <a:r>
              <a:rPr lang="en-US" altLang="zh-CN" sz="2800" dirty="0"/>
              <a:t>Prim’s algorithm is a greedy algorithm</a:t>
            </a:r>
          </a:p>
          <a:p>
            <a:pPr lvl="1"/>
            <a:r>
              <a:rPr lang="en-US" altLang="zh-CN" sz="2400" dirty="0"/>
              <a:t>At each step in the 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zh-CN" sz="2400" dirty="0"/>
              <a:t> loop, we always select the least-cost edge that connects some marked vertex to some unmarked vertex.</a:t>
            </a:r>
          </a:p>
          <a:p>
            <a:r>
              <a:rPr lang="en-US" altLang="zh-CN" sz="2800" dirty="0"/>
              <a:t>Proof of Correctness</a:t>
            </a:r>
          </a:p>
          <a:p>
            <a:pPr lvl="1"/>
            <a:r>
              <a:rPr lang="en-US" altLang="zh-CN" sz="2400" dirty="0"/>
              <a:t>Prim’s algorithm produces a minimum-cost spanning tree.</a:t>
            </a:r>
          </a:p>
          <a:p>
            <a:pPr lvl="1"/>
            <a:r>
              <a:rPr lang="en-US" altLang="zh-CN" sz="2400" dirty="0"/>
              <a:t>Proof by contradiction</a:t>
            </a:r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770AA8F-389C-4225-89F6-7BE746F44F9D}" type="slidenum">
              <a:rPr lang="en-US" altLang="zh-CN" sz="465" smtClean="0"/>
              <a:pPr/>
              <a:t>15</a:t>
            </a:fld>
            <a:endParaRPr lang="en-US" altLang="zh-CN" sz="465"/>
          </a:p>
        </p:txBody>
      </p:sp>
      <p:grpSp>
        <p:nvGrpSpPr>
          <p:cNvPr id="43" name="Group 4"/>
          <p:cNvGrpSpPr>
            <a:grpSpLocks noChangeAspect="1"/>
          </p:cNvGrpSpPr>
          <p:nvPr/>
        </p:nvGrpSpPr>
        <p:grpSpPr bwMode="auto">
          <a:xfrm>
            <a:off x="7828280" y="5069840"/>
            <a:ext cx="962660" cy="1040765"/>
            <a:chOff x="3173" y="1433"/>
            <a:chExt cx="1596" cy="1726"/>
          </a:xfrm>
          <a:solidFill>
            <a:srgbClr val="345F86">
              <a:alpha val="37000"/>
            </a:srgbClr>
          </a:solidFill>
        </p:grpSpPr>
        <p:sp>
          <p:nvSpPr>
            <p:cNvPr id="44" name="Freeform 5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479" y="1728"/>
              <a:ext cx="995" cy="994"/>
            </a:xfrm>
            <a:custGeom>
              <a:avLst/>
              <a:gdLst>
                <a:gd name="T0" fmla="*/ 149 w 182"/>
                <a:gd name="T1" fmla="*/ 161 h 182"/>
                <a:gd name="T2" fmla="*/ 150 w 182"/>
                <a:gd name="T3" fmla="*/ 160 h 182"/>
                <a:gd name="T4" fmla="*/ 159 w 182"/>
                <a:gd name="T5" fmla="*/ 152 h 182"/>
                <a:gd name="T6" fmla="*/ 160 w 182"/>
                <a:gd name="T7" fmla="*/ 150 h 182"/>
                <a:gd name="T8" fmla="*/ 182 w 182"/>
                <a:gd name="T9" fmla="*/ 94 h 182"/>
                <a:gd name="T10" fmla="*/ 88 w 182"/>
                <a:gd name="T11" fmla="*/ 0 h 182"/>
                <a:gd name="T12" fmla="*/ 0 w 182"/>
                <a:gd name="T13" fmla="*/ 88 h 182"/>
                <a:gd name="T14" fmla="*/ 94 w 182"/>
                <a:gd name="T15" fmla="*/ 182 h 182"/>
                <a:gd name="T16" fmla="*/ 7 w 182"/>
                <a:gd name="T17" fmla="*/ 91 h 182"/>
                <a:gd name="T18" fmla="*/ 29 w 182"/>
                <a:gd name="T19" fmla="*/ 58 h 182"/>
                <a:gd name="T20" fmla="*/ 143 w 182"/>
                <a:gd name="T21" fmla="*/ 58 h 182"/>
                <a:gd name="T22" fmla="*/ 172 w 182"/>
                <a:gd name="T23" fmla="*/ 114 h 182"/>
                <a:gd name="T24" fmla="*/ 150 w 182"/>
                <a:gd name="T25" fmla="*/ 151 h 182"/>
                <a:gd name="T26" fmla="*/ 34 w 182"/>
                <a:gd name="T27" fmla="*/ 148 h 182"/>
                <a:gd name="T28" fmla="*/ 11 w 182"/>
                <a:gd name="T29" fmla="*/ 66 h 182"/>
                <a:gd name="T30" fmla="*/ 35 w 182"/>
                <a:gd name="T31" fmla="*/ 28 h 182"/>
                <a:gd name="T32" fmla="*/ 19 w 182"/>
                <a:gd name="T33" fmla="*/ 59 h 182"/>
                <a:gd name="T34" fmla="*/ 10 w 182"/>
                <a:gd name="T35" fmla="*/ 67 h 182"/>
                <a:gd name="T36" fmla="*/ 38 w 182"/>
                <a:gd name="T37" fmla="*/ 41 h 182"/>
                <a:gd name="T38" fmla="*/ 27 w 182"/>
                <a:gd name="T39" fmla="*/ 51 h 182"/>
                <a:gd name="T40" fmla="*/ 59 w 182"/>
                <a:gd name="T41" fmla="*/ 13 h 182"/>
                <a:gd name="T42" fmla="*/ 51 w 182"/>
                <a:gd name="T43" fmla="*/ 33 h 182"/>
                <a:gd name="T44" fmla="*/ 45 w 182"/>
                <a:gd name="T45" fmla="*/ 37 h 182"/>
                <a:gd name="T46" fmla="*/ 70 w 182"/>
                <a:gd name="T47" fmla="*/ 9 h 182"/>
                <a:gd name="T48" fmla="*/ 64 w 182"/>
                <a:gd name="T49" fmla="*/ 30 h 182"/>
                <a:gd name="T50" fmla="*/ 75 w 182"/>
                <a:gd name="T51" fmla="*/ 8 h 182"/>
                <a:gd name="T52" fmla="*/ 88 w 182"/>
                <a:gd name="T53" fmla="*/ 7 h 182"/>
                <a:gd name="T54" fmla="*/ 79 w 182"/>
                <a:gd name="T55" fmla="*/ 27 h 182"/>
                <a:gd name="T56" fmla="*/ 85 w 182"/>
                <a:gd name="T57" fmla="*/ 7 h 182"/>
                <a:gd name="T58" fmla="*/ 104 w 182"/>
                <a:gd name="T59" fmla="*/ 9 h 182"/>
                <a:gd name="T60" fmla="*/ 90 w 182"/>
                <a:gd name="T61" fmla="*/ 27 h 182"/>
                <a:gd name="T62" fmla="*/ 85 w 182"/>
                <a:gd name="T63" fmla="*/ 27 h 182"/>
                <a:gd name="T64" fmla="*/ 98 w 182"/>
                <a:gd name="T65" fmla="*/ 8 h 182"/>
                <a:gd name="T66" fmla="*/ 116 w 182"/>
                <a:gd name="T67" fmla="*/ 13 h 182"/>
                <a:gd name="T68" fmla="*/ 94 w 182"/>
                <a:gd name="T69" fmla="*/ 27 h 182"/>
                <a:gd name="T70" fmla="*/ 108 w 182"/>
                <a:gd name="T71" fmla="*/ 10 h 182"/>
                <a:gd name="T72" fmla="*/ 124 w 182"/>
                <a:gd name="T73" fmla="*/ 16 h 182"/>
                <a:gd name="T74" fmla="*/ 106 w 182"/>
                <a:gd name="T75" fmla="*/ 30 h 182"/>
                <a:gd name="T76" fmla="*/ 124 w 182"/>
                <a:gd name="T77" fmla="*/ 16 h 182"/>
                <a:gd name="T78" fmla="*/ 132 w 182"/>
                <a:gd name="T79" fmla="*/ 41 h 182"/>
                <a:gd name="T80" fmla="*/ 137 w 182"/>
                <a:gd name="T81" fmla="*/ 24 h 182"/>
                <a:gd name="T82" fmla="*/ 148 w 182"/>
                <a:gd name="T83" fmla="*/ 34 h 182"/>
                <a:gd name="T84" fmla="*/ 141 w 182"/>
                <a:gd name="T85" fmla="*/ 47 h 182"/>
                <a:gd name="T86" fmla="*/ 147 w 182"/>
                <a:gd name="T87" fmla="*/ 32 h 182"/>
                <a:gd name="T88" fmla="*/ 158 w 182"/>
                <a:gd name="T89" fmla="*/ 45 h 182"/>
                <a:gd name="T90" fmla="*/ 143 w 182"/>
                <a:gd name="T91" fmla="*/ 49 h 182"/>
                <a:gd name="T92" fmla="*/ 158 w 182"/>
                <a:gd name="T93" fmla="*/ 45 h 182"/>
                <a:gd name="T94" fmla="*/ 152 w 182"/>
                <a:gd name="T95" fmla="*/ 57 h 182"/>
                <a:gd name="T96" fmla="*/ 160 w 182"/>
                <a:gd name="T97" fmla="*/ 47 h 182"/>
                <a:gd name="T98" fmla="*/ 166 w 182"/>
                <a:gd name="T99" fmla="*/ 59 h 182"/>
                <a:gd name="T100" fmla="*/ 155 w 182"/>
                <a:gd name="T101" fmla="*/ 60 h 182"/>
                <a:gd name="T102" fmla="*/ 166 w 182"/>
                <a:gd name="T103" fmla="*/ 59 h 182"/>
                <a:gd name="T104" fmla="*/ 167 w 182"/>
                <a:gd name="T105" fmla="*/ 78 h 182"/>
                <a:gd name="T106" fmla="*/ 171 w 182"/>
                <a:gd name="T107" fmla="*/ 69 h 182"/>
                <a:gd name="T108" fmla="*/ 169 w 182"/>
                <a:gd name="T109" fmla="*/ 66 h 182"/>
                <a:gd name="T110" fmla="*/ 161 w 182"/>
                <a:gd name="T111" fmla="*/ 68 h 182"/>
                <a:gd name="T112" fmla="*/ 169 w 182"/>
                <a:gd name="T113" fmla="*/ 66 h 182"/>
                <a:gd name="T114" fmla="*/ 113 w 182"/>
                <a:gd name="T115" fmla="*/ 32 h 182"/>
                <a:gd name="T116" fmla="*/ 128 w 182"/>
                <a:gd name="T117" fmla="*/ 18 h 182"/>
                <a:gd name="T118" fmla="*/ 120 w 182"/>
                <a:gd name="T119" fmla="*/ 35 h 182"/>
                <a:gd name="T120" fmla="*/ 169 w 182"/>
                <a:gd name="T121" fmla="*/ 81 h 182"/>
                <a:gd name="T122" fmla="*/ 175 w 182"/>
                <a:gd name="T123" fmla="*/ 94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2" h="182">
                  <a:moveTo>
                    <a:pt x="94" y="182"/>
                  </a:moveTo>
                  <a:cubicBezTo>
                    <a:pt x="113" y="182"/>
                    <a:pt x="132" y="175"/>
                    <a:pt x="149" y="161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0" y="160"/>
                    <a:pt x="150" y="160"/>
                    <a:pt x="150" y="160"/>
                  </a:cubicBezTo>
                  <a:cubicBezTo>
                    <a:pt x="151" y="159"/>
                    <a:pt x="152" y="158"/>
                    <a:pt x="155" y="155"/>
                  </a:cubicBezTo>
                  <a:cubicBezTo>
                    <a:pt x="157" y="153"/>
                    <a:pt x="158" y="152"/>
                    <a:pt x="159" y="152"/>
                  </a:cubicBezTo>
                  <a:cubicBezTo>
                    <a:pt x="159" y="151"/>
                    <a:pt x="159" y="151"/>
                    <a:pt x="159" y="151"/>
                  </a:cubicBezTo>
                  <a:cubicBezTo>
                    <a:pt x="160" y="150"/>
                    <a:pt x="160" y="150"/>
                    <a:pt x="160" y="150"/>
                  </a:cubicBezTo>
                  <a:cubicBezTo>
                    <a:pt x="160" y="150"/>
                    <a:pt x="160" y="150"/>
                    <a:pt x="160" y="149"/>
                  </a:cubicBezTo>
                  <a:cubicBezTo>
                    <a:pt x="175" y="132"/>
                    <a:pt x="182" y="113"/>
                    <a:pt x="182" y="94"/>
                  </a:cubicBezTo>
                  <a:cubicBezTo>
                    <a:pt x="182" y="70"/>
                    <a:pt x="170" y="46"/>
                    <a:pt x="153" y="29"/>
                  </a:cubicBezTo>
                  <a:cubicBezTo>
                    <a:pt x="136" y="12"/>
                    <a:pt x="112" y="0"/>
                    <a:pt x="88" y="0"/>
                  </a:cubicBezTo>
                  <a:cubicBezTo>
                    <a:pt x="67" y="0"/>
                    <a:pt x="46" y="8"/>
                    <a:pt x="27" y="27"/>
                  </a:cubicBezTo>
                  <a:cubicBezTo>
                    <a:pt x="8" y="46"/>
                    <a:pt x="0" y="67"/>
                    <a:pt x="0" y="88"/>
                  </a:cubicBezTo>
                  <a:cubicBezTo>
                    <a:pt x="0" y="112"/>
                    <a:pt x="12" y="136"/>
                    <a:pt x="29" y="153"/>
                  </a:cubicBezTo>
                  <a:cubicBezTo>
                    <a:pt x="46" y="171"/>
                    <a:pt x="70" y="182"/>
                    <a:pt x="94" y="182"/>
                  </a:cubicBezTo>
                  <a:close/>
                  <a:moveTo>
                    <a:pt x="34" y="148"/>
                  </a:moveTo>
                  <a:cubicBezTo>
                    <a:pt x="18" y="133"/>
                    <a:pt x="8" y="112"/>
                    <a:pt x="7" y="91"/>
                  </a:cubicBezTo>
                  <a:cubicBezTo>
                    <a:pt x="8" y="91"/>
                    <a:pt x="8" y="90"/>
                    <a:pt x="9" y="89"/>
                  </a:cubicBezTo>
                  <a:cubicBezTo>
                    <a:pt x="13" y="79"/>
                    <a:pt x="19" y="68"/>
                    <a:pt x="29" y="58"/>
                  </a:cubicBezTo>
                  <a:cubicBezTo>
                    <a:pt x="47" y="41"/>
                    <a:pt x="66" y="33"/>
                    <a:pt x="85" y="33"/>
                  </a:cubicBezTo>
                  <a:cubicBezTo>
                    <a:pt x="106" y="33"/>
                    <a:pt x="127" y="43"/>
                    <a:pt x="143" y="58"/>
                  </a:cubicBezTo>
                  <a:cubicBezTo>
                    <a:pt x="159" y="72"/>
                    <a:pt x="170" y="93"/>
                    <a:pt x="172" y="114"/>
                  </a:cubicBezTo>
                  <a:cubicBezTo>
                    <a:pt x="172" y="114"/>
                    <a:pt x="172" y="114"/>
                    <a:pt x="172" y="114"/>
                  </a:cubicBezTo>
                  <a:cubicBezTo>
                    <a:pt x="169" y="127"/>
                    <a:pt x="162" y="139"/>
                    <a:pt x="151" y="150"/>
                  </a:cubicBezTo>
                  <a:cubicBezTo>
                    <a:pt x="150" y="150"/>
                    <a:pt x="150" y="150"/>
                    <a:pt x="150" y="151"/>
                  </a:cubicBezTo>
                  <a:cubicBezTo>
                    <a:pt x="132" y="168"/>
                    <a:pt x="113" y="175"/>
                    <a:pt x="94" y="175"/>
                  </a:cubicBezTo>
                  <a:cubicBezTo>
                    <a:pt x="72" y="175"/>
                    <a:pt x="50" y="165"/>
                    <a:pt x="34" y="148"/>
                  </a:cubicBezTo>
                  <a:close/>
                  <a:moveTo>
                    <a:pt x="10" y="67"/>
                  </a:moveTo>
                  <a:cubicBezTo>
                    <a:pt x="10" y="66"/>
                    <a:pt x="11" y="66"/>
                    <a:pt x="11" y="66"/>
                  </a:cubicBezTo>
                  <a:cubicBezTo>
                    <a:pt x="17" y="57"/>
                    <a:pt x="23" y="47"/>
                    <a:pt x="29" y="38"/>
                  </a:cubicBezTo>
                  <a:cubicBezTo>
                    <a:pt x="31" y="35"/>
                    <a:pt x="33" y="32"/>
                    <a:pt x="35" y="28"/>
                  </a:cubicBezTo>
                  <a:cubicBezTo>
                    <a:pt x="37" y="27"/>
                    <a:pt x="38" y="26"/>
                    <a:pt x="39" y="25"/>
                  </a:cubicBezTo>
                  <a:cubicBezTo>
                    <a:pt x="32" y="36"/>
                    <a:pt x="25" y="47"/>
                    <a:pt x="19" y="59"/>
                  </a:cubicBezTo>
                  <a:cubicBezTo>
                    <a:pt x="15" y="64"/>
                    <a:pt x="11" y="69"/>
                    <a:pt x="8" y="74"/>
                  </a:cubicBezTo>
                  <a:cubicBezTo>
                    <a:pt x="9" y="72"/>
                    <a:pt x="9" y="69"/>
                    <a:pt x="10" y="67"/>
                  </a:cubicBezTo>
                  <a:close/>
                  <a:moveTo>
                    <a:pt x="59" y="13"/>
                  </a:moveTo>
                  <a:cubicBezTo>
                    <a:pt x="52" y="22"/>
                    <a:pt x="45" y="32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4" y="44"/>
                    <a:pt x="31" y="47"/>
                    <a:pt x="27" y="51"/>
                  </a:cubicBezTo>
                  <a:cubicBezTo>
                    <a:pt x="33" y="40"/>
                    <a:pt x="40" y="29"/>
                    <a:pt x="48" y="19"/>
                  </a:cubicBezTo>
                  <a:cubicBezTo>
                    <a:pt x="51" y="17"/>
                    <a:pt x="55" y="15"/>
                    <a:pt x="59" y="13"/>
                  </a:cubicBezTo>
                  <a:close/>
                  <a:moveTo>
                    <a:pt x="70" y="9"/>
                  </a:moveTo>
                  <a:cubicBezTo>
                    <a:pt x="64" y="17"/>
                    <a:pt x="58" y="25"/>
                    <a:pt x="51" y="33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49" y="35"/>
                    <a:pt x="47" y="36"/>
                    <a:pt x="45" y="37"/>
                  </a:cubicBezTo>
                  <a:cubicBezTo>
                    <a:pt x="52" y="29"/>
                    <a:pt x="58" y="20"/>
                    <a:pt x="65" y="11"/>
                  </a:cubicBezTo>
                  <a:cubicBezTo>
                    <a:pt x="66" y="10"/>
                    <a:pt x="68" y="10"/>
                    <a:pt x="70" y="9"/>
                  </a:cubicBezTo>
                  <a:close/>
                  <a:moveTo>
                    <a:pt x="81" y="7"/>
                  </a:moveTo>
                  <a:cubicBezTo>
                    <a:pt x="75" y="15"/>
                    <a:pt x="69" y="22"/>
                    <a:pt x="64" y="30"/>
                  </a:cubicBezTo>
                  <a:cubicBezTo>
                    <a:pt x="62" y="30"/>
                    <a:pt x="59" y="31"/>
                    <a:pt x="57" y="32"/>
                  </a:cubicBezTo>
                  <a:cubicBezTo>
                    <a:pt x="63" y="24"/>
                    <a:pt x="69" y="16"/>
                    <a:pt x="75" y="8"/>
                  </a:cubicBezTo>
                  <a:cubicBezTo>
                    <a:pt x="77" y="8"/>
                    <a:pt x="79" y="8"/>
                    <a:pt x="81" y="7"/>
                  </a:cubicBezTo>
                  <a:close/>
                  <a:moveTo>
                    <a:pt x="88" y="7"/>
                  </a:moveTo>
                  <a:cubicBezTo>
                    <a:pt x="90" y="7"/>
                    <a:pt x="92" y="7"/>
                    <a:pt x="94" y="7"/>
                  </a:cubicBezTo>
                  <a:cubicBezTo>
                    <a:pt x="88" y="14"/>
                    <a:pt x="84" y="20"/>
                    <a:pt x="79" y="27"/>
                  </a:cubicBezTo>
                  <a:cubicBezTo>
                    <a:pt x="76" y="27"/>
                    <a:pt x="73" y="28"/>
                    <a:pt x="69" y="28"/>
                  </a:cubicBezTo>
                  <a:cubicBezTo>
                    <a:pt x="74" y="21"/>
                    <a:pt x="80" y="14"/>
                    <a:pt x="85" y="7"/>
                  </a:cubicBezTo>
                  <a:cubicBezTo>
                    <a:pt x="86" y="7"/>
                    <a:pt x="87" y="7"/>
                    <a:pt x="88" y="7"/>
                  </a:cubicBezTo>
                  <a:close/>
                  <a:moveTo>
                    <a:pt x="104" y="9"/>
                  </a:moveTo>
                  <a:cubicBezTo>
                    <a:pt x="103" y="10"/>
                    <a:pt x="102" y="12"/>
                    <a:pt x="100" y="13"/>
                  </a:cubicBezTo>
                  <a:cubicBezTo>
                    <a:pt x="97" y="17"/>
                    <a:pt x="93" y="21"/>
                    <a:pt x="90" y="27"/>
                  </a:cubicBezTo>
                  <a:cubicBezTo>
                    <a:pt x="90" y="27"/>
                    <a:pt x="90" y="27"/>
                    <a:pt x="90" y="27"/>
                  </a:cubicBezTo>
                  <a:cubicBezTo>
                    <a:pt x="89" y="27"/>
                    <a:pt x="87" y="27"/>
                    <a:pt x="85" y="27"/>
                  </a:cubicBezTo>
                  <a:cubicBezTo>
                    <a:pt x="84" y="27"/>
                    <a:pt x="84" y="27"/>
                    <a:pt x="83" y="27"/>
                  </a:cubicBezTo>
                  <a:cubicBezTo>
                    <a:pt x="88" y="20"/>
                    <a:pt x="93" y="14"/>
                    <a:pt x="98" y="8"/>
                  </a:cubicBezTo>
                  <a:cubicBezTo>
                    <a:pt x="100" y="8"/>
                    <a:pt x="102" y="8"/>
                    <a:pt x="104" y="9"/>
                  </a:cubicBezTo>
                  <a:close/>
                  <a:moveTo>
                    <a:pt x="116" y="13"/>
                  </a:moveTo>
                  <a:cubicBezTo>
                    <a:pt x="111" y="18"/>
                    <a:pt x="107" y="23"/>
                    <a:pt x="102" y="29"/>
                  </a:cubicBezTo>
                  <a:cubicBezTo>
                    <a:pt x="100" y="28"/>
                    <a:pt x="97" y="28"/>
                    <a:pt x="94" y="27"/>
                  </a:cubicBezTo>
                  <a:cubicBezTo>
                    <a:pt x="96" y="23"/>
                    <a:pt x="99" y="19"/>
                    <a:pt x="103" y="15"/>
                  </a:cubicBezTo>
                  <a:cubicBezTo>
                    <a:pt x="105" y="14"/>
                    <a:pt x="106" y="12"/>
                    <a:pt x="108" y="10"/>
                  </a:cubicBezTo>
                  <a:cubicBezTo>
                    <a:pt x="111" y="11"/>
                    <a:pt x="113" y="12"/>
                    <a:pt x="116" y="13"/>
                  </a:cubicBezTo>
                  <a:close/>
                  <a:moveTo>
                    <a:pt x="124" y="16"/>
                  </a:moveTo>
                  <a:cubicBezTo>
                    <a:pt x="119" y="21"/>
                    <a:pt x="115" y="26"/>
                    <a:pt x="110" y="31"/>
                  </a:cubicBezTo>
                  <a:cubicBezTo>
                    <a:pt x="109" y="30"/>
                    <a:pt x="107" y="30"/>
                    <a:pt x="106" y="30"/>
                  </a:cubicBezTo>
                  <a:cubicBezTo>
                    <a:pt x="110" y="24"/>
                    <a:pt x="115" y="19"/>
                    <a:pt x="120" y="14"/>
                  </a:cubicBezTo>
                  <a:cubicBezTo>
                    <a:pt x="121" y="15"/>
                    <a:pt x="123" y="16"/>
                    <a:pt x="124" y="16"/>
                  </a:cubicBezTo>
                  <a:close/>
                  <a:moveTo>
                    <a:pt x="144" y="30"/>
                  </a:moveTo>
                  <a:cubicBezTo>
                    <a:pt x="140" y="33"/>
                    <a:pt x="136" y="37"/>
                    <a:pt x="132" y="41"/>
                  </a:cubicBezTo>
                  <a:cubicBezTo>
                    <a:pt x="129" y="39"/>
                    <a:pt x="127" y="38"/>
                    <a:pt x="124" y="36"/>
                  </a:cubicBezTo>
                  <a:cubicBezTo>
                    <a:pt x="128" y="32"/>
                    <a:pt x="133" y="28"/>
                    <a:pt x="137" y="24"/>
                  </a:cubicBezTo>
                  <a:cubicBezTo>
                    <a:pt x="140" y="26"/>
                    <a:pt x="142" y="28"/>
                    <a:pt x="144" y="30"/>
                  </a:cubicBezTo>
                  <a:close/>
                  <a:moveTo>
                    <a:pt x="148" y="34"/>
                  </a:moveTo>
                  <a:cubicBezTo>
                    <a:pt x="150" y="35"/>
                    <a:pt x="151" y="36"/>
                    <a:pt x="152" y="38"/>
                  </a:cubicBezTo>
                  <a:cubicBezTo>
                    <a:pt x="148" y="41"/>
                    <a:pt x="144" y="44"/>
                    <a:pt x="141" y="47"/>
                  </a:cubicBezTo>
                  <a:cubicBezTo>
                    <a:pt x="139" y="45"/>
                    <a:pt x="137" y="44"/>
                    <a:pt x="135" y="43"/>
                  </a:cubicBezTo>
                  <a:cubicBezTo>
                    <a:pt x="139" y="39"/>
                    <a:pt x="143" y="35"/>
                    <a:pt x="147" y="32"/>
                  </a:cubicBezTo>
                  <a:cubicBezTo>
                    <a:pt x="147" y="33"/>
                    <a:pt x="148" y="33"/>
                    <a:pt x="148" y="34"/>
                  </a:cubicBezTo>
                  <a:close/>
                  <a:moveTo>
                    <a:pt x="158" y="45"/>
                  </a:moveTo>
                  <a:cubicBezTo>
                    <a:pt x="154" y="47"/>
                    <a:pt x="151" y="50"/>
                    <a:pt x="148" y="53"/>
                  </a:cubicBezTo>
                  <a:cubicBezTo>
                    <a:pt x="146" y="51"/>
                    <a:pt x="145" y="50"/>
                    <a:pt x="143" y="49"/>
                  </a:cubicBezTo>
                  <a:cubicBezTo>
                    <a:pt x="147" y="46"/>
                    <a:pt x="151" y="43"/>
                    <a:pt x="154" y="40"/>
                  </a:cubicBezTo>
                  <a:cubicBezTo>
                    <a:pt x="155" y="42"/>
                    <a:pt x="156" y="43"/>
                    <a:pt x="158" y="45"/>
                  </a:cubicBezTo>
                  <a:close/>
                  <a:moveTo>
                    <a:pt x="161" y="50"/>
                  </a:moveTo>
                  <a:cubicBezTo>
                    <a:pt x="158" y="52"/>
                    <a:pt x="155" y="55"/>
                    <a:pt x="152" y="57"/>
                  </a:cubicBezTo>
                  <a:cubicBezTo>
                    <a:pt x="152" y="57"/>
                    <a:pt x="151" y="56"/>
                    <a:pt x="150" y="55"/>
                  </a:cubicBezTo>
                  <a:cubicBezTo>
                    <a:pt x="153" y="52"/>
                    <a:pt x="156" y="50"/>
                    <a:pt x="160" y="47"/>
                  </a:cubicBezTo>
                  <a:cubicBezTo>
                    <a:pt x="160" y="48"/>
                    <a:pt x="161" y="49"/>
                    <a:pt x="161" y="50"/>
                  </a:cubicBezTo>
                  <a:close/>
                  <a:moveTo>
                    <a:pt x="166" y="59"/>
                  </a:moveTo>
                  <a:cubicBezTo>
                    <a:pt x="164" y="61"/>
                    <a:pt x="161" y="63"/>
                    <a:pt x="159" y="65"/>
                  </a:cubicBezTo>
                  <a:cubicBezTo>
                    <a:pt x="158" y="63"/>
                    <a:pt x="156" y="62"/>
                    <a:pt x="155" y="60"/>
                  </a:cubicBezTo>
                  <a:cubicBezTo>
                    <a:pt x="157" y="57"/>
                    <a:pt x="160" y="55"/>
                    <a:pt x="163" y="53"/>
                  </a:cubicBezTo>
                  <a:cubicBezTo>
                    <a:pt x="164" y="55"/>
                    <a:pt x="165" y="57"/>
                    <a:pt x="166" y="59"/>
                  </a:cubicBezTo>
                  <a:close/>
                  <a:moveTo>
                    <a:pt x="172" y="74"/>
                  </a:moveTo>
                  <a:cubicBezTo>
                    <a:pt x="170" y="75"/>
                    <a:pt x="169" y="77"/>
                    <a:pt x="167" y="78"/>
                  </a:cubicBezTo>
                  <a:cubicBezTo>
                    <a:pt x="167" y="76"/>
                    <a:pt x="166" y="75"/>
                    <a:pt x="165" y="74"/>
                  </a:cubicBezTo>
                  <a:cubicBezTo>
                    <a:pt x="167" y="72"/>
                    <a:pt x="169" y="71"/>
                    <a:pt x="171" y="69"/>
                  </a:cubicBezTo>
                  <a:cubicBezTo>
                    <a:pt x="171" y="71"/>
                    <a:pt x="172" y="72"/>
                    <a:pt x="172" y="74"/>
                  </a:cubicBezTo>
                  <a:close/>
                  <a:moveTo>
                    <a:pt x="169" y="66"/>
                  </a:moveTo>
                  <a:cubicBezTo>
                    <a:pt x="167" y="68"/>
                    <a:pt x="165" y="69"/>
                    <a:pt x="163" y="71"/>
                  </a:cubicBezTo>
                  <a:cubicBezTo>
                    <a:pt x="163" y="70"/>
                    <a:pt x="162" y="69"/>
                    <a:pt x="161" y="68"/>
                  </a:cubicBezTo>
                  <a:cubicBezTo>
                    <a:pt x="163" y="66"/>
                    <a:pt x="166" y="64"/>
                    <a:pt x="168" y="62"/>
                  </a:cubicBezTo>
                  <a:cubicBezTo>
                    <a:pt x="168" y="63"/>
                    <a:pt x="169" y="64"/>
                    <a:pt x="169" y="66"/>
                  </a:cubicBezTo>
                  <a:close/>
                  <a:moveTo>
                    <a:pt x="120" y="35"/>
                  </a:moveTo>
                  <a:cubicBezTo>
                    <a:pt x="118" y="34"/>
                    <a:pt x="116" y="33"/>
                    <a:pt x="113" y="32"/>
                  </a:cubicBezTo>
                  <a:cubicBezTo>
                    <a:pt x="118" y="28"/>
                    <a:pt x="122" y="23"/>
                    <a:pt x="127" y="19"/>
                  </a:cubicBezTo>
                  <a:cubicBezTo>
                    <a:pt x="127" y="19"/>
                    <a:pt x="127" y="18"/>
                    <a:pt x="128" y="18"/>
                  </a:cubicBezTo>
                  <a:cubicBezTo>
                    <a:pt x="130" y="19"/>
                    <a:pt x="132" y="21"/>
                    <a:pt x="135" y="22"/>
                  </a:cubicBezTo>
                  <a:cubicBezTo>
                    <a:pt x="130" y="26"/>
                    <a:pt x="125" y="31"/>
                    <a:pt x="120" y="35"/>
                  </a:cubicBezTo>
                  <a:close/>
                  <a:moveTo>
                    <a:pt x="175" y="95"/>
                  </a:moveTo>
                  <a:cubicBezTo>
                    <a:pt x="173" y="90"/>
                    <a:pt x="171" y="85"/>
                    <a:pt x="169" y="81"/>
                  </a:cubicBezTo>
                  <a:cubicBezTo>
                    <a:pt x="173" y="77"/>
                    <a:pt x="173" y="77"/>
                    <a:pt x="173" y="77"/>
                  </a:cubicBezTo>
                  <a:cubicBezTo>
                    <a:pt x="174" y="83"/>
                    <a:pt x="175" y="89"/>
                    <a:pt x="175" y="94"/>
                  </a:cubicBezTo>
                  <a:cubicBezTo>
                    <a:pt x="175" y="95"/>
                    <a:pt x="175" y="95"/>
                    <a:pt x="175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6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3173" y="1433"/>
              <a:ext cx="1596" cy="1726"/>
            </a:xfrm>
            <a:custGeom>
              <a:avLst/>
              <a:gdLst>
                <a:gd name="T0" fmla="*/ 292 w 292"/>
                <a:gd name="T1" fmla="*/ 145 h 316"/>
                <a:gd name="T2" fmla="*/ 265 w 292"/>
                <a:gd name="T3" fmla="*/ 87 h 316"/>
                <a:gd name="T4" fmla="*/ 264 w 292"/>
                <a:gd name="T5" fmla="*/ 60 h 316"/>
                <a:gd name="T6" fmla="*/ 232 w 292"/>
                <a:gd name="T7" fmla="*/ 27 h 316"/>
                <a:gd name="T8" fmla="*/ 174 w 292"/>
                <a:gd name="T9" fmla="*/ 5 h 316"/>
                <a:gd name="T10" fmla="*/ 82 w 292"/>
                <a:gd name="T11" fmla="*/ 42 h 316"/>
                <a:gd name="T12" fmla="*/ 27 w 292"/>
                <a:gd name="T13" fmla="*/ 84 h 316"/>
                <a:gd name="T14" fmla="*/ 35 w 292"/>
                <a:gd name="T15" fmla="*/ 99 h 316"/>
                <a:gd name="T16" fmla="*/ 0 w 292"/>
                <a:gd name="T17" fmla="*/ 167 h 316"/>
                <a:gd name="T18" fmla="*/ 28 w 292"/>
                <a:gd name="T19" fmla="*/ 227 h 316"/>
                <a:gd name="T20" fmla="*/ 58 w 292"/>
                <a:gd name="T21" fmla="*/ 288 h 316"/>
                <a:gd name="T22" fmla="*/ 120 w 292"/>
                <a:gd name="T23" fmla="*/ 314 h 316"/>
                <a:gd name="T24" fmla="*/ 224 w 292"/>
                <a:gd name="T25" fmla="*/ 289 h 316"/>
                <a:gd name="T26" fmla="*/ 266 w 292"/>
                <a:gd name="T27" fmla="*/ 226 h 316"/>
                <a:gd name="T28" fmla="*/ 267 w 292"/>
                <a:gd name="T29" fmla="*/ 192 h 316"/>
                <a:gd name="T30" fmla="*/ 267 w 292"/>
                <a:gd name="T31" fmla="*/ 192 h 316"/>
                <a:gd name="T32" fmla="*/ 274 w 292"/>
                <a:gd name="T33" fmla="*/ 191 h 316"/>
                <a:gd name="T34" fmla="*/ 249 w 292"/>
                <a:gd name="T35" fmla="*/ 80 h 316"/>
                <a:gd name="T36" fmla="*/ 35 w 292"/>
                <a:gd name="T37" fmla="*/ 71 h 316"/>
                <a:gd name="T38" fmla="*/ 40 w 292"/>
                <a:gd name="T39" fmla="*/ 75 h 316"/>
                <a:gd name="T40" fmla="*/ 38 w 292"/>
                <a:gd name="T41" fmla="*/ 92 h 316"/>
                <a:gd name="T42" fmla="*/ 51 w 292"/>
                <a:gd name="T43" fmla="*/ 77 h 316"/>
                <a:gd name="T44" fmla="*/ 127 w 292"/>
                <a:gd name="T45" fmla="*/ 29 h 316"/>
                <a:gd name="T46" fmla="*/ 210 w 292"/>
                <a:gd name="T47" fmla="*/ 49 h 316"/>
                <a:gd name="T48" fmla="*/ 257 w 292"/>
                <a:gd name="T49" fmla="*/ 61 h 316"/>
                <a:gd name="T50" fmla="*/ 284 w 292"/>
                <a:gd name="T51" fmla="*/ 125 h 316"/>
                <a:gd name="T52" fmla="*/ 243 w 292"/>
                <a:gd name="T53" fmla="*/ 208 h 316"/>
                <a:gd name="T54" fmla="*/ 170 w 292"/>
                <a:gd name="T55" fmla="*/ 258 h 316"/>
                <a:gd name="T56" fmla="*/ 124 w 292"/>
                <a:gd name="T57" fmla="*/ 258 h 316"/>
                <a:gd name="T58" fmla="*/ 51 w 292"/>
                <a:gd name="T59" fmla="*/ 208 h 316"/>
                <a:gd name="T60" fmla="*/ 31 w 292"/>
                <a:gd name="T61" fmla="*/ 125 h 316"/>
                <a:gd name="T62" fmla="*/ 257 w 292"/>
                <a:gd name="T63" fmla="*/ 252 h 316"/>
                <a:gd name="T64" fmla="*/ 215 w 292"/>
                <a:gd name="T65" fmla="*/ 270 h 316"/>
                <a:gd name="T66" fmla="*/ 174 w 292"/>
                <a:gd name="T67" fmla="*/ 281 h 316"/>
                <a:gd name="T68" fmla="*/ 164 w 292"/>
                <a:gd name="T69" fmla="*/ 308 h 316"/>
                <a:gd name="T70" fmla="*/ 150 w 292"/>
                <a:gd name="T71" fmla="*/ 309 h 316"/>
                <a:gd name="T72" fmla="*/ 174 w 292"/>
                <a:gd name="T73" fmla="*/ 264 h 316"/>
                <a:gd name="T74" fmla="*/ 203 w 292"/>
                <a:gd name="T75" fmla="*/ 253 h 316"/>
                <a:gd name="T76" fmla="*/ 219 w 292"/>
                <a:gd name="T77" fmla="*/ 254 h 316"/>
                <a:gd name="T78" fmla="*/ 208 w 292"/>
                <a:gd name="T79" fmla="*/ 261 h 316"/>
                <a:gd name="T80" fmla="*/ 239 w 292"/>
                <a:gd name="T81" fmla="*/ 257 h 316"/>
                <a:gd name="T82" fmla="*/ 113 w 292"/>
                <a:gd name="T83" fmla="*/ 262 h 316"/>
                <a:gd name="T84" fmla="*/ 97 w 292"/>
                <a:gd name="T85" fmla="*/ 276 h 316"/>
                <a:gd name="T86" fmla="*/ 89 w 292"/>
                <a:gd name="T87" fmla="*/ 272 h 316"/>
                <a:gd name="T88" fmla="*/ 83 w 292"/>
                <a:gd name="T89" fmla="*/ 268 h 316"/>
                <a:gd name="T90" fmla="*/ 127 w 292"/>
                <a:gd name="T91" fmla="*/ 306 h 316"/>
                <a:gd name="T92" fmla="*/ 129 w 292"/>
                <a:gd name="T93" fmla="*/ 309 h 316"/>
                <a:gd name="T94" fmla="*/ 37 w 292"/>
                <a:gd name="T95" fmla="*/ 258 h 316"/>
                <a:gd name="T96" fmla="*/ 7 w 292"/>
                <a:gd name="T97" fmla="*/ 171 h 316"/>
                <a:gd name="T98" fmla="*/ 23 w 292"/>
                <a:gd name="T99" fmla="*/ 171 h 316"/>
                <a:gd name="T100" fmla="*/ 23 w 292"/>
                <a:gd name="T101" fmla="*/ 191 h 316"/>
                <a:gd name="T102" fmla="*/ 33 w 292"/>
                <a:gd name="T103" fmla="*/ 199 h 316"/>
                <a:gd name="T104" fmla="*/ 37 w 292"/>
                <a:gd name="T105" fmla="*/ 197 h 316"/>
                <a:gd name="T106" fmla="*/ 37 w 292"/>
                <a:gd name="T107" fmla="*/ 239 h 316"/>
                <a:gd name="T108" fmla="*/ 34 w 292"/>
                <a:gd name="T109" fmla="*/ 255 h 316"/>
                <a:gd name="T110" fmla="*/ 41 w 292"/>
                <a:gd name="T111" fmla="*/ 263 h 316"/>
                <a:gd name="T112" fmla="*/ 64 w 292"/>
                <a:gd name="T113" fmla="*/ 279 h 316"/>
                <a:gd name="T114" fmla="*/ 109 w 292"/>
                <a:gd name="T115" fmla="*/ 281 h 316"/>
                <a:gd name="T116" fmla="*/ 118 w 292"/>
                <a:gd name="T117" fmla="*/ 283 h 316"/>
                <a:gd name="T118" fmla="*/ 144 w 292"/>
                <a:gd name="T119" fmla="*/ 310 h 316"/>
                <a:gd name="T120" fmla="*/ 252 w 292"/>
                <a:gd name="T121" fmla="*/ 212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2" h="316">
                  <a:moveTo>
                    <a:pt x="270" y="198"/>
                  </a:moveTo>
                  <a:cubicBezTo>
                    <a:pt x="271" y="198"/>
                    <a:pt x="273" y="197"/>
                    <a:pt x="276" y="197"/>
                  </a:cubicBezTo>
                  <a:cubicBezTo>
                    <a:pt x="278" y="197"/>
                    <a:pt x="280" y="197"/>
                    <a:pt x="284" y="198"/>
                  </a:cubicBezTo>
                  <a:cubicBezTo>
                    <a:pt x="286" y="198"/>
                    <a:pt x="287" y="197"/>
                    <a:pt x="287" y="195"/>
                  </a:cubicBezTo>
                  <a:cubicBezTo>
                    <a:pt x="289" y="185"/>
                    <a:pt x="289" y="178"/>
                    <a:pt x="290" y="168"/>
                  </a:cubicBezTo>
                  <a:cubicBezTo>
                    <a:pt x="291" y="160"/>
                    <a:pt x="292" y="153"/>
                    <a:pt x="292" y="145"/>
                  </a:cubicBezTo>
                  <a:cubicBezTo>
                    <a:pt x="292" y="137"/>
                    <a:pt x="291" y="129"/>
                    <a:pt x="290" y="121"/>
                  </a:cubicBezTo>
                  <a:cubicBezTo>
                    <a:pt x="290" y="119"/>
                    <a:pt x="288" y="118"/>
                    <a:pt x="287" y="118"/>
                  </a:cubicBezTo>
                  <a:cubicBezTo>
                    <a:pt x="279" y="118"/>
                    <a:pt x="272" y="118"/>
                    <a:pt x="265" y="118"/>
                  </a:cubicBezTo>
                  <a:cubicBezTo>
                    <a:pt x="263" y="110"/>
                    <a:pt x="261" y="102"/>
                    <a:pt x="257" y="94"/>
                  </a:cubicBezTo>
                  <a:cubicBezTo>
                    <a:pt x="259" y="93"/>
                    <a:pt x="260" y="91"/>
                    <a:pt x="262" y="90"/>
                  </a:cubicBezTo>
                  <a:cubicBezTo>
                    <a:pt x="264" y="90"/>
                    <a:pt x="265" y="88"/>
                    <a:pt x="265" y="87"/>
                  </a:cubicBezTo>
                  <a:cubicBezTo>
                    <a:pt x="265" y="84"/>
                    <a:pt x="265" y="81"/>
                    <a:pt x="265" y="79"/>
                  </a:cubicBezTo>
                  <a:cubicBezTo>
                    <a:pt x="265" y="75"/>
                    <a:pt x="265" y="71"/>
                    <a:pt x="265" y="67"/>
                  </a:cubicBezTo>
                  <a:cubicBezTo>
                    <a:pt x="265" y="66"/>
                    <a:pt x="265" y="66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6" y="63"/>
                    <a:pt x="265" y="61"/>
                    <a:pt x="264" y="60"/>
                  </a:cubicBezTo>
                  <a:cubicBezTo>
                    <a:pt x="264" y="60"/>
                    <a:pt x="264" y="60"/>
                    <a:pt x="264" y="60"/>
                  </a:cubicBezTo>
                  <a:cubicBezTo>
                    <a:pt x="263" y="59"/>
                    <a:pt x="263" y="58"/>
                    <a:pt x="262" y="57"/>
                  </a:cubicBezTo>
                  <a:cubicBezTo>
                    <a:pt x="261" y="55"/>
                    <a:pt x="259" y="53"/>
                    <a:pt x="257" y="51"/>
                  </a:cubicBezTo>
                  <a:cubicBezTo>
                    <a:pt x="256" y="50"/>
                    <a:pt x="255" y="48"/>
                    <a:pt x="252" y="46"/>
                  </a:cubicBezTo>
                  <a:cubicBezTo>
                    <a:pt x="249" y="42"/>
                    <a:pt x="244" y="38"/>
                    <a:pt x="240" y="34"/>
                  </a:cubicBezTo>
                  <a:cubicBezTo>
                    <a:pt x="238" y="32"/>
                    <a:pt x="236" y="30"/>
                    <a:pt x="235" y="29"/>
                  </a:cubicBezTo>
                  <a:cubicBezTo>
                    <a:pt x="234" y="28"/>
                    <a:pt x="233" y="28"/>
                    <a:pt x="232" y="27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0" y="26"/>
                    <a:pt x="229" y="26"/>
                  </a:cubicBezTo>
                  <a:cubicBezTo>
                    <a:pt x="229" y="26"/>
                    <a:pt x="227" y="26"/>
                    <a:pt x="227" y="27"/>
                  </a:cubicBezTo>
                  <a:cubicBezTo>
                    <a:pt x="222" y="32"/>
                    <a:pt x="217" y="37"/>
                    <a:pt x="212" y="42"/>
                  </a:cubicBezTo>
                  <a:cubicBezTo>
                    <a:pt x="200" y="35"/>
                    <a:pt x="187" y="30"/>
                    <a:pt x="174" y="27"/>
                  </a:cubicBezTo>
                  <a:cubicBezTo>
                    <a:pt x="174" y="20"/>
                    <a:pt x="174" y="13"/>
                    <a:pt x="174" y="5"/>
                  </a:cubicBezTo>
                  <a:cubicBezTo>
                    <a:pt x="174" y="4"/>
                    <a:pt x="173" y="2"/>
                    <a:pt x="171" y="2"/>
                  </a:cubicBezTo>
                  <a:cubicBezTo>
                    <a:pt x="163" y="1"/>
                    <a:pt x="155" y="0"/>
                    <a:pt x="147" y="0"/>
                  </a:cubicBezTo>
                  <a:cubicBezTo>
                    <a:pt x="139" y="0"/>
                    <a:pt x="131" y="1"/>
                    <a:pt x="123" y="2"/>
                  </a:cubicBezTo>
                  <a:cubicBezTo>
                    <a:pt x="122" y="2"/>
                    <a:pt x="120" y="4"/>
                    <a:pt x="120" y="5"/>
                  </a:cubicBezTo>
                  <a:cubicBezTo>
                    <a:pt x="120" y="13"/>
                    <a:pt x="120" y="20"/>
                    <a:pt x="120" y="27"/>
                  </a:cubicBezTo>
                  <a:cubicBezTo>
                    <a:pt x="107" y="30"/>
                    <a:pt x="94" y="35"/>
                    <a:pt x="82" y="42"/>
                  </a:cubicBezTo>
                  <a:cubicBezTo>
                    <a:pt x="77" y="37"/>
                    <a:pt x="72" y="32"/>
                    <a:pt x="67" y="27"/>
                  </a:cubicBezTo>
                  <a:cubicBezTo>
                    <a:pt x="66" y="26"/>
                    <a:pt x="64" y="26"/>
                    <a:pt x="63" y="27"/>
                  </a:cubicBezTo>
                  <a:cubicBezTo>
                    <a:pt x="50" y="36"/>
                    <a:pt x="39" y="48"/>
                    <a:pt x="29" y="61"/>
                  </a:cubicBezTo>
                  <a:cubicBezTo>
                    <a:pt x="29" y="62"/>
                    <a:pt x="28" y="63"/>
                    <a:pt x="29" y="64"/>
                  </a:cubicBezTo>
                  <a:cubicBezTo>
                    <a:pt x="28" y="71"/>
                    <a:pt x="28" y="77"/>
                    <a:pt x="27" y="83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6"/>
                    <a:pt x="26" y="86"/>
                    <a:pt x="26" y="87"/>
                  </a:cubicBezTo>
                  <a:cubicBezTo>
                    <a:pt x="26" y="87"/>
                    <a:pt x="26" y="88"/>
                    <a:pt x="26" y="88"/>
                  </a:cubicBezTo>
                  <a:cubicBezTo>
                    <a:pt x="26" y="89"/>
                    <a:pt x="26" y="91"/>
                    <a:pt x="27" y="91"/>
                  </a:cubicBezTo>
                  <a:cubicBezTo>
                    <a:pt x="30" y="94"/>
                    <a:pt x="32" y="96"/>
                    <a:pt x="35" y="99"/>
                  </a:cubicBezTo>
                  <a:cubicBezTo>
                    <a:pt x="32" y="105"/>
                    <a:pt x="30" y="111"/>
                    <a:pt x="29" y="118"/>
                  </a:cubicBezTo>
                  <a:cubicBezTo>
                    <a:pt x="22" y="118"/>
                    <a:pt x="15" y="118"/>
                    <a:pt x="7" y="118"/>
                  </a:cubicBezTo>
                  <a:cubicBezTo>
                    <a:pt x="6" y="118"/>
                    <a:pt x="4" y="119"/>
                    <a:pt x="4" y="121"/>
                  </a:cubicBezTo>
                  <a:cubicBezTo>
                    <a:pt x="4" y="122"/>
                    <a:pt x="4" y="123"/>
                    <a:pt x="4" y="125"/>
                  </a:cubicBezTo>
                  <a:cubicBezTo>
                    <a:pt x="3" y="125"/>
                    <a:pt x="2" y="126"/>
                    <a:pt x="2" y="127"/>
                  </a:cubicBezTo>
                  <a:cubicBezTo>
                    <a:pt x="1" y="136"/>
                    <a:pt x="0" y="153"/>
                    <a:pt x="0" y="167"/>
                  </a:cubicBezTo>
                  <a:cubicBezTo>
                    <a:pt x="0" y="178"/>
                    <a:pt x="0" y="188"/>
                    <a:pt x="1" y="195"/>
                  </a:cubicBezTo>
                  <a:cubicBezTo>
                    <a:pt x="2" y="196"/>
                    <a:pt x="3" y="198"/>
                    <a:pt x="5" y="198"/>
                  </a:cubicBezTo>
                  <a:cubicBezTo>
                    <a:pt x="12" y="198"/>
                    <a:pt x="19" y="198"/>
                    <a:pt x="26" y="198"/>
                  </a:cubicBezTo>
                  <a:cubicBezTo>
                    <a:pt x="28" y="206"/>
                    <a:pt x="30" y="213"/>
                    <a:pt x="33" y="221"/>
                  </a:cubicBezTo>
                  <a:cubicBezTo>
                    <a:pt x="32" y="222"/>
                    <a:pt x="31" y="223"/>
                    <a:pt x="30" y="224"/>
                  </a:cubicBezTo>
                  <a:cubicBezTo>
                    <a:pt x="29" y="225"/>
                    <a:pt x="28" y="226"/>
                    <a:pt x="28" y="227"/>
                  </a:cubicBezTo>
                  <a:cubicBezTo>
                    <a:pt x="28" y="228"/>
                    <a:pt x="28" y="228"/>
                    <a:pt x="28" y="228"/>
                  </a:cubicBezTo>
                  <a:cubicBezTo>
                    <a:pt x="28" y="236"/>
                    <a:pt x="27" y="245"/>
                    <a:pt x="26" y="253"/>
                  </a:cubicBezTo>
                  <a:cubicBezTo>
                    <a:pt x="26" y="253"/>
                    <a:pt x="26" y="254"/>
                    <a:pt x="25" y="254"/>
                  </a:cubicBezTo>
                  <a:cubicBezTo>
                    <a:pt x="25" y="256"/>
                    <a:pt x="26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37" y="270"/>
                    <a:pt x="47" y="279"/>
                    <a:pt x="58" y="288"/>
                  </a:cubicBezTo>
                  <a:cubicBezTo>
                    <a:pt x="58" y="289"/>
                    <a:pt x="59" y="289"/>
                    <a:pt x="60" y="289"/>
                  </a:cubicBezTo>
                  <a:cubicBezTo>
                    <a:pt x="62" y="290"/>
                    <a:pt x="63" y="290"/>
                    <a:pt x="64" y="289"/>
                  </a:cubicBezTo>
                  <a:cubicBezTo>
                    <a:pt x="69" y="284"/>
                    <a:pt x="74" y="279"/>
                    <a:pt x="79" y="274"/>
                  </a:cubicBezTo>
                  <a:cubicBezTo>
                    <a:pt x="91" y="281"/>
                    <a:pt x="101" y="286"/>
                    <a:pt x="114" y="289"/>
                  </a:cubicBezTo>
                  <a:cubicBezTo>
                    <a:pt x="115" y="297"/>
                    <a:pt x="116" y="302"/>
                    <a:pt x="118" y="312"/>
                  </a:cubicBezTo>
                  <a:cubicBezTo>
                    <a:pt x="118" y="313"/>
                    <a:pt x="119" y="314"/>
                    <a:pt x="120" y="314"/>
                  </a:cubicBezTo>
                  <a:cubicBezTo>
                    <a:pt x="128" y="316"/>
                    <a:pt x="136" y="316"/>
                    <a:pt x="144" y="316"/>
                  </a:cubicBezTo>
                  <a:cubicBezTo>
                    <a:pt x="152" y="316"/>
                    <a:pt x="160" y="316"/>
                    <a:pt x="168" y="314"/>
                  </a:cubicBezTo>
                  <a:cubicBezTo>
                    <a:pt x="170" y="314"/>
                    <a:pt x="171" y="313"/>
                    <a:pt x="171" y="311"/>
                  </a:cubicBezTo>
                  <a:cubicBezTo>
                    <a:pt x="171" y="305"/>
                    <a:pt x="173" y="297"/>
                    <a:pt x="174" y="288"/>
                  </a:cubicBezTo>
                  <a:cubicBezTo>
                    <a:pt x="187" y="285"/>
                    <a:pt x="198" y="281"/>
                    <a:pt x="210" y="274"/>
                  </a:cubicBezTo>
                  <a:cubicBezTo>
                    <a:pt x="215" y="279"/>
                    <a:pt x="219" y="284"/>
                    <a:pt x="224" y="289"/>
                  </a:cubicBezTo>
                  <a:cubicBezTo>
                    <a:pt x="226" y="290"/>
                    <a:pt x="227" y="290"/>
                    <a:pt x="229" y="289"/>
                  </a:cubicBezTo>
                  <a:cubicBezTo>
                    <a:pt x="242" y="280"/>
                    <a:pt x="253" y="269"/>
                    <a:pt x="262" y="255"/>
                  </a:cubicBezTo>
                  <a:cubicBezTo>
                    <a:pt x="263" y="254"/>
                    <a:pt x="263" y="254"/>
                    <a:pt x="263" y="254"/>
                  </a:cubicBezTo>
                  <a:cubicBezTo>
                    <a:pt x="265" y="245"/>
                    <a:pt x="265" y="239"/>
                    <a:pt x="266" y="227"/>
                  </a:cubicBezTo>
                  <a:cubicBezTo>
                    <a:pt x="266" y="227"/>
                    <a:pt x="266" y="227"/>
                    <a:pt x="266" y="226"/>
                  </a:cubicBezTo>
                  <a:cubicBezTo>
                    <a:pt x="266" y="226"/>
                    <a:pt x="266" y="226"/>
                    <a:pt x="266" y="226"/>
                  </a:cubicBezTo>
                  <a:cubicBezTo>
                    <a:pt x="265" y="226"/>
                    <a:pt x="265" y="225"/>
                    <a:pt x="265" y="225"/>
                  </a:cubicBezTo>
                  <a:cubicBezTo>
                    <a:pt x="265" y="225"/>
                    <a:pt x="265" y="225"/>
                    <a:pt x="265" y="225"/>
                  </a:cubicBezTo>
                  <a:cubicBezTo>
                    <a:pt x="262" y="222"/>
                    <a:pt x="259" y="219"/>
                    <a:pt x="257" y="217"/>
                  </a:cubicBezTo>
                  <a:cubicBezTo>
                    <a:pt x="262" y="208"/>
                    <a:pt x="264" y="203"/>
                    <a:pt x="266" y="200"/>
                  </a:cubicBezTo>
                  <a:cubicBezTo>
                    <a:pt x="268" y="199"/>
                    <a:pt x="268" y="199"/>
                    <a:pt x="270" y="198"/>
                  </a:cubicBezTo>
                  <a:close/>
                  <a:moveTo>
                    <a:pt x="267" y="192"/>
                  </a:moveTo>
                  <a:cubicBezTo>
                    <a:pt x="267" y="192"/>
                    <a:pt x="267" y="192"/>
                    <a:pt x="266" y="192"/>
                  </a:cubicBezTo>
                  <a:cubicBezTo>
                    <a:pt x="267" y="190"/>
                    <a:pt x="267" y="189"/>
                    <a:pt x="267" y="187"/>
                  </a:cubicBezTo>
                  <a:cubicBezTo>
                    <a:pt x="270" y="182"/>
                    <a:pt x="272" y="177"/>
                    <a:pt x="273" y="172"/>
                  </a:cubicBezTo>
                  <a:cubicBezTo>
                    <a:pt x="275" y="172"/>
                    <a:pt x="276" y="171"/>
                    <a:pt x="278" y="171"/>
                  </a:cubicBezTo>
                  <a:cubicBezTo>
                    <a:pt x="275" y="178"/>
                    <a:pt x="272" y="184"/>
                    <a:pt x="270" y="191"/>
                  </a:cubicBezTo>
                  <a:cubicBezTo>
                    <a:pt x="269" y="191"/>
                    <a:pt x="268" y="191"/>
                    <a:pt x="267" y="192"/>
                  </a:cubicBezTo>
                  <a:close/>
                  <a:moveTo>
                    <a:pt x="267" y="175"/>
                  </a:moveTo>
                  <a:cubicBezTo>
                    <a:pt x="267" y="174"/>
                    <a:pt x="268" y="174"/>
                    <a:pt x="268" y="174"/>
                  </a:cubicBezTo>
                  <a:cubicBezTo>
                    <a:pt x="268" y="174"/>
                    <a:pt x="269" y="173"/>
                    <a:pt x="269" y="173"/>
                  </a:cubicBezTo>
                  <a:cubicBezTo>
                    <a:pt x="269" y="175"/>
                    <a:pt x="268" y="177"/>
                    <a:pt x="267" y="179"/>
                  </a:cubicBezTo>
                  <a:cubicBezTo>
                    <a:pt x="267" y="177"/>
                    <a:pt x="267" y="176"/>
                    <a:pt x="267" y="175"/>
                  </a:cubicBezTo>
                  <a:close/>
                  <a:moveTo>
                    <a:pt x="274" y="191"/>
                  </a:moveTo>
                  <a:cubicBezTo>
                    <a:pt x="276" y="184"/>
                    <a:pt x="279" y="177"/>
                    <a:pt x="282" y="171"/>
                  </a:cubicBezTo>
                  <a:cubicBezTo>
                    <a:pt x="282" y="171"/>
                    <a:pt x="283" y="171"/>
                    <a:pt x="283" y="171"/>
                  </a:cubicBezTo>
                  <a:cubicBezTo>
                    <a:pt x="283" y="178"/>
                    <a:pt x="282" y="184"/>
                    <a:pt x="281" y="191"/>
                  </a:cubicBezTo>
                  <a:cubicBezTo>
                    <a:pt x="279" y="191"/>
                    <a:pt x="277" y="191"/>
                    <a:pt x="276" y="191"/>
                  </a:cubicBezTo>
                  <a:cubicBezTo>
                    <a:pt x="275" y="191"/>
                    <a:pt x="274" y="191"/>
                    <a:pt x="274" y="191"/>
                  </a:cubicBezTo>
                  <a:close/>
                  <a:moveTo>
                    <a:pt x="249" y="80"/>
                  </a:moveTo>
                  <a:cubicBezTo>
                    <a:pt x="252" y="77"/>
                    <a:pt x="255" y="74"/>
                    <a:pt x="258" y="71"/>
                  </a:cubicBezTo>
                  <a:cubicBezTo>
                    <a:pt x="258" y="74"/>
                    <a:pt x="258" y="76"/>
                    <a:pt x="258" y="79"/>
                  </a:cubicBezTo>
                  <a:cubicBezTo>
                    <a:pt x="258" y="81"/>
                    <a:pt x="258" y="83"/>
                    <a:pt x="258" y="84"/>
                  </a:cubicBezTo>
                  <a:cubicBezTo>
                    <a:pt x="257" y="85"/>
                    <a:pt x="255" y="87"/>
                    <a:pt x="254" y="88"/>
                  </a:cubicBezTo>
                  <a:cubicBezTo>
                    <a:pt x="253" y="85"/>
                    <a:pt x="251" y="82"/>
                    <a:pt x="249" y="80"/>
                  </a:cubicBezTo>
                  <a:close/>
                  <a:moveTo>
                    <a:pt x="35" y="71"/>
                  </a:moveTo>
                  <a:cubicBezTo>
                    <a:pt x="36" y="71"/>
                    <a:pt x="37" y="72"/>
                    <a:pt x="37" y="73"/>
                  </a:cubicBezTo>
                  <a:cubicBezTo>
                    <a:pt x="36" y="73"/>
                    <a:pt x="36" y="74"/>
                    <a:pt x="35" y="75"/>
                  </a:cubicBezTo>
                  <a:cubicBezTo>
                    <a:pt x="35" y="74"/>
                    <a:pt x="35" y="72"/>
                    <a:pt x="35" y="71"/>
                  </a:cubicBezTo>
                  <a:close/>
                  <a:moveTo>
                    <a:pt x="33" y="86"/>
                  </a:moveTo>
                  <a:cubicBezTo>
                    <a:pt x="34" y="84"/>
                    <a:pt x="34" y="82"/>
                    <a:pt x="34" y="81"/>
                  </a:cubicBezTo>
                  <a:cubicBezTo>
                    <a:pt x="36" y="79"/>
                    <a:pt x="38" y="77"/>
                    <a:pt x="40" y="75"/>
                  </a:cubicBezTo>
                  <a:cubicBezTo>
                    <a:pt x="40" y="75"/>
                    <a:pt x="41" y="76"/>
                    <a:pt x="41" y="76"/>
                  </a:cubicBezTo>
                  <a:cubicBezTo>
                    <a:pt x="39" y="80"/>
                    <a:pt x="36" y="83"/>
                    <a:pt x="33" y="86"/>
                  </a:cubicBezTo>
                  <a:close/>
                  <a:moveTo>
                    <a:pt x="35" y="89"/>
                  </a:moveTo>
                  <a:cubicBezTo>
                    <a:pt x="38" y="86"/>
                    <a:pt x="41" y="82"/>
                    <a:pt x="44" y="79"/>
                  </a:cubicBezTo>
                  <a:cubicBezTo>
                    <a:pt x="44" y="79"/>
                    <a:pt x="44" y="80"/>
                    <a:pt x="45" y="80"/>
                  </a:cubicBezTo>
                  <a:cubicBezTo>
                    <a:pt x="42" y="84"/>
                    <a:pt x="40" y="88"/>
                    <a:pt x="38" y="92"/>
                  </a:cubicBezTo>
                  <a:cubicBezTo>
                    <a:pt x="37" y="91"/>
                    <a:pt x="36" y="90"/>
                    <a:pt x="35" y="89"/>
                  </a:cubicBezTo>
                  <a:close/>
                  <a:moveTo>
                    <a:pt x="35" y="122"/>
                  </a:moveTo>
                  <a:cubicBezTo>
                    <a:pt x="36" y="115"/>
                    <a:pt x="38" y="107"/>
                    <a:pt x="41" y="101"/>
                  </a:cubicBezTo>
                  <a:cubicBezTo>
                    <a:pt x="42" y="100"/>
                    <a:pt x="42" y="100"/>
                    <a:pt x="42" y="99"/>
                  </a:cubicBezTo>
                  <a:cubicBezTo>
                    <a:pt x="45" y="93"/>
                    <a:pt x="48" y="87"/>
                    <a:pt x="52" y="81"/>
                  </a:cubicBezTo>
                  <a:cubicBezTo>
                    <a:pt x="53" y="80"/>
                    <a:pt x="52" y="78"/>
                    <a:pt x="51" y="77"/>
                  </a:cubicBezTo>
                  <a:cubicBezTo>
                    <a:pt x="46" y="72"/>
                    <a:pt x="41" y="67"/>
                    <a:pt x="37" y="62"/>
                  </a:cubicBezTo>
                  <a:cubicBezTo>
                    <a:pt x="45" y="52"/>
                    <a:pt x="54" y="42"/>
                    <a:pt x="65" y="34"/>
                  </a:cubicBezTo>
                  <a:cubicBezTo>
                    <a:pt x="70" y="39"/>
                    <a:pt x="75" y="44"/>
                    <a:pt x="80" y="49"/>
                  </a:cubicBezTo>
                  <a:cubicBezTo>
                    <a:pt x="81" y="50"/>
                    <a:pt x="82" y="50"/>
                    <a:pt x="84" y="49"/>
                  </a:cubicBezTo>
                  <a:cubicBezTo>
                    <a:pt x="96" y="41"/>
                    <a:pt x="110" y="36"/>
                    <a:pt x="124" y="33"/>
                  </a:cubicBezTo>
                  <a:cubicBezTo>
                    <a:pt x="126" y="32"/>
                    <a:pt x="127" y="31"/>
                    <a:pt x="127" y="29"/>
                  </a:cubicBezTo>
                  <a:cubicBezTo>
                    <a:pt x="127" y="22"/>
                    <a:pt x="127" y="15"/>
                    <a:pt x="127" y="8"/>
                  </a:cubicBezTo>
                  <a:cubicBezTo>
                    <a:pt x="134" y="7"/>
                    <a:pt x="140" y="7"/>
                    <a:pt x="147" y="7"/>
                  </a:cubicBezTo>
                  <a:cubicBezTo>
                    <a:pt x="154" y="7"/>
                    <a:pt x="160" y="7"/>
                    <a:pt x="167" y="8"/>
                  </a:cubicBezTo>
                  <a:cubicBezTo>
                    <a:pt x="167" y="15"/>
                    <a:pt x="167" y="22"/>
                    <a:pt x="167" y="29"/>
                  </a:cubicBezTo>
                  <a:cubicBezTo>
                    <a:pt x="167" y="31"/>
                    <a:pt x="168" y="32"/>
                    <a:pt x="170" y="33"/>
                  </a:cubicBezTo>
                  <a:cubicBezTo>
                    <a:pt x="184" y="36"/>
                    <a:pt x="198" y="41"/>
                    <a:pt x="210" y="49"/>
                  </a:cubicBezTo>
                  <a:cubicBezTo>
                    <a:pt x="212" y="50"/>
                    <a:pt x="213" y="50"/>
                    <a:pt x="214" y="49"/>
                  </a:cubicBezTo>
                  <a:cubicBezTo>
                    <a:pt x="220" y="44"/>
                    <a:pt x="225" y="39"/>
                    <a:pt x="230" y="34"/>
                  </a:cubicBezTo>
                  <a:cubicBezTo>
                    <a:pt x="231" y="35"/>
                    <a:pt x="232" y="36"/>
                    <a:pt x="234" y="38"/>
                  </a:cubicBezTo>
                  <a:cubicBezTo>
                    <a:pt x="238" y="41"/>
                    <a:pt x="242" y="45"/>
                    <a:pt x="245" y="48"/>
                  </a:cubicBezTo>
                  <a:cubicBezTo>
                    <a:pt x="248" y="52"/>
                    <a:pt x="251" y="54"/>
                    <a:pt x="252" y="55"/>
                  </a:cubicBezTo>
                  <a:cubicBezTo>
                    <a:pt x="254" y="57"/>
                    <a:pt x="255" y="59"/>
                    <a:pt x="257" y="61"/>
                  </a:cubicBezTo>
                  <a:cubicBezTo>
                    <a:pt x="257" y="62"/>
                    <a:pt x="257" y="62"/>
                    <a:pt x="258" y="62"/>
                  </a:cubicBezTo>
                  <a:cubicBezTo>
                    <a:pt x="253" y="67"/>
                    <a:pt x="248" y="72"/>
                    <a:pt x="243" y="77"/>
                  </a:cubicBezTo>
                  <a:cubicBezTo>
                    <a:pt x="242" y="78"/>
                    <a:pt x="241" y="80"/>
                    <a:pt x="242" y="81"/>
                  </a:cubicBezTo>
                  <a:cubicBezTo>
                    <a:pt x="251" y="94"/>
                    <a:pt x="256" y="107"/>
                    <a:pt x="259" y="122"/>
                  </a:cubicBezTo>
                  <a:cubicBezTo>
                    <a:pt x="260" y="124"/>
                    <a:pt x="261" y="125"/>
                    <a:pt x="263" y="125"/>
                  </a:cubicBezTo>
                  <a:cubicBezTo>
                    <a:pt x="270" y="125"/>
                    <a:pt x="277" y="125"/>
                    <a:pt x="284" y="125"/>
                  </a:cubicBezTo>
                  <a:cubicBezTo>
                    <a:pt x="285" y="131"/>
                    <a:pt x="285" y="138"/>
                    <a:pt x="285" y="145"/>
                  </a:cubicBezTo>
                  <a:cubicBezTo>
                    <a:pt x="285" y="152"/>
                    <a:pt x="285" y="158"/>
                    <a:pt x="284" y="164"/>
                  </a:cubicBezTo>
                  <a:cubicBezTo>
                    <a:pt x="283" y="164"/>
                    <a:pt x="282" y="164"/>
                    <a:pt x="281" y="164"/>
                  </a:cubicBezTo>
                  <a:cubicBezTo>
                    <a:pt x="274" y="164"/>
                    <a:pt x="269" y="166"/>
                    <a:pt x="264" y="168"/>
                  </a:cubicBezTo>
                  <a:cubicBezTo>
                    <a:pt x="261" y="170"/>
                    <a:pt x="259" y="173"/>
                    <a:pt x="257" y="176"/>
                  </a:cubicBezTo>
                  <a:cubicBezTo>
                    <a:pt x="253" y="184"/>
                    <a:pt x="251" y="195"/>
                    <a:pt x="243" y="208"/>
                  </a:cubicBezTo>
                  <a:cubicBezTo>
                    <a:pt x="242" y="210"/>
                    <a:pt x="242" y="211"/>
                    <a:pt x="243" y="213"/>
                  </a:cubicBezTo>
                  <a:cubicBezTo>
                    <a:pt x="248" y="217"/>
                    <a:pt x="253" y="222"/>
                    <a:pt x="258" y="227"/>
                  </a:cubicBezTo>
                  <a:cubicBezTo>
                    <a:pt x="250" y="238"/>
                    <a:pt x="241" y="248"/>
                    <a:pt x="230" y="256"/>
                  </a:cubicBezTo>
                  <a:cubicBezTo>
                    <a:pt x="225" y="251"/>
                    <a:pt x="220" y="246"/>
                    <a:pt x="215" y="241"/>
                  </a:cubicBezTo>
                  <a:cubicBezTo>
                    <a:pt x="214" y="240"/>
                    <a:pt x="212" y="240"/>
                    <a:pt x="211" y="240"/>
                  </a:cubicBezTo>
                  <a:cubicBezTo>
                    <a:pt x="198" y="249"/>
                    <a:pt x="185" y="255"/>
                    <a:pt x="170" y="258"/>
                  </a:cubicBezTo>
                  <a:cubicBezTo>
                    <a:pt x="168" y="258"/>
                    <a:pt x="167" y="259"/>
                    <a:pt x="167" y="261"/>
                  </a:cubicBezTo>
                  <a:cubicBezTo>
                    <a:pt x="167" y="268"/>
                    <a:pt x="167" y="275"/>
                    <a:pt x="167" y="282"/>
                  </a:cubicBezTo>
                  <a:cubicBezTo>
                    <a:pt x="160" y="283"/>
                    <a:pt x="154" y="283"/>
                    <a:pt x="147" y="283"/>
                  </a:cubicBezTo>
                  <a:cubicBezTo>
                    <a:pt x="140" y="283"/>
                    <a:pt x="134" y="283"/>
                    <a:pt x="127" y="282"/>
                  </a:cubicBezTo>
                  <a:cubicBezTo>
                    <a:pt x="127" y="275"/>
                    <a:pt x="127" y="268"/>
                    <a:pt x="127" y="261"/>
                  </a:cubicBezTo>
                  <a:cubicBezTo>
                    <a:pt x="127" y="259"/>
                    <a:pt x="126" y="258"/>
                    <a:pt x="124" y="258"/>
                  </a:cubicBezTo>
                  <a:cubicBezTo>
                    <a:pt x="110" y="255"/>
                    <a:pt x="96" y="249"/>
                    <a:pt x="83" y="240"/>
                  </a:cubicBezTo>
                  <a:cubicBezTo>
                    <a:pt x="82" y="240"/>
                    <a:pt x="80" y="240"/>
                    <a:pt x="79" y="241"/>
                  </a:cubicBezTo>
                  <a:cubicBezTo>
                    <a:pt x="74" y="246"/>
                    <a:pt x="69" y="251"/>
                    <a:pt x="64" y="255"/>
                  </a:cubicBezTo>
                  <a:cubicBezTo>
                    <a:pt x="53" y="247"/>
                    <a:pt x="44" y="238"/>
                    <a:pt x="36" y="227"/>
                  </a:cubicBezTo>
                  <a:cubicBezTo>
                    <a:pt x="41" y="222"/>
                    <a:pt x="46" y="217"/>
                    <a:pt x="51" y="213"/>
                  </a:cubicBezTo>
                  <a:cubicBezTo>
                    <a:pt x="52" y="211"/>
                    <a:pt x="52" y="210"/>
                    <a:pt x="51" y="208"/>
                  </a:cubicBezTo>
                  <a:cubicBezTo>
                    <a:pt x="43" y="196"/>
                    <a:pt x="37" y="182"/>
                    <a:pt x="34" y="167"/>
                  </a:cubicBezTo>
                  <a:cubicBezTo>
                    <a:pt x="34" y="166"/>
                    <a:pt x="33" y="165"/>
                    <a:pt x="31" y="165"/>
                  </a:cubicBezTo>
                  <a:cubicBezTo>
                    <a:pt x="24" y="165"/>
                    <a:pt x="17" y="165"/>
                    <a:pt x="10" y="165"/>
                  </a:cubicBezTo>
                  <a:cubicBezTo>
                    <a:pt x="9" y="158"/>
                    <a:pt x="9" y="152"/>
                    <a:pt x="9" y="145"/>
                  </a:cubicBezTo>
                  <a:cubicBezTo>
                    <a:pt x="9" y="138"/>
                    <a:pt x="9" y="131"/>
                    <a:pt x="10" y="125"/>
                  </a:cubicBezTo>
                  <a:cubicBezTo>
                    <a:pt x="17" y="125"/>
                    <a:pt x="24" y="125"/>
                    <a:pt x="31" y="125"/>
                  </a:cubicBezTo>
                  <a:cubicBezTo>
                    <a:pt x="33" y="125"/>
                    <a:pt x="34" y="124"/>
                    <a:pt x="35" y="122"/>
                  </a:cubicBezTo>
                  <a:close/>
                  <a:moveTo>
                    <a:pt x="257" y="252"/>
                  </a:moveTo>
                  <a:cubicBezTo>
                    <a:pt x="254" y="255"/>
                    <a:pt x="252" y="258"/>
                    <a:pt x="249" y="261"/>
                  </a:cubicBezTo>
                  <a:cubicBezTo>
                    <a:pt x="251" y="255"/>
                    <a:pt x="253" y="248"/>
                    <a:pt x="255" y="241"/>
                  </a:cubicBezTo>
                  <a:cubicBezTo>
                    <a:pt x="256" y="240"/>
                    <a:pt x="257" y="239"/>
                    <a:pt x="258" y="238"/>
                  </a:cubicBezTo>
                  <a:cubicBezTo>
                    <a:pt x="258" y="243"/>
                    <a:pt x="257" y="247"/>
                    <a:pt x="257" y="252"/>
                  </a:cubicBezTo>
                  <a:close/>
                  <a:moveTo>
                    <a:pt x="236" y="274"/>
                  </a:moveTo>
                  <a:cubicBezTo>
                    <a:pt x="239" y="267"/>
                    <a:pt x="241" y="260"/>
                    <a:pt x="244" y="253"/>
                  </a:cubicBezTo>
                  <a:cubicBezTo>
                    <a:pt x="246" y="251"/>
                    <a:pt x="248" y="249"/>
                    <a:pt x="250" y="247"/>
                  </a:cubicBezTo>
                  <a:cubicBezTo>
                    <a:pt x="248" y="254"/>
                    <a:pt x="246" y="260"/>
                    <a:pt x="244" y="267"/>
                  </a:cubicBezTo>
                  <a:cubicBezTo>
                    <a:pt x="242" y="270"/>
                    <a:pt x="239" y="272"/>
                    <a:pt x="236" y="274"/>
                  </a:cubicBezTo>
                  <a:close/>
                  <a:moveTo>
                    <a:pt x="215" y="270"/>
                  </a:moveTo>
                  <a:cubicBezTo>
                    <a:pt x="218" y="266"/>
                    <a:pt x="220" y="262"/>
                    <a:pt x="222" y="257"/>
                  </a:cubicBezTo>
                  <a:cubicBezTo>
                    <a:pt x="222" y="258"/>
                    <a:pt x="223" y="258"/>
                    <a:pt x="224" y="259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2" y="264"/>
                    <a:pt x="219" y="268"/>
                    <a:pt x="217" y="272"/>
                  </a:cubicBezTo>
                  <a:cubicBezTo>
                    <a:pt x="217" y="272"/>
                    <a:pt x="216" y="271"/>
                    <a:pt x="215" y="270"/>
                  </a:cubicBezTo>
                  <a:close/>
                  <a:moveTo>
                    <a:pt x="174" y="281"/>
                  </a:moveTo>
                  <a:cubicBezTo>
                    <a:pt x="174" y="279"/>
                    <a:pt x="174" y="277"/>
                    <a:pt x="174" y="275"/>
                  </a:cubicBezTo>
                  <a:cubicBezTo>
                    <a:pt x="177" y="271"/>
                    <a:pt x="180" y="266"/>
                    <a:pt x="182" y="261"/>
                  </a:cubicBezTo>
                  <a:cubicBezTo>
                    <a:pt x="184" y="261"/>
                    <a:pt x="185" y="260"/>
                    <a:pt x="187" y="260"/>
                  </a:cubicBezTo>
                  <a:cubicBezTo>
                    <a:pt x="183" y="267"/>
                    <a:pt x="180" y="274"/>
                    <a:pt x="176" y="281"/>
                  </a:cubicBezTo>
                  <a:cubicBezTo>
                    <a:pt x="175" y="281"/>
                    <a:pt x="175" y="281"/>
                    <a:pt x="174" y="281"/>
                  </a:cubicBezTo>
                  <a:close/>
                  <a:moveTo>
                    <a:pt x="164" y="308"/>
                  </a:moveTo>
                  <a:cubicBezTo>
                    <a:pt x="163" y="308"/>
                    <a:pt x="162" y="308"/>
                    <a:pt x="160" y="309"/>
                  </a:cubicBezTo>
                  <a:cubicBezTo>
                    <a:pt x="162" y="304"/>
                    <a:pt x="164" y="299"/>
                    <a:pt x="166" y="294"/>
                  </a:cubicBezTo>
                  <a:cubicBezTo>
                    <a:pt x="166" y="299"/>
                    <a:pt x="165" y="304"/>
                    <a:pt x="164" y="308"/>
                  </a:cubicBezTo>
                  <a:close/>
                  <a:moveTo>
                    <a:pt x="165" y="289"/>
                  </a:moveTo>
                  <a:cubicBezTo>
                    <a:pt x="162" y="295"/>
                    <a:pt x="159" y="302"/>
                    <a:pt x="156" y="309"/>
                  </a:cubicBezTo>
                  <a:cubicBezTo>
                    <a:pt x="154" y="309"/>
                    <a:pt x="152" y="309"/>
                    <a:pt x="150" y="309"/>
                  </a:cubicBezTo>
                  <a:cubicBezTo>
                    <a:pt x="152" y="303"/>
                    <a:pt x="155" y="296"/>
                    <a:pt x="158" y="290"/>
                  </a:cubicBezTo>
                  <a:cubicBezTo>
                    <a:pt x="160" y="289"/>
                    <a:pt x="163" y="289"/>
                    <a:pt x="165" y="289"/>
                  </a:cubicBezTo>
                  <a:close/>
                  <a:moveTo>
                    <a:pt x="174" y="264"/>
                  </a:moveTo>
                  <a:cubicBezTo>
                    <a:pt x="175" y="263"/>
                    <a:pt x="176" y="263"/>
                    <a:pt x="178" y="263"/>
                  </a:cubicBezTo>
                  <a:cubicBezTo>
                    <a:pt x="176" y="265"/>
                    <a:pt x="175" y="267"/>
                    <a:pt x="174" y="269"/>
                  </a:cubicBezTo>
                  <a:cubicBezTo>
                    <a:pt x="174" y="267"/>
                    <a:pt x="174" y="265"/>
                    <a:pt x="174" y="264"/>
                  </a:cubicBezTo>
                  <a:close/>
                  <a:moveTo>
                    <a:pt x="192" y="258"/>
                  </a:moveTo>
                  <a:cubicBezTo>
                    <a:pt x="194" y="257"/>
                    <a:pt x="197" y="256"/>
                    <a:pt x="199" y="255"/>
                  </a:cubicBezTo>
                  <a:cubicBezTo>
                    <a:pt x="196" y="262"/>
                    <a:pt x="193" y="269"/>
                    <a:pt x="191" y="276"/>
                  </a:cubicBezTo>
                  <a:cubicBezTo>
                    <a:pt x="187" y="278"/>
                    <a:pt x="184" y="279"/>
                    <a:pt x="181" y="280"/>
                  </a:cubicBezTo>
                  <a:cubicBezTo>
                    <a:pt x="184" y="272"/>
                    <a:pt x="188" y="265"/>
                    <a:pt x="192" y="258"/>
                  </a:cubicBezTo>
                  <a:close/>
                  <a:moveTo>
                    <a:pt x="203" y="253"/>
                  </a:moveTo>
                  <a:cubicBezTo>
                    <a:pt x="205" y="252"/>
                    <a:pt x="207" y="251"/>
                    <a:pt x="209" y="250"/>
                  </a:cubicBezTo>
                  <a:cubicBezTo>
                    <a:pt x="206" y="257"/>
                    <a:pt x="203" y="264"/>
                    <a:pt x="200" y="272"/>
                  </a:cubicBezTo>
                  <a:cubicBezTo>
                    <a:pt x="198" y="273"/>
                    <a:pt x="197" y="274"/>
                    <a:pt x="195" y="274"/>
                  </a:cubicBezTo>
                  <a:cubicBezTo>
                    <a:pt x="198" y="267"/>
                    <a:pt x="201" y="260"/>
                    <a:pt x="203" y="253"/>
                  </a:cubicBezTo>
                  <a:close/>
                  <a:moveTo>
                    <a:pt x="215" y="251"/>
                  </a:moveTo>
                  <a:cubicBezTo>
                    <a:pt x="217" y="252"/>
                    <a:pt x="218" y="253"/>
                    <a:pt x="219" y="254"/>
                  </a:cubicBezTo>
                  <a:cubicBezTo>
                    <a:pt x="218" y="258"/>
                    <a:pt x="216" y="262"/>
                    <a:pt x="214" y="266"/>
                  </a:cubicBezTo>
                  <a:cubicBezTo>
                    <a:pt x="214" y="261"/>
                    <a:pt x="215" y="256"/>
                    <a:pt x="215" y="251"/>
                  </a:cubicBezTo>
                  <a:close/>
                  <a:moveTo>
                    <a:pt x="208" y="261"/>
                  </a:moveTo>
                  <a:cubicBezTo>
                    <a:pt x="207" y="263"/>
                    <a:pt x="207" y="265"/>
                    <a:pt x="207" y="267"/>
                  </a:cubicBezTo>
                  <a:cubicBezTo>
                    <a:pt x="206" y="268"/>
                    <a:pt x="205" y="269"/>
                    <a:pt x="205" y="269"/>
                  </a:cubicBezTo>
                  <a:cubicBezTo>
                    <a:pt x="206" y="266"/>
                    <a:pt x="207" y="264"/>
                    <a:pt x="208" y="261"/>
                  </a:cubicBezTo>
                  <a:close/>
                  <a:moveTo>
                    <a:pt x="224" y="266"/>
                  </a:moveTo>
                  <a:cubicBezTo>
                    <a:pt x="224" y="270"/>
                    <a:pt x="223" y="274"/>
                    <a:pt x="223" y="278"/>
                  </a:cubicBezTo>
                  <a:cubicBezTo>
                    <a:pt x="222" y="277"/>
                    <a:pt x="221" y="276"/>
                    <a:pt x="220" y="275"/>
                  </a:cubicBezTo>
                  <a:cubicBezTo>
                    <a:pt x="221" y="272"/>
                    <a:pt x="223" y="269"/>
                    <a:pt x="224" y="266"/>
                  </a:cubicBezTo>
                  <a:close/>
                  <a:moveTo>
                    <a:pt x="232" y="263"/>
                  </a:moveTo>
                  <a:cubicBezTo>
                    <a:pt x="234" y="261"/>
                    <a:pt x="236" y="259"/>
                    <a:pt x="239" y="257"/>
                  </a:cubicBezTo>
                  <a:cubicBezTo>
                    <a:pt x="236" y="264"/>
                    <a:pt x="234" y="271"/>
                    <a:pt x="231" y="279"/>
                  </a:cubicBezTo>
                  <a:cubicBezTo>
                    <a:pt x="231" y="279"/>
                    <a:pt x="230" y="279"/>
                    <a:pt x="230" y="280"/>
                  </a:cubicBezTo>
                  <a:cubicBezTo>
                    <a:pt x="230" y="274"/>
                    <a:pt x="231" y="268"/>
                    <a:pt x="232" y="263"/>
                  </a:cubicBezTo>
                  <a:close/>
                  <a:moveTo>
                    <a:pt x="106" y="280"/>
                  </a:moveTo>
                  <a:cubicBezTo>
                    <a:pt x="104" y="279"/>
                    <a:pt x="102" y="279"/>
                    <a:pt x="100" y="278"/>
                  </a:cubicBezTo>
                  <a:cubicBezTo>
                    <a:pt x="104" y="272"/>
                    <a:pt x="108" y="267"/>
                    <a:pt x="113" y="262"/>
                  </a:cubicBezTo>
                  <a:cubicBezTo>
                    <a:pt x="115" y="262"/>
                    <a:pt x="117" y="263"/>
                    <a:pt x="119" y="263"/>
                  </a:cubicBezTo>
                  <a:cubicBezTo>
                    <a:pt x="115" y="269"/>
                    <a:pt x="110" y="274"/>
                    <a:pt x="106" y="280"/>
                  </a:cubicBezTo>
                  <a:close/>
                  <a:moveTo>
                    <a:pt x="92" y="274"/>
                  </a:moveTo>
                  <a:cubicBezTo>
                    <a:pt x="96" y="269"/>
                    <a:pt x="101" y="264"/>
                    <a:pt x="105" y="259"/>
                  </a:cubicBezTo>
                  <a:cubicBezTo>
                    <a:pt x="107" y="260"/>
                    <a:pt x="108" y="260"/>
                    <a:pt x="110" y="261"/>
                  </a:cubicBezTo>
                  <a:cubicBezTo>
                    <a:pt x="105" y="266"/>
                    <a:pt x="101" y="271"/>
                    <a:pt x="97" y="276"/>
                  </a:cubicBezTo>
                  <a:cubicBezTo>
                    <a:pt x="95" y="276"/>
                    <a:pt x="94" y="275"/>
                    <a:pt x="92" y="274"/>
                  </a:cubicBezTo>
                  <a:close/>
                  <a:moveTo>
                    <a:pt x="86" y="270"/>
                  </a:moveTo>
                  <a:cubicBezTo>
                    <a:pt x="89" y="265"/>
                    <a:pt x="93" y="261"/>
                    <a:pt x="97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8" y="256"/>
                    <a:pt x="100" y="257"/>
                    <a:pt x="102" y="258"/>
                  </a:cubicBezTo>
                  <a:cubicBezTo>
                    <a:pt x="97" y="262"/>
                    <a:pt x="93" y="267"/>
                    <a:pt x="89" y="272"/>
                  </a:cubicBezTo>
                  <a:cubicBezTo>
                    <a:pt x="88" y="272"/>
                    <a:pt x="87" y="271"/>
                    <a:pt x="86" y="270"/>
                  </a:cubicBezTo>
                  <a:close/>
                  <a:moveTo>
                    <a:pt x="87" y="251"/>
                  </a:moveTo>
                  <a:cubicBezTo>
                    <a:pt x="86" y="252"/>
                    <a:pt x="85" y="253"/>
                    <a:pt x="84" y="255"/>
                  </a:cubicBezTo>
                  <a:cubicBezTo>
                    <a:pt x="84" y="253"/>
                    <a:pt x="84" y="251"/>
                    <a:pt x="84" y="249"/>
                  </a:cubicBezTo>
                  <a:cubicBezTo>
                    <a:pt x="85" y="249"/>
                    <a:pt x="86" y="250"/>
                    <a:pt x="87" y="251"/>
                  </a:cubicBezTo>
                  <a:close/>
                  <a:moveTo>
                    <a:pt x="83" y="268"/>
                  </a:moveTo>
                  <a:cubicBezTo>
                    <a:pt x="83" y="266"/>
                    <a:pt x="83" y="263"/>
                    <a:pt x="83" y="261"/>
                  </a:cubicBezTo>
                  <a:cubicBezTo>
                    <a:pt x="85" y="258"/>
                    <a:pt x="88" y="255"/>
                    <a:pt x="90" y="252"/>
                  </a:cubicBezTo>
                  <a:cubicBezTo>
                    <a:pt x="91" y="253"/>
                    <a:pt x="92" y="253"/>
                    <a:pt x="94" y="254"/>
                  </a:cubicBezTo>
                  <a:cubicBezTo>
                    <a:pt x="90" y="259"/>
                    <a:pt x="87" y="264"/>
                    <a:pt x="83" y="268"/>
                  </a:cubicBezTo>
                  <a:close/>
                  <a:moveTo>
                    <a:pt x="134" y="289"/>
                  </a:moveTo>
                  <a:cubicBezTo>
                    <a:pt x="132" y="295"/>
                    <a:pt x="129" y="300"/>
                    <a:pt x="127" y="306"/>
                  </a:cubicBezTo>
                  <a:cubicBezTo>
                    <a:pt x="127" y="300"/>
                    <a:pt x="127" y="295"/>
                    <a:pt x="128" y="289"/>
                  </a:cubicBezTo>
                  <a:cubicBezTo>
                    <a:pt x="130" y="289"/>
                    <a:pt x="132" y="289"/>
                    <a:pt x="134" y="289"/>
                  </a:cubicBezTo>
                  <a:close/>
                  <a:moveTo>
                    <a:pt x="138" y="290"/>
                  </a:moveTo>
                  <a:cubicBezTo>
                    <a:pt x="140" y="290"/>
                    <a:pt x="142" y="290"/>
                    <a:pt x="143" y="290"/>
                  </a:cubicBezTo>
                  <a:cubicBezTo>
                    <a:pt x="141" y="296"/>
                    <a:pt x="138" y="303"/>
                    <a:pt x="136" y="309"/>
                  </a:cubicBezTo>
                  <a:cubicBezTo>
                    <a:pt x="134" y="309"/>
                    <a:pt x="131" y="309"/>
                    <a:pt x="129" y="309"/>
                  </a:cubicBezTo>
                  <a:cubicBezTo>
                    <a:pt x="132" y="302"/>
                    <a:pt x="135" y="296"/>
                    <a:pt x="138" y="290"/>
                  </a:cubicBezTo>
                  <a:close/>
                  <a:moveTo>
                    <a:pt x="60" y="261"/>
                  </a:moveTo>
                  <a:cubicBezTo>
                    <a:pt x="60" y="267"/>
                    <a:pt x="58" y="272"/>
                    <a:pt x="57" y="279"/>
                  </a:cubicBezTo>
                  <a:cubicBezTo>
                    <a:pt x="56" y="277"/>
                    <a:pt x="54" y="276"/>
                    <a:pt x="53" y="275"/>
                  </a:cubicBezTo>
                  <a:cubicBezTo>
                    <a:pt x="55" y="270"/>
                    <a:pt x="58" y="266"/>
                    <a:pt x="60" y="261"/>
                  </a:cubicBezTo>
                  <a:close/>
                  <a:moveTo>
                    <a:pt x="37" y="258"/>
                  </a:moveTo>
                  <a:cubicBezTo>
                    <a:pt x="39" y="254"/>
                    <a:pt x="41" y="250"/>
                    <a:pt x="44" y="247"/>
                  </a:cubicBezTo>
                  <a:cubicBezTo>
                    <a:pt x="45" y="248"/>
                    <a:pt x="46" y="248"/>
                    <a:pt x="46" y="249"/>
                  </a:cubicBezTo>
                  <a:cubicBezTo>
                    <a:pt x="44" y="253"/>
                    <a:pt x="41" y="257"/>
                    <a:pt x="39" y="260"/>
                  </a:cubicBezTo>
                  <a:cubicBezTo>
                    <a:pt x="38" y="260"/>
                    <a:pt x="37" y="259"/>
                    <a:pt x="37" y="258"/>
                  </a:cubicBezTo>
                  <a:close/>
                  <a:moveTo>
                    <a:pt x="7" y="171"/>
                  </a:moveTo>
                  <a:cubicBezTo>
                    <a:pt x="7" y="171"/>
                    <a:pt x="7" y="171"/>
                    <a:pt x="7" y="171"/>
                  </a:cubicBezTo>
                  <a:cubicBezTo>
                    <a:pt x="9" y="171"/>
                    <a:pt x="10" y="171"/>
                    <a:pt x="12" y="171"/>
                  </a:cubicBezTo>
                  <a:cubicBezTo>
                    <a:pt x="10" y="175"/>
                    <a:pt x="9" y="179"/>
                    <a:pt x="7" y="183"/>
                  </a:cubicBezTo>
                  <a:cubicBezTo>
                    <a:pt x="7" y="179"/>
                    <a:pt x="7" y="175"/>
                    <a:pt x="7" y="171"/>
                  </a:cubicBezTo>
                  <a:close/>
                  <a:moveTo>
                    <a:pt x="7" y="190"/>
                  </a:moveTo>
                  <a:cubicBezTo>
                    <a:pt x="10" y="184"/>
                    <a:pt x="13" y="177"/>
                    <a:pt x="15" y="171"/>
                  </a:cubicBezTo>
                  <a:cubicBezTo>
                    <a:pt x="18" y="171"/>
                    <a:pt x="20" y="171"/>
                    <a:pt x="23" y="171"/>
                  </a:cubicBezTo>
                  <a:cubicBezTo>
                    <a:pt x="20" y="178"/>
                    <a:pt x="17" y="184"/>
                    <a:pt x="15" y="191"/>
                  </a:cubicBezTo>
                  <a:cubicBezTo>
                    <a:pt x="12" y="191"/>
                    <a:pt x="10" y="191"/>
                    <a:pt x="8" y="191"/>
                  </a:cubicBezTo>
                  <a:cubicBezTo>
                    <a:pt x="8" y="191"/>
                    <a:pt x="8" y="190"/>
                    <a:pt x="7" y="190"/>
                  </a:cubicBezTo>
                  <a:close/>
                  <a:moveTo>
                    <a:pt x="26" y="172"/>
                  </a:moveTo>
                  <a:cubicBezTo>
                    <a:pt x="26" y="175"/>
                    <a:pt x="26" y="179"/>
                    <a:pt x="26" y="182"/>
                  </a:cubicBezTo>
                  <a:cubicBezTo>
                    <a:pt x="25" y="185"/>
                    <a:pt x="24" y="188"/>
                    <a:pt x="23" y="191"/>
                  </a:cubicBezTo>
                  <a:cubicBezTo>
                    <a:pt x="21" y="191"/>
                    <a:pt x="20" y="191"/>
                    <a:pt x="18" y="191"/>
                  </a:cubicBezTo>
                  <a:cubicBezTo>
                    <a:pt x="21" y="184"/>
                    <a:pt x="23" y="178"/>
                    <a:pt x="26" y="172"/>
                  </a:cubicBezTo>
                  <a:close/>
                  <a:moveTo>
                    <a:pt x="32" y="195"/>
                  </a:moveTo>
                  <a:cubicBezTo>
                    <a:pt x="32" y="192"/>
                    <a:pt x="32" y="189"/>
                    <a:pt x="33" y="185"/>
                  </a:cubicBezTo>
                  <a:cubicBezTo>
                    <a:pt x="33" y="188"/>
                    <a:pt x="34" y="190"/>
                    <a:pt x="35" y="192"/>
                  </a:cubicBezTo>
                  <a:cubicBezTo>
                    <a:pt x="34" y="194"/>
                    <a:pt x="34" y="196"/>
                    <a:pt x="33" y="199"/>
                  </a:cubicBezTo>
                  <a:cubicBezTo>
                    <a:pt x="33" y="198"/>
                    <a:pt x="32" y="196"/>
                    <a:pt x="32" y="195"/>
                  </a:cubicBezTo>
                  <a:close/>
                  <a:moveTo>
                    <a:pt x="37" y="197"/>
                  </a:moveTo>
                  <a:cubicBezTo>
                    <a:pt x="38" y="199"/>
                    <a:pt x="39" y="201"/>
                    <a:pt x="40" y="203"/>
                  </a:cubicBezTo>
                  <a:cubicBezTo>
                    <a:pt x="39" y="206"/>
                    <a:pt x="38" y="209"/>
                    <a:pt x="37" y="212"/>
                  </a:cubicBezTo>
                  <a:cubicBezTo>
                    <a:pt x="36" y="210"/>
                    <a:pt x="35" y="207"/>
                    <a:pt x="35" y="205"/>
                  </a:cubicBezTo>
                  <a:cubicBezTo>
                    <a:pt x="36" y="202"/>
                    <a:pt x="36" y="199"/>
                    <a:pt x="37" y="197"/>
                  </a:cubicBezTo>
                  <a:close/>
                  <a:moveTo>
                    <a:pt x="44" y="210"/>
                  </a:moveTo>
                  <a:cubicBezTo>
                    <a:pt x="43" y="211"/>
                    <a:pt x="42" y="212"/>
                    <a:pt x="41" y="213"/>
                  </a:cubicBezTo>
                  <a:cubicBezTo>
                    <a:pt x="41" y="211"/>
                    <a:pt x="42" y="209"/>
                    <a:pt x="43" y="207"/>
                  </a:cubicBezTo>
                  <a:cubicBezTo>
                    <a:pt x="43" y="208"/>
                    <a:pt x="44" y="209"/>
                    <a:pt x="44" y="210"/>
                  </a:cubicBezTo>
                  <a:close/>
                  <a:moveTo>
                    <a:pt x="34" y="236"/>
                  </a:moveTo>
                  <a:cubicBezTo>
                    <a:pt x="35" y="237"/>
                    <a:pt x="36" y="238"/>
                    <a:pt x="37" y="239"/>
                  </a:cubicBezTo>
                  <a:cubicBezTo>
                    <a:pt x="36" y="241"/>
                    <a:pt x="35" y="243"/>
                    <a:pt x="34" y="245"/>
                  </a:cubicBezTo>
                  <a:cubicBezTo>
                    <a:pt x="34" y="242"/>
                    <a:pt x="34" y="239"/>
                    <a:pt x="34" y="236"/>
                  </a:cubicBezTo>
                  <a:close/>
                  <a:moveTo>
                    <a:pt x="33" y="253"/>
                  </a:moveTo>
                  <a:cubicBezTo>
                    <a:pt x="35" y="249"/>
                    <a:pt x="37" y="246"/>
                    <a:pt x="39" y="242"/>
                  </a:cubicBezTo>
                  <a:cubicBezTo>
                    <a:pt x="40" y="243"/>
                    <a:pt x="41" y="243"/>
                    <a:pt x="41" y="244"/>
                  </a:cubicBezTo>
                  <a:cubicBezTo>
                    <a:pt x="39" y="248"/>
                    <a:pt x="37" y="251"/>
                    <a:pt x="34" y="255"/>
                  </a:cubicBezTo>
                  <a:cubicBezTo>
                    <a:pt x="34" y="254"/>
                    <a:pt x="33" y="254"/>
                    <a:pt x="33" y="253"/>
                  </a:cubicBezTo>
                  <a:close/>
                  <a:moveTo>
                    <a:pt x="41" y="263"/>
                  </a:moveTo>
                  <a:cubicBezTo>
                    <a:pt x="44" y="259"/>
                    <a:pt x="46" y="255"/>
                    <a:pt x="49" y="252"/>
                  </a:cubicBezTo>
                  <a:cubicBezTo>
                    <a:pt x="50" y="252"/>
                    <a:pt x="51" y="253"/>
                    <a:pt x="51" y="254"/>
                  </a:cubicBezTo>
                  <a:cubicBezTo>
                    <a:pt x="49" y="258"/>
                    <a:pt x="46" y="262"/>
                    <a:pt x="44" y="266"/>
                  </a:cubicBezTo>
                  <a:cubicBezTo>
                    <a:pt x="43" y="265"/>
                    <a:pt x="42" y="264"/>
                    <a:pt x="41" y="263"/>
                  </a:cubicBezTo>
                  <a:close/>
                  <a:moveTo>
                    <a:pt x="46" y="269"/>
                  </a:moveTo>
                  <a:cubicBezTo>
                    <a:pt x="49" y="265"/>
                    <a:pt x="51" y="260"/>
                    <a:pt x="54" y="256"/>
                  </a:cubicBezTo>
                  <a:cubicBezTo>
                    <a:pt x="55" y="257"/>
                    <a:pt x="56" y="258"/>
                    <a:pt x="58" y="259"/>
                  </a:cubicBezTo>
                  <a:cubicBezTo>
                    <a:pt x="55" y="263"/>
                    <a:pt x="53" y="268"/>
                    <a:pt x="50" y="272"/>
                  </a:cubicBezTo>
                  <a:cubicBezTo>
                    <a:pt x="49" y="271"/>
                    <a:pt x="48" y="270"/>
                    <a:pt x="46" y="269"/>
                  </a:cubicBezTo>
                  <a:close/>
                  <a:moveTo>
                    <a:pt x="64" y="279"/>
                  </a:moveTo>
                  <a:cubicBezTo>
                    <a:pt x="65" y="274"/>
                    <a:pt x="66" y="269"/>
                    <a:pt x="67" y="262"/>
                  </a:cubicBezTo>
                  <a:cubicBezTo>
                    <a:pt x="70" y="259"/>
                    <a:pt x="74" y="256"/>
                    <a:pt x="77" y="252"/>
                  </a:cubicBezTo>
                  <a:cubicBezTo>
                    <a:pt x="77" y="257"/>
                    <a:pt x="76" y="262"/>
                    <a:pt x="76" y="268"/>
                  </a:cubicBezTo>
                  <a:cubicBezTo>
                    <a:pt x="72" y="272"/>
                    <a:pt x="68" y="275"/>
                    <a:pt x="64" y="279"/>
                  </a:cubicBezTo>
                  <a:close/>
                  <a:moveTo>
                    <a:pt x="118" y="283"/>
                  </a:moveTo>
                  <a:cubicBezTo>
                    <a:pt x="115" y="283"/>
                    <a:pt x="112" y="282"/>
                    <a:pt x="109" y="281"/>
                  </a:cubicBezTo>
                  <a:cubicBezTo>
                    <a:pt x="113" y="276"/>
                    <a:pt x="117" y="272"/>
                    <a:pt x="120" y="267"/>
                  </a:cubicBezTo>
                  <a:cubicBezTo>
                    <a:pt x="120" y="273"/>
                    <a:pt x="120" y="279"/>
                    <a:pt x="120" y="285"/>
                  </a:cubicBezTo>
                  <a:cubicBezTo>
                    <a:pt x="120" y="286"/>
                    <a:pt x="121" y="286"/>
                    <a:pt x="121" y="287"/>
                  </a:cubicBezTo>
                  <a:cubicBezTo>
                    <a:pt x="121" y="288"/>
                    <a:pt x="121" y="289"/>
                    <a:pt x="121" y="289"/>
                  </a:cubicBezTo>
                  <a:cubicBezTo>
                    <a:pt x="121" y="288"/>
                    <a:pt x="121" y="287"/>
                    <a:pt x="121" y="286"/>
                  </a:cubicBezTo>
                  <a:cubicBezTo>
                    <a:pt x="120" y="285"/>
                    <a:pt x="119" y="284"/>
                    <a:pt x="118" y="283"/>
                  </a:cubicBezTo>
                  <a:close/>
                  <a:moveTo>
                    <a:pt x="139" y="309"/>
                  </a:moveTo>
                  <a:cubicBezTo>
                    <a:pt x="142" y="303"/>
                    <a:pt x="144" y="296"/>
                    <a:pt x="147" y="290"/>
                  </a:cubicBezTo>
                  <a:cubicBezTo>
                    <a:pt x="149" y="290"/>
                    <a:pt x="152" y="290"/>
                    <a:pt x="154" y="290"/>
                  </a:cubicBezTo>
                  <a:cubicBezTo>
                    <a:pt x="151" y="296"/>
                    <a:pt x="149" y="303"/>
                    <a:pt x="147" y="309"/>
                  </a:cubicBezTo>
                  <a:cubicBezTo>
                    <a:pt x="147" y="309"/>
                    <a:pt x="146" y="309"/>
                    <a:pt x="146" y="310"/>
                  </a:cubicBezTo>
                  <a:cubicBezTo>
                    <a:pt x="146" y="310"/>
                    <a:pt x="145" y="310"/>
                    <a:pt x="144" y="310"/>
                  </a:cubicBezTo>
                  <a:cubicBezTo>
                    <a:pt x="143" y="310"/>
                    <a:pt x="141" y="310"/>
                    <a:pt x="139" y="309"/>
                  </a:cubicBezTo>
                  <a:close/>
                  <a:moveTo>
                    <a:pt x="250" y="210"/>
                  </a:moveTo>
                  <a:cubicBezTo>
                    <a:pt x="255" y="201"/>
                    <a:pt x="258" y="193"/>
                    <a:pt x="260" y="187"/>
                  </a:cubicBezTo>
                  <a:cubicBezTo>
                    <a:pt x="260" y="190"/>
                    <a:pt x="260" y="194"/>
                    <a:pt x="259" y="197"/>
                  </a:cubicBezTo>
                  <a:cubicBezTo>
                    <a:pt x="259" y="198"/>
                    <a:pt x="259" y="198"/>
                    <a:pt x="260" y="199"/>
                  </a:cubicBezTo>
                  <a:cubicBezTo>
                    <a:pt x="257" y="202"/>
                    <a:pt x="255" y="206"/>
                    <a:pt x="252" y="212"/>
                  </a:cubicBezTo>
                  <a:cubicBezTo>
                    <a:pt x="251" y="211"/>
                    <a:pt x="251" y="210"/>
                    <a:pt x="250" y="2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608266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21765"/>
            <a:ext cx="8676640" cy="33305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Proof of Prim’s Algorithm</a:t>
            </a:r>
          </a:p>
        </p:txBody>
      </p:sp>
      <p:pic>
        <p:nvPicPr>
          <p:cNvPr id="16" name="图片 1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950" y="1517650"/>
            <a:ext cx="8164830" cy="3161665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Define an ordering on the vertices</a:t>
            </a:r>
            <a:r>
              <a:rPr lang="zh-CN" altLang="en-US" sz="1800" dirty="0"/>
              <a:t> </a:t>
            </a:r>
            <a:r>
              <a:rPr lang="en-US" altLang="zh-CN" sz="1800" dirty="0"/>
              <a:t>v</a:t>
            </a:r>
            <a:r>
              <a:rPr lang="en-US" altLang="zh-CN" sz="1800" baseline="-25000" dirty="0"/>
              <a:t>0</a:t>
            </a:r>
            <a:r>
              <a:rPr lang="en-US" altLang="zh-CN" sz="1800" dirty="0"/>
              <a:t>, v</a:t>
            </a:r>
            <a:r>
              <a:rPr lang="en-US" altLang="zh-CN" sz="1800" baseline="-25000" dirty="0"/>
              <a:t>1</a:t>
            </a:r>
            <a:r>
              <a:rPr lang="en-US" altLang="zh-CN" sz="1800" dirty="0"/>
              <a:t>, …, v</a:t>
            </a:r>
            <a:r>
              <a:rPr lang="en-US" altLang="zh-CN" sz="1800" baseline="-25000" dirty="0"/>
              <a:t>n-1</a:t>
            </a:r>
          </a:p>
          <a:p>
            <a:pPr lvl="1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/>
              <a:t>according to the order in which they were added to the MST by the algorithm</a:t>
            </a:r>
            <a:endParaRPr lang="en-US" altLang="zh-CN" sz="900" dirty="0"/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Suppose edge </a:t>
            </a:r>
            <a:r>
              <a:rPr lang="en-US" altLang="zh-CN" sz="1800" dirty="0" err="1"/>
              <a:t>e</a:t>
            </a:r>
            <a:r>
              <a:rPr lang="en-US" altLang="zh-CN" sz="1800" baseline="-25000" dirty="0" err="1"/>
              <a:t>j</a:t>
            </a:r>
            <a:r>
              <a:rPr lang="en-US" altLang="zh-CN" sz="1800" dirty="0"/>
              <a:t> is the </a:t>
            </a:r>
            <a:r>
              <a:rPr lang="en-US" altLang="zh-CN" sz="1800" dirty="0">
                <a:solidFill>
                  <a:srgbClr val="FF0000"/>
                </a:solidFill>
              </a:rPr>
              <a:t>first edge </a:t>
            </a:r>
            <a:r>
              <a:rPr lang="en-US" altLang="zh-CN" sz="1800" dirty="0"/>
              <a:t>(the lowest numbered)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en-US" altLang="zh-CN" sz="1800" dirty="0"/>
              <a:t>where the algorithm “</a:t>
            </a:r>
            <a:r>
              <a:rPr lang="en-US" altLang="zh-CN" sz="1800" dirty="0">
                <a:solidFill>
                  <a:srgbClr val="FF0000"/>
                </a:solidFill>
              </a:rPr>
              <a:t>went wrong</a:t>
            </a:r>
            <a:r>
              <a:rPr lang="en-US" altLang="zh-CN" sz="1800" dirty="0"/>
              <a:t>” – differ from the “true” MST</a:t>
            </a:r>
          </a:p>
          <a:p>
            <a:pPr lvl="1"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err="1"/>
              <a:t>e</a:t>
            </a:r>
            <a:r>
              <a:rPr lang="en-US" altLang="zh-CN" sz="1600" baseline="-25000" dirty="0" err="1"/>
              <a:t>j</a:t>
            </a:r>
            <a:r>
              <a:rPr lang="en-US" altLang="zh-CN" sz="1600" dirty="0"/>
              <a:t> = (</a:t>
            </a:r>
            <a:r>
              <a:rPr lang="en-US" altLang="zh-CN" sz="1600" dirty="0" err="1"/>
              <a:t>v</a:t>
            </a:r>
            <a:r>
              <a:rPr lang="en-US" altLang="zh-CN" sz="1600" baseline="-25000" dirty="0" err="1"/>
              <a:t>p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v</a:t>
            </a:r>
            <a:r>
              <a:rPr lang="en-US" altLang="zh-CN" sz="1600" baseline="-25000" dirty="0" err="1"/>
              <a:t>j</a:t>
            </a:r>
            <a:r>
              <a:rPr lang="en-US" altLang="zh-CN" sz="1600" dirty="0"/>
              <a:t>) where p&lt;j</a:t>
            </a:r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There must exist a path </a:t>
            </a:r>
            <a:r>
              <a:rPr lang="en-US" altLang="zh-CN" sz="1800" dirty="0" err="1"/>
              <a:t>v</a:t>
            </a:r>
            <a:r>
              <a:rPr lang="en-US" altLang="zh-CN" sz="1800" baseline="-25000" dirty="0" err="1"/>
              <a:t>j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v</a:t>
            </a:r>
            <a:r>
              <a:rPr lang="en-US" altLang="zh-CN" sz="1800" baseline="-25000" dirty="0" err="1"/>
              <a:t>w</a:t>
            </a:r>
            <a:r>
              <a:rPr lang="en-US" altLang="zh-CN" sz="1800" dirty="0"/>
              <a:t>-&gt;v</a:t>
            </a:r>
            <a:r>
              <a:rPr lang="en-US" altLang="zh-CN" sz="1800" baseline="-25000" dirty="0"/>
              <a:t>u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v</a:t>
            </a:r>
            <a:r>
              <a:rPr lang="en-US" altLang="zh-CN" sz="1800" baseline="-25000" dirty="0" err="1"/>
              <a:t>p</a:t>
            </a:r>
            <a:r>
              <a:rPr lang="en-US" altLang="zh-CN" sz="1800" baseline="-25000" dirty="0"/>
              <a:t> </a:t>
            </a:r>
            <a:r>
              <a:rPr lang="en-US" altLang="zh-CN" sz="1800" dirty="0"/>
              <a:t>(u&lt;j and w&gt;j) in the true MST that connect </a:t>
            </a:r>
            <a:r>
              <a:rPr lang="en-US" altLang="zh-CN" sz="1800" dirty="0" err="1"/>
              <a:t>v</a:t>
            </a:r>
            <a:r>
              <a:rPr lang="en-US" altLang="zh-CN" sz="1800" baseline="-25000" dirty="0" err="1"/>
              <a:t>p</a:t>
            </a:r>
            <a:r>
              <a:rPr lang="en-US" altLang="zh-CN" sz="1800" dirty="0"/>
              <a:t> and </a:t>
            </a:r>
            <a:r>
              <a:rPr lang="en-US" altLang="zh-CN" sz="1800" dirty="0" err="1"/>
              <a:t>v</a:t>
            </a:r>
            <a:r>
              <a:rPr lang="en-US" altLang="zh-CN" sz="1800" baseline="-25000" dirty="0" err="1"/>
              <a:t>j</a:t>
            </a:r>
            <a:endParaRPr lang="en-US" altLang="zh-CN" sz="1800" baseline="-25000" dirty="0"/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Edge e’ must be of lower cost than edge </a:t>
            </a:r>
            <a:r>
              <a:rPr lang="en-US" altLang="zh-CN" sz="1800" dirty="0" err="1"/>
              <a:t>e</a:t>
            </a:r>
            <a:r>
              <a:rPr lang="en-US" altLang="zh-CN" sz="1800" baseline="-25000" dirty="0" err="1"/>
              <a:t>j</a:t>
            </a:r>
            <a:endParaRPr lang="en-US" altLang="zh-CN" sz="1800" dirty="0"/>
          </a:p>
          <a:p>
            <a:pPr fontAlgn="auto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Contradict the “Prim’s algorithm would have selected the least-cost edge available”</a:t>
            </a:r>
          </a:p>
        </p:txBody>
      </p:sp>
      <p:sp>
        <p:nvSpPr>
          <p:cNvPr id="8" name="Oval 7"/>
          <p:cNvSpPr/>
          <p:nvPr/>
        </p:nvSpPr>
        <p:spPr>
          <a:xfrm>
            <a:off x="3097887" y="5019855"/>
            <a:ext cx="763253" cy="14581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1F2788-1746-4750-998E-5BC62C8CCF94}" type="slidenum">
              <a:rPr lang="en-US" altLang="zh-CN" sz="465" smtClean="0"/>
              <a:pPr>
                <a:defRPr/>
              </a:pPr>
              <a:t>16</a:t>
            </a:fld>
            <a:endParaRPr lang="en-US" altLang="zh-CN" sz="465"/>
          </a:p>
        </p:txBody>
      </p:sp>
      <p:sp>
        <p:nvSpPr>
          <p:cNvPr id="6" name="Oval 5"/>
          <p:cNvSpPr/>
          <p:nvPr/>
        </p:nvSpPr>
        <p:spPr>
          <a:xfrm>
            <a:off x="3375374" y="5181873"/>
            <a:ext cx="81009" cy="810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9" name="Oval 8"/>
          <p:cNvSpPr/>
          <p:nvPr/>
        </p:nvSpPr>
        <p:spPr>
          <a:xfrm>
            <a:off x="3213069" y="5586918"/>
            <a:ext cx="81009" cy="810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0" name="Oval 9"/>
          <p:cNvSpPr/>
          <p:nvPr/>
        </p:nvSpPr>
        <p:spPr>
          <a:xfrm>
            <a:off x="3496600" y="5882289"/>
            <a:ext cx="81009" cy="810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1" name="Oval 10"/>
          <p:cNvSpPr/>
          <p:nvPr/>
        </p:nvSpPr>
        <p:spPr>
          <a:xfrm>
            <a:off x="3537104" y="5546413"/>
            <a:ext cx="81009" cy="810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2" name="Oval 11"/>
          <p:cNvSpPr/>
          <p:nvPr/>
        </p:nvSpPr>
        <p:spPr>
          <a:xfrm>
            <a:off x="4920876" y="5019855"/>
            <a:ext cx="763253" cy="145816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8" name="Straight Connector 17"/>
          <p:cNvCxnSpPr>
            <a:stCxn id="6" idx="3"/>
            <a:endCxn id="9" idx="0"/>
          </p:cNvCxnSpPr>
          <p:nvPr/>
        </p:nvCxnSpPr>
        <p:spPr>
          <a:xfrm flipH="1">
            <a:off x="3253574" y="5251018"/>
            <a:ext cx="133664" cy="3359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5"/>
            <a:endCxn id="11" idx="2"/>
          </p:cNvCxnSpPr>
          <p:nvPr/>
        </p:nvCxnSpPr>
        <p:spPr>
          <a:xfrm>
            <a:off x="3444519" y="5251018"/>
            <a:ext cx="92586" cy="3359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4"/>
          </p:cNvCxnSpPr>
          <p:nvPr/>
        </p:nvCxnSpPr>
        <p:spPr>
          <a:xfrm>
            <a:off x="3253573" y="5667927"/>
            <a:ext cx="243027" cy="25338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3586263" y="5474427"/>
            <a:ext cx="1873423" cy="1017270"/>
            <a:chOff x="2642659" y="5029209"/>
            <a:chExt cx="3330529" cy="1808477"/>
          </a:xfrm>
        </p:grpSpPr>
        <p:sp>
          <p:nvSpPr>
            <p:cNvPr id="13" name="Oval 12"/>
            <p:cNvSpPr/>
            <p:nvPr/>
          </p:nvSpPr>
          <p:spPr>
            <a:xfrm>
              <a:off x="5220071" y="5373216"/>
              <a:ext cx="168019" cy="14843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15" name="Straight Connector 14"/>
            <p:cNvCxnSpPr/>
            <p:nvPr/>
          </p:nvCxnSpPr>
          <p:spPr>
            <a:xfrm flipV="1">
              <a:off x="2642659" y="5451234"/>
              <a:ext cx="2563198" cy="37243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3052446" y="5516888"/>
              <a:ext cx="2209235" cy="1320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err="1"/>
                <a:t>e</a:t>
              </a:r>
              <a:r>
                <a:rPr lang="en-US" altLang="zh-CN" sz="1600" baseline="-25000" dirty="0" err="1"/>
                <a:t>j</a:t>
              </a:r>
              <a:endParaRPr lang="en-US" altLang="zh-CN" sz="1600" baseline="-25000" dirty="0"/>
            </a:p>
            <a:p>
              <a:pPr algn="ctr"/>
              <a:r>
                <a:rPr lang="en-US" altLang="zh-CN" sz="1600" dirty="0"/>
                <a:t>Prim’s edge</a:t>
              </a:r>
            </a:p>
            <a:p>
              <a:pPr algn="ctr"/>
              <a:endParaRPr lang="en-US" altLang="zh-CN" sz="1600" baseline="-250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07465" y="5029209"/>
              <a:ext cx="665723" cy="599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err="1">
                  <a:solidFill>
                    <a:srgbClr val="FF0000"/>
                  </a:solidFill>
                </a:rPr>
                <a:t>v</a:t>
              </a:r>
              <a:r>
                <a:rPr lang="en-US" altLang="zh-CN" sz="1600" b="1" baseline="-25000" dirty="0" err="1">
                  <a:solidFill>
                    <a:srgbClr val="FF0000"/>
                  </a:solidFill>
                </a:rPr>
                <a:t>j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324654" y="5835348"/>
            <a:ext cx="37446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v</a:t>
            </a:r>
            <a:r>
              <a:rPr lang="en-US" altLang="zh-CN" sz="1600" baseline="-25000" dirty="0" err="1"/>
              <a:t>p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3490811" y="4886404"/>
            <a:ext cx="2165515" cy="855812"/>
            <a:chOff x="2472967" y="3983842"/>
            <a:chExt cx="3849804" cy="1521443"/>
          </a:xfrm>
        </p:grpSpPr>
        <p:grpSp>
          <p:nvGrpSpPr>
            <p:cNvPr id="44" name="Group 43"/>
            <p:cNvGrpSpPr/>
            <p:nvPr/>
          </p:nvGrpSpPr>
          <p:grpSpPr>
            <a:xfrm>
              <a:off x="2472967" y="4350295"/>
              <a:ext cx="3849804" cy="1154990"/>
              <a:chOff x="2472967" y="4350295"/>
              <a:chExt cx="3849804" cy="1154990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5549735" y="4581980"/>
                <a:ext cx="144016" cy="14401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cxnSp>
            <p:nvCxnSpPr>
              <p:cNvPr id="33" name="Straight Connector 32"/>
              <p:cNvCxnSpPr>
                <a:endCxn id="39" idx="1"/>
              </p:cNvCxnSpPr>
              <p:nvPr/>
            </p:nvCxnSpPr>
            <p:spPr>
              <a:xfrm flipV="1">
                <a:off x="5315697" y="4650716"/>
                <a:ext cx="340924" cy="854569"/>
              </a:xfrm>
              <a:prstGeom prst="line">
                <a:avLst/>
              </a:prstGeom>
              <a:ln w="38100">
                <a:solidFill>
                  <a:srgbClr val="00B050"/>
                </a:solidFill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5657048" y="4350295"/>
                <a:ext cx="665723" cy="599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 err="1"/>
                  <a:t>v</a:t>
                </a:r>
                <a:r>
                  <a:rPr lang="en-US" altLang="zh-CN" sz="1600" baseline="-25000" dirty="0" err="1"/>
                  <a:t>w</a:t>
                </a:r>
              </a:p>
            </p:txBody>
          </p:sp>
          <p:cxnSp>
            <p:nvCxnSpPr>
              <p:cNvPr id="40" name="Straight Connector 39"/>
              <p:cNvCxnSpPr>
                <a:stCxn id="31" idx="2"/>
              </p:cNvCxnSpPr>
              <p:nvPr/>
            </p:nvCxnSpPr>
            <p:spPr>
              <a:xfrm flipH="1">
                <a:off x="2720884" y="4653989"/>
                <a:ext cx="2828851" cy="575215"/>
              </a:xfrm>
              <a:prstGeom prst="line">
                <a:avLst/>
              </a:prstGeom>
              <a:ln w="38100">
                <a:solidFill>
                  <a:srgbClr val="00B050"/>
                </a:solidFill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2472967" y="4739420"/>
                <a:ext cx="665723" cy="599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v</a:t>
                </a:r>
                <a:r>
                  <a:rPr lang="en-US" altLang="zh-CN" sz="1600" baseline="-25000" dirty="0"/>
                  <a:t>u</a:t>
                </a:r>
              </a:p>
            </p:txBody>
          </p:sp>
        </p:grpSp>
        <p:sp>
          <p:nvSpPr>
            <p:cNvPr id="45" name="TextBox 44"/>
            <p:cNvSpPr txBox="1"/>
            <p:nvPr/>
          </p:nvSpPr>
          <p:spPr>
            <a:xfrm>
              <a:off x="2572991" y="3983842"/>
              <a:ext cx="2950205" cy="10374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00B050"/>
                  </a:solidFill>
                </a:rPr>
                <a:t>’’correct’’ edge</a:t>
              </a:r>
            </a:p>
            <a:p>
              <a:pPr algn="ctr"/>
              <a:r>
                <a:rPr lang="en-US" altLang="zh-CN" sz="1600" dirty="0">
                  <a:solidFill>
                    <a:srgbClr val="00B050"/>
                  </a:solidFill>
                </a:rPr>
                <a:t>e'</a:t>
              </a:r>
              <a:endParaRPr lang="en-US" altLang="zh-CN" sz="1600" baseline="-25000" dirty="0">
                <a:solidFill>
                  <a:srgbClr val="00B05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3663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Kruskal’s Algorithm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587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58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612A97-9698-45CF-811A-44547C8FE96A}" type="slidenum">
              <a:rPr lang="en-US" altLang="zh-CN" sz="790"/>
              <a:pPr/>
              <a:t>17</a:t>
            </a:fld>
            <a:endParaRPr lang="en-US" altLang="zh-CN" sz="790"/>
          </a:p>
        </p:txBody>
      </p:sp>
      <p:sp>
        <p:nvSpPr>
          <p:cNvPr id="1587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spcBef>
                <a:spcPts val="2400"/>
              </a:spcBef>
            </a:pP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Select edges in order of increasing cost</a:t>
            </a:r>
          </a:p>
          <a:p>
            <a:pPr fontAlgn="auto">
              <a:lnSpc>
                <a:spcPct val="150000"/>
              </a:lnSpc>
              <a:spcBef>
                <a:spcPts val="2400"/>
              </a:spcBef>
            </a:pP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Accept an edge to expand tree or forest only if it does not cause a cycle</a:t>
            </a:r>
          </a:p>
          <a:p>
            <a:pPr fontAlgn="auto">
              <a:lnSpc>
                <a:spcPct val="150000"/>
              </a:lnSpc>
              <a:spcBef>
                <a:spcPts val="2400"/>
              </a:spcBef>
            </a:pPr>
            <a:r>
              <a:rPr lang="en-US" altLang="zh-CN" sz="2800" dirty="0">
                <a:solidFill>
                  <a:srgbClr val="008000"/>
                </a:solidFill>
                <a:ea typeface="宋体" panose="02010600030101010101" pitchFamily="2" charset="-122"/>
              </a:rPr>
              <a:t>Implementation using adjacency list, priority queues and disjoint sets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366F94-832B-4EED-A066-3B52A08A6B1C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grpSp>
        <p:nvGrpSpPr>
          <p:cNvPr id="951" name="组合 950"/>
          <p:cNvGrpSpPr/>
          <p:nvPr/>
        </p:nvGrpSpPr>
        <p:grpSpPr>
          <a:xfrm rot="3780000">
            <a:off x="7992745" y="5434330"/>
            <a:ext cx="740410" cy="758825"/>
            <a:chOff x="3282950" y="1154113"/>
            <a:chExt cx="698501" cy="715963"/>
          </a:xfrm>
          <a:solidFill>
            <a:schemeClr val="accent1">
              <a:lumMod val="75000"/>
              <a:alpha val="21000"/>
            </a:schemeClr>
          </a:solidFill>
        </p:grpSpPr>
        <p:sp>
          <p:nvSpPr>
            <p:cNvPr id="17289" name="Freeform 905"/>
            <p:cNvSpPr/>
            <p:nvPr>
              <p:custDataLst>
                <p:tags r:id="rId5"/>
              </p:custDataLst>
            </p:nvPr>
          </p:nvSpPr>
          <p:spPr bwMode="auto">
            <a:xfrm>
              <a:off x="3324225" y="1268413"/>
              <a:ext cx="55563" cy="153988"/>
            </a:xfrm>
            <a:custGeom>
              <a:avLst/>
              <a:gdLst/>
              <a:ahLst/>
              <a:cxnLst>
                <a:cxn ang="0">
                  <a:pos x="96" y="3"/>
                </a:cxn>
                <a:cxn ang="0">
                  <a:pos x="96" y="3"/>
                </a:cxn>
                <a:cxn ang="0">
                  <a:pos x="86" y="18"/>
                </a:cxn>
                <a:cxn ang="0">
                  <a:pos x="77" y="35"/>
                </a:cxn>
                <a:cxn ang="0">
                  <a:pos x="70" y="51"/>
                </a:cxn>
                <a:cxn ang="0">
                  <a:pos x="63" y="69"/>
                </a:cxn>
                <a:cxn ang="0">
                  <a:pos x="50" y="104"/>
                </a:cxn>
                <a:cxn ang="0">
                  <a:pos x="39" y="138"/>
                </a:cxn>
                <a:cxn ang="0">
                  <a:pos x="39" y="138"/>
                </a:cxn>
                <a:cxn ang="0">
                  <a:pos x="27" y="174"/>
                </a:cxn>
                <a:cxn ang="0">
                  <a:pos x="15" y="210"/>
                </a:cxn>
                <a:cxn ang="0">
                  <a:pos x="10" y="229"/>
                </a:cxn>
                <a:cxn ang="0">
                  <a:pos x="5" y="247"/>
                </a:cxn>
                <a:cxn ang="0">
                  <a:pos x="2" y="266"/>
                </a:cxn>
                <a:cxn ang="0">
                  <a:pos x="0" y="285"/>
                </a:cxn>
                <a:cxn ang="0">
                  <a:pos x="0" y="285"/>
                </a:cxn>
                <a:cxn ang="0">
                  <a:pos x="1" y="287"/>
                </a:cxn>
                <a:cxn ang="0">
                  <a:pos x="2" y="288"/>
                </a:cxn>
                <a:cxn ang="0">
                  <a:pos x="3" y="289"/>
                </a:cxn>
                <a:cxn ang="0">
                  <a:pos x="5" y="290"/>
                </a:cxn>
                <a:cxn ang="0">
                  <a:pos x="6" y="289"/>
                </a:cxn>
                <a:cxn ang="0">
                  <a:pos x="8" y="288"/>
                </a:cxn>
                <a:cxn ang="0">
                  <a:pos x="9" y="287"/>
                </a:cxn>
                <a:cxn ang="0">
                  <a:pos x="10" y="285"/>
                </a:cxn>
                <a:cxn ang="0">
                  <a:pos x="10" y="285"/>
                </a:cxn>
                <a:cxn ang="0">
                  <a:pos x="11" y="266"/>
                </a:cxn>
                <a:cxn ang="0">
                  <a:pos x="15" y="247"/>
                </a:cxn>
                <a:cxn ang="0">
                  <a:pos x="19" y="230"/>
                </a:cxn>
                <a:cxn ang="0">
                  <a:pos x="25" y="211"/>
                </a:cxn>
                <a:cxn ang="0">
                  <a:pos x="36" y="176"/>
                </a:cxn>
                <a:cxn ang="0">
                  <a:pos x="48" y="141"/>
                </a:cxn>
                <a:cxn ang="0">
                  <a:pos x="48" y="141"/>
                </a:cxn>
                <a:cxn ang="0">
                  <a:pos x="60" y="107"/>
                </a:cxn>
                <a:cxn ang="0">
                  <a:pos x="71" y="72"/>
                </a:cxn>
                <a:cxn ang="0">
                  <a:pos x="78" y="55"/>
                </a:cxn>
                <a:cxn ang="0">
                  <a:pos x="86" y="39"/>
                </a:cxn>
                <a:cxn ang="0">
                  <a:pos x="94" y="22"/>
                </a:cxn>
                <a:cxn ang="0">
                  <a:pos x="104" y="8"/>
                </a:cxn>
                <a:cxn ang="0">
                  <a:pos x="104" y="8"/>
                </a:cxn>
                <a:cxn ang="0">
                  <a:pos x="105" y="6"/>
                </a:cxn>
                <a:cxn ang="0">
                  <a:pos x="104" y="4"/>
                </a:cxn>
                <a:cxn ang="0">
                  <a:pos x="104" y="3"/>
                </a:cxn>
                <a:cxn ang="0">
                  <a:pos x="102" y="2"/>
                </a:cxn>
                <a:cxn ang="0">
                  <a:pos x="99" y="0"/>
                </a:cxn>
                <a:cxn ang="0">
                  <a:pos x="97" y="2"/>
                </a:cxn>
                <a:cxn ang="0">
                  <a:pos x="96" y="3"/>
                </a:cxn>
                <a:cxn ang="0">
                  <a:pos x="96" y="3"/>
                </a:cxn>
              </a:cxnLst>
              <a:rect l="0" t="0" r="r" b="b"/>
              <a:pathLst>
                <a:path w="105" h="290">
                  <a:moveTo>
                    <a:pt x="96" y="3"/>
                  </a:moveTo>
                  <a:lnTo>
                    <a:pt x="96" y="3"/>
                  </a:lnTo>
                  <a:lnTo>
                    <a:pt x="86" y="18"/>
                  </a:lnTo>
                  <a:lnTo>
                    <a:pt x="77" y="35"/>
                  </a:lnTo>
                  <a:lnTo>
                    <a:pt x="70" y="51"/>
                  </a:lnTo>
                  <a:lnTo>
                    <a:pt x="63" y="69"/>
                  </a:lnTo>
                  <a:lnTo>
                    <a:pt x="50" y="104"/>
                  </a:lnTo>
                  <a:lnTo>
                    <a:pt x="39" y="138"/>
                  </a:lnTo>
                  <a:lnTo>
                    <a:pt x="39" y="138"/>
                  </a:lnTo>
                  <a:lnTo>
                    <a:pt x="27" y="174"/>
                  </a:lnTo>
                  <a:lnTo>
                    <a:pt x="15" y="210"/>
                  </a:lnTo>
                  <a:lnTo>
                    <a:pt x="10" y="229"/>
                  </a:lnTo>
                  <a:lnTo>
                    <a:pt x="5" y="247"/>
                  </a:lnTo>
                  <a:lnTo>
                    <a:pt x="2" y="266"/>
                  </a:lnTo>
                  <a:lnTo>
                    <a:pt x="0" y="285"/>
                  </a:lnTo>
                  <a:lnTo>
                    <a:pt x="0" y="285"/>
                  </a:lnTo>
                  <a:lnTo>
                    <a:pt x="1" y="287"/>
                  </a:lnTo>
                  <a:lnTo>
                    <a:pt x="2" y="288"/>
                  </a:lnTo>
                  <a:lnTo>
                    <a:pt x="3" y="289"/>
                  </a:lnTo>
                  <a:lnTo>
                    <a:pt x="5" y="290"/>
                  </a:lnTo>
                  <a:lnTo>
                    <a:pt x="6" y="289"/>
                  </a:lnTo>
                  <a:lnTo>
                    <a:pt x="8" y="288"/>
                  </a:lnTo>
                  <a:lnTo>
                    <a:pt x="9" y="287"/>
                  </a:lnTo>
                  <a:lnTo>
                    <a:pt x="10" y="285"/>
                  </a:lnTo>
                  <a:lnTo>
                    <a:pt x="10" y="285"/>
                  </a:lnTo>
                  <a:lnTo>
                    <a:pt x="11" y="266"/>
                  </a:lnTo>
                  <a:lnTo>
                    <a:pt x="15" y="247"/>
                  </a:lnTo>
                  <a:lnTo>
                    <a:pt x="19" y="230"/>
                  </a:lnTo>
                  <a:lnTo>
                    <a:pt x="25" y="211"/>
                  </a:lnTo>
                  <a:lnTo>
                    <a:pt x="36" y="176"/>
                  </a:lnTo>
                  <a:lnTo>
                    <a:pt x="48" y="141"/>
                  </a:lnTo>
                  <a:lnTo>
                    <a:pt x="48" y="141"/>
                  </a:lnTo>
                  <a:lnTo>
                    <a:pt x="60" y="107"/>
                  </a:lnTo>
                  <a:lnTo>
                    <a:pt x="71" y="72"/>
                  </a:lnTo>
                  <a:lnTo>
                    <a:pt x="78" y="55"/>
                  </a:lnTo>
                  <a:lnTo>
                    <a:pt x="86" y="39"/>
                  </a:lnTo>
                  <a:lnTo>
                    <a:pt x="94" y="22"/>
                  </a:lnTo>
                  <a:lnTo>
                    <a:pt x="104" y="8"/>
                  </a:lnTo>
                  <a:lnTo>
                    <a:pt x="104" y="8"/>
                  </a:lnTo>
                  <a:lnTo>
                    <a:pt x="105" y="6"/>
                  </a:lnTo>
                  <a:lnTo>
                    <a:pt x="104" y="4"/>
                  </a:lnTo>
                  <a:lnTo>
                    <a:pt x="104" y="3"/>
                  </a:lnTo>
                  <a:lnTo>
                    <a:pt x="102" y="2"/>
                  </a:lnTo>
                  <a:lnTo>
                    <a:pt x="99" y="0"/>
                  </a:lnTo>
                  <a:lnTo>
                    <a:pt x="97" y="2"/>
                  </a:lnTo>
                  <a:lnTo>
                    <a:pt x="96" y="3"/>
                  </a:lnTo>
                  <a:lnTo>
                    <a:pt x="96" y="3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0" name="Freeform 906"/>
            <p:cNvSpPr/>
            <p:nvPr>
              <p:custDataLst>
                <p:tags r:id="rId6"/>
              </p:custDataLst>
            </p:nvPr>
          </p:nvSpPr>
          <p:spPr bwMode="auto">
            <a:xfrm>
              <a:off x="3325813" y="1239838"/>
              <a:ext cx="88900" cy="280988"/>
            </a:xfrm>
            <a:custGeom>
              <a:avLst/>
              <a:gdLst/>
              <a:ahLst/>
              <a:cxnLst>
                <a:cxn ang="0">
                  <a:pos x="156" y="4"/>
                </a:cxn>
                <a:cxn ang="0">
                  <a:pos x="152" y="37"/>
                </a:cxn>
                <a:cxn ang="0">
                  <a:pos x="143" y="70"/>
                </a:cxn>
                <a:cxn ang="0">
                  <a:pos x="121" y="134"/>
                </a:cxn>
                <a:cxn ang="0">
                  <a:pos x="108" y="168"/>
                </a:cxn>
                <a:cxn ang="0">
                  <a:pos x="82" y="235"/>
                </a:cxn>
                <a:cxn ang="0">
                  <a:pos x="68" y="268"/>
                </a:cxn>
                <a:cxn ang="0">
                  <a:pos x="58" y="301"/>
                </a:cxn>
                <a:cxn ang="0">
                  <a:pos x="38" y="399"/>
                </a:cxn>
                <a:cxn ang="0">
                  <a:pos x="35" y="416"/>
                </a:cxn>
                <a:cxn ang="0">
                  <a:pos x="26" y="446"/>
                </a:cxn>
                <a:cxn ang="0">
                  <a:pos x="20" y="461"/>
                </a:cxn>
                <a:cxn ang="0">
                  <a:pos x="11" y="492"/>
                </a:cxn>
                <a:cxn ang="0">
                  <a:pos x="2" y="522"/>
                </a:cxn>
                <a:cxn ang="0">
                  <a:pos x="0" y="524"/>
                </a:cxn>
                <a:cxn ang="0">
                  <a:pos x="1" y="528"/>
                </a:cxn>
                <a:cxn ang="0">
                  <a:pos x="1" y="529"/>
                </a:cxn>
                <a:cxn ang="0">
                  <a:pos x="3" y="531"/>
                </a:cxn>
                <a:cxn ang="0">
                  <a:pos x="7" y="531"/>
                </a:cxn>
                <a:cxn ang="0">
                  <a:pos x="9" y="529"/>
                </a:cxn>
                <a:cxn ang="0">
                  <a:pos x="18" y="505"/>
                </a:cxn>
                <a:cxn ang="0">
                  <a:pos x="23" y="480"/>
                </a:cxn>
                <a:cxn ang="0">
                  <a:pos x="29" y="462"/>
                </a:cxn>
                <a:cxn ang="0">
                  <a:pos x="41" y="428"/>
                </a:cxn>
                <a:cxn ang="0">
                  <a:pos x="46" y="410"/>
                </a:cxn>
                <a:cxn ang="0">
                  <a:pos x="59" y="341"/>
                </a:cxn>
                <a:cxn ang="0">
                  <a:pos x="71" y="288"/>
                </a:cxn>
                <a:cxn ang="0">
                  <a:pos x="77" y="271"/>
                </a:cxn>
                <a:cxn ang="0">
                  <a:pos x="105" y="200"/>
                </a:cxn>
                <a:cxn ang="0">
                  <a:pos x="132" y="129"/>
                </a:cxn>
                <a:cxn ang="0">
                  <a:pos x="143" y="98"/>
                </a:cxn>
                <a:cxn ang="0">
                  <a:pos x="158" y="51"/>
                </a:cxn>
                <a:cxn ang="0">
                  <a:pos x="164" y="20"/>
                </a:cxn>
                <a:cxn ang="0">
                  <a:pos x="166" y="4"/>
                </a:cxn>
                <a:cxn ang="0">
                  <a:pos x="164" y="1"/>
                </a:cxn>
                <a:cxn ang="0">
                  <a:pos x="161" y="0"/>
                </a:cxn>
                <a:cxn ang="0">
                  <a:pos x="158" y="1"/>
                </a:cxn>
                <a:cxn ang="0">
                  <a:pos x="156" y="4"/>
                </a:cxn>
              </a:cxnLst>
              <a:rect l="0" t="0" r="r" b="b"/>
              <a:pathLst>
                <a:path w="166" h="531">
                  <a:moveTo>
                    <a:pt x="156" y="4"/>
                  </a:moveTo>
                  <a:lnTo>
                    <a:pt x="156" y="4"/>
                  </a:lnTo>
                  <a:lnTo>
                    <a:pt x="155" y="20"/>
                  </a:lnTo>
                  <a:lnTo>
                    <a:pt x="152" y="37"/>
                  </a:lnTo>
                  <a:lnTo>
                    <a:pt x="148" y="53"/>
                  </a:lnTo>
                  <a:lnTo>
                    <a:pt x="143" y="70"/>
                  </a:lnTo>
                  <a:lnTo>
                    <a:pt x="132" y="103"/>
                  </a:lnTo>
                  <a:lnTo>
                    <a:pt x="121" y="134"/>
                  </a:lnTo>
                  <a:lnTo>
                    <a:pt x="121" y="134"/>
                  </a:lnTo>
                  <a:lnTo>
                    <a:pt x="108" y="168"/>
                  </a:lnTo>
                  <a:lnTo>
                    <a:pt x="95" y="202"/>
                  </a:lnTo>
                  <a:lnTo>
                    <a:pt x="82" y="235"/>
                  </a:lnTo>
                  <a:lnTo>
                    <a:pt x="68" y="268"/>
                  </a:lnTo>
                  <a:lnTo>
                    <a:pt x="68" y="268"/>
                  </a:lnTo>
                  <a:lnTo>
                    <a:pt x="63" y="285"/>
                  </a:lnTo>
                  <a:lnTo>
                    <a:pt x="58" y="301"/>
                  </a:lnTo>
                  <a:lnTo>
                    <a:pt x="51" y="333"/>
                  </a:lnTo>
                  <a:lnTo>
                    <a:pt x="38" y="399"/>
                  </a:lnTo>
                  <a:lnTo>
                    <a:pt x="38" y="399"/>
                  </a:lnTo>
                  <a:lnTo>
                    <a:pt x="35" y="416"/>
                  </a:lnTo>
                  <a:lnTo>
                    <a:pt x="31" y="431"/>
                  </a:lnTo>
                  <a:lnTo>
                    <a:pt x="26" y="446"/>
                  </a:lnTo>
                  <a:lnTo>
                    <a:pt x="20" y="461"/>
                  </a:lnTo>
                  <a:lnTo>
                    <a:pt x="20" y="461"/>
                  </a:lnTo>
                  <a:lnTo>
                    <a:pt x="15" y="476"/>
                  </a:lnTo>
                  <a:lnTo>
                    <a:pt x="11" y="492"/>
                  </a:lnTo>
                  <a:lnTo>
                    <a:pt x="7" y="507"/>
                  </a:lnTo>
                  <a:lnTo>
                    <a:pt x="2" y="522"/>
                  </a:lnTo>
                  <a:lnTo>
                    <a:pt x="2" y="522"/>
                  </a:lnTo>
                  <a:lnTo>
                    <a:pt x="0" y="524"/>
                  </a:lnTo>
                  <a:lnTo>
                    <a:pt x="0" y="526"/>
                  </a:lnTo>
                  <a:lnTo>
                    <a:pt x="1" y="528"/>
                  </a:lnTo>
                  <a:lnTo>
                    <a:pt x="1" y="528"/>
                  </a:lnTo>
                  <a:lnTo>
                    <a:pt x="1" y="529"/>
                  </a:lnTo>
                  <a:lnTo>
                    <a:pt x="1" y="529"/>
                  </a:lnTo>
                  <a:lnTo>
                    <a:pt x="3" y="531"/>
                  </a:lnTo>
                  <a:lnTo>
                    <a:pt x="5" y="531"/>
                  </a:lnTo>
                  <a:lnTo>
                    <a:pt x="7" y="531"/>
                  </a:lnTo>
                  <a:lnTo>
                    <a:pt x="9" y="529"/>
                  </a:lnTo>
                  <a:lnTo>
                    <a:pt x="9" y="529"/>
                  </a:lnTo>
                  <a:lnTo>
                    <a:pt x="13" y="517"/>
                  </a:lnTo>
                  <a:lnTo>
                    <a:pt x="18" y="505"/>
                  </a:lnTo>
                  <a:lnTo>
                    <a:pt x="20" y="492"/>
                  </a:lnTo>
                  <a:lnTo>
                    <a:pt x="23" y="480"/>
                  </a:lnTo>
                  <a:lnTo>
                    <a:pt x="23" y="480"/>
                  </a:lnTo>
                  <a:lnTo>
                    <a:pt x="29" y="462"/>
                  </a:lnTo>
                  <a:lnTo>
                    <a:pt x="35" y="446"/>
                  </a:lnTo>
                  <a:lnTo>
                    <a:pt x="41" y="428"/>
                  </a:lnTo>
                  <a:lnTo>
                    <a:pt x="46" y="410"/>
                  </a:lnTo>
                  <a:lnTo>
                    <a:pt x="46" y="410"/>
                  </a:lnTo>
                  <a:lnTo>
                    <a:pt x="53" y="375"/>
                  </a:lnTo>
                  <a:lnTo>
                    <a:pt x="59" y="341"/>
                  </a:lnTo>
                  <a:lnTo>
                    <a:pt x="67" y="305"/>
                  </a:lnTo>
                  <a:lnTo>
                    <a:pt x="71" y="288"/>
                  </a:lnTo>
                  <a:lnTo>
                    <a:pt x="77" y="271"/>
                  </a:lnTo>
                  <a:lnTo>
                    <a:pt x="77" y="271"/>
                  </a:lnTo>
                  <a:lnTo>
                    <a:pt x="91" y="235"/>
                  </a:lnTo>
                  <a:lnTo>
                    <a:pt x="105" y="200"/>
                  </a:lnTo>
                  <a:lnTo>
                    <a:pt x="120" y="165"/>
                  </a:lnTo>
                  <a:lnTo>
                    <a:pt x="132" y="129"/>
                  </a:lnTo>
                  <a:lnTo>
                    <a:pt x="132" y="129"/>
                  </a:lnTo>
                  <a:lnTo>
                    <a:pt x="143" y="98"/>
                  </a:lnTo>
                  <a:lnTo>
                    <a:pt x="154" y="67"/>
                  </a:lnTo>
                  <a:lnTo>
                    <a:pt x="158" y="51"/>
                  </a:lnTo>
                  <a:lnTo>
                    <a:pt x="162" y="36"/>
                  </a:lnTo>
                  <a:lnTo>
                    <a:pt x="164" y="20"/>
                  </a:lnTo>
                  <a:lnTo>
                    <a:pt x="166" y="4"/>
                  </a:lnTo>
                  <a:lnTo>
                    <a:pt x="166" y="4"/>
                  </a:lnTo>
                  <a:lnTo>
                    <a:pt x="165" y="2"/>
                  </a:lnTo>
                  <a:lnTo>
                    <a:pt x="164" y="1"/>
                  </a:lnTo>
                  <a:lnTo>
                    <a:pt x="163" y="0"/>
                  </a:lnTo>
                  <a:lnTo>
                    <a:pt x="161" y="0"/>
                  </a:lnTo>
                  <a:lnTo>
                    <a:pt x="160" y="0"/>
                  </a:lnTo>
                  <a:lnTo>
                    <a:pt x="158" y="1"/>
                  </a:lnTo>
                  <a:lnTo>
                    <a:pt x="157" y="2"/>
                  </a:lnTo>
                  <a:lnTo>
                    <a:pt x="156" y="4"/>
                  </a:lnTo>
                  <a:lnTo>
                    <a:pt x="156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1" name="Freeform 907"/>
            <p:cNvSpPr/>
            <p:nvPr>
              <p:custDataLst>
                <p:tags r:id="rId7"/>
              </p:custDataLst>
            </p:nvPr>
          </p:nvSpPr>
          <p:spPr bwMode="auto">
            <a:xfrm>
              <a:off x="3338513" y="1404938"/>
              <a:ext cx="58738" cy="168275"/>
            </a:xfrm>
            <a:custGeom>
              <a:avLst/>
              <a:gdLst/>
              <a:ahLst/>
              <a:cxnLst>
                <a:cxn ang="0">
                  <a:pos x="99" y="4"/>
                </a:cxn>
                <a:cxn ang="0">
                  <a:pos x="99" y="4"/>
                </a:cxn>
                <a:cxn ang="0">
                  <a:pos x="98" y="14"/>
                </a:cxn>
                <a:cxn ang="0">
                  <a:pos x="97" y="23"/>
                </a:cxn>
                <a:cxn ang="0">
                  <a:pos x="92" y="43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73" y="103"/>
                </a:cxn>
                <a:cxn ang="0">
                  <a:pos x="68" y="125"/>
                </a:cxn>
                <a:cxn ang="0">
                  <a:pos x="57" y="169"/>
                </a:cxn>
                <a:cxn ang="0">
                  <a:pos x="57" y="169"/>
                </a:cxn>
                <a:cxn ang="0">
                  <a:pos x="51" y="188"/>
                </a:cxn>
                <a:cxn ang="0">
                  <a:pos x="43" y="205"/>
                </a:cxn>
                <a:cxn ang="0">
                  <a:pos x="35" y="223"/>
                </a:cxn>
                <a:cxn ang="0">
                  <a:pos x="26" y="239"/>
                </a:cxn>
                <a:cxn ang="0">
                  <a:pos x="17" y="257"/>
                </a:cxn>
                <a:cxn ang="0">
                  <a:pos x="10" y="274"/>
                </a:cxn>
                <a:cxn ang="0">
                  <a:pos x="4" y="293"/>
                </a:cxn>
                <a:cxn ang="0">
                  <a:pos x="1" y="302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0" y="314"/>
                </a:cxn>
                <a:cxn ang="0">
                  <a:pos x="1" y="316"/>
                </a:cxn>
                <a:cxn ang="0">
                  <a:pos x="2" y="317"/>
                </a:cxn>
                <a:cxn ang="0">
                  <a:pos x="4" y="317"/>
                </a:cxn>
                <a:cxn ang="0">
                  <a:pos x="7" y="316"/>
                </a:cxn>
                <a:cxn ang="0">
                  <a:pos x="9" y="314"/>
                </a:cxn>
                <a:cxn ang="0">
                  <a:pos x="9" y="313"/>
                </a:cxn>
                <a:cxn ang="0">
                  <a:pos x="9" y="313"/>
                </a:cxn>
                <a:cxn ang="0">
                  <a:pos x="11" y="302"/>
                </a:cxn>
                <a:cxn ang="0">
                  <a:pos x="13" y="292"/>
                </a:cxn>
                <a:cxn ang="0">
                  <a:pos x="19" y="273"/>
                </a:cxn>
                <a:cxn ang="0">
                  <a:pos x="28" y="255"/>
                </a:cxn>
                <a:cxn ang="0">
                  <a:pos x="36" y="237"/>
                </a:cxn>
                <a:cxn ang="0">
                  <a:pos x="45" y="220"/>
                </a:cxn>
                <a:cxn ang="0">
                  <a:pos x="54" y="201"/>
                </a:cxn>
                <a:cxn ang="0">
                  <a:pos x="62" y="182"/>
                </a:cxn>
                <a:cxn ang="0">
                  <a:pos x="68" y="164"/>
                </a:cxn>
                <a:cxn ang="0">
                  <a:pos x="68" y="164"/>
                </a:cxn>
                <a:cxn ang="0">
                  <a:pos x="79" y="119"/>
                </a:cxn>
                <a:cxn ang="0">
                  <a:pos x="91" y="76"/>
                </a:cxn>
                <a:cxn ang="0">
                  <a:pos x="91" y="76"/>
                </a:cxn>
                <a:cxn ang="0">
                  <a:pos x="102" y="40"/>
                </a:cxn>
                <a:cxn ang="0">
                  <a:pos x="106" y="22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08" y="2"/>
                </a:cxn>
                <a:cxn ang="0">
                  <a:pos x="107" y="1"/>
                </a:cxn>
                <a:cxn ang="0">
                  <a:pos x="106" y="0"/>
                </a:cxn>
                <a:cxn ang="0">
                  <a:pos x="104" y="0"/>
                </a:cxn>
                <a:cxn ang="0">
                  <a:pos x="101" y="1"/>
                </a:cxn>
                <a:cxn ang="0">
                  <a:pos x="100" y="2"/>
                </a:cxn>
                <a:cxn ang="0">
                  <a:pos x="99" y="4"/>
                </a:cxn>
                <a:cxn ang="0">
                  <a:pos x="99" y="4"/>
                </a:cxn>
              </a:cxnLst>
              <a:rect l="0" t="0" r="r" b="b"/>
              <a:pathLst>
                <a:path w="109" h="317">
                  <a:moveTo>
                    <a:pt x="99" y="4"/>
                  </a:moveTo>
                  <a:lnTo>
                    <a:pt x="99" y="4"/>
                  </a:lnTo>
                  <a:lnTo>
                    <a:pt x="98" y="14"/>
                  </a:lnTo>
                  <a:lnTo>
                    <a:pt x="97" y="23"/>
                  </a:lnTo>
                  <a:lnTo>
                    <a:pt x="92" y="43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73" y="103"/>
                  </a:lnTo>
                  <a:lnTo>
                    <a:pt x="68" y="125"/>
                  </a:lnTo>
                  <a:lnTo>
                    <a:pt x="57" y="169"/>
                  </a:lnTo>
                  <a:lnTo>
                    <a:pt x="57" y="169"/>
                  </a:lnTo>
                  <a:lnTo>
                    <a:pt x="51" y="188"/>
                  </a:lnTo>
                  <a:lnTo>
                    <a:pt x="43" y="205"/>
                  </a:lnTo>
                  <a:lnTo>
                    <a:pt x="35" y="223"/>
                  </a:lnTo>
                  <a:lnTo>
                    <a:pt x="26" y="239"/>
                  </a:lnTo>
                  <a:lnTo>
                    <a:pt x="17" y="257"/>
                  </a:lnTo>
                  <a:lnTo>
                    <a:pt x="10" y="274"/>
                  </a:lnTo>
                  <a:lnTo>
                    <a:pt x="4" y="293"/>
                  </a:lnTo>
                  <a:lnTo>
                    <a:pt x="1" y="302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0" y="314"/>
                  </a:lnTo>
                  <a:lnTo>
                    <a:pt x="1" y="316"/>
                  </a:lnTo>
                  <a:lnTo>
                    <a:pt x="2" y="317"/>
                  </a:lnTo>
                  <a:lnTo>
                    <a:pt x="4" y="317"/>
                  </a:lnTo>
                  <a:lnTo>
                    <a:pt x="7" y="316"/>
                  </a:lnTo>
                  <a:lnTo>
                    <a:pt x="9" y="314"/>
                  </a:lnTo>
                  <a:lnTo>
                    <a:pt x="9" y="313"/>
                  </a:lnTo>
                  <a:lnTo>
                    <a:pt x="9" y="313"/>
                  </a:lnTo>
                  <a:lnTo>
                    <a:pt x="11" y="302"/>
                  </a:lnTo>
                  <a:lnTo>
                    <a:pt x="13" y="292"/>
                  </a:lnTo>
                  <a:lnTo>
                    <a:pt x="19" y="273"/>
                  </a:lnTo>
                  <a:lnTo>
                    <a:pt x="28" y="255"/>
                  </a:lnTo>
                  <a:lnTo>
                    <a:pt x="36" y="237"/>
                  </a:lnTo>
                  <a:lnTo>
                    <a:pt x="45" y="220"/>
                  </a:lnTo>
                  <a:lnTo>
                    <a:pt x="54" y="201"/>
                  </a:lnTo>
                  <a:lnTo>
                    <a:pt x="62" y="182"/>
                  </a:lnTo>
                  <a:lnTo>
                    <a:pt x="68" y="164"/>
                  </a:lnTo>
                  <a:lnTo>
                    <a:pt x="68" y="164"/>
                  </a:lnTo>
                  <a:lnTo>
                    <a:pt x="79" y="119"/>
                  </a:lnTo>
                  <a:lnTo>
                    <a:pt x="91" y="76"/>
                  </a:lnTo>
                  <a:lnTo>
                    <a:pt x="91" y="76"/>
                  </a:lnTo>
                  <a:lnTo>
                    <a:pt x="102" y="40"/>
                  </a:lnTo>
                  <a:lnTo>
                    <a:pt x="106" y="22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08" y="2"/>
                  </a:lnTo>
                  <a:lnTo>
                    <a:pt x="107" y="1"/>
                  </a:lnTo>
                  <a:lnTo>
                    <a:pt x="106" y="0"/>
                  </a:lnTo>
                  <a:lnTo>
                    <a:pt x="104" y="0"/>
                  </a:lnTo>
                  <a:lnTo>
                    <a:pt x="101" y="1"/>
                  </a:lnTo>
                  <a:lnTo>
                    <a:pt x="100" y="2"/>
                  </a:lnTo>
                  <a:lnTo>
                    <a:pt x="99" y="4"/>
                  </a:lnTo>
                  <a:lnTo>
                    <a:pt x="99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2" name="Freeform 908"/>
            <p:cNvSpPr/>
            <p:nvPr>
              <p:custDataLst>
                <p:tags r:id="rId8"/>
              </p:custDataLst>
            </p:nvPr>
          </p:nvSpPr>
          <p:spPr bwMode="auto">
            <a:xfrm>
              <a:off x="3365500" y="1427163"/>
              <a:ext cx="58738" cy="169863"/>
            </a:xfrm>
            <a:custGeom>
              <a:avLst/>
              <a:gdLst/>
              <a:ahLst/>
              <a:cxnLst>
                <a:cxn ang="0">
                  <a:pos x="102" y="1"/>
                </a:cxn>
                <a:cxn ang="0">
                  <a:pos x="102" y="1"/>
                </a:cxn>
                <a:cxn ang="0">
                  <a:pos x="97" y="7"/>
                </a:cxn>
                <a:cxn ang="0">
                  <a:pos x="93" y="13"/>
                </a:cxn>
                <a:cxn ang="0">
                  <a:pos x="87" y="26"/>
                </a:cxn>
                <a:cxn ang="0">
                  <a:pos x="82" y="39"/>
                </a:cxn>
                <a:cxn ang="0">
                  <a:pos x="79" y="54"/>
                </a:cxn>
                <a:cxn ang="0">
                  <a:pos x="79" y="54"/>
                </a:cxn>
                <a:cxn ang="0">
                  <a:pos x="72" y="77"/>
                </a:cxn>
                <a:cxn ang="0">
                  <a:pos x="65" y="101"/>
                </a:cxn>
                <a:cxn ang="0">
                  <a:pos x="51" y="148"/>
                </a:cxn>
                <a:cxn ang="0">
                  <a:pos x="51" y="148"/>
                </a:cxn>
                <a:cxn ang="0">
                  <a:pos x="44" y="168"/>
                </a:cxn>
                <a:cxn ang="0">
                  <a:pos x="37" y="190"/>
                </a:cxn>
                <a:cxn ang="0">
                  <a:pos x="20" y="231"/>
                </a:cxn>
                <a:cxn ang="0">
                  <a:pos x="13" y="252"/>
                </a:cxn>
                <a:cxn ang="0">
                  <a:pos x="7" y="274"/>
                </a:cxn>
                <a:cxn ang="0">
                  <a:pos x="2" y="295"/>
                </a:cxn>
                <a:cxn ang="0">
                  <a:pos x="1" y="307"/>
                </a:cxn>
                <a:cxn ang="0">
                  <a:pos x="0" y="317"/>
                </a:cxn>
                <a:cxn ang="0">
                  <a:pos x="0" y="317"/>
                </a:cxn>
                <a:cxn ang="0">
                  <a:pos x="1" y="319"/>
                </a:cxn>
                <a:cxn ang="0">
                  <a:pos x="2" y="321"/>
                </a:cxn>
                <a:cxn ang="0">
                  <a:pos x="3" y="322"/>
                </a:cxn>
                <a:cxn ang="0">
                  <a:pos x="6" y="322"/>
                </a:cxn>
                <a:cxn ang="0">
                  <a:pos x="8" y="322"/>
                </a:cxn>
                <a:cxn ang="0">
                  <a:pos x="9" y="321"/>
                </a:cxn>
                <a:cxn ang="0">
                  <a:pos x="10" y="319"/>
                </a:cxn>
                <a:cxn ang="0">
                  <a:pos x="11" y="317"/>
                </a:cxn>
                <a:cxn ang="0">
                  <a:pos x="11" y="317"/>
                </a:cxn>
                <a:cxn ang="0">
                  <a:pos x="11" y="307"/>
                </a:cxn>
                <a:cxn ang="0">
                  <a:pos x="12" y="296"/>
                </a:cxn>
                <a:cxn ang="0">
                  <a:pos x="16" y="276"/>
                </a:cxn>
                <a:cxn ang="0">
                  <a:pos x="22" y="256"/>
                </a:cxn>
                <a:cxn ang="0">
                  <a:pos x="29" y="237"/>
                </a:cxn>
                <a:cxn ang="0">
                  <a:pos x="44" y="198"/>
                </a:cxn>
                <a:cxn ang="0">
                  <a:pos x="51" y="179"/>
                </a:cxn>
                <a:cxn ang="0">
                  <a:pos x="57" y="159"/>
                </a:cxn>
                <a:cxn ang="0">
                  <a:pos x="57" y="159"/>
                </a:cxn>
                <a:cxn ang="0">
                  <a:pos x="70" y="120"/>
                </a:cxn>
                <a:cxn ang="0">
                  <a:pos x="81" y="81"/>
                </a:cxn>
                <a:cxn ang="0">
                  <a:pos x="81" y="81"/>
                </a:cxn>
                <a:cxn ang="0">
                  <a:pos x="86" y="62"/>
                </a:cxn>
                <a:cxn ang="0">
                  <a:pos x="91" y="42"/>
                </a:cxn>
                <a:cxn ang="0">
                  <a:pos x="94" y="33"/>
                </a:cxn>
                <a:cxn ang="0">
                  <a:pos x="97" y="25"/>
                </a:cxn>
                <a:cxn ang="0">
                  <a:pos x="103" y="16"/>
                </a:cxn>
                <a:cxn ang="0">
                  <a:pos x="109" y="8"/>
                </a:cxn>
                <a:cxn ang="0">
                  <a:pos x="109" y="8"/>
                </a:cxn>
                <a:cxn ang="0">
                  <a:pos x="110" y="6"/>
                </a:cxn>
                <a:cxn ang="0">
                  <a:pos x="110" y="4"/>
                </a:cxn>
                <a:cxn ang="0">
                  <a:pos x="109" y="3"/>
                </a:cxn>
                <a:cxn ang="0">
                  <a:pos x="108" y="1"/>
                </a:cxn>
                <a:cxn ang="0">
                  <a:pos x="107" y="0"/>
                </a:cxn>
                <a:cxn ang="0">
                  <a:pos x="105" y="0"/>
                </a:cxn>
                <a:cxn ang="0">
                  <a:pos x="104" y="0"/>
                </a:cxn>
                <a:cxn ang="0">
                  <a:pos x="102" y="1"/>
                </a:cxn>
                <a:cxn ang="0">
                  <a:pos x="102" y="1"/>
                </a:cxn>
              </a:cxnLst>
              <a:rect l="0" t="0" r="r" b="b"/>
              <a:pathLst>
                <a:path w="110" h="322">
                  <a:moveTo>
                    <a:pt x="102" y="1"/>
                  </a:moveTo>
                  <a:lnTo>
                    <a:pt x="102" y="1"/>
                  </a:lnTo>
                  <a:lnTo>
                    <a:pt x="97" y="7"/>
                  </a:lnTo>
                  <a:lnTo>
                    <a:pt x="93" y="13"/>
                  </a:lnTo>
                  <a:lnTo>
                    <a:pt x="87" y="26"/>
                  </a:lnTo>
                  <a:lnTo>
                    <a:pt x="82" y="39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2" y="77"/>
                  </a:lnTo>
                  <a:lnTo>
                    <a:pt x="65" y="101"/>
                  </a:lnTo>
                  <a:lnTo>
                    <a:pt x="51" y="148"/>
                  </a:lnTo>
                  <a:lnTo>
                    <a:pt x="51" y="148"/>
                  </a:lnTo>
                  <a:lnTo>
                    <a:pt x="44" y="168"/>
                  </a:lnTo>
                  <a:lnTo>
                    <a:pt x="37" y="190"/>
                  </a:lnTo>
                  <a:lnTo>
                    <a:pt x="20" y="231"/>
                  </a:lnTo>
                  <a:lnTo>
                    <a:pt x="13" y="252"/>
                  </a:lnTo>
                  <a:lnTo>
                    <a:pt x="7" y="274"/>
                  </a:lnTo>
                  <a:lnTo>
                    <a:pt x="2" y="295"/>
                  </a:lnTo>
                  <a:lnTo>
                    <a:pt x="1" y="307"/>
                  </a:lnTo>
                  <a:lnTo>
                    <a:pt x="0" y="317"/>
                  </a:lnTo>
                  <a:lnTo>
                    <a:pt x="0" y="317"/>
                  </a:lnTo>
                  <a:lnTo>
                    <a:pt x="1" y="319"/>
                  </a:lnTo>
                  <a:lnTo>
                    <a:pt x="2" y="321"/>
                  </a:lnTo>
                  <a:lnTo>
                    <a:pt x="3" y="322"/>
                  </a:lnTo>
                  <a:lnTo>
                    <a:pt x="6" y="322"/>
                  </a:lnTo>
                  <a:lnTo>
                    <a:pt x="8" y="322"/>
                  </a:lnTo>
                  <a:lnTo>
                    <a:pt x="9" y="321"/>
                  </a:lnTo>
                  <a:lnTo>
                    <a:pt x="10" y="319"/>
                  </a:lnTo>
                  <a:lnTo>
                    <a:pt x="11" y="317"/>
                  </a:lnTo>
                  <a:lnTo>
                    <a:pt x="11" y="317"/>
                  </a:lnTo>
                  <a:lnTo>
                    <a:pt x="11" y="307"/>
                  </a:lnTo>
                  <a:lnTo>
                    <a:pt x="12" y="296"/>
                  </a:lnTo>
                  <a:lnTo>
                    <a:pt x="16" y="276"/>
                  </a:lnTo>
                  <a:lnTo>
                    <a:pt x="22" y="256"/>
                  </a:lnTo>
                  <a:lnTo>
                    <a:pt x="29" y="237"/>
                  </a:lnTo>
                  <a:lnTo>
                    <a:pt x="44" y="198"/>
                  </a:lnTo>
                  <a:lnTo>
                    <a:pt x="51" y="179"/>
                  </a:lnTo>
                  <a:lnTo>
                    <a:pt x="57" y="159"/>
                  </a:lnTo>
                  <a:lnTo>
                    <a:pt x="57" y="159"/>
                  </a:lnTo>
                  <a:lnTo>
                    <a:pt x="70" y="120"/>
                  </a:lnTo>
                  <a:lnTo>
                    <a:pt x="81" y="81"/>
                  </a:lnTo>
                  <a:lnTo>
                    <a:pt x="81" y="81"/>
                  </a:lnTo>
                  <a:lnTo>
                    <a:pt x="86" y="62"/>
                  </a:lnTo>
                  <a:lnTo>
                    <a:pt x="91" y="42"/>
                  </a:lnTo>
                  <a:lnTo>
                    <a:pt x="94" y="33"/>
                  </a:lnTo>
                  <a:lnTo>
                    <a:pt x="97" y="25"/>
                  </a:lnTo>
                  <a:lnTo>
                    <a:pt x="103" y="16"/>
                  </a:lnTo>
                  <a:lnTo>
                    <a:pt x="109" y="8"/>
                  </a:lnTo>
                  <a:lnTo>
                    <a:pt x="109" y="8"/>
                  </a:lnTo>
                  <a:lnTo>
                    <a:pt x="110" y="6"/>
                  </a:lnTo>
                  <a:lnTo>
                    <a:pt x="110" y="4"/>
                  </a:lnTo>
                  <a:lnTo>
                    <a:pt x="109" y="3"/>
                  </a:lnTo>
                  <a:lnTo>
                    <a:pt x="108" y="1"/>
                  </a:lnTo>
                  <a:lnTo>
                    <a:pt x="107" y="0"/>
                  </a:lnTo>
                  <a:lnTo>
                    <a:pt x="105" y="0"/>
                  </a:lnTo>
                  <a:lnTo>
                    <a:pt x="104" y="0"/>
                  </a:lnTo>
                  <a:lnTo>
                    <a:pt x="102" y="1"/>
                  </a:lnTo>
                  <a:lnTo>
                    <a:pt x="102" y="1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3" name="Freeform 909"/>
            <p:cNvSpPr/>
            <p:nvPr>
              <p:custDataLst>
                <p:tags r:id="rId9"/>
              </p:custDataLst>
            </p:nvPr>
          </p:nvSpPr>
          <p:spPr bwMode="auto">
            <a:xfrm>
              <a:off x="3403600" y="1430338"/>
              <a:ext cx="41275" cy="182563"/>
            </a:xfrm>
            <a:custGeom>
              <a:avLst/>
              <a:gdLst/>
              <a:ahLst/>
              <a:cxnLst>
                <a:cxn ang="0">
                  <a:pos x="67" y="4"/>
                </a:cxn>
                <a:cxn ang="0">
                  <a:pos x="62" y="52"/>
                </a:cxn>
                <a:cxn ang="0">
                  <a:pos x="53" y="99"/>
                </a:cxn>
                <a:cxn ang="0">
                  <a:pos x="39" y="171"/>
                </a:cxn>
                <a:cxn ang="0">
                  <a:pos x="35" y="193"/>
                </a:cxn>
                <a:cxn ang="0">
                  <a:pos x="30" y="215"/>
                </a:cxn>
                <a:cxn ang="0">
                  <a:pos x="15" y="255"/>
                </a:cxn>
                <a:cxn ang="0">
                  <a:pos x="10" y="277"/>
                </a:cxn>
                <a:cxn ang="0">
                  <a:pos x="7" y="294"/>
                </a:cxn>
                <a:cxn ang="0">
                  <a:pos x="5" y="310"/>
                </a:cxn>
                <a:cxn ang="0">
                  <a:pos x="5" y="325"/>
                </a:cxn>
                <a:cxn ang="0">
                  <a:pos x="4" y="335"/>
                </a:cxn>
                <a:cxn ang="0">
                  <a:pos x="3" y="337"/>
                </a:cxn>
                <a:cxn ang="0">
                  <a:pos x="0" y="340"/>
                </a:cxn>
                <a:cxn ang="0">
                  <a:pos x="1" y="343"/>
                </a:cxn>
                <a:cxn ang="0">
                  <a:pos x="4" y="345"/>
                </a:cxn>
                <a:cxn ang="0">
                  <a:pos x="7" y="345"/>
                </a:cxn>
                <a:cxn ang="0">
                  <a:pos x="10" y="342"/>
                </a:cxn>
                <a:cxn ang="0">
                  <a:pos x="13" y="334"/>
                </a:cxn>
                <a:cxn ang="0">
                  <a:pos x="14" y="318"/>
                </a:cxn>
                <a:cxn ang="0">
                  <a:pos x="14" y="310"/>
                </a:cxn>
                <a:cxn ang="0">
                  <a:pos x="17" y="285"/>
                </a:cxn>
                <a:cxn ang="0">
                  <a:pos x="23" y="260"/>
                </a:cxn>
                <a:cxn ang="0">
                  <a:pos x="40" y="213"/>
                </a:cxn>
                <a:cxn ang="0">
                  <a:pos x="44" y="201"/>
                </a:cxn>
                <a:cxn ang="0">
                  <a:pos x="47" y="176"/>
                </a:cxn>
                <a:cxn ang="0">
                  <a:pos x="49" y="163"/>
                </a:cxn>
                <a:cxn ang="0">
                  <a:pos x="63" y="107"/>
                </a:cxn>
                <a:cxn ang="0">
                  <a:pos x="65" y="93"/>
                </a:cxn>
                <a:cxn ang="0">
                  <a:pos x="70" y="52"/>
                </a:cxn>
                <a:cxn ang="0">
                  <a:pos x="73" y="28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3" y="0"/>
                </a:cxn>
                <a:cxn ang="0">
                  <a:pos x="70" y="0"/>
                </a:cxn>
                <a:cxn ang="0">
                  <a:pos x="67" y="2"/>
                </a:cxn>
                <a:cxn ang="0">
                  <a:pos x="67" y="4"/>
                </a:cxn>
              </a:cxnLst>
              <a:rect l="0" t="0" r="r" b="b"/>
              <a:pathLst>
                <a:path w="76" h="346">
                  <a:moveTo>
                    <a:pt x="67" y="4"/>
                  </a:moveTo>
                  <a:lnTo>
                    <a:pt x="67" y="4"/>
                  </a:lnTo>
                  <a:lnTo>
                    <a:pt x="65" y="28"/>
                  </a:lnTo>
                  <a:lnTo>
                    <a:pt x="62" y="52"/>
                  </a:lnTo>
                  <a:lnTo>
                    <a:pt x="58" y="76"/>
                  </a:lnTo>
                  <a:lnTo>
                    <a:pt x="53" y="99"/>
                  </a:lnTo>
                  <a:lnTo>
                    <a:pt x="43" y="147"/>
                  </a:lnTo>
                  <a:lnTo>
                    <a:pt x="39" y="17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3" y="205"/>
                  </a:lnTo>
                  <a:lnTo>
                    <a:pt x="30" y="215"/>
                  </a:lnTo>
                  <a:lnTo>
                    <a:pt x="22" y="236"/>
                  </a:lnTo>
                  <a:lnTo>
                    <a:pt x="15" y="255"/>
                  </a:lnTo>
                  <a:lnTo>
                    <a:pt x="12" y="267"/>
                  </a:lnTo>
                  <a:lnTo>
                    <a:pt x="10" y="277"/>
                  </a:lnTo>
                  <a:lnTo>
                    <a:pt x="10" y="277"/>
                  </a:lnTo>
                  <a:lnTo>
                    <a:pt x="7" y="294"/>
                  </a:lnTo>
                  <a:lnTo>
                    <a:pt x="6" y="302"/>
                  </a:lnTo>
                  <a:lnTo>
                    <a:pt x="5" y="310"/>
                  </a:lnTo>
                  <a:lnTo>
                    <a:pt x="5" y="310"/>
                  </a:lnTo>
                  <a:lnTo>
                    <a:pt x="5" y="325"/>
                  </a:lnTo>
                  <a:lnTo>
                    <a:pt x="5" y="333"/>
                  </a:lnTo>
                  <a:lnTo>
                    <a:pt x="4" y="335"/>
                  </a:lnTo>
                  <a:lnTo>
                    <a:pt x="3" y="337"/>
                  </a:lnTo>
                  <a:lnTo>
                    <a:pt x="3" y="337"/>
                  </a:lnTo>
                  <a:lnTo>
                    <a:pt x="1" y="338"/>
                  </a:lnTo>
                  <a:lnTo>
                    <a:pt x="0" y="340"/>
                  </a:lnTo>
                  <a:lnTo>
                    <a:pt x="1" y="342"/>
                  </a:lnTo>
                  <a:lnTo>
                    <a:pt x="1" y="343"/>
                  </a:lnTo>
                  <a:lnTo>
                    <a:pt x="2" y="345"/>
                  </a:lnTo>
                  <a:lnTo>
                    <a:pt x="4" y="345"/>
                  </a:lnTo>
                  <a:lnTo>
                    <a:pt x="5" y="346"/>
                  </a:lnTo>
                  <a:lnTo>
                    <a:pt x="7" y="345"/>
                  </a:lnTo>
                  <a:lnTo>
                    <a:pt x="7" y="345"/>
                  </a:lnTo>
                  <a:lnTo>
                    <a:pt x="10" y="342"/>
                  </a:lnTo>
                  <a:lnTo>
                    <a:pt x="12" y="339"/>
                  </a:lnTo>
                  <a:lnTo>
                    <a:pt x="13" y="334"/>
                  </a:lnTo>
                  <a:lnTo>
                    <a:pt x="14" y="329"/>
                  </a:lnTo>
                  <a:lnTo>
                    <a:pt x="14" y="318"/>
                  </a:lnTo>
                  <a:lnTo>
                    <a:pt x="14" y="310"/>
                  </a:lnTo>
                  <a:lnTo>
                    <a:pt x="14" y="310"/>
                  </a:lnTo>
                  <a:lnTo>
                    <a:pt x="15" y="298"/>
                  </a:lnTo>
                  <a:lnTo>
                    <a:pt x="17" y="285"/>
                  </a:lnTo>
                  <a:lnTo>
                    <a:pt x="19" y="273"/>
                  </a:lnTo>
                  <a:lnTo>
                    <a:pt x="23" y="260"/>
                  </a:lnTo>
                  <a:lnTo>
                    <a:pt x="32" y="236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4" y="201"/>
                  </a:lnTo>
                  <a:lnTo>
                    <a:pt x="46" y="188"/>
                  </a:lnTo>
                  <a:lnTo>
                    <a:pt x="47" y="176"/>
                  </a:lnTo>
                  <a:lnTo>
                    <a:pt x="49" y="163"/>
                  </a:lnTo>
                  <a:lnTo>
                    <a:pt x="49" y="163"/>
                  </a:lnTo>
                  <a:lnTo>
                    <a:pt x="56" y="135"/>
                  </a:lnTo>
                  <a:lnTo>
                    <a:pt x="63" y="107"/>
                  </a:lnTo>
                  <a:lnTo>
                    <a:pt x="63" y="107"/>
                  </a:lnTo>
                  <a:lnTo>
                    <a:pt x="65" y="93"/>
                  </a:lnTo>
                  <a:lnTo>
                    <a:pt x="66" y="79"/>
                  </a:lnTo>
                  <a:lnTo>
                    <a:pt x="70" y="52"/>
                  </a:lnTo>
                  <a:lnTo>
                    <a:pt x="70" y="52"/>
                  </a:lnTo>
                  <a:lnTo>
                    <a:pt x="73" y="28"/>
                  </a:lnTo>
                  <a:lnTo>
                    <a:pt x="75" y="17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70" y="0"/>
                  </a:lnTo>
                  <a:lnTo>
                    <a:pt x="68" y="1"/>
                  </a:lnTo>
                  <a:lnTo>
                    <a:pt x="67" y="2"/>
                  </a:lnTo>
                  <a:lnTo>
                    <a:pt x="67" y="4"/>
                  </a:lnTo>
                  <a:lnTo>
                    <a:pt x="67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4" name="Freeform 910"/>
            <p:cNvSpPr/>
            <p:nvPr>
              <p:custDataLst>
                <p:tags r:id="rId10"/>
              </p:custDataLst>
            </p:nvPr>
          </p:nvSpPr>
          <p:spPr bwMode="auto">
            <a:xfrm>
              <a:off x="3436938" y="1397000"/>
              <a:ext cx="47625" cy="252413"/>
            </a:xfrm>
            <a:custGeom>
              <a:avLst/>
              <a:gdLst/>
              <a:ahLst/>
              <a:cxnLst>
                <a:cxn ang="0">
                  <a:pos x="80" y="4"/>
                </a:cxn>
                <a:cxn ang="0">
                  <a:pos x="80" y="4"/>
                </a:cxn>
                <a:cxn ang="0">
                  <a:pos x="78" y="20"/>
                </a:cxn>
                <a:cxn ang="0">
                  <a:pos x="76" y="34"/>
                </a:cxn>
                <a:cxn ang="0">
                  <a:pos x="69" y="63"/>
                </a:cxn>
                <a:cxn ang="0">
                  <a:pos x="54" y="121"/>
                </a:cxn>
                <a:cxn ang="0">
                  <a:pos x="54" y="121"/>
                </a:cxn>
                <a:cxn ang="0">
                  <a:pos x="40" y="180"/>
                </a:cxn>
                <a:cxn ang="0">
                  <a:pos x="26" y="238"/>
                </a:cxn>
                <a:cxn ang="0">
                  <a:pos x="26" y="238"/>
                </a:cxn>
                <a:cxn ang="0">
                  <a:pos x="23" y="253"/>
                </a:cxn>
                <a:cxn ang="0">
                  <a:pos x="21" y="269"/>
                </a:cxn>
                <a:cxn ang="0">
                  <a:pos x="19" y="301"/>
                </a:cxn>
                <a:cxn ang="0">
                  <a:pos x="16" y="332"/>
                </a:cxn>
                <a:cxn ang="0">
                  <a:pos x="15" y="347"/>
                </a:cxn>
                <a:cxn ang="0">
                  <a:pos x="12" y="363"/>
                </a:cxn>
                <a:cxn ang="0">
                  <a:pos x="12" y="363"/>
                </a:cxn>
                <a:cxn ang="0">
                  <a:pos x="8" y="391"/>
                </a:cxn>
                <a:cxn ang="0">
                  <a:pos x="4" y="419"/>
                </a:cxn>
                <a:cxn ang="0">
                  <a:pos x="2" y="446"/>
                </a:cxn>
                <a:cxn ang="0">
                  <a:pos x="0" y="474"/>
                </a:cxn>
                <a:cxn ang="0">
                  <a:pos x="0" y="474"/>
                </a:cxn>
                <a:cxn ang="0">
                  <a:pos x="0" y="476"/>
                </a:cxn>
                <a:cxn ang="0">
                  <a:pos x="1" y="477"/>
                </a:cxn>
                <a:cxn ang="0">
                  <a:pos x="3" y="478"/>
                </a:cxn>
                <a:cxn ang="0">
                  <a:pos x="4" y="478"/>
                </a:cxn>
                <a:cxn ang="0">
                  <a:pos x="6" y="478"/>
                </a:cxn>
                <a:cxn ang="0">
                  <a:pos x="8" y="477"/>
                </a:cxn>
                <a:cxn ang="0">
                  <a:pos x="9" y="476"/>
                </a:cxn>
                <a:cxn ang="0">
                  <a:pos x="9" y="474"/>
                </a:cxn>
                <a:cxn ang="0">
                  <a:pos x="9" y="474"/>
                </a:cxn>
                <a:cxn ang="0">
                  <a:pos x="11" y="444"/>
                </a:cxn>
                <a:cxn ang="0">
                  <a:pos x="14" y="415"/>
                </a:cxn>
                <a:cxn ang="0">
                  <a:pos x="18" y="385"/>
                </a:cxn>
                <a:cxn ang="0">
                  <a:pos x="23" y="357"/>
                </a:cxn>
                <a:cxn ang="0">
                  <a:pos x="23" y="357"/>
                </a:cxn>
                <a:cxn ang="0">
                  <a:pos x="25" y="341"/>
                </a:cxn>
                <a:cxn ang="0">
                  <a:pos x="28" y="326"/>
                </a:cxn>
                <a:cxn ang="0">
                  <a:pos x="30" y="295"/>
                </a:cxn>
                <a:cxn ang="0">
                  <a:pos x="33" y="263"/>
                </a:cxn>
                <a:cxn ang="0">
                  <a:pos x="35" y="247"/>
                </a:cxn>
                <a:cxn ang="0">
                  <a:pos x="38" y="232"/>
                </a:cxn>
                <a:cxn ang="0">
                  <a:pos x="38" y="232"/>
                </a:cxn>
                <a:cxn ang="0">
                  <a:pos x="51" y="174"/>
                </a:cxn>
                <a:cxn ang="0">
                  <a:pos x="66" y="116"/>
                </a:cxn>
                <a:cxn ang="0">
                  <a:pos x="66" y="116"/>
                </a:cxn>
                <a:cxn ang="0">
                  <a:pos x="79" y="61"/>
                </a:cxn>
                <a:cxn ang="0">
                  <a:pos x="85" y="32"/>
                </a:cxn>
                <a:cxn ang="0">
                  <a:pos x="90" y="4"/>
                </a:cxn>
                <a:cxn ang="0">
                  <a:pos x="90" y="4"/>
                </a:cxn>
                <a:cxn ang="0">
                  <a:pos x="90" y="3"/>
                </a:cxn>
                <a:cxn ang="0">
                  <a:pos x="88" y="1"/>
                </a:cxn>
                <a:cxn ang="0">
                  <a:pos x="87" y="0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  <a:cxn ang="0">
                  <a:pos x="80" y="4"/>
                </a:cxn>
                <a:cxn ang="0">
                  <a:pos x="80" y="4"/>
                </a:cxn>
              </a:cxnLst>
              <a:rect l="0" t="0" r="r" b="b"/>
              <a:pathLst>
                <a:path w="90" h="478">
                  <a:moveTo>
                    <a:pt x="80" y="4"/>
                  </a:moveTo>
                  <a:lnTo>
                    <a:pt x="80" y="4"/>
                  </a:lnTo>
                  <a:lnTo>
                    <a:pt x="78" y="20"/>
                  </a:lnTo>
                  <a:lnTo>
                    <a:pt x="76" y="34"/>
                  </a:lnTo>
                  <a:lnTo>
                    <a:pt x="69" y="63"/>
                  </a:lnTo>
                  <a:lnTo>
                    <a:pt x="54" y="121"/>
                  </a:lnTo>
                  <a:lnTo>
                    <a:pt x="54" y="121"/>
                  </a:lnTo>
                  <a:lnTo>
                    <a:pt x="40" y="180"/>
                  </a:lnTo>
                  <a:lnTo>
                    <a:pt x="26" y="238"/>
                  </a:lnTo>
                  <a:lnTo>
                    <a:pt x="26" y="238"/>
                  </a:lnTo>
                  <a:lnTo>
                    <a:pt x="23" y="253"/>
                  </a:lnTo>
                  <a:lnTo>
                    <a:pt x="21" y="269"/>
                  </a:lnTo>
                  <a:lnTo>
                    <a:pt x="19" y="301"/>
                  </a:lnTo>
                  <a:lnTo>
                    <a:pt x="16" y="332"/>
                  </a:lnTo>
                  <a:lnTo>
                    <a:pt x="15" y="347"/>
                  </a:lnTo>
                  <a:lnTo>
                    <a:pt x="12" y="363"/>
                  </a:lnTo>
                  <a:lnTo>
                    <a:pt x="12" y="363"/>
                  </a:lnTo>
                  <a:lnTo>
                    <a:pt x="8" y="391"/>
                  </a:lnTo>
                  <a:lnTo>
                    <a:pt x="4" y="419"/>
                  </a:lnTo>
                  <a:lnTo>
                    <a:pt x="2" y="446"/>
                  </a:lnTo>
                  <a:lnTo>
                    <a:pt x="0" y="474"/>
                  </a:lnTo>
                  <a:lnTo>
                    <a:pt x="0" y="474"/>
                  </a:lnTo>
                  <a:lnTo>
                    <a:pt x="0" y="476"/>
                  </a:lnTo>
                  <a:lnTo>
                    <a:pt x="1" y="477"/>
                  </a:lnTo>
                  <a:lnTo>
                    <a:pt x="3" y="478"/>
                  </a:lnTo>
                  <a:lnTo>
                    <a:pt x="4" y="478"/>
                  </a:lnTo>
                  <a:lnTo>
                    <a:pt x="6" y="478"/>
                  </a:lnTo>
                  <a:lnTo>
                    <a:pt x="8" y="477"/>
                  </a:lnTo>
                  <a:lnTo>
                    <a:pt x="9" y="476"/>
                  </a:lnTo>
                  <a:lnTo>
                    <a:pt x="9" y="474"/>
                  </a:lnTo>
                  <a:lnTo>
                    <a:pt x="9" y="474"/>
                  </a:lnTo>
                  <a:lnTo>
                    <a:pt x="11" y="444"/>
                  </a:lnTo>
                  <a:lnTo>
                    <a:pt x="14" y="415"/>
                  </a:lnTo>
                  <a:lnTo>
                    <a:pt x="18" y="385"/>
                  </a:lnTo>
                  <a:lnTo>
                    <a:pt x="23" y="357"/>
                  </a:lnTo>
                  <a:lnTo>
                    <a:pt x="23" y="357"/>
                  </a:lnTo>
                  <a:lnTo>
                    <a:pt x="25" y="341"/>
                  </a:lnTo>
                  <a:lnTo>
                    <a:pt x="28" y="326"/>
                  </a:lnTo>
                  <a:lnTo>
                    <a:pt x="30" y="295"/>
                  </a:lnTo>
                  <a:lnTo>
                    <a:pt x="33" y="263"/>
                  </a:lnTo>
                  <a:lnTo>
                    <a:pt x="35" y="247"/>
                  </a:lnTo>
                  <a:lnTo>
                    <a:pt x="38" y="232"/>
                  </a:lnTo>
                  <a:lnTo>
                    <a:pt x="38" y="232"/>
                  </a:lnTo>
                  <a:lnTo>
                    <a:pt x="51" y="174"/>
                  </a:lnTo>
                  <a:lnTo>
                    <a:pt x="66" y="116"/>
                  </a:lnTo>
                  <a:lnTo>
                    <a:pt x="66" y="116"/>
                  </a:lnTo>
                  <a:lnTo>
                    <a:pt x="79" y="61"/>
                  </a:lnTo>
                  <a:lnTo>
                    <a:pt x="85" y="32"/>
                  </a:lnTo>
                  <a:lnTo>
                    <a:pt x="90" y="4"/>
                  </a:lnTo>
                  <a:lnTo>
                    <a:pt x="90" y="4"/>
                  </a:lnTo>
                  <a:lnTo>
                    <a:pt x="90" y="3"/>
                  </a:lnTo>
                  <a:lnTo>
                    <a:pt x="88" y="1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0" y="4"/>
                  </a:lnTo>
                  <a:lnTo>
                    <a:pt x="80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5" name="Freeform 911"/>
            <p:cNvSpPr/>
            <p:nvPr>
              <p:custDataLst>
                <p:tags r:id="rId11"/>
              </p:custDataLst>
            </p:nvPr>
          </p:nvSpPr>
          <p:spPr bwMode="auto">
            <a:xfrm>
              <a:off x="3457575" y="1241425"/>
              <a:ext cx="104775" cy="455613"/>
            </a:xfrm>
            <a:custGeom>
              <a:avLst/>
              <a:gdLst/>
              <a:ahLst/>
              <a:cxnLst>
                <a:cxn ang="0">
                  <a:pos x="189" y="5"/>
                </a:cxn>
                <a:cxn ang="0">
                  <a:pos x="187" y="12"/>
                </a:cxn>
                <a:cxn ang="0">
                  <a:pos x="185" y="19"/>
                </a:cxn>
                <a:cxn ang="0">
                  <a:pos x="183" y="34"/>
                </a:cxn>
                <a:cxn ang="0">
                  <a:pos x="181" y="47"/>
                </a:cxn>
                <a:cxn ang="0">
                  <a:pos x="173" y="98"/>
                </a:cxn>
                <a:cxn ang="0">
                  <a:pos x="167" y="127"/>
                </a:cxn>
                <a:cxn ang="0">
                  <a:pos x="152" y="182"/>
                </a:cxn>
                <a:cxn ang="0">
                  <a:pos x="142" y="208"/>
                </a:cxn>
                <a:cxn ang="0">
                  <a:pos x="108" y="307"/>
                </a:cxn>
                <a:cxn ang="0">
                  <a:pos x="101" y="334"/>
                </a:cxn>
                <a:cxn ang="0">
                  <a:pos x="88" y="420"/>
                </a:cxn>
                <a:cxn ang="0">
                  <a:pos x="82" y="448"/>
                </a:cxn>
                <a:cxn ang="0">
                  <a:pos x="66" y="533"/>
                </a:cxn>
                <a:cxn ang="0">
                  <a:pos x="41" y="644"/>
                </a:cxn>
                <a:cxn ang="0">
                  <a:pos x="30" y="698"/>
                </a:cxn>
                <a:cxn ang="0">
                  <a:pos x="7" y="804"/>
                </a:cxn>
                <a:cxn ang="0">
                  <a:pos x="0" y="858"/>
                </a:cxn>
                <a:cxn ang="0">
                  <a:pos x="0" y="860"/>
                </a:cxn>
                <a:cxn ang="0">
                  <a:pos x="2" y="862"/>
                </a:cxn>
                <a:cxn ang="0">
                  <a:pos x="7" y="861"/>
                </a:cxn>
                <a:cxn ang="0">
                  <a:pos x="9" y="858"/>
                </a:cxn>
                <a:cxn ang="0">
                  <a:pos x="12" y="830"/>
                </a:cxn>
                <a:cxn ang="0">
                  <a:pos x="29" y="748"/>
                </a:cxn>
                <a:cxn ang="0">
                  <a:pos x="53" y="638"/>
                </a:cxn>
                <a:cxn ang="0">
                  <a:pos x="64" y="580"/>
                </a:cxn>
                <a:cxn ang="0">
                  <a:pos x="89" y="464"/>
                </a:cxn>
                <a:cxn ang="0">
                  <a:pos x="99" y="405"/>
                </a:cxn>
                <a:cxn ang="0">
                  <a:pos x="103" y="379"/>
                </a:cxn>
                <a:cxn ang="0">
                  <a:pos x="113" y="326"/>
                </a:cxn>
                <a:cxn ang="0">
                  <a:pos x="121" y="301"/>
                </a:cxn>
                <a:cxn ang="0">
                  <a:pos x="158" y="195"/>
                </a:cxn>
                <a:cxn ang="0">
                  <a:pos x="174" y="140"/>
                </a:cxn>
                <a:cxn ang="0">
                  <a:pos x="186" y="83"/>
                </a:cxn>
                <a:cxn ang="0">
                  <a:pos x="189" y="60"/>
                </a:cxn>
                <a:cxn ang="0">
                  <a:pos x="192" y="36"/>
                </a:cxn>
                <a:cxn ang="0">
                  <a:pos x="196" y="20"/>
                </a:cxn>
                <a:cxn ang="0">
                  <a:pos x="198" y="5"/>
                </a:cxn>
                <a:cxn ang="0">
                  <a:pos x="198" y="3"/>
                </a:cxn>
                <a:cxn ang="0">
                  <a:pos x="196" y="1"/>
                </a:cxn>
                <a:cxn ang="0">
                  <a:pos x="192" y="1"/>
                </a:cxn>
                <a:cxn ang="0">
                  <a:pos x="190" y="3"/>
                </a:cxn>
                <a:cxn ang="0">
                  <a:pos x="189" y="5"/>
                </a:cxn>
              </a:cxnLst>
              <a:rect l="0" t="0" r="r" b="b"/>
              <a:pathLst>
                <a:path w="198" h="862">
                  <a:moveTo>
                    <a:pt x="189" y="5"/>
                  </a:moveTo>
                  <a:lnTo>
                    <a:pt x="189" y="5"/>
                  </a:lnTo>
                  <a:lnTo>
                    <a:pt x="189" y="9"/>
                  </a:lnTo>
                  <a:lnTo>
                    <a:pt x="187" y="12"/>
                  </a:lnTo>
                  <a:lnTo>
                    <a:pt x="186" y="15"/>
                  </a:lnTo>
                  <a:lnTo>
                    <a:pt x="185" y="19"/>
                  </a:lnTo>
                  <a:lnTo>
                    <a:pt x="185" y="19"/>
                  </a:lnTo>
                  <a:lnTo>
                    <a:pt x="183" y="34"/>
                  </a:lnTo>
                  <a:lnTo>
                    <a:pt x="181" y="47"/>
                  </a:lnTo>
                  <a:lnTo>
                    <a:pt x="181" y="47"/>
                  </a:lnTo>
                  <a:lnTo>
                    <a:pt x="178" y="73"/>
                  </a:lnTo>
                  <a:lnTo>
                    <a:pt x="173" y="98"/>
                  </a:lnTo>
                  <a:lnTo>
                    <a:pt x="173" y="98"/>
                  </a:lnTo>
                  <a:lnTo>
                    <a:pt x="167" y="127"/>
                  </a:lnTo>
                  <a:lnTo>
                    <a:pt x="160" y="154"/>
                  </a:lnTo>
                  <a:lnTo>
                    <a:pt x="152" y="182"/>
                  </a:lnTo>
                  <a:lnTo>
                    <a:pt x="142" y="208"/>
                  </a:lnTo>
                  <a:lnTo>
                    <a:pt x="142" y="208"/>
                  </a:lnTo>
                  <a:lnTo>
                    <a:pt x="108" y="307"/>
                  </a:lnTo>
                  <a:lnTo>
                    <a:pt x="108" y="307"/>
                  </a:lnTo>
                  <a:lnTo>
                    <a:pt x="104" y="321"/>
                  </a:lnTo>
                  <a:lnTo>
                    <a:pt x="101" y="334"/>
                  </a:lnTo>
                  <a:lnTo>
                    <a:pt x="96" y="363"/>
                  </a:lnTo>
                  <a:lnTo>
                    <a:pt x="88" y="420"/>
                  </a:lnTo>
                  <a:lnTo>
                    <a:pt x="88" y="420"/>
                  </a:lnTo>
                  <a:lnTo>
                    <a:pt x="82" y="448"/>
                  </a:lnTo>
                  <a:lnTo>
                    <a:pt x="77" y="476"/>
                  </a:lnTo>
                  <a:lnTo>
                    <a:pt x="66" y="533"/>
                  </a:lnTo>
                  <a:lnTo>
                    <a:pt x="54" y="589"/>
                  </a:lnTo>
                  <a:lnTo>
                    <a:pt x="41" y="644"/>
                  </a:lnTo>
                  <a:lnTo>
                    <a:pt x="41" y="644"/>
                  </a:lnTo>
                  <a:lnTo>
                    <a:pt x="30" y="698"/>
                  </a:lnTo>
                  <a:lnTo>
                    <a:pt x="18" y="751"/>
                  </a:lnTo>
                  <a:lnTo>
                    <a:pt x="7" y="804"/>
                  </a:lnTo>
                  <a:lnTo>
                    <a:pt x="3" y="831"/>
                  </a:lnTo>
                  <a:lnTo>
                    <a:pt x="0" y="858"/>
                  </a:lnTo>
                  <a:lnTo>
                    <a:pt x="0" y="858"/>
                  </a:lnTo>
                  <a:lnTo>
                    <a:pt x="0" y="860"/>
                  </a:lnTo>
                  <a:lnTo>
                    <a:pt x="1" y="861"/>
                  </a:lnTo>
                  <a:lnTo>
                    <a:pt x="2" y="862"/>
                  </a:lnTo>
                  <a:lnTo>
                    <a:pt x="4" y="862"/>
                  </a:lnTo>
                  <a:lnTo>
                    <a:pt x="7" y="861"/>
                  </a:lnTo>
                  <a:lnTo>
                    <a:pt x="8" y="860"/>
                  </a:lnTo>
                  <a:lnTo>
                    <a:pt x="9" y="858"/>
                  </a:lnTo>
                  <a:lnTo>
                    <a:pt x="9" y="858"/>
                  </a:lnTo>
                  <a:lnTo>
                    <a:pt x="12" y="830"/>
                  </a:lnTo>
                  <a:lnTo>
                    <a:pt x="17" y="803"/>
                  </a:lnTo>
                  <a:lnTo>
                    <a:pt x="29" y="748"/>
                  </a:lnTo>
                  <a:lnTo>
                    <a:pt x="40" y="693"/>
                  </a:lnTo>
                  <a:lnTo>
                    <a:pt x="53" y="638"/>
                  </a:lnTo>
                  <a:lnTo>
                    <a:pt x="53" y="638"/>
                  </a:lnTo>
                  <a:lnTo>
                    <a:pt x="64" y="580"/>
                  </a:lnTo>
                  <a:lnTo>
                    <a:pt x="77" y="522"/>
                  </a:lnTo>
                  <a:lnTo>
                    <a:pt x="89" y="464"/>
                  </a:lnTo>
                  <a:lnTo>
                    <a:pt x="95" y="435"/>
                  </a:lnTo>
                  <a:lnTo>
                    <a:pt x="99" y="405"/>
                  </a:lnTo>
                  <a:lnTo>
                    <a:pt x="99" y="405"/>
                  </a:lnTo>
                  <a:lnTo>
                    <a:pt x="103" y="379"/>
                  </a:lnTo>
                  <a:lnTo>
                    <a:pt x="107" y="353"/>
                  </a:lnTo>
                  <a:lnTo>
                    <a:pt x="113" y="326"/>
                  </a:lnTo>
                  <a:lnTo>
                    <a:pt x="121" y="301"/>
                  </a:lnTo>
                  <a:lnTo>
                    <a:pt x="121" y="301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66" y="167"/>
                  </a:lnTo>
                  <a:lnTo>
                    <a:pt x="174" y="140"/>
                  </a:lnTo>
                  <a:lnTo>
                    <a:pt x="181" y="112"/>
                  </a:lnTo>
                  <a:lnTo>
                    <a:pt x="186" y="83"/>
                  </a:lnTo>
                  <a:lnTo>
                    <a:pt x="186" y="83"/>
                  </a:lnTo>
                  <a:lnTo>
                    <a:pt x="189" y="60"/>
                  </a:lnTo>
                  <a:lnTo>
                    <a:pt x="190" y="47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6" y="20"/>
                  </a:lnTo>
                  <a:lnTo>
                    <a:pt x="198" y="12"/>
                  </a:lnTo>
                  <a:lnTo>
                    <a:pt x="198" y="5"/>
                  </a:lnTo>
                  <a:lnTo>
                    <a:pt x="198" y="5"/>
                  </a:lnTo>
                  <a:lnTo>
                    <a:pt x="198" y="3"/>
                  </a:lnTo>
                  <a:lnTo>
                    <a:pt x="197" y="2"/>
                  </a:lnTo>
                  <a:lnTo>
                    <a:pt x="196" y="1"/>
                  </a:lnTo>
                  <a:lnTo>
                    <a:pt x="194" y="0"/>
                  </a:lnTo>
                  <a:lnTo>
                    <a:pt x="192" y="1"/>
                  </a:lnTo>
                  <a:lnTo>
                    <a:pt x="191" y="2"/>
                  </a:lnTo>
                  <a:lnTo>
                    <a:pt x="190" y="3"/>
                  </a:lnTo>
                  <a:lnTo>
                    <a:pt x="189" y="5"/>
                  </a:lnTo>
                  <a:lnTo>
                    <a:pt x="189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6" name="Freeform 912"/>
            <p:cNvSpPr/>
            <p:nvPr>
              <p:custDataLst>
                <p:tags r:id="rId12"/>
              </p:custDataLst>
            </p:nvPr>
          </p:nvSpPr>
          <p:spPr bwMode="auto">
            <a:xfrm>
              <a:off x="3494088" y="1250950"/>
              <a:ext cx="98425" cy="452438"/>
            </a:xfrm>
            <a:custGeom>
              <a:avLst/>
              <a:gdLst/>
              <a:ahLst/>
              <a:cxnLst>
                <a:cxn ang="0">
                  <a:pos x="175" y="5"/>
                </a:cxn>
                <a:cxn ang="0">
                  <a:pos x="174" y="29"/>
                </a:cxn>
                <a:cxn ang="0">
                  <a:pos x="159" y="100"/>
                </a:cxn>
                <a:cxn ang="0">
                  <a:pos x="150" y="153"/>
                </a:cxn>
                <a:cxn ang="0">
                  <a:pos x="141" y="207"/>
                </a:cxn>
                <a:cxn ang="0">
                  <a:pos x="121" y="315"/>
                </a:cxn>
                <a:cxn ang="0">
                  <a:pos x="104" y="426"/>
                </a:cxn>
                <a:cxn ang="0">
                  <a:pos x="99" y="449"/>
                </a:cxn>
                <a:cxn ang="0">
                  <a:pos x="93" y="472"/>
                </a:cxn>
                <a:cxn ang="0">
                  <a:pos x="91" y="488"/>
                </a:cxn>
                <a:cxn ang="0">
                  <a:pos x="81" y="531"/>
                </a:cxn>
                <a:cxn ang="0">
                  <a:pos x="51" y="644"/>
                </a:cxn>
                <a:cxn ang="0">
                  <a:pos x="44" y="672"/>
                </a:cxn>
                <a:cxn ang="0">
                  <a:pos x="19" y="753"/>
                </a:cxn>
                <a:cxn ang="0">
                  <a:pos x="13" y="780"/>
                </a:cxn>
                <a:cxn ang="0">
                  <a:pos x="7" y="806"/>
                </a:cxn>
                <a:cxn ang="0">
                  <a:pos x="0" y="838"/>
                </a:cxn>
                <a:cxn ang="0">
                  <a:pos x="0" y="848"/>
                </a:cxn>
                <a:cxn ang="0">
                  <a:pos x="1" y="853"/>
                </a:cxn>
                <a:cxn ang="0">
                  <a:pos x="4" y="854"/>
                </a:cxn>
                <a:cxn ang="0">
                  <a:pos x="7" y="853"/>
                </a:cxn>
                <a:cxn ang="0">
                  <a:pos x="9" y="848"/>
                </a:cxn>
                <a:cxn ang="0">
                  <a:pos x="10" y="837"/>
                </a:cxn>
                <a:cxn ang="0">
                  <a:pos x="18" y="800"/>
                </a:cxn>
                <a:cxn ang="0">
                  <a:pos x="23" y="774"/>
                </a:cxn>
                <a:cxn ang="0">
                  <a:pos x="30" y="747"/>
                </a:cxn>
                <a:cxn ang="0">
                  <a:pos x="63" y="638"/>
                </a:cxn>
                <a:cxn ang="0">
                  <a:pos x="92" y="525"/>
                </a:cxn>
                <a:cxn ang="0">
                  <a:pos x="98" y="500"/>
                </a:cxn>
                <a:cxn ang="0">
                  <a:pos x="102" y="476"/>
                </a:cxn>
                <a:cxn ang="0">
                  <a:pos x="109" y="447"/>
                </a:cxn>
                <a:cxn ang="0">
                  <a:pos x="115" y="419"/>
                </a:cxn>
                <a:cxn ang="0">
                  <a:pos x="131" y="309"/>
                </a:cxn>
                <a:cxn ang="0">
                  <a:pos x="151" y="201"/>
                </a:cxn>
                <a:cxn ang="0">
                  <a:pos x="160" y="147"/>
                </a:cxn>
                <a:cxn ang="0">
                  <a:pos x="170" y="93"/>
                </a:cxn>
                <a:cxn ang="0">
                  <a:pos x="183" y="27"/>
                </a:cxn>
                <a:cxn ang="0">
                  <a:pos x="185" y="5"/>
                </a:cxn>
                <a:cxn ang="0">
                  <a:pos x="184" y="3"/>
                </a:cxn>
                <a:cxn ang="0">
                  <a:pos x="182" y="0"/>
                </a:cxn>
                <a:cxn ang="0">
                  <a:pos x="178" y="0"/>
                </a:cxn>
                <a:cxn ang="0">
                  <a:pos x="176" y="3"/>
                </a:cxn>
                <a:cxn ang="0">
                  <a:pos x="175" y="5"/>
                </a:cxn>
              </a:cxnLst>
              <a:rect l="0" t="0" r="r" b="b"/>
              <a:pathLst>
                <a:path w="185" h="854">
                  <a:moveTo>
                    <a:pt x="175" y="5"/>
                  </a:moveTo>
                  <a:lnTo>
                    <a:pt x="175" y="5"/>
                  </a:lnTo>
                  <a:lnTo>
                    <a:pt x="175" y="17"/>
                  </a:lnTo>
                  <a:lnTo>
                    <a:pt x="174" y="29"/>
                  </a:lnTo>
                  <a:lnTo>
                    <a:pt x="170" y="52"/>
                  </a:lnTo>
                  <a:lnTo>
                    <a:pt x="159" y="100"/>
                  </a:lnTo>
                  <a:lnTo>
                    <a:pt x="159" y="100"/>
                  </a:lnTo>
                  <a:lnTo>
                    <a:pt x="150" y="153"/>
                  </a:lnTo>
                  <a:lnTo>
                    <a:pt x="141" y="207"/>
                  </a:lnTo>
                  <a:lnTo>
                    <a:pt x="141" y="207"/>
                  </a:lnTo>
                  <a:lnTo>
                    <a:pt x="130" y="261"/>
                  </a:lnTo>
                  <a:lnTo>
                    <a:pt x="121" y="315"/>
                  </a:lnTo>
                  <a:lnTo>
                    <a:pt x="104" y="426"/>
                  </a:lnTo>
                  <a:lnTo>
                    <a:pt x="104" y="426"/>
                  </a:lnTo>
                  <a:lnTo>
                    <a:pt x="101" y="437"/>
                  </a:lnTo>
                  <a:lnTo>
                    <a:pt x="99" y="449"/>
                  </a:lnTo>
                  <a:lnTo>
                    <a:pt x="96" y="461"/>
                  </a:lnTo>
                  <a:lnTo>
                    <a:pt x="93" y="472"/>
                  </a:lnTo>
                  <a:lnTo>
                    <a:pt x="93" y="472"/>
                  </a:lnTo>
                  <a:lnTo>
                    <a:pt x="91" y="488"/>
                  </a:lnTo>
                  <a:lnTo>
                    <a:pt x="88" y="502"/>
                  </a:lnTo>
                  <a:lnTo>
                    <a:pt x="81" y="531"/>
                  </a:lnTo>
                  <a:lnTo>
                    <a:pt x="81" y="531"/>
                  </a:lnTo>
                  <a:lnTo>
                    <a:pt x="51" y="644"/>
                  </a:lnTo>
                  <a:lnTo>
                    <a:pt x="51" y="644"/>
                  </a:lnTo>
                  <a:lnTo>
                    <a:pt x="44" y="672"/>
                  </a:lnTo>
                  <a:lnTo>
                    <a:pt x="35" y="699"/>
                  </a:lnTo>
                  <a:lnTo>
                    <a:pt x="19" y="753"/>
                  </a:lnTo>
                  <a:lnTo>
                    <a:pt x="19" y="753"/>
                  </a:lnTo>
                  <a:lnTo>
                    <a:pt x="13" y="780"/>
                  </a:lnTo>
                  <a:lnTo>
                    <a:pt x="7" y="806"/>
                  </a:lnTo>
                  <a:lnTo>
                    <a:pt x="7" y="806"/>
                  </a:lnTo>
                  <a:lnTo>
                    <a:pt x="2" y="828"/>
                  </a:lnTo>
                  <a:lnTo>
                    <a:pt x="0" y="838"/>
                  </a:lnTo>
                  <a:lnTo>
                    <a:pt x="0" y="848"/>
                  </a:lnTo>
                  <a:lnTo>
                    <a:pt x="0" y="848"/>
                  </a:lnTo>
                  <a:lnTo>
                    <a:pt x="0" y="851"/>
                  </a:lnTo>
                  <a:lnTo>
                    <a:pt x="1" y="853"/>
                  </a:lnTo>
                  <a:lnTo>
                    <a:pt x="2" y="853"/>
                  </a:lnTo>
                  <a:lnTo>
                    <a:pt x="4" y="854"/>
                  </a:lnTo>
                  <a:lnTo>
                    <a:pt x="6" y="853"/>
                  </a:lnTo>
                  <a:lnTo>
                    <a:pt x="7" y="853"/>
                  </a:lnTo>
                  <a:lnTo>
                    <a:pt x="8" y="851"/>
                  </a:lnTo>
                  <a:lnTo>
                    <a:pt x="9" y="848"/>
                  </a:lnTo>
                  <a:lnTo>
                    <a:pt x="9" y="848"/>
                  </a:lnTo>
                  <a:lnTo>
                    <a:pt x="10" y="837"/>
                  </a:lnTo>
                  <a:lnTo>
                    <a:pt x="13" y="825"/>
                  </a:lnTo>
                  <a:lnTo>
                    <a:pt x="18" y="800"/>
                  </a:lnTo>
                  <a:lnTo>
                    <a:pt x="18" y="800"/>
                  </a:lnTo>
                  <a:lnTo>
                    <a:pt x="23" y="774"/>
                  </a:lnTo>
                  <a:lnTo>
                    <a:pt x="30" y="747"/>
                  </a:lnTo>
                  <a:lnTo>
                    <a:pt x="30" y="747"/>
                  </a:lnTo>
                  <a:lnTo>
                    <a:pt x="47" y="693"/>
                  </a:lnTo>
                  <a:lnTo>
                    <a:pt x="63" y="638"/>
                  </a:lnTo>
                  <a:lnTo>
                    <a:pt x="63" y="638"/>
                  </a:lnTo>
                  <a:lnTo>
                    <a:pt x="92" y="525"/>
                  </a:lnTo>
                  <a:lnTo>
                    <a:pt x="92" y="525"/>
                  </a:lnTo>
                  <a:lnTo>
                    <a:pt x="98" y="500"/>
                  </a:lnTo>
                  <a:lnTo>
                    <a:pt x="102" y="476"/>
                  </a:lnTo>
                  <a:lnTo>
                    <a:pt x="102" y="476"/>
                  </a:lnTo>
                  <a:lnTo>
                    <a:pt x="105" y="461"/>
                  </a:lnTo>
                  <a:lnTo>
                    <a:pt x="109" y="447"/>
                  </a:lnTo>
                  <a:lnTo>
                    <a:pt x="112" y="433"/>
                  </a:lnTo>
                  <a:lnTo>
                    <a:pt x="115" y="419"/>
                  </a:lnTo>
                  <a:lnTo>
                    <a:pt x="115" y="419"/>
                  </a:lnTo>
                  <a:lnTo>
                    <a:pt x="131" y="309"/>
                  </a:lnTo>
                  <a:lnTo>
                    <a:pt x="141" y="255"/>
                  </a:lnTo>
                  <a:lnTo>
                    <a:pt x="151" y="201"/>
                  </a:lnTo>
                  <a:lnTo>
                    <a:pt x="151" y="201"/>
                  </a:lnTo>
                  <a:lnTo>
                    <a:pt x="160" y="147"/>
                  </a:lnTo>
                  <a:lnTo>
                    <a:pt x="170" y="93"/>
                  </a:lnTo>
                  <a:lnTo>
                    <a:pt x="170" y="93"/>
                  </a:lnTo>
                  <a:lnTo>
                    <a:pt x="180" y="50"/>
                  </a:lnTo>
                  <a:lnTo>
                    <a:pt x="183" y="27"/>
                  </a:lnTo>
                  <a:lnTo>
                    <a:pt x="184" y="16"/>
                  </a:lnTo>
                  <a:lnTo>
                    <a:pt x="185" y="5"/>
                  </a:lnTo>
                  <a:lnTo>
                    <a:pt x="185" y="5"/>
                  </a:lnTo>
                  <a:lnTo>
                    <a:pt x="184" y="3"/>
                  </a:lnTo>
                  <a:lnTo>
                    <a:pt x="183" y="1"/>
                  </a:lnTo>
                  <a:lnTo>
                    <a:pt x="182" y="0"/>
                  </a:lnTo>
                  <a:lnTo>
                    <a:pt x="180" y="0"/>
                  </a:lnTo>
                  <a:lnTo>
                    <a:pt x="178" y="0"/>
                  </a:lnTo>
                  <a:lnTo>
                    <a:pt x="177" y="1"/>
                  </a:lnTo>
                  <a:lnTo>
                    <a:pt x="176" y="3"/>
                  </a:lnTo>
                  <a:lnTo>
                    <a:pt x="175" y="5"/>
                  </a:lnTo>
                  <a:lnTo>
                    <a:pt x="175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7" name="Freeform 913"/>
            <p:cNvSpPr/>
            <p:nvPr>
              <p:custDataLst>
                <p:tags r:id="rId13"/>
              </p:custDataLst>
            </p:nvPr>
          </p:nvSpPr>
          <p:spPr bwMode="auto">
            <a:xfrm>
              <a:off x="3532188" y="1266825"/>
              <a:ext cx="103188" cy="504825"/>
            </a:xfrm>
            <a:custGeom>
              <a:avLst/>
              <a:gdLst/>
              <a:ahLst/>
              <a:cxnLst>
                <a:cxn ang="0">
                  <a:pos x="185" y="5"/>
                </a:cxn>
                <a:cxn ang="0">
                  <a:pos x="181" y="67"/>
                </a:cxn>
                <a:cxn ang="0">
                  <a:pos x="169" y="127"/>
                </a:cxn>
                <a:cxn ang="0">
                  <a:pos x="153" y="187"/>
                </a:cxn>
                <a:cxn ang="0">
                  <a:pos x="136" y="246"/>
                </a:cxn>
                <a:cxn ang="0">
                  <a:pos x="129" y="273"/>
                </a:cxn>
                <a:cxn ang="0">
                  <a:pos x="124" y="327"/>
                </a:cxn>
                <a:cxn ang="0">
                  <a:pos x="123" y="355"/>
                </a:cxn>
                <a:cxn ang="0">
                  <a:pos x="118" y="418"/>
                </a:cxn>
                <a:cxn ang="0">
                  <a:pos x="108" y="481"/>
                </a:cxn>
                <a:cxn ang="0">
                  <a:pos x="101" y="511"/>
                </a:cxn>
                <a:cxn ang="0">
                  <a:pos x="74" y="596"/>
                </a:cxn>
                <a:cxn ang="0">
                  <a:pos x="65" y="627"/>
                </a:cxn>
                <a:cxn ang="0">
                  <a:pos x="53" y="691"/>
                </a:cxn>
                <a:cxn ang="0">
                  <a:pos x="47" y="723"/>
                </a:cxn>
                <a:cxn ang="0">
                  <a:pos x="23" y="846"/>
                </a:cxn>
                <a:cxn ang="0">
                  <a:pos x="20" y="863"/>
                </a:cxn>
                <a:cxn ang="0">
                  <a:pos x="14" y="897"/>
                </a:cxn>
                <a:cxn ang="0">
                  <a:pos x="9" y="913"/>
                </a:cxn>
                <a:cxn ang="0">
                  <a:pos x="6" y="922"/>
                </a:cxn>
                <a:cxn ang="0">
                  <a:pos x="1" y="939"/>
                </a:cxn>
                <a:cxn ang="0">
                  <a:pos x="0" y="949"/>
                </a:cxn>
                <a:cxn ang="0">
                  <a:pos x="2" y="952"/>
                </a:cxn>
                <a:cxn ang="0">
                  <a:pos x="6" y="954"/>
                </a:cxn>
                <a:cxn ang="0">
                  <a:pos x="9" y="952"/>
                </a:cxn>
                <a:cxn ang="0">
                  <a:pos x="11" y="949"/>
                </a:cxn>
                <a:cxn ang="0">
                  <a:pos x="12" y="937"/>
                </a:cxn>
                <a:cxn ang="0">
                  <a:pos x="18" y="914"/>
                </a:cxn>
                <a:cxn ang="0">
                  <a:pos x="21" y="903"/>
                </a:cxn>
                <a:cxn ang="0">
                  <a:pos x="33" y="840"/>
                </a:cxn>
                <a:cxn ang="0">
                  <a:pos x="47" y="774"/>
                </a:cxn>
                <a:cxn ang="0">
                  <a:pos x="59" y="709"/>
                </a:cxn>
                <a:cxn ang="0">
                  <a:pos x="71" y="650"/>
                </a:cxn>
                <a:cxn ang="0">
                  <a:pos x="85" y="591"/>
                </a:cxn>
                <a:cxn ang="0">
                  <a:pos x="94" y="563"/>
                </a:cxn>
                <a:cxn ang="0">
                  <a:pos x="105" y="534"/>
                </a:cxn>
                <a:cxn ang="0">
                  <a:pos x="114" y="500"/>
                </a:cxn>
                <a:cxn ang="0">
                  <a:pos x="120" y="465"/>
                </a:cxn>
                <a:cxn ang="0">
                  <a:pos x="128" y="407"/>
                </a:cxn>
                <a:cxn ang="0">
                  <a:pos x="135" y="320"/>
                </a:cxn>
                <a:cxn ang="0">
                  <a:pos x="143" y="262"/>
                </a:cxn>
                <a:cxn ang="0">
                  <a:pos x="150" y="233"/>
                </a:cxn>
                <a:cxn ang="0">
                  <a:pos x="167" y="177"/>
                </a:cxn>
                <a:cxn ang="0">
                  <a:pos x="181" y="120"/>
                </a:cxn>
                <a:cxn ang="0">
                  <a:pos x="191" y="63"/>
                </a:cxn>
                <a:cxn ang="0">
                  <a:pos x="196" y="5"/>
                </a:cxn>
                <a:cxn ang="0">
                  <a:pos x="195" y="3"/>
                </a:cxn>
                <a:cxn ang="0">
                  <a:pos x="192" y="1"/>
                </a:cxn>
                <a:cxn ang="0">
                  <a:pos x="188" y="1"/>
                </a:cxn>
                <a:cxn ang="0">
                  <a:pos x="186" y="3"/>
                </a:cxn>
                <a:cxn ang="0">
                  <a:pos x="185" y="5"/>
                </a:cxn>
              </a:cxnLst>
              <a:rect l="0" t="0" r="r" b="b"/>
              <a:pathLst>
                <a:path w="196" h="954">
                  <a:moveTo>
                    <a:pt x="185" y="5"/>
                  </a:moveTo>
                  <a:lnTo>
                    <a:pt x="185" y="5"/>
                  </a:lnTo>
                  <a:lnTo>
                    <a:pt x="184" y="36"/>
                  </a:lnTo>
                  <a:lnTo>
                    <a:pt x="181" y="67"/>
                  </a:lnTo>
                  <a:lnTo>
                    <a:pt x="176" y="97"/>
                  </a:lnTo>
                  <a:lnTo>
                    <a:pt x="169" y="127"/>
                  </a:lnTo>
                  <a:lnTo>
                    <a:pt x="162" y="157"/>
                  </a:lnTo>
                  <a:lnTo>
                    <a:pt x="153" y="187"/>
                  </a:lnTo>
                  <a:lnTo>
                    <a:pt x="136" y="246"/>
                  </a:lnTo>
                  <a:lnTo>
                    <a:pt x="136" y="246"/>
                  </a:lnTo>
                  <a:lnTo>
                    <a:pt x="133" y="261"/>
                  </a:lnTo>
                  <a:lnTo>
                    <a:pt x="129" y="273"/>
                  </a:lnTo>
                  <a:lnTo>
                    <a:pt x="126" y="300"/>
                  </a:lnTo>
                  <a:lnTo>
                    <a:pt x="124" y="327"/>
                  </a:lnTo>
                  <a:lnTo>
                    <a:pt x="123" y="355"/>
                  </a:lnTo>
                  <a:lnTo>
                    <a:pt x="123" y="355"/>
                  </a:lnTo>
                  <a:lnTo>
                    <a:pt x="121" y="386"/>
                  </a:lnTo>
                  <a:lnTo>
                    <a:pt x="118" y="418"/>
                  </a:lnTo>
                  <a:lnTo>
                    <a:pt x="113" y="449"/>
                  </a:lnTo>
                  <a:lnTo>
                    <a:pt x="108" y="481"/>
                  </a:lnTo>
                  <a:lnTo>
                    <a:pt x="108" y="481"/>
                  </a:lnTo>
                  <a:lnTo>
                    <a:pt x="101" y="511"/>
                  </a:lnTo>
                  <a:lnTo>
                    <a:pt x="92" y="538"/>
                  </a:lnTo>
                  <a:lnTo>
                    <a:pt x="74" y="596"/>
                  </a:lnTo>
                  <a:lnTo>
                    <a:pt x="74" y="596"/>
                  </a:lnTo>
                  <a:lnTo>
                    <a:pt x="65" y="627"/>
                  </a:lnTo>
                  <a:lnTo>
                    <a:pt x="58" y="659"/>
                  </a:lnTo>
                  <a:lnTo>
                    <a:pt x="53" y="691"/>
                  </a:lnTo>
                  <a:lnTo>
                    <a:pt x="47" y="723"/>
                  </a:lnTo>
                  <a:lnTo>
                    <a:pt x="47" y="723"/>
                  </a:lnTo>
                  <a:lnTo>
                    <a:pt x="34" y="784"/>
                  </a:lnTo>
                  <a:lnTo>
                    <a:pt x="23" y="846"/>
                  </a:lnTo>
                  <a:lnTo>
                    <a:pt x="23" y="846"/>
                  </a:lnTo>
                  <a:lnTo>
                    <a:pt x="20" y="863"/>
                  </a:lnTo>
                  <a:lnTo>
                    <a:pt x="18" y="880"/>
                  </a:lnTo>
                  <a:lnTo>
                    <a:pt x="14" y="897"/>
                  </a:lnTo>
                  <a:lnTo>
                    <a:pt x="12" y="905"/>
                  </a:lnTo>
                  <a:lnTo>
                    <a:pt x="9" y="913"/>
                  </a:lnTo>
                  <a:lnTo>
                    <a:pt x="9" y="913"/>
                  </a:lnTo>
                  <a:lnTo>
                    <a:pt x="6" y="922"/>
                  </a:lnTo>
                  <a:lnTo>
                    <a:pt x="3" y="931"/>
                  </a:lnTo>
                  <a:lnTo>
                    <a:pt x="1" y="939"/>
                  </a:lnTo>
                  <a:lnTo>
                    <a:pt x="0" y="949"/>
                  </a:lnTo>
                  <a:lnTo>
                    <a:pt x="0" y="949"/>
                  </a:lnTo>
                  <a:lnTo>
                    <a:pt x="1" y="951"/>
                  </a:lnTo>
                  <a:lnTo>
                    <a:pt x="2" y="952"/>
                  </a:lnTo>
                  <a:lnTo>
                    <a:pt x="3" y="953"/>
                  </a:lnTo>
                  <a:lnTo>
                    <a:pt x="6" y="954"/>
                  </a:lnTo>
                  <a:lnTo>
                    <a:pt x="7" y="953"/>
                  </a:lnTo>
                  <a:lnTo>
                    <a:pt x="9" y="952"/>
                  </a:lnTo>
                  <a:lnTo>
                    <a:pt x="10" y="951"/>
                  </a:lnTo>
                  <a:lnTo>
                    <a:pt x="11" y="949"/>
                  </a:lnTo>
                  <a:lnTo>
                    <a:pt x="11" y="949"/>
                  </a:lnTo>
                  <a:lnTo>
                    <a:pt x="12" y="937"/>
                  </a:lnTo>
                  <a:lnTo>
                    <a:pt x="15" y="926"/>
                  </a:lnTo>
                  <a:lnTo>
                    <a:pt x="18" y="914"/>
                  </a:lnTo>
                  <a:lnTo>
                    <a:pt x="21" y="903"/>
                  </a:lnTo>
                  <a:lnTo>
                    <a:pt x="21" y="903"/>
                  </a:lnTo>
                  <a:lnTo>
                    <a:pt x="27" y="871"/>
                  </a:lnTo>
                  <a:lnTo>
                    <a:pt x="33" y="840"/>
                  </a:lnTo>
                  <a:lnTo>
                    <a:pt x="33" y="840"/>
                  </a:lnTo>
                  <a:lnTo>
                    <a:pt x="47" y="774"/>
                  </a:lnTo>
                  <a:lnTo>
                    <a:pt x="53" y="741"/>
                  </a:lnTo>
                  <a:lnTo>
                    <a:pt x="59" y="709"/>
                  </a:lnTo>
                  <a:lnTo>
                    <a:pt x="59" y="709"/>
                  </a:lnTo>
                  <a:lnTo>
                    <a:pt x="71" y="650"/>
                  </a:lnTo>
                  <a:lnTo>
                    <a:pt x="77" y="620"/>
                  </a:lnTo>
                  <a:lnTo>
                    <a:pt x="85" y="591"/>
                  </a:lnTo>
                  <a:lnTo>
                    <a:pt x="85" y="591"/>
                  </a:lnTo>
                  <a:lnTo>
                    <a:pt x="94" y="563"/>
                  </a:lnTo>
                  <a:lnTo>
                    <a:pt x="105" y="534"/>
                  </a:lnTo>
                  <a:lnTo>
                    <a:pt x="105" y="534"/>
                  </a:lnTo>
                  <a:lnTo>
                    <a:pt x="110" y="518"/>
                  </a:lnTo>
                  <a:lnTo>
                    <a:pt x="114" y="500"/>
                  </a:lnTo>
                  <a:lnTo>
                    <a:pt x="120" y="465"/>
                  </a:lnTo>
                  <a:lnTo>
                    <a:pt x="120" y="465"/>
                  </a:lnTo>
                  <a:lnTo>
                    <a:pt x="125" y="436"/>
                  </a:lnTo>
                  <a:lnTo>
                    <a:pt x="128" y="407"/>
                  </a:lnTo>
                  <a:lnTo>
                    <a:pt x="133" y="348"/>
                  </a:lnTo>
                  <a:lnTo>
                    <a:pt x="135" y="320"/>
                  </a:lnTo>
                  <a:lnTo>
                    <a:pt x="138" y="291"/>
                  </a:lnTo>
                  <a:lnTo>
                    <a:pt x="143" y="262"/>
                  </a:lnTo>
                  <a:lnTo>
                    <a:pt x="146" y="247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67" y="177"/>
                  </a:lnTo>
                  <a:lnTo>
                    <a:pt x="174" y="149"/>
                  </a:lnTo>
                  <a:lnTo>
                    <a:pt x="181" y="120"/>
                  </a:lnTo>
                  <a:lnTo>
                    <a:pt x="186" y="92"/>
                  </a:lnTo>
                  <a:lnTo>
                    <a:pt x="191" y="63"/>
                  </a:lnTo>
                  <a:lnTo>
                    <a:pt x="195" y="34"/>
                  </a:lnTo>
                  <a:lnTo>
                    <a:pt x="196" y="5"/>
                  </a:lnTo>
                  <a:lnTo>
                    <a:pt x="196" y="5"/>
                  </a:lnTo>
                  <a:lnTo>
                    <a:pt x="195" y="3"/>
                  </a:lnTo>
                  <a:lnTo>
                    <a:pt x="194" y="1"/>
                  </a:lnTo>
                  <a:lnTo>
                    <a:pt x="192" y="1"/>
                  </a:lnTo>
                  <a:lnTo>
                    <a:pt x="190" y="0"/>
                  </a:lnTo>
                  <a:lnTo>
                    <a:pt x="188" y="1"/>
                  </a:lnTo>
                  <a:lnTo>
                    <a:pt x="187" y="1"/>
                  </a:lnTo>
                  <a:lnTo>
                    <a:pt x="186" y="3"/>
                  </a:lnTo>
                  <a:lnTo>
                    <a:pt x="185" y="5"/>
                  </a:lnTo>
                  <a:lnTo>
                    <a:pt x="185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8" name="Freeform 914"/>
            <p:cNvSpPr/>
            <p:nvPr>
              <p:custDataLst>
                <p:tags r:id="rId14"/>
              </p:custDataLst>
            </p:nvPr>
          </p:nvSpPr>
          <p:spPr bwMode="auto">
            <a:xfrm>
              <a:off x="3570288" y="1301750"/>
              <a:ext cx="96838" cy="488950"/>
            </a:xfrm>
            <a:custGeom>
              <a:avLst/>
              <a:gdLst/>
              <a:ahLst/>
              <a:cxnLst>
                <a:cxn ang="0">
                  <a:pos x="175" y="5"/>
                </a:cxn>
                <a:cxn ang="0">
                  <a:pos x="172" y="13"/>
                </a:cxn>
                <a:cxn ang="0">
                  <a:pos x="163" y="30"/>
                </a:cxn>
                <a:cxn ang="0">
                  <a:pos x="161" y="39"/>
                </a:cxn>
                <a:cxn ang="0">
                  <a:pos x="161" y="62"/>
                </a:cxn>
                <a:cxn ang="0">
                  <a:pos x="159" y="87"/>
                </a:cxn>
                <a:cxn ang="0">
                  <a:pos x="149" y="148"/>
                </a:cxn>
                <a:cxn ang="0">
                  <a:pos x="146" y="164"/>
                </a:cxn>
                <a:cxn ang="0">
                  <a:pos x="138" y="193"/>
                </a:cxn>
                <a:cxn ang="0">
                  <a:pos x="135" y="207"/>
                </a:cxn>
                <a:cxn ang="0">
                  <a:pos x="128" y="268"/>
                </a:cxn>
                <a:cxn ang="0">
                  <a:pos x="117" y="361"/>
                </a:cxn>
                <a:cxn ang="0">
                  <a:pos x="106" y="422"/>
                </a:cxn>
                <a:cxn ang="0">
                  <a:pos x="99" y="452"/>
                </a:cxn>
                <a:cxn ang="0">
                  <a:pos x="72" y="538"/>
                </a:cxn>
                <a:cxn ang="0">
                  <a:pos x="64" y="568"/>
                </a:cxn>
                <a:cxn ang="0">
                  <a:pos x="50" y="630"/>
                </a:cxn>
                <a:cxn ang="0">
                  <a:pos x="38" y="691"/>
                </a:cxn>
                <a:cxn ang="0">
                  <a:pos x="15" y="809"/>
                </a:cxn>
                <a:cxn ang="0">
                  <a:pos x="6" y="865"/>
                </a:cxn>
                <a:cxn ang="0">
                  <a:pos x="1" y="906"/>
                </a:cxn>
                <a:cxn ang="0">
                  <a:pos x="0" y="921"/>
                </a:cxn>
                <a:cxn ang="0">
                  <a:pos x="2" y="924"/>
                </a:cxn>
                <a:cxn ang="0">
                  <a:pos x="5" y="925"/>
                </a:cxn>
                <a:cxn ang="0">
                  <a:pos x="8" y="924"/>
                </a:cxn>
                <a:cxn ang="0">
                  <a:pos x="9" y="921"/>
                </a:cxn>
                <a:cxn ang="0">
                  <a:pos x="10" y="906"/>
                </a:cxn>
                <a:cxn ang="0">
                  <a:pos x="13" y="875"/>
                </a:cxn>
                <a:cxn ang="0">
                  <a:pos x="16" y="862"/>
                </a:cxn>
                <a:cxn ang="0">
                  <a:pos x="25" y="803"/>
                </a:cxn>
                <a:cxn ang="0">
                  <a:pos x="31" y="774"/>
                </a:cxn>
                <a:cxn ang="0">
                  <a:pos x="48" y="685"/>
                </a:cxn>
                <a:cxn ang="0">
                  <a:pos x="62" y="623"/>
                </a:cxn>
                <a:cxn ang="0">
                  <a:pos x="75" y="560"/>
                </a:cxn>
                <a:cxn ang="0">
                  <a:pos x="83" y="531"/>
                </a:cxn>
                <a:cxn ang="0">
                  <a:pos x="110" y="446"/>
                </a:cxn>
                <a:cxn ang="0">
                  <a:pos x="117" y="417"/>
                </a:cxn>
                <a:cxn ang="0">
                  <a:pos x="129" y="355"/>
                </a:cxn>
                <a:cxn ang="0">
                  <a:pos x="138" y="262"/>
                </a:cxn>
                <a:cxn ang="0">
                  <a:pos x="145" y="201"/>
                </a:cxn>
                <a:cxn ang="0">
                  <a:pos x="148" y="186"/>
                </a:cxn>
                <a:cxn ang="0">
                  <a:pos x="157" y="157"/>
                </a:cxn>
                <a:cxn ang="0">
                  <a:pos x="161" y="143"/>
                </a:cxn>
                <a:cxn ang="0">
                  <a:pos x="167" y="94"/>
                </a:cxn>
                <a:cxn ang="0">
                  <a:pos x="169" y="70"/>
                </a:cxn>
                <a:cxn ang="0">
                  <a:pos x="171" y="45"/>
                </a:cxn>
                <a:cxn ang="0">
                  <a:pos x="172" y="36"/>
                </a:cxn>
                <a:cxn ang="0">
                  <a:pos x="181" y="17"/>
                </a:cxn>
                <a:cxn ang="0">
                  <a:pos x="185" y="7"/>
                </a:cxn>
                <a:cxn ang="0">
                  <a:pos x="185" y="5"/>
                </a:cxn>
                <a:cxn ang="0">
                  <a:pos x="180" y="1"/>
                </a:cxn>
                <a:cxn ang="0">
                  <a:pos x="177" y="1"/>
                </a:cxn>
                <a:cxn ang="0">
                  <a:pos x="175" y="5"/>
                </a:cxn>
              </a:cxnLst>
              <a:rect l="0" t="0" r="r" b="b"/>
              <a:pathLst>
                <a:path w="185" h="925">
                  <a:moveTo>
                    <a:pt x="175" y="5"/>
                  </a:moveTo>
                  <a:lnTo>
                    <a:pt x="175" y="5"/>
                  </a:lnTo>
                  <a:lnTo>
                    <a:pt x="174" y="9"/>
                  </a:lnTo>
                  <a:lnTo>
                    <a:pt x="172" y="13"/>
                  </a:lnTo>
                  <a:lnTo>
                    <a:pt x="168" y="22"/>
                  </a:lnTo>
                  <a:lnTo>
                    <a:pt x="163" y="30"/>
                  </a:lnTo>
                  <a:lnTo>
                    <a:pt x="162" y="35"/>
                  </a:lnTo>
                  <a:lnTo>
                    <a:pt x="161" y="39"/>
                  </a:lnTo>
                  <a:lnTo>
                    <a:pt x="161" y="39"/>
                  </a:lnTo>
                  <a:lnTo>
                    <a:pt x="161" y="62"/>
                  </a:lnTo>
                  <a:lnTo>
                    <a:pt x="159" y="87"/>
                  </a:lnTo>
                  <a:lnTo>
                    <a:pt x="159" y="87"/>
                  </a:lnTo>
                  <a:lnTo>
                    <a:pt x="155" y="118"/>
                  </a:lnTo>
                  <a:lnTo>
                    <a:pt x="149" y="148"/>
                  </a:lnTo>
                  <a:lnTo>
                    <a:pt x="149" y="148"/>
                  </a:lnTo>
                  <a:lnTo>
                    <a:pt x="146" y="164"/>
                  </a:lnTo>
                  <a:lnTo>
                    <a:pt x="142" y="178"/>
                  </a:lnTo>
                  <a:lnTo>
                    <a:pt x="138" y="193"/>
                  </a:lnTo>
                  <a:lnTo>
                    <a:pt x="135" y="207"/>
                  </a:lnTo>
                  <a:lnTo>
                    <a:pt x="135" y="207"/>
                  </a:lnTo>
                  <a:lnTo>
                    <a:pt x="131" y="238"/>
                  </a:lnTo>
                  <a:lnTo>
                    <a:pt x="128" y="268"/>
                  </a:lnTo>
                  <a:lnTo>
                    <a:pt x="122" y="330"/>
                  </a:lnTo>
                  <a:lnTo>
                    <a:pt x="117" y="361"/>
                  </a:lnTo>
                  <a:lnTo>
                    <a:pt x="112" y="392"/>
                  </a:lnTo>
                  <a:lnTo>
                    <a:pt x="106" y="422"/>
                  </a:lnTo>
                  <a:lnTo>
                    <a:pt x="99" y="452"/>
                  </a:lnTo>
                  <a:lnTo>
                    <a:pt x="99" y="452"/>
                  </a:lnTo>
                  <a:lnTo>
                    <a:pt x="80" y="510"/>
                  </a:lnTo>
                  <a:lnTo>
                    <a:pt x="72" y="538"/>
                  </a:lnTo>
                  <a:lnTo>
                    <a:pt x="64" y="568"/>
                  </a:lnTo>
                  <a:lnTo>
                    <a:pt x="64" y="568"/>
                  </a:lnTo>
                  <a:lnTo>
                    <a:pt x="56" y="599"/>
                  </a:lnTo>
                  <a:lnTo>
                    <a:pt x="50" y="630"/>
                  </a:lnTo>
                  <a:lnTo>
                    <a:pt x="38" y="691"/>
                  </a:lnTo>
                  <a:lnTo>
                    <a:pt x="38" y="691"/>
                  </a:lnTo>
                  <a:lnTo>
                    <a:pt x="25" y="750"/>
                  </a:lnTo>
                  <a:lnTo>
                    <a:pt x="15" y="809"/>
                  </a:lnTo>
                  <a:lnTo>
                    <a:pt x="15" y="809"/>
                  </a:lnTo>
                  <a:lnTo>
                    <a:pt x="6" y="865"/>
                  </a:lnTo>
                  <a:lnTo>
                    <a:pt x="2" y="893"/>
                  </a:lnTo>
                  <a:lnTo>
                    <a:pt x="1" y="906"/>
                  </a:lnTo>
                  <a:lnTo>
                    <a:pt x="0" y="921"/>
                  </a:lnTo>
                  <a:lnTo>
                    <a:pt x="0" y="921"/>
                  </a:lnTo>
                  <a:lnTo>
                    <a:pt x="1" y="923"/>
                  </a:lnTo>
                  <a:lnTo>
                    <a:pt x="2" y="924"/>
                  </a:lnTo>
                  <a:lnTo>
                    <a:pt x="3" y="925"/>
                  </a:lnTo>
                  <a:lnTo>
                    <a:pt x="5" y="925"/>
                  </a:lnTo>
                  <a:lnTo>
                    <a:pt x="7" y="925"/>
                  </a:lnTo>
                  <a:lnTo>
                    <a:pt x="8" y="924"/>
                  </a:lnTo>
                  <a:lnTo>
                    <a:pt x="9" y="923"/>
                  </a:lnTo>
                  <a:lnTo>
                    <a:pt x="9" y="921"/>
                  </a:lnTo>
                  <a:lnTo>
                    <a:pt x="9" y="921"/>
                  </a:lnTo>
                  <a:lnTo>
                    <a:pt x="10" y="906"/>
                  </a:lnTo>
                  <a:lnTo>
                    <a:pt x="11" y="891"/>
                  </a:lnTo>
                  <a:lnTo>
                    <a:pt x="13" y="875"/>
                  </a:lnTo>
                  <a:lnTo>
                    <a:pt x="16" y="862"/>
                  </a:lnTo>
                  <a:lnTo>
                    <a:pt x="16" y="862"/>
                  </a:lnTo>
                  <a:lnTo>
                    <a:pt x="21" y="833"/>
                  </a:lnTo>
                  <a:lnTo>
                    <a:pt x="25" y="803"/>
                  </a:lnTo>
                  <a:lnTo>
                    <a:pt x="25" y="803"/>
                  </a:lnTo>
                  <a:lnTo>
                    <a:pt x="31" y="774"/>
                  </a:lnTo>
                  <a:lnTo>
                    <a:pt x="37" y="744"/>
                  </a:lnTo>
                  <a:lnTo>
                    <a:pt x="48" y="685"/>
                  </a:lnTo>
                  <a:lnTo>
                    <a:pt x="48" y="685"/>
                  </a:lnTo>
                  <a:lnTo>
                    <a:pt x="62" y="623"/>
                  </a:lnTo>
                  <a:lnTo>
                    <a:pt x="68" y="592"/>
                  </a:lnTo>
                  <a:lnTo>
                    <a:pt x="75" y="560"/>
                  </a:lnTo>
                  <a:lnTo>
                    <a:pt x="75" y="560"/>
                  </a:lnTo>
                  <a:lnTo>
                    <a:pt x="83" y="531"/>
                  </a:lnTo>
                  <a:lnTo>
                    <a:pt x="93" y="503"/>
                  </a:lnTo>
                  <a:lnTo>
                    <a:pt x="110" y="446"/>
                  </a:lnTo>
                  <a:lnTo>
                    <a:pt x="110" y="446"/>
                  </a:lnTo>
                  <a:lnTo>
                    <a:pt x="117" y="417"/>
                  </a:lnTo>
                  <a:lnTo>
                    <a:pt x="124" y="386"/>
                  </a:lnTo>
                  <a:lnTo>
                    <a:pt x="129" y="355"/>
                  </a:lnTo>
                  <a:lnTo>
                    <a:pt x="132" y="324"/>
                  </a:lnTo>
                  <a:lnTo>
                    <a:pt x="138" y="262"/>
                  </a:lnTo>
                  <a:lnTo>
                    <a:pt x="141" y="231"/>
                  </a:lnTo>
                  <a:lnTo>
                    <a:pt x="145" y="201"/>
                  </a:lnTo>
                  <a:lnTo>
                    <a:pt x="145" y="201"/>
                  </a:lnTo>
                  <a:lnTo>
                    <a:pt x="148" y="186"/>
                  </a:lnTo>
                  <a:lnTo>
                    <a:pt x="153" y="172"/>
                  </a:lnTo>
                  <a:lnTo>
                    <a:pt x="157" y="157"/>
                  </a:lnTo>
                  <a:lnTo>
                    <a:pt x="161" y="143"/>
                  </a:lnTo>
                  <a:lnTo>
                    <a:pt x="161" y="143"/>
                  </a:lnTo>
                  <a:lnTo>
                    <a:pt x="164" y="119"/>
                  </a:lnTo>
                  <a:lnTo>
                    <a:pt x="167" y="94"/>
                  </a:lnTo>
                  <a:lnTo>
                    <a:pt x="167" y="94"/>
                  </a:lnTo>
                  <a:lnTo>
                    <a:pt x="169" y="70"/>
                  </a:lnTo>
                  <a:lnTo>
                    <a:pt x="171" y="45"/>
                  </a:lnTo>
                  <a:lnTo>
                    <a:pt x="171" y="45"/>
                  </a:lnTo>
                  <a:lnTo>
                    <a:pt x="171" y="40"/>
                  </a:lnTo>
                  <a:lnTo>
                    <a:pt x="172" y="36"/>
                  </a:lnTo>
                  <a:lnTo>
                    <a:pt x="177" y="26"/>
                  </a:lnTo>
                  <a:lnTo>
                    <a:pt x="181" y="17"/>
                  </a:lnTo>
                  <a:lnTo>
                    <a:pt x="183" y="12"/>
                  </a:lnTo>
                  <a:lnTo>
                    <a:pt x="185" y="7"/>
                  </a:lnTo>
                  <a:lnTo>
                    <a:pt x="185" y="7"/>
                  </a:lnTo>
                  <a:lnTo>
                    <a:pt x="185" y="5"/>
                  </a:lnTo>
                  <a:lnTo>
                    <a:pt x="183" y="4"/>
                  </a:lnTo>
                  <a:lnTo>
                    <a:pt x="180" y="1"/>
                  </a:lnTo>
                  <a:lnTo>
                    <a:pt x="179" y="0"/>
                  </a:lnTo>
                  <a:lnTo>
                    <a:pt x="177" y="1"/>
                  </a:lnTo>
                  <a:lnTo>
                    <a:pt x="176" y="3"/>
                  </a:lnTo>
                  <a:lnTo>
                    <a:pt x="175" y="5"/>
                  </a:lnTo>
                  <a:lnTo>
                    <a:pt x="175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9" name="Freeform 915"/>
            <p:cNvSpPr/>
            <p:nvPr>
              <p:custDataLst>
                <p:tags r:id="rId15"/>
              </p:custDataLst>
            </p:nvPr>
          </p:nvSpPr>
          <p:spPr bwMode="auto">
            <a:xfrm>
              <a:off x="3605213" y="1336675"/>
              <a:ext cx="98425" cy="500063"/>
            </a:xfrm>
            <a:custGeom>
              <a:avLst/>
              <a:gdLst/>
              <a:ahLst/>
              <a:cxnLst>
                <a:cxn ang="0">
                  <a:pos x="174" y="4"/>
                </a:cxn>
                <a:cxn ang="0">
                  <a:pos x="173" y="62"/>
                </a:cxn>
                <a:cxn ang="0">
                  <a:pos x="167" y="119"/>
                </a:cxn>
                <a:cxn ang="0">
                  <a:pos x="157" y="179"/>
                </a:cxn>
                <a:cxn ang="0">
                  <a:pos x="147" y="239"/>
                </a:cxn>
                <a:cxn ang="0">
                  <a:pos x="136" y="302"/>
                </a:cxn>
                <a:cxn ang="0">
                  <a:pos x="126" y="365"/>
                </a:cxn>
                <a:cxn ang="0">
                  <a:pos x="118" y="428"/>
                </a:cxn>
                <a:cxn ang="0">
                  <a:pos x="107" y="490"/>
                </a:cxn>
                <a:cxn ang="0">
                  <a:pos x="101" y="519"/>
                </a:cxn>
                <a:cxn ang="0">
                  <a:pos x="78" y="605"/>
                </a:cxn>
                <a:cxn ang="0">
                  <a:pos x="47" y="719"/>
                </a:cxn>
                <a:cxn ang="0">
                  <a:pos x="41" y="747"/>
                </a:cxn>
                <a:cxn ang="0">
                  <a:pos x="32" y="806"/>
                </a:cxn>
                <a:cxn ang="0">
                  <a:pos x="27" y="835"/>
                </a:cxn>
                <a:cxn ang="0">
                  <a:pos x="20" y="859"/>
                </a:cxn>
                <a:cxn ang="0">
                  <a:pos x="5" y="907"/>
                </a:cxn>
                <a:cxn ang="0">
                  <a:pos x="0" y="931"/>
                </a:cxn>
                <a:cxn ang="0">
                  <a:pos x="0" y="933"/>
                </a:cxn>
                <a:cxn ang="0">
                  <a:pos x="0" y="939"/>
                </a:cxn>
                <a:cxn ang="0">
                  <a:pos x="1" y="942"/>
                </a:cxn>
                <a:cxn ang="0">
                  <a:pos x="4" y="943"/>
                </a:cxn>
                <a:cxn ang="0">
                  <a:pos x="7" y="942"/>
                </a:cxn>
                <a:cxn ang="0">
                  <a:pos x="9" y="939"/>
                </a:cxn>
                <a:cxn ang="0">
                  <a:pos x="10" y="924"/>
                </a:cxn>
                <a:cxn ang="0">
                  <a:pos x="16" y="897"/>
                </a:cxn>
                <a:cxn ang="0">
                  <a:pos x="30" y="857"/>
                </a:cxn>
                <a:cxn ang="0">
                  <a:pos x="37" y="829"/>
                </a:cxn>
                <a:cxn ang="0">
                  <a:pos x="42" y="800"/>
                </a:cxn>
                <a:cxn ang="0">
                  <a:pos x="52" y="741"/>
                </a:cxn>
                <a:cxn ang="0">
                  <a:pos x="58" y="712"/>
                </a:cxn>
                <a:cxn ang="0">
                  <a:pos x="90" y="595"/>
                </a:cxn>
                <a:cxn ang="0">
                  <a:pos x="113" y="506"/>
                </a:cxn>
                <a:cxn ang="0">
                  <a:pos x="120" y="476"/>
                </a:cxn>
                <a:cxn ang="0">
                  <a:pos x="129" y="417"/>
                </a:cxn>
                <a:cxn ang="0">
                  <a:pos x="136" y="359"/>
                </a:cxn>
                <a:cxn ang="0">
                  <a:pos x="146" y="296"/>
                </a:cxn>
                <a:cxn ang="0">
                  <a:pos x="158" y="233"/>
                </a:cxn>
                <a:cxn ang="0">
                  <a:pos x="168" y="173"/>
                </a:cxn>
                <a:cxn ang="0">
                  <a:pos x="178" y="113"/>
                </a:cxn>
                <a:cxn ang="0">
                  <a:pos x="184" y="58"/>
                </a:cxn>
                <a:cxn ang="0">
                  <a:pos x="185" y="4"/>
                </a:cxn>
                <a:cxn ang="0">
                  <a:pos x="184" y="2"/>
                </a:cxn>
                <a:cxn ang="0">
                  <a:pos x="182" y="0"/>
                </a:cxn>
                <a:cxn ang="0">
                  <a:pos x="177" y="0"/>
                </a:cxn>
                <a:cxn ang="0">
                  <a:pos x="175" y="2"/>
                </a:cxn>
                <a:cxn ang="0">
                  <a:pos x="174" y="4"/>
                </a:cxn>
              </a:cxnLst>
              <a:rect l="0" t="0" r="r" b="b"/>
              <a:pathLst>
                <a:path w="185" h="943">
                  <a:moveTo>
                    <a:pt x="174" y="4"/>
                  </a:moveTo>
                  <a:lnTo>
                    <a:pt x="174" y="4"/>
                  </a:lnTo>
                  <a:lnTo>
                    <a:pt x="174" y="33"/>
                  </a:lnTo>
                  <a:lnTo>
                    <a:pt x="173" y="62"/>
                  </a:lnTo>
                  <a:lnTo>
                    <a:pt x="171" y="90"/>
                  </a:lnTo>
                  <a:lnTo>
                    <a:pt x="167" y="119"/>
                  </a:lnTo>
                  <a:lnTo>
                    <a:pt x="167" y="119"/>
                  </a:lnTo>
                  <a:lnTo>
                    <a:pt x="157" y="179"/>
                  </a:lnTo>
                  <a:lnTo>
                    <a:pt x="147" y="239"/>
                  </a:lnTo>
                  <a:lnTo>
                    <a:pt x="147" y="239"/>
                  </a:lnTo>
                  <a:lnTo>
                    <a:pt x="142" y="271"/>
                  </a:lnTo>
                  <a:lnTo>
                    <a:pt x="136" y="302"/>
                  </a:lnTo>
                  <a:lnTo>
                    <a:pt x="131" y="334"/>
                  </a:lnTo>
                  <a:lnTo>
                    <a:pt x="126" y="365"/>
                  </a:lnTo>
                  <a:lnTo>
                    <a:pt x="126" y="365"/>
                  </a:lnTo>
                  <a:lnTo>
                    <a:pt x="118" y="428"/>
                  </a:lnTo>
                  <a:lnTo>
                    <a:pt x="112" y="459"/>
                  </a:lnTo>
                  <a:lnTo>
                    <a:pt x="107" y="490"/>
                  </a:lnTo>
                  <a:lnTo>
                    <a:pt x="107" y="490"/>
                  </a:lnTo>
                  <a:lnTo>
                    <a:pt x="101" y="519"/>
                  </a:lnTo>
                  <a:lnTo>
                    <a:pt x="94" y="547"/>
                  </a:lnTo>
                  <a:lnTo>
                    <a:pt x="78" y="605"/>
                  </a:lnTo>
                  <a:lnTo>
                    <a:pt x="62" y="662"/>
                  </a:lnTo>
                  <a:lnTo>
                    <a:pt x="47" y="719"/>
                  </a:lnTo>
                  <a:lnTo>
                    <a:pt x="47" y="719"/>
                  </a:lnTo>
                  <a:lnTo>
                    <a:pt x="41" y="747"/>
                  </a:lnTo>
                  <a:lnTo>
                    <a:pt x="36" y="776"/>
                  </a:lnTo>
                  <a:lnTo>
                    <a:pt x="32" y="806"/>
                  </a:lnTo>
                  <a:lnTo>
                    <a:pt x="27" y="835"/>
                  </a:lnTo>
                  <a:lnTo>
                    <a:pt x="27" y="835"/>
                  </a:lnTo>
                  <a:lnTo>
                    <a:pt x="24" y="848"/>
                  </a:lnTo>
                  <a:lnTo>
                    <a:pt x="20" y="859"/>
                  </a:lnTo>
                  <a:lnTo>
                    <a:pt x="12" y="883"/>
                  </a:lnTo>
                  <a:lnTo>
                    <a:pt x="5" y="907"/>
                  </a:lnTo>
                  <a:lnTo>
                    <a:pt x="2" y="919"/>
                  </a:lnTo>
                  <a:lnTo>
                    <a:pt x="0" y="931"/>
                  </a:lnTo>
                  <a:lnTo>
                    <a:pt x="0" y="931"/>
                  </a:lnTo>
                  <a:lnTo>
                    <a:pt x="0" y="933"/>
                  </a:lnTo>
                  <a:lnTo>
                    <a:pt x="0" y="939"/>
                  </a:lnTo>
                  <a:lnTo>
                    <a:pt x="0" y="939"/>
                  </a:lnTo>
                  <a:lnTo>
                    <a:pt x="0" y="940"/>
                  </a:lnTo>
                  <a:lnTo>
                    <a:pt x="1" y="942"/>
                  </a:lnTo>
                  <a:lnTo>
                    <a:pt x="2" y="943"/>
                  </a:lnTo>
                  <a:lnTo>
                    <a:pt x="4" y="943"/>
                  </a:lnTo>
                  <a:lnTo>
                    <a:pt x="6" y="943"/>
                  </a:lnTo>
                  <a:lnTo>
                    <a:pt x="7" y="942"/>
                  </a:lnTo>
                  <a:lnTo>
                    <a:pt x="8" y="940"/>
                  </a:lnTo>
                  <a:lnTo>
                    <a:pt x="9" y="939"/>
                  </a:lnTo>
                  <a:lnTo>
                    <a:pt x="9" y="939"/>
                  </a:lnTo>
                  <a:lnTo>
                    <a:pt x="10" y="924"/>
                  </a:lnTo>
                  <a:lnTo>
                    <a:pt x="13" y="911"/>
                  </a:lnTo>
                  <a:lnTo>
                    <a:pt x="16" y="897"/>
                  </a:lnTo>
                  <a:lnTo>
                    <a:pt x="21" y="884"/>
                  </a:lnTo>
                  <a:lnTo>
                    <a:pt x="30" y="857"/>
                  </a:lnTo>
                  <a:lnTo>
                    <a:pt x="34" y="843"/>
                  </a:lnTo>
                  <a:lnTo>
                    <a:pt x="37" y="829"/>
                  </a:lnTo>
                  <a:lnTo>
                    <a:pt x="37" y="829"/>
                  </a:lnTo>
                  <a:lnTo>
                    <a:pt x="42" y="800"/>
                  </a:lnTo>
                  <a:lnTo>
                    <a:pt x="47" y="771"/>
                  </a:lnTo>
                  <a:lnTo>
                    <a:pt x="52" y="741"/>
                  </a:lnTo>
                  <a:lnTo>
                    <a:pt x="58" y="712"/>
                  </a:lnTo>
                  <a:lnTo>
                    <a:pt x="58" y="712"/>
                  </a:lnTo>
                  <a:lnTo>
                    <a:pt x="73" y="653"/>
                  </a:lnTo>
                  <a:lnTo>
                    <a:pt x="90" y="595"/>
                  </a:lnTo>
                  <a:lnTo>
                    <a:pt x="106" y="535"/>
                  </a:lnTo>
                  <a:lnTo>
                    <a:pt x="113" y="506"/>
                  </a:lnTo>
                  <a:lnTo>
                    <a:pt x="120" y="476"/>
                  </a:lnTo>
                  <a:lnTo>
                    <a:pt x="120" y="476"/>
                  </a:lnTo>
                  <a:lnTo>
                    <a:pt x="125" y="447"/>
                  </a:lnTo>
                  <a:lnTo>
                    <a:pt x="129" y="417"/>
                  </a:lnTo>
                  <a:lnTo>
                    <a:pt x="136" y="359"/>
                  </a:lnTo>
                  <a:lnTo>
                    <a:pt x="136" y="359"/>
                  </a:lnTo>
                  <a:lnTo>
                    <a:pt x="141" y="327"/>
                  </a:lnTo>
                  <a:lnTo>
                    <a:pt x="146" y="296"/>
                  </a:lnTo>
                  <a:lnTo>
                    <a:pt x="153" y="264"/>
                  </a:lnTo>
                  <a:lnTo>
                    <a:pt x="158" y="233"/>
                  </a:lnTo>
                  <a:lnTo>
                    <a:pt x="158" y="233"/>
                  </a:lnTo>
                  <a:lnTo>
                    <a:pt x="168" y="173"/>
                  </a:lnTo>
                  <a:lnTo>
                    <a:pt x="178" y="113"/>
                  </a:lnTo>
                  <a:lnTo>
                    <a:pt x="178" y="113"/>
                  </a:lnTo>
                  <a:lnTo>
                    <a:pt x="182" y="86"/>
                  </a:lnTo>
                  <a:lnTo>
                    <a:pt x="184" y="58"/>
                  </a:lnTo>
                  <a:lnTo>
                    <a:pt x="184" y="32"/>
                  </a:lnTo>
                  <a:lnTo>
                    <a:pt x="185" y="4"/>
                  </a:lnTo>
                  <a:lnTo>
                    <a:pt x="185" y="4"/>
                  </a:lnTo>
                  <a:lnTo>
                    <a:pt x="184" y="2"/>
                  </a:lnTo>
                  <a:lnTo>
                    <a:pt x="183" y="1"/>
                  </a:lnTo>
                  <a:lnTo>
                    <a:pt x="182" y="0"/>
                  </a:lnTo>
                  <a:lnTo>
                    <a:pt x="180" y="0"/>
                  </a:lnTo>
                  <a:lnTo>
                    <a:pt x="177" y="0"/>
                  </a:lnTo>
                  <a:lnTo>
                    <a:pt x="176" y="1"/>
                  </a:lnTo>
                  <a:lnTo>
                    <a:pt x="175" y="2"/>
                  </a:lnTo>
                  <a:lnTo>
                    <a:pt x="174" y="4"/>
                  </a:lnTo>
                  <a:lnTo>
                    <a:pt x="174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0" name="Freeform 916"/>
            <p:cNvSpPr/>
            <p:nvPr>
              <p:custDataLst>
                <p:tags r:id="rId16"/>
              </p:custDataLst>
            </p:nvPr>
          </p:nvSpPr>
          <p:spPr bwMode="auto">
            <a:xfrm>
              <a:off x="3649663" y="1366838"/>
              <a:ext cx="90488" cy="492125"/>
            </a:xfrm>
            <a:custGeom>
              <a:avLst/>
              <a:gdLst/>
              <a:ahLst/>
              <a:cxnLst>
                <a:cxn ang="0">
                  <a:pos x="162" y="5"/>
                </a:cxn>
                <a:cxn ang="0">
                  <a:pos x="161" y="67"/>
                </a:cxn>
                <a:cxn ang="0">
                  <a:pos x="155" y="128"/>
                </a:cxn>
                <a:cxn ang="0">
                  <a:pos x="151" y="156"/>
                </a:cxn>
                <a:cxn ang="0">
                  <a:pos x="141" y="214"/>
                </a:cxn>
                <a:cxn ang="0">
                  <a:pos x="137" y="243"/>
                </a:cxn>
                <a:cxn ang="0">
                  <a:pos x="123" y="335"/>
                </a:cxn>
                <a:cxn ang="0">
                  <a:pos x="111" y="397"/>
                </a:cxn>
                <a:cxn ang="0">
                  <a:pos x="97" y="457"/>
                </a:cxn>
                <a:cxn ang="0">
                  <a:pos x="87" y="487"/>
                </a:cxn>
                <a:cxn ang="0">
                  <a:pos x="69" y="543"/>
                </a:cxn>
                <a:cxn ang="0">
                  <a:pos x="51" y="599"/>
                </a:cxn>
                <a:cxn ang="0">
                  <a:pos x="48" y="614"/>
                </a:cxn>
                <a:cxn ang="0">
                  <a:pos x="44" y="658"/>
                </a:cxn>
                <a:cxn ang="0">
                  <a:pos x="40" y="702"/>
                </a:cxn>
                <a:cxn ang="0">
                  <a:pos x="38" y="717"/>
                </a:cxn>
                <a:cxn ang="0">
                  <a:pos x="23" y="796"/>
                </a:cxn>
                <a:cxn ang="0">
                  <a:pos x="17" y="822"/>
                </a:cxn>
                <a:cxn ang="0">
                  <a:pos x="12" y="846"/>
                </a:cxn>
                <a:cxn ang="0">
                  <a:pos x="6" y="898"/>
                </a:cxn>
                <a:cxn ang="0">
                  <a:pos x="0" y="924"/>
                </a:cxn>
                <a:cxn ang="0">
                  <a:pos x="0" y="926"/>
                </a:cxn>
                <a:cxn ang="0">
                  <a:pos x="3" y="928"/>
                </a:cxn>
                <a:cxn ang="0">
                  <a:pos x="6" y="929"/>
                </a:cxn>
                <a:cxn ang="0">
                  <a:pos x="9" y="928"/>
                </a:cxn>
                <a:cxn ang="0">
                  <a:pos x="10" y="926"/>
                </a:cxn>
                <a:cxn ang="0">
                  <a:pos x="14" y="902"/>
                </a:cxn>
                <a:cxn ang="0">
                  <a:pos x="20" y="855"/>
                </a:cxn>
                <a:cxn ang="0">
                  <a:pos x="25" y="831"/>
                </a:cxn>
                <a:cxn ang="0">
                  <a:pos x="30" y="805"/>
                </a:cxn>
                <a:cxn ang="0">
                  <a:pos x="45" y="727"/>
                </a:cxn>
                <a:cxn ang="0">
                  <a:pos x="49" y="698"/>
                </a:cxn>
                <a:cxn ang="0">
                  <a:pos x="54" y="640"/>
                </a:cxn>
                <a:cxn ang="0">
                  <a:pos x="58" y="610"/>
                </a:cxn>
                <a:cxn ang="0">
                  <a:pos x="66" y="580"/>
                </a:cxn>
                <a:cxn ang="0">
                  <a:pos x="86" y="519"/>
                </a:cxn>
                <a:cxn ang="0">
                  <a:pos x="97" y="490"/>
                </a:cxn>
                <a:cxn ang="0">
                  <a:pos x="113" y="431"/>
                </a:cxn>
                <a:cxn ang="0">
                  <a:pos x="126" y="372"/>
                </a:cxn>
                <a:cxn ang="0">
                  <a:pos x="137" y="312"/>
                </a:cxn>
                <a:cxn ang="0">
                  <a:pos x="145" y="252"/>
                </a:cxn>
                <a:cxn ang="0">
                  <a:pos x="155" y="186"/>
                </a:cxn>
                <a:cxn ang="0">
                  <a:pos x="166" y="121"/>
                </a:cxn>
                <a:cxn ang="0">
                  <a:pos x="169" y="92"/>
                </a:cxn>
                <a:cxn ang="0">
                  <a:pos x="171" y="34"/>
                </a:cxn>
                <a:cxn ang="0">
                  <a:pos x="171" y="5"/>
                </a:cxn>
                <a:cxn ang="0">
                  <a:pos x="170" y="1"/>
                </a:cxn>
                <a:cxn ang="0">
                  <a:pos x="167" y="0"/>
                </a:cxn>
                <a:cxn ang="0">
                  <a:pos x="164" y="1"/>
                </a:cxn>
                <a:cxn ang="0">
                  <a:pos x="162" y="5"/>
                </a:cxn>
              </a:cxnLst>
              <a:rect l="0" t="0" r="r" b="b"/>
              <a:pathLst>
                <a:path w="171" h="929">
                  <a:moveTo>
                    <a:pt x="162" y="5"/>
                  </a:moveTo>
                  <a:lnTo>
                    <a:pt x="162" y="5"/>
                  </a:lnTo>
                  <a:lnTo>
                    <a:pt x="162" y="36"/>
                  </a:lnTo>
                  <a:lnTo>
                    <a:pt x="161" y="67"/>
                  </a:lnTo>
                  <a:lnTo>
                    <a:pt x="160" y="97"/>
                  </a:lnTo>
                  <a:lnTo>
                    <a:pt x="155" y="128"/>
                  </a:lnTo>
                  <a:lnTo>
                    <a:pt x="155" y="128"/>
                  </a:lnTo>
                  <a:lnTo>
                    <a:pt x="151" y="156"/>
                  </a:lnTo>
                  <a:lnTo>
                    <a:pt x="146" y="185"/>
                  </a:lnTo>
                  <a:lnTo>
                    <a:pt x="141" y="214"/>
                  </a:lnTo>
                  <a:lnTo>
                    <a:pt x="137" y="243"/>
                  </a:lnTo>
                  <a:lnTo>
                    <a:pt x="137" y="243"/>
                  </a:lnTo>
                  <a:lnTo>
                    <a:pt x="129" y="305"/>
                  </a:lnTo>
                  <a:lnTo>
                    <a:pt x="123" y="335"/>
                  </a:lnTo>
                  <a:lnTo>
                    <a:pt x="117" y="366"/>
                  </a:lnTo>
                  <a:lnTo>
                    <a:pt x="111" y="397"/>
                  </a:lnTo>
                  <a:lnTo>
                    <a:pt x="104" y="427"/>
                  </a:lnTo>
                  <a:lnTo>
                    <a:pt x="97" y="457"/>
                  </a:lnTo>
                  <a:lnTo>
                    <a:pt x="87" y="487"/>
                  </a:lnTo>
                  <a:lnTo>
                    <a:pt x="87" y="487"/>
                  </a:lnTo>
                  <a:lnTo>
                    <a:pt x="78" y="515"/>
                  </a:lnTo>
                  <a:lnTo>
                    <a:pt x="69" y="543"/>
                  </a:lnTo>
                  <a:lnTo>
                    <a:pt x="59" y="572"/>
                  </a:lnTo>
                  <a:lnTo>
                    <a:pt x="51" y="599"/>
                  </a:lnTo>
                  <a:lnTo>
                    <a:pt x="51" y="599"/>
                  </a:lnTo>
                  <a:lnTo>
                    <a:pt x="48" y="614"/>
                  </a:lnTo>
                  <a:lnTo>
                    <a:pt x="46" y="628"/>
                  </a:lnTo>
                  <a:lnTo>
                    <a:pt x="44" y="658"/>
                  </a:lnTo>
                  <a:lnTo>
                    <a:pt x="42" y="687"/>
                  </a:lnTo>
                  <a:lnTo>
                    <a:pt x="40" y="702"/>
                  </a:lnTo>
                  <a:lnTo>
                    <a:pt x="38" y="717"/>
                  </a:lnTo>
                  <a:lnTo>
                    <a:pt x="38" y="717"/>
                  </a:lnTo>
                  <a:lnTo>
                    <a:pt x="28" y="769"/>
                  </a:lnTo>
                  <a:lnTo>
                    <a:pt x="23" y="796"/>
                  </a:lnTo>
                  <a:lnTo>
                    <a:pt x="17" y="822"/>
                  </a:lnTo>
                  <a:lnTo>
                    <a:pt x="17" y="822"/>
                  </a:lnTo>
                  <a:lnTo>
                    <a:pt x="15" y="834"/>
                  </a:lnTo>
                  <a:lnTo>
                    <a:pt x="12" y="846"/>
                  </a:lnTo>
                  <a:lnTo>
                    <a:pt x="9" y="872"/>
                  </a:lnTo>
                  <a:lnTo>
                    <a:pt x="6" y="898"/>
                  </a:lnTo>
                  <a:lnTo>
                    <a:pt x="4" y="910"/>
                  </a:lnTo>
                  <a:lnTo>
                    <a:pt x="0" y="924"/>
                  </a:lnTo>
                  <a:lnTo>
                    <a:pt x="0" y="924"/>
                  </a:lnTo>
                  <a:lnTo>
                    <a:pt x="0" y="926"/>
                  </a:lnTo>
                  <a:lnTo>
                    <a:pt x="2" y="927"/>
                  </a:lnTo>
                  <a:lnTo>
                    <a:pt x="3" y="928"/>
                  </a:lnTo>
                  <a:lnTo>
                    <a:pt x="5" y="929"/>
                  </a:lnTo>
                  <a:lnTo>
                    <a:pt x="6" y="929"/>
                  </a:lnTo>
                  <a:lnTo>
                    <a:pt x="8" y="929"/>
                  </a:lnTo>
                  <a:lnTo>
                    <a:pt x="9" y="928"/>
                  </a:lnTo>
                  <a:lnTo>
                    <a:pt x="10" y="926"/>
                  </a:lnTo>
                  <a:lnTo>
                    <a:pt x="10" y="926"/>
                  </a:lnTo>
                  <a:lnTo>
                    <a:pt x="13" y="915"/>
                  </a:lnTo>
                  <a:lnTo>
                    <a:pt x="14" y="902"/>
                  </a:lnTo>
                  <a:lnTo>
                    <a:pt x="17" y="878"/>
                  </a:lnTo>
                  <a:lnTo>
                    <a:pt x="20" y="855"/>
                  </a:lnTo>
                  <a:lnTo>
                    <a:pt x="22" y="842"/>
                  </a:lnTo>
                  <a:lnTo>
                    <a:pt x="25" y="831"/>
                  </a:lnTo>
                  <a:lnTo>
                    <a:pt x="25" y="831"/>
                  </a:lnTo>
                  <a:lnTo>
                    <a:pt x="30" y="805"/>
                  </a:lnTo>
                  <a:lnTo>
                    <a:pt x="36" y="778"/>
                  </a:lnTo>
                  <a:lnTo>
                    <a:pt x="45" y="727"/>
                  </a:lnTo>
                  <a:lnTo>
                    <a:pt x="45" y="727"/>
                  </a:lnTo>
                  <a:lnTo>
                    <a:pt x="49" y="698"/>
                  </a:lnTo>
                  <a:lnTo>
                    <a:pt x="52" y="669"/>
                  </a:lnTo>
                  <a:lnTo>
                    <a:pt x="54" y="640"/>
                  </a:lnTo>
                  <a:lnTo>
                    <a:pt x="58" y="610"/>
                  </a:lnTo>
                  <a:lnTo>
                    <a:pt x="58" y="610"/>
                  </a:lnTo>
                  <a:lnTo>
                    <a:pt x="61" y="595"/>
                  </a:lnTo>
                  <a:lnTo>
                    <a:pt x="66" y="580"/>
                  </a:lnTo>
                  <a:lnTo>
                    <a:pt x="76" y="550"/>
                  </a:lnTo>
                  <a:lnTo>
                    <a:pt x="86" y="519"/>
                  </a:lnTo>
                  <a:lnTo>
                    <a:pt x="97" y="490"/>
                  </a:lnTo>
                  <a:lnTo>
                    <a:pt x="97" y="490"/>
                  </a:lnTo>
                  <a:lnTo>
                    <a:pt x="106" y="461"/>
                  </a:lnTo>
                  <a:lnTo>
                    <a:pt x="113" y="431"/>
                  </a:lnTo>
                  <a:lnTo>
                    <a:pt x="120" y="402"/>
                  </a:lnTo>
                  <a:lnTo>
                    <a:pt x="126" y="372"/>
                  </a:lnTo>
                  <a:lnTo>
                    <a:pt x="132" y="342"/>
                  </a:lnTo>
                  <a:lnTo>
                    <a:pt x="137" y="312"/>
                  </a:lnTo>
                  <a:lnTo>
                    <a:pt x="145" y="252"/>
                  </a:lnTo>
                  <a:lnTo>
                    <a:pt x="145" y="252"/>
                  </a:lnTo>
                  <a:lnTo>
                    <a:pt x="149" y="219"/>
                  </a:lnTo>
                  <a:lnTo>
                    <a:pt x="155" y="186"/>
                  </a:lnTo>
                  <a:lnTo>
                    <a:pt x="161" y="154"/>
                  </a:lnTo>
                  <a:lnTo>
                    <a:pt x="166" y="121"/>
                  </a:lnTo>
                  <a:lnTo>
                    <a:pt x="166" y="121"/>
                  </a:lnTo>
                  <a:lnTo>
                    <a:pt x="169" y="92"/>
                  </a:lnTo>
                  <a:lnTo>
                    <a:pt x="171" y="63"/>
                  </a:lnTo>
                  <a:lnTo>
                    <a:pt x="171" y="34"/>
                  </a:lnTo>
                  <a:lnTo>
                    <a:pt x="171" y="5"/>
                  </a:lnTo>
                  <a:lnTo>
                    <a:pt x="171" y="5"/>
                  </a:lnTo>
                  <a:lnTo>
                    <a:pt x="171" y="2"/>
                  </a:lnTo>
                  <a:lnTo>
                    <a:pt x="170" y="1"/>
                  </a:lnTo>
                  <a:lnTo>
                    <a:pt x="168" y="0"/>
                  </a:lnTo>
                  <a:lnTo>
                    <a:pt x="167" y="0"/>
                  </a:lnTo>
                  <a:lnTo>
                    <a:pt x="165" y="0"/>
                  </a:lnTo>
                  <a:lnTo>
                    <a:pt x="164" y="1"/>
                  </a:lnTo>
                  <a:lnTo>
                    <a:pt x="163" y="2"/>
                  </a:lnTo>
                  <a:lnTo>
                    <a:pt x="162" y="5"/>
                  </a:lnTo>
                  <a:lnTo>
                    <a:pt x="162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1" name="Freeform 917"/>
            <p:cNvSpPr/>
            <p:nvPr>
              <p:custDataLst>
                <p:tags r:id="rId17"/>
              </p:custDataLst>
            </p:nvPr>
          </p:nvSpPr>
          <p:spPr bwMode="auto">
            <a:xfrm>
              <a:off x="3692525" y="1401763"/>
              <a:ext cx="90488" cy="436563"/>
            </a:xfrm>
            <a:custGeom>
              <a:avLst/>
              <a:gdLst/>
              <a:ahLst/>
              <a:cxnLst>
                <a:cxn ang="0">
                  <a:pos x="161" y="5"/>
                </a:cxn>
                <a:cxn ang="0">
                  <a:pos x="157" y="61"/>
                </a:cxn>
                <a:cxn ang="0">
                  <a:pos x="148" y="118"/>
                </a:cxn>
                <a:cxn ang="0">
                  <a:pos x="143" y="143"/>
                </a:cxn>
                <a:cxn ang="0">
                  <a:pos x="130" y="192"/>
                </a:cxn>
                <a:cxn ang="0">
                  <a:pos x="126" y="216"/>
                </a:cxn>
                <a:cxn ang="0">
                  <a:pos x="124" y="236"/>
                </a:cxn>
                <a:cxn ang="0">
                  <a:pos x="124" y="257"/>
                </a:cxn>
                <a:cxn ang="0">
                  <a:pos x="120" y="285"/>
                </a:cxn>
                <a:cxn ang="0">
                  <a:pos x="115" y="314"/>
                </a:cxn>
                <a:cxn ang="0">
                  <a:pos x="97" y="395"/>
                </a:cxn>
                <a:cxn ang="0">
                  <a:pos x="93" y="422"/>
                </a:cxn>
                <a:cxn ang="0">
                  <a:pos x="88" y="472"/>
                </a:cxn>
                <a:cxn ang="0">
                  <a:pos x="82" y="520"/>
                </a:cxn>
                <a:cxn ang="0">
                  <a:pos x="74" y="547"/>
                </a:cxn>
                <a:cxn ang="0">
                  <a:pos x="56" y="599"/>
                </a:cxn>
                <a:cxn ang="0">
                  <a:pos x="47" y="624"/>
                </a:cxn>
                <a:cxn ang="0">
                  <a:pos x="24" y="696"/>
                </a:cxn>
                <a:cxn ang="0">
                  <a:pos x="10" y="745"/>
                </a:cxn>
                <a:cxn ang="0">
                  <a:pos x="2" y="795"/>
                </a:cxn>
                <a:cxn ang="0">
                  <a:pos x="0" y="820"/>
                </a:cxn>
                <a:cxn ang="0">
                  <a:pos x="2" y="823"/>
                </a:cxn>
                <a:cxn ang="0">
                  <a:pos x="5" y="825"/>
                </a:cxn>
                <a:cxn ang="0">
                  <a:pos x="8" y="823"/>
                </a:cxn>
                <a:cxn ang="0">
                  <a:pos x="9" y="820"/>
                </a:cxn>
                <a:cxn ang="0">
                  <a:pos x="11" y="794"/>
                </a:cxn>
                <a:cxn ang="0">
                  <a:pos x="21" y="743"/>
                </a:cxn>
                <a:cxn ang="0">
                  <a:pos x="34" y="693"/>
                </a:cxn>
                <a:cxn ang="0">
                  <a:pos x="58" y="618"/>
                </a:cxn>
                <a:cxn ang="0">
                  <a:pos x="66" y="594"/>
                </a:cxn>
                <a:cxn ang="0">
                  <a:pos x="84" y="547"/>
                </a:cxn>
                <a:cxn ang="0">
                  <a:pos x="90" y="522"/>
                </a:cxn>
                <a:cxn ang="0">
                  <a:pos x="95" y="496"/>
                </a:cxn>
                <a:cxn ang="0">
                  <a:pos x="100" y="443"/>
                </a:cxn>
                <a:cxn ang="0">
                  <a:pos x="103" y="416"/>
                </a:cxn>
                <a:cxn ang="0">
                  <a:pos x="113" y="366"/>
                </a:cxn>
                <a:cxn ang="0">
                  <a:pos x="123" y="316"/>
                </a:cxn>
                <a:cxn ang="0">
                  <a:pos x="133" y="266"/>
                </a:cxn>
                <a:cxn ang="0">
                  <a:pos x="134" y="253"/>
                </a:cxn>
                <a:cxn ang="0">
                  <a:pos x="134" y="226"/>
                </a:cxn>
                <a:cxn ang="0">
                  <a:pos x="136" y="212"/>
                </a:cxn>
                <a:cxn ang="0">
                  <a:pos x="147" y="162"/>
                </a:cxn>
                <a:cxn ang="0">
                  <a:pos x="159" y="112"/>
                </a:cxn>
                <a:cxn ang="0">
                  <a:pos x="163" y="85"/>
                </a:cxn>
                <a:cxn ang="0">
                  <a:pos x="169" y="32"/>
                </a:cxn>
                <a:cxn ang="0">
                  <a:pos x="170" y="5"/>
                </a:cxn>
                <a:cxn ang="0">
                  <a:pos x="169" y="1"/>
                </a:cxn>
                <a:cxn ang="0">
                  <a:pos x="166" y="0"/>
                </a:cxn>
                <a:cxn ang="0">
                  <a:pos x="163" y="1"/>
                </a:cxn>
                <a:cxn ang="0">
                  <a:pos x="161" y="5"/>
                </a:cxn>
              </a:cxnLst>
              <a:rect l="0" t="0" r="r" b="b"/>
              <a:pathLst>
                <a:path w="170" h="825">
                  <a:moveTo>
                    <a:pt x="161" y="5"/>
                  </a:moveTo>
                  <a:lnTo>
                    <a:pt x="161" y="5"/>
                  </a:lnTo>
                  <a:lnTo>
                    <a:pt x="160" y="34"/>
                  </a:lnTo>
                  <a:lnTo>
                    <a:pt x="157" y="61"/>
                  </a:lnTo>
                  <a:lnTo>
                    <a:pt x="153" y="90"/>
                  </a:lnTo>
                  <a:lnTo>
                    <a:pt x="148" y="118"/>
                  </a:lnTo>
                  <a:lnTo>
                    <a:pt x="148" y="118"/>
                  </a:lnTo>
                  <a:lnTo>
                    <a:pt x="143" y="143"/>
                  </a:lnTo>
                  <a:lnTo>
                    <a:pt x="136" y="168"/>
                  </a:lnTo>
                  <a:lnTo>
                    <a:pt x="130" y="192"/>
                  </a:lnTo>
                  <a:lnTo>
                    <a:pt x="126" y="216"/>
                  </a:lnTo>
                  <a:lnTo>
                    <a:pt x="126" y="216"/>
                  </a:lnTo>
                  <a:lnTo>
                    <a:pt x="124" y="227"/>
                  </a:lnTo>
                  <a:lnTo>
                    <a:pt x="124" y="236"/>
                  </a:lnTo>
                  <a:lnTo>
                    <a:pt x="124" y="257"/>
                  </a:lnTo>
                  <a:lnTo>
                    <a:pt x="124" y="257"/>
                  </a:lnTo>
                  <a:lnTo>
                    <a:pt x="123" y="271"/>
                  </a:lnTo>
                  <a:lnTo>
                    <a:pt x="120" y="285"/>
                  </a:lnTo>
                  <a:lnTo>
                    <a:pt x="115" y="314"/>
                  </a:lnTo>
                  <a:lnTo>
                    <a:pt x="115" y="314"/>
                  </a:lnTo>
                  <a:lnTo>
                    <a:pt x="102" y="367"/>
                  </a:lnTo>
                  <a:lnTo>
                    <a:pt x="97" y="395"/>
                  </a:lnTo>
                  <a:lnTo>
                    <a:pt x="93" y="422"/>
                  </a:lnTo>
                  <a:lnTo>
                    <a:pt x="93" y="422"/>
                  </a:lnTo>
                  <a:lnTo>
                    <a:pt x="91" y="447"/>
                  </a:lnTo>
                  <a:lnTo>
                    <a:pt x="88" y="472"/>
                  </a:lnTo>
                  <a:lnTo>
                    <a:pt x="86" y="495"/>
                  </a:lnTo>
                  <a:lnTo>
                    <a:pt x="82" y="520"/>
                  </a:lnTo>
                  <a:lnTo>
                    <a:pt x="82" y="520"/>
                  </a:lnTo>
                  <a:lnTo>
                    <a:pt x="74" y="547"/>
                  </a:lnTo>
                  <a:lnTo>
                    <a:pt x="65" y="573"/>
                  </a:lnTo>
                  <a:lnTo>
                    <a:pt x="56" y="599"/>
                  </a:lnTo>
                  <a:lnTo>
                    <a:pt x="47" y="624"/>
                  </a:lnTo>
                  <a:lnTo>
                    <a:pt x="47" y="624"/>
                  </a:lnTo>
                  <a:lnTo>
                    <a:pt x="31" y="672"/>
                  </a:lnTo>
                  <a:lnTo>
                    <a:pt x="24" y="696"/>
                  </a:lnTo>
                  <a:lnTo>
                    <a:pt x="17" y="720"/>
                  </a:lnTo>
                  <a:lnTo>
                    <a:pt x="10" y="745"/>
                  </a:lnTo>
                  <a:lnTo>
                    <a:pt x="5" y="770"/>
                  </a:lnTo>
                  <a:lnTo>
                    <a:pt x="2" y="795"/>
                  </a:lnTo>
                  <a:lnTo>
                    <a:pt x="0" y="820"/>
                  </a:lnTo>
                  <a:lnTo>
                    <a:pt x="0" y="820"/>
                  </a:lnTo>
                  <a:lnTo>
                    <a:pt x="1" y="822"/>
                  </a:lnTo>
                  <a:lnTo>
                    <a:pt x="2" y="823"/>
                  </a:lnTo>
                  <a:lnTo>
                    <a:pt x="3" y="824"/>
                  </a:lnTo>
                  <a:lnTo>
                    <a:pt x="5" y="825"/>
                  </a:lnTo>
                  <a:lnTo>
                    <a:pt x="6" y="824"/>
                  </a:lnTo>
                  <a:lnTo>
                    <a:pt x="8" y="823"/>
                  </a:lnTo>
                  <a:lnTo>
                    <a:pt x="9" y="822"/>
                  </a:lnTo>
                  <a:lnTo>
                    <a:pt x="9" y="820"/>
                  </a:lnTo>
                  <a:lnTo>
                    <a:pt x="9" y="820"/>
                  </a:lnTo>
                  <a:lnTo>
                    <a:pt x="11" y="794"/>
                  </a:lnTo>
                  <a:lnTo>
                    <a:pt x="15" y="769"/>
                  </a:lnTo>
                  <a:lnTo>
                    <a:pt x="21" y="743"/>
                  </a:lnTo>
                  <a:lnTo>
                    <a:pt x="27" y="717"/>
                  </a:lnTo>
                  <a:lnTo>
                    <a:pt x="34" y="693"/>
                  </a:lnTo>
                  <a:lnTo>
                    <a:pt x="42" y="668"/>
                  </a:lnTo>
                  <a:lnTo>
                    <a:pt x="58" y="618"/>
                  </a:lnTo>
                  <a:lnTo>
                    <a:pt x="58" y="618"/>
                  </a:lnTo>
                  <a:lnTo>
                    <a:pt x="66" y="594"/>
                  </a:lnTo>
                  <a:lnTo>
                    <a:pt x="75" y="571"/>
                  </a:lnTo>
                  <a:lnTo>
                    <a:pt x="84" y="547"/>
                  </a:lnTo>
                  <a:lnTo>
                    <a:pt x="90" y="522"/>
                  </a:lnTo>
                  <a:lnTo>
                    <a:pt x="90" y="522"/>
                  </a:lnTo>
                  <a:lnTo>
                    <a:pt x="93" y="510"/>
                  </a:lnTo>
                  <a:lnTo>
                    <a:pt x="95" y="496"/>
                  </a:lnTo>
                  <a:lnTo>
                    <a:pt x="98" y="469"/>
                  </a:lnTo>
                  <a:lnTo>
                    <a:pt x="100" y="443"/>
                  </a:lnTo>
                  <a:lnTo>
                    <a:pt x="103" y="416"/>
                  </a:lnTo>
                  <a:lnTo>
                    <a:pt x="103" y="416"/>
                  </a:lnTo>
                  <a:lnTo>
                    <a:pt x="107" y="391"/>
                  </a:lnTo>
                  <a:lnTo>
                    <a:pt x="113" y="366"/>
                  </a:lnTo>
                  <a:lnTo>
                    <a:pt x="123" y="316"/>
                  </a:lnTo>
                  <a:lnTo>
                    <a:pt x="123" y="316"/>
                  </a:lnTo>
                  <a:lnTo>
                    <a:pt x="128" y="291"/>
                  </a:lnTo>
                  <a:lnTo>
                    <a:pt x="133" y="266"/>
                  </a:lnTo>
                  <a:lnTo>
                    <a:pt x="133" y="266"/>
                  </a:lnTo>
                  <a:lnTo>
                    <a:pt x="134" y="253"/>
                  </a:lnTo>
                  <a:lnTo>
                    <a:pt x="134" y="239"/>
                  </a:lnTo>
                  <a:lnTo>
                    <a:pt x="134" y="226"/>
                  </a:lnTo>
                  <a:lnTo>
                    <a:pt x="136" y="212"/>
                  </a:lnTo>
                  <a:lnTo>
                    <a:pt x="136" y="212"/>
                  </a:lnTo>
                  <a:lnTo>
                    <a:pt x="141" y="186"/>
                  </a:lnTo>
                  <a:lnTo>
                    <a:pt x="147" y="162"/>
                  </a:lnTo>
                  <a:lnTo>
                    <a:pt x="153" y="137"/>
                  </a:lnTo>
                  <a:lnTo>
                    <a:pt x="159" y="112"/>
                  </a:lnTo>
                  <a:lnTo>
                    <a:pt x="159" y="112"/>
                  </a:lnTo>
                  <a:lnTo>
                    <a:pt x="163" y="85"/>
                  </a:lnTo>
                  <a:lnTo>
                    <a:pt x="167" y="58"/>
                  </a:lnTo>
                  <a:lnTo>
                    <a:pt x="169" y="32"/>
                  </a:lnTo>
                  <a:lnTo>
                    <a:pt x="170" y="5"/>
                  </a:lnTo>
                  <a:lnTo>
                    <a:pt x="170" y="5"/>
                  </a:lnTo>
                  <a:lnTo>
                    <a:pt x="170" y="3"/>
                  </a:lnTo>
                  <a:lnTo>
                    <a:pt x="169" y="1"/>
                  </a:lnTo>
                  <a:lnTo>
                    <a:pt x="168" y="0"/>
                  </a:lnTo>
                  <a:lnTo>
                    <a:pt x="166" y="0"/>
                  </a:lnTo>
                  <a:lnTo>
                    <a:pt x="164" y="0"/>
                  </a:lnTo>
                  <a:lnTo>
                    <a:pt x="163" y="1"/>
                  </a:lnTo>
                  <a:lnTo>
                    <a:pt x="162" y="3"/>
                  </a:lnTo>
                  <a:lnTo>
                    <a:pt x="161" y="5"/>
                  </a:lnTo>
                  <a:lnTo>
                    <a:pt x="161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2" name="Freeform 918"/>
            <p:cNvSpPr/>
            <p:nvPr>
              <p:custDataLst>
                <p:tags r:id="rId18"/>
              </p:custDataLst>
            </p:nvPr>
          </p:nvSpPr>
          <p:spPr bwMode="auto">
            <a:xfrm>
              <a:off x="3751263" y="1443038"/>
              <a:ext cx="66675" cy="360363"/>
            </a:xfrm>
            <a:custGeom>
              <a:avLst/>
              <a:gdLst/>
              <a:ahLst/>
              <a:cxnLst>
                <a:cxn ang="0">
                  <a:pos x="117" y="4"/>
                </a:cxn>
                <a:cxn ang="0">
                  <a:pos x="116" y="50"/>
                </a:cxn>
                <a:cxn ang="0">
                  <a:pos x="108" y="139"/>
                </a:cxn>
                <a:cxn ang="0">
                  <a:pos x="94" y="228"/>
                </a:cxn>
                <a:cxn ang="0">
                  <a:pos x="68" y="361"/>
                </a:cxn>
                <a:cxn ang="0">
                  <a:pos x="63" y="383"/>
                </a:cxn>
                <a:cxn ang="0">
                  <a:pos x="57" y="404"/>
                </a:cxn>
                <a:cxn ang="0">
                  <a:pos x="48" y="432"/>
                </a:cxn>
                <a:cxn ang="0">
                  <a:pos x="47" y="440"/>
                </a:cxn>
                <a:cxn ang="0">
                  <a:pos x="44" y="482"/>
                </a:cxn>
                <a:cxn ang="0">
                  <a:pos x="38" y="523"/>
                </a:cxn>
                <a:cxn ang="0">
                  <a:pos x="32" y="542"/>
                </a:cxn>
                <a:cxn ang="0">
                  <a:pos x="10" y="598"/>
                </a:cxn>
                <a:cxn ang="0">
                  <a:pos x="7" y="608"/>
                </a:cxn>
                <a:cxn ang="0">
                  <a:pos x="2" y="637"/>
                </a:cxn>
                <a:cxn ang="0">
                  <a:pos x="0" y="678"/>
                </a:cxn>
                <a:cxn ang="0">
                  <a:pos x="0" y="680"/>
                </a:cxn>
                <a:cxn ang="0">
                  <a:pos x="3" y="682"/>
                </a:cxn>
                <a:cxn ang="0">
                  <a:pos x="6" y="682"/>
                </a:cxn>
                <a:cxn ang="0">
                  <a:pos x="9" y="680"/>
                </a:cxn>
                <a:cxn ang="0">
                  <a:pos x="9" y="678"/>
                </a:cxn>
                <a:cxn ang="0">
                  <a:pos x="12" y="635"/>
                </a:cxn>
                <a:cxn ang="0">
                  <a:pos x="22" y="594"/>
                </a:cxn>
                <a:cxn ang="0">
                  <a:pos x="36" y="556"/>
                </a:cxn>
                <a:cxn ang="0">
                  <a:pos x="48" y="517"/>
                </a:cxn>
                <a:cxn ang="0">
                  <a:pos x="51" y="501"/>
                </a:cxn>
                <a:cxn ang="0">
                  <a:pos x="56" y="448"/>
                </a:cxn>
                <a:cxn ang="0">
                  <a:pos x="57" y="436"/>
                </a:cxn>
                <a:cxn ang="0">
                  <a:pos x="67" y="398"/>
                </a:cxn>
                <a:cxn ang="0">
                  <a:pos x="77" y="359"/>
                </a:cxn>
                <a:cxn ang="0">
                  <a:pos x="80" y="347"/>
                </a:cxn>
                <a:cxn ang="0">
                  <a:pos x="96" y="262"/>
                </a:cxn>
                <a:cxn ang="0">
                  <a:pos x="112" y="178"/>
                </a:cxn>
                <a:cxn ang="0">
                  <a:pos x="119" y="134"/>
                </a:cxn>
                <a:cxn ang="0">
                  <a:pos x="127" y="48"/>
                </a:cxn>
                <a:cxn ang="0">
                  <a:pos x="128" y="4"/>
                </a:cxn>
                <a:cxn ang="0">
                  <a:pos x="126" y="1"/>
                </a:cxn>
                <a:cxn ang="0">
                  <a:pos x="122" y="0"/>
                </a:cxn>
                <a:cxn ang="0">
                  <a:pos x="119" y="1"/>
                </a:cxn>
                <a:cxn ang="0">
                  <a:pos x="117" y="4"/>
                </a:cxn>
              </a:cxnLst>
              <a:rect l="0" t="0" r="r" b="b"/>
              <a:pathLst>
                <a:path w="128" h="682">
                  <a:moveTo>
                    <a:pt x="117" y="4"/>
                  </a:moveTo>
                  <a:lnTo>
                    <a:pt x="117" y="4"/>
                  </a:lnTo>
                  <a:lnTo>
                    <a:pt x="117" y="27"/>
                  </a:lnTo>
                  <a:lnTo>
                    <a:pt x="116" y="50"/>
                  </a:lnTo>
                  <a:lnTo>
                    <a:pt x="113" y="95"/>
                  </a:lnTo>
                  <a:lnTo>
                    <a:pt x="108" y="139"/>
                  </a:lnTo>
                  <a:lnTo>
                    <a:pt x="101" y="184"/>
                  </a:lnTo>
                  <a:lnTo>
                    <a:pt x="94" y="228"/>
                  </a:lnTo>
                  <a:lnTo>
                    <a:pt x="84" y="273"/>
                  </a:lnTo>
                  <a:lnTo>
                    <a:pt x="68" y="361"/>
                  </a:lnTo>
                  <a:lnTo>
                    <a:pt x="68" y="361"/>
                  </a:lnTo>
                  <a:lnTo>
                    <a:pt x="63" y="383"/>
                  </a:lnTo>
                  <a:lnTo>
                    <a:pt x="57" y="404"/>
                  </a:lnTo>
                  <a:lnTo>
                    <a:pt x="57" y="404"/>
                  </a:lnTo>
                  <a:lnTo>
                    <a:pt x="51" y="422"/>
                  </a:lnTo>
                  <a:lnTo>
                    <a:pt x="48" y="432"/>
                  </a:lnTo>
                  <a:lnTo>
                    <a:pt x="47" y="440"/>
                  </a:lnTo>
                  <a:lnTo>
                    <a:pt x="47" y="440"/>
                  </a:lnTo>
                  <a:lnTo>
                    <a:pt x="46" y="461"/>
                  </a:lnTo>
                  <a:lnTo>
                    <a:pt x="44" y="482"/>
                  </a:lnTo>
                  <a:lnTo>
                    <a:pt x="41" y="503"/>
                  </a:lnTo>
                  <a:lnTo>
                    <a:pt x="38" y="523"/>
                  </a:lnTo>
                  <a:lnTo>
                    <a:pt x="38" y="523"/>
                  </a:lnTo>
                  <a:lnTo>
                    <a:pt x="32" y="542"/>
                  </a:lnTo>
                  <a:lnTo>
                    <a:pt x="24" y="561"/>
                  </a:lnTo>
                  <a:lnTo>
                    <a:pt x="10" y="598"/>
                  </a:lnTo>
                  <a:lnTo>
                    <a:pt x="10" y="598"/>
                  </a:lnTo>
                  <a:lnTo>
                    <a:pt x="7" y="608"/>
                  </a:lnTo>
                  <a:lnTo>
                    <a:pt x="5" y="618"/>
                  </a:lnTo>
                  <a:lnTo>
                    <a:pt x="2" y="637"/>
                  </a:lnTo>
                  <a:lnTo>
                    <a:pt x="0" y="657"/>
                  </a:lnTo>
                  <a:lnTo>
                    <a:pt x="0" y="678"/>
                  </a:lnTo>
                  <a:lnTo>
                    <a:pt x="0" y="678"/>
                  </a:lnTo>
                  <a:lnTo>
                    <a:pt x="0" y="680"/>
                  </a:lnTo>
                  <a:lnTo>
                    <a:pt x="1" y="681"/>
                  </a:lnTo>
                  <a:lnTo>
                    <a:pt x="3" y="682"/>
                  </a:lnTo>
                  <a:lnTo>
                    <a:pt x="4" y="682"/>
                  </a:lnTo>
                  <a:lnTo>
                    <a:pt x="6" y="682"/>
                  </a:lnTo>
                  <a:lnTo>
                    <a:pt x="7" y="681"/>
                  </a:lnTo>
                  <a:lnTo>
                    <a:pt x="9" y="680"/>
                  </a:lnTo>
                  <a:lnTo>
                    <a:pt x="9" y="678"/>
                  </a:lnTo>
                  <a:lnTo>
                    <a:pt x="9" y="678"/>
                  </a:lnTo>
                  <a:lnTo>
                    <a:pt x="10" y="656"/>
                  </a:lnTo>
                  <a:lnTo>
                    <a:pt x="12" y="635"/>
                  </a:lnTo>
                  <a:lnTo>
                    <a:pt x="16" y="615"/>
                  </a:lnTo>
                  <a:lnTo>
                    <a:pt x="22" y="594"/>
                  </a:lnTo>
                  <a:lnTo>
                    <a:pt x="22" y="594"/>
                  </a:lnTo>
                  <a:lnTo>
                    <a:pt x="36" y="556"/>
                  </a:lnTo>
                  <a:lnTo>
                    <a:pt x="43" y="537"/>
                  </a:lnTo>
                  <a:lnTo>
                    <a:pt x="48" y="517"/>
                  </a:lnTo>
                  <a:lnTo>
                    <a:pt x="48" y="517"/>
                  </a:lnTo>
                  <a:lnTo>
                    <a:pt x="51" y="501"/>
                  </a:lnTo>
                  <a:lnTo>
                    <a:pt x="53" y="483"/>
                  </a:lnTo>
                  <a:lnTo>
                    <a:pt x="56" y="448"/>
                  </a:lnTo>
                  <a:lnTo>
                    <a:pt x="56" y="448"/>
                  </a:lnTo>
                  <a:lnTo>
                    <a:pt x="57" y="436"/>
                  </a:lnTo>
                  <a:lnTo>
                    <a:pt x="60" y="422"/>
                  </a:lnTo>
                  <a:lnTo>
                    <a:pt x="67" y="398"/>
                  </a:lnTo>
                  <a:lnTo>
                    <a:pt x="74" y="372"/>
                  </a:lnTo>
                  <a:lnTo>
                    <a:pt x="77" y="359"/>
                  </a:lnTo>
                  <a:lnTo>
                    <a:pt x="80" y="347"/>
                  </a:lnTo>
                  <a:lnTo>
                    <a:pt x="80" y="347"/>
                  </a:lnTo>
                  <a:lnTo>
                    <a:pt x="87" y="305"/>
                  </a:lnTo>
                  <a:lnTo>
                    <a:pt x="96" y="262"/>
                  </a:lnTo>
                  <a:lnTo>
                    <a:pt x="104" y="220"/>
                  </a:lnTo>
                  <a:lnTo>
                    <a:pt x="112" y="178"/>
                  </a:lnTo>
                  <a:lnTo>
                    <a:pt x="112" y="178"/>
                  </a:lnTo>
                  <a:lnTo>
                    <a:pt x="119" y="134"/>
                  </a:lnTo>
                  <a:lnTo>
                    <a:pt x="123" y="92"/>
                  </a:lnTo>
                  <a:lnTo>
                    <a:pt x="127" y="48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7" y="2"/>
                  </a:lnTo>
                  <a:lnTo>
                    <a:pt x="126" y="1"/>
                  </a:lnTo>
                  <a:lnTo>
                    <a:pt x="125" y="0"/>
                  </a:lnTo>
                  <a:lnTo>
                    <a:pt x="122" y="0"/>
                  </a:lnTo>
                  <a:lnTo>
                    <a:pt x="120" y="0"/>
                  </a:lnTo>
                  <a:lnTo>
                    <a:pt x="119" y="1"/>
                  </a:lnTo>
                  <a:lnTo>
                    <a:pt x="118" y="2"/>
                  </a:lnTo>
                  <a:lnTo>
                    <a:pt x="117" y="4"/>
                  </a:lnTo>
                  <a:lnTo>
                    <a:pt x="117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3" name="Freeform 919"/>
            <p:cNvSpPr/>
            <p:nvPr>
              <p:custDataLst>
                <p:tags r:id="rId19"/>
              </p:custDataLst>
            </p:nvPr>
          </p:nvSpPr>
          <p:spPr bwMode="auto">
            <a:xfrm>
              <a:off x="3797300" y="1477963"/>
              <a:ext cx="60325" cy="268288"/>
            </a:xfrm>
            <a:custGeom>
              <a:avLst/>
              <a:gdLst/>
              <a:ahLst/>
              <a:cxnLst>
                <a:cxn ang="0">
                  <a:pos x="114" y="4"/>
                </a:cxn>
                <a:cxn ang="0">
                  <a:pos x="113" y="1"/>
                </a:cxn>
                <a:cxn ang="0">
                  <a:pos x="110" y="0"/>
                </a:cxn>
                <a:cxn ang="0">
                  <a:pos x="106" y="1"/>
                </a:cxn>
                <a:cxn ang="0">
                  <a:pos x="105" y="4"/>
                </a:cxn>
                <a:cxn ang="0">
                  <a:pos x="104" y="38"/>
                </a:cxn>
                <a:cxn ang="0">
                  <a:pos x="94" y="104"/>
                </a:cxn>
                <a:cxn ang="0">
                  <a:pos x="81" y="170"/>
                </a:cxn>
                <a:cxn ang="0">
                  <a:pos x="58" y="268"/>
                </a:cxn>
                <a:cxn ang="0">
                  <a:pos x="47" y="324"/>
                </a:cxn>
                <a:cxn ang="0">
                  <a:pos x="37" y="366"/>
                </a:cxn>
                <a:cxn ang="0">
                  <a:pos x="31" y="379"/>
                </a:cxn>
                <a:cxn ang="0">
                  <a:pos x="28" y="393"/>
                </a:cxn>
                <a:cxn ang="0">
                  <a:pos x="25" y="419"/>
                </a:cxn>
                <a:cxn ang="0">
                  <a:pos x="22" y="433"/>
                </a:cxn>
                <a:cxn ang="0">
                  <a:pos x="8" y="483"/>
                </a:cxn>
                <a:cxn ang="0">
                  <a:pos x="1" y="500"/>
                </a:cxn>
                <a:cxn ang="0">
                  <a:pos x="0" y="504"/>
                </a:cxn>
                <a:cxn ang="0">
                  <a:pos x="5" y="507"/>
                </a:cxn>
                <a:cxn ang="0">
                  <a:pos x="8" y="506"/>
                </a:cxn>
                <a:cxn ang="0">
                  <a:pos x="10" y="505"/>
                </a:cxn>
                <a:cxn ang="0">
                  <a:pos x="25" y="465"/>
                </a:cxn>
                <a:cxn ang="0">
                  <a:pos x="32" y="437"/>
                </a:cxn>
                <a:cxn ang="0">
                  <a:pos x="38" y="409"/>
                </a:cxn>
                <a:cxn ang="0">
                  <a:pos x="39" y="396"/>
                </a:cxn>
                <a:cxn ang="0">
                  <a:pos x="41" y="380"/>
                </a:cxn>
                <a:cxn ang="0">
                  <a:pos x="55" y="335"/>
                </a:cxn>
                <a:cxn ang="0">
                  <a:pos x="59" y="319"/>
                </a:cxn>
                <a:cxn ang="0">
                  <a:pos x="64" y="286"/>
                </a:cxn>
                <a:cxn ang="0">
                  <a:pos x="68" y="271"/>
                </a:cxn>
                <a:cxn ang="0">
                  <a:pos x="96" y="142"/>
                </a:cxn>
                <a:cxn ang="0">
                  <a:pos x="109" y="76"/>
                </a:cxn>
                <a:cxn ang="0">
                  <a:pos x="114" y="10"/>
                </a:cxn>
                <a:cxn ang="0">
                  <a:pos x="114" y="9"/>
                </a:cxn>
              </a:cxnLst>
              <a:rect l="0" t="0" r="r" b="b"/>
              <a:pathLst>
                <a:path w="114" h="507">
                  <a:moveTo>
                    <a:pt x="114" y="4"/>
                  </a:moveTo>
                  <a:lnTo>
                    <a:pt x="114" y="4"/>
                  </a:lnTo>
                  <a:lnTo>
                    <a:pt x="114" y="2"/>
                  </a:lnTo>
                  <a:lnTo>
                    <a:pt x="113" y="1"/>
                  </a:lnTo>
                  <a:lnTo>
                    <a:pt x="111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6" y="1"/>
                  </a:lnTo>
                  <a:lnTo>
                    <a:pt x="105" y="2"/>
                  </a:lnTo>
                  <a:lnTo>
                    <a:pt x="105" y="4"/>
                  </a:lnTo>
                  <a:lnTo>
                    <a:pt x="105" y="4"/>
                  </a:lnTo>
                  <a:lnTo>
                    <a:pt x="104" y="38"/>
                  </a:lnTo>
                  <a:lnTo>
                    <a:pt x="100" y="71"/>
                  </a:lnTo>
                  <a:lnTo>
                    <a:pt x="94" y="104"/>
                  </a:lnTo>
                  <a:lnTo>
                    <a:pt x="88" y="137"/>
                  </a:lnTo>
                  <a:lnTo>
                    <a:pt x="81" y="170"/>
                  </a:lnTo>
                  <a:lnTo>
                    <a:pt x="74" y="203"/>
                  </a:lnTo>
                  <a:lnTo>
                    <a:pt x="58" y="268"/>
                  </a:lnTo>
                  <a:lnTo>
                    <a:pt x="58" y="268"/>
                  </a:lnTo>
                  <a:lnTo>
                    <a:pt x="47" y="324"/>
                  </a:lnTo>
                  <a:lnTo>
                    <a:pt x="40" y="352"/>
                  </a:lnTo>
                  <a:lnTo>
                    <a:pt x="37" y="366"/>
                  </a:lnTo>
                  <a:lnTo>
                    <a:pt x="31" y="379"/>
                  </a:lnTo>
                  <a:lnTo>
                    <a:pt x="31" y="379"/>
                  </a:lnTo>
                  <a:lnTo>
                    <a:pt x="29" y="385"/>
                  </a:lnTo>
                  <a:lnTo>
                    <a:pt x="28" y="393"/>
                  </a:lnTo>
                  <a:lnTo>
                    <a:pt x="26" y="406"/>
                  </a:lnTo>
                  <a:lnTo>
                    <a:pt x="25" y="419"/>
                  </a:lnTo>
                  <a:lnTo>
                    <a:pt x="22" y="433"/>
                  </a:lnTo>
                  <a:lnTo>
                    <a:pt x="22" y="433"/>
                  </a:lnTo>
                  <a:lnTo>
                    <a:pt x="13" y="467"/>
                  </a:lnTo>
                  <a:lnTo>
                    <a:pt x="8" y="483"/>
                  </a:lnTo>
                  <a:lnTo>
                    <a:pt x="1" y="500"/>
                  </a:lnTo>
                  <a:lnTo>
                    <a:pt x="1" y="500"/>
                  </a:lnTo>
                  <a:lnTo>
                    <a:pt x="0" y="502"/>
                  </a:lnTo>
                  <a:lnTo>
                    <a:pt x="0" y="504"/>
                  </a:lnTo>
                  <a:lnTo>
                    <a:pt x="3" y="506"/>
                  </a:lnTo>
                  <a:lnTo>
                    <a:pt x="5" y="507"/>
                  </a:lnTo>
                  <a:lnTo>
                    <a:pt x="7" y="507"/>
                  </a:lnTo>
                  <a:lnTo>
                    <a:pt x="8" y="506"/>
                  </a:lnTo>
                  <a:lnTo>
                    <a:pt x="10" y="505"/>
                  </a:lnTo>
                  <a:lnTo>
                    <a:pt x="10" y="505"/>
                  </a:lnTo>
                  <a:lnTo>
                    <a:pt x="20" y="479"/>
                  </a:lnTo>
                  <a:lnTo>
                    <a:pt x="25" y="465"/>
                  </a:lnTo>
                  <a:lnTo>
                    <a:pt x="29" y="451"/>
                  </a:lnTo>
                  <a:lnTo>
                    <a:pt x="32" y="437"/>
                  </a:lnTo>
                  <a:lnTo>
                    <a:pt x="36" y="424"/>
                  </a:lnTo>
                  <a:lnTo>
                    <a:pt x="38" y="409"/>
                  </a:lnTo>
                  <a:lnTo>
                    <a:pt x="39" y="396"/>
                  </a:lnTo>
                  <a:lnTo>
                    <a:pt x="39" y="396"/>
                  </a:lnTo>
                  <a:lnTo>
                    <a:pt x="40" y="387"/>
                  </a:lnTo>
                  <a:lnTo>
                    <a:pt x="41" y="380"/>
                  </a:lnTo>
                  <a:lnTo>
                    <a:pt x="45" y="365"/>
                  </a:lnTo>
                  <a:lnTo>
                    <a:pt x="55" y="335"/>
                  </a:lnTo>
                  <a:lnTo>
                    <a:pt x="55" y="335"/>
                  </a:lnTo>
                  <a:lnTo>
                    <a:pt x="59" y="319"/>
                  </a:lnTo>
                  <a:lnTo>
                    <a:pt x="62" y="303"/>
                  </a:lnTo>
                  <a:lnTo>
                    <a:pt x="64" y="286"/>
                  </a:lnTo>
                  <a:lnTo>
                    <a:pt x="68" y="271"/>
                  </a:lnTo>
                  <a:lnTo>
                    <a:pt x="68" y="271"/>
                  </a:lnTo>
                  <a:lnTo>
                    <a:pt x="82" y="206"/>
                  </a:lnTo>
                  <a:lnTo>
                    <a:pt x="96" y="142"/>
                  </a:lnTo>
                  <a:lnTo>
                    <a:pt x="103" y="109"/>
                  </a:lnTo>
                  <a:lnTo>
                    <a:pt x="109" y="76"/>
                  </a:lnTo>
                  <a:lnTo>
                    <a:pt x="112" y="43"/>
                  </a:lnTo>
                  <a:lnTo>
                    <a:pt x="114" y="10"/>
                  </a:lnTo>
                  <a:lnTo>
                    <a:pt x="114" y="10"/>
                  </a:lnTo>
                  <a:lnTo>
                    <a:pt x="114" y="9"/>
                  </a:lnTo>
                  <a:lnTo>
                    <a:pt x="114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4" name="Freeform 920"/>
            <p:cNvSpPr/>
            <p:nvPr>
              <p:custDataLst>
                <p:tags r:id="rId20"/>
              </p:custDataLst>
            </p:nvPr>
          </p:nvSpPr>
          <p:spPr bwMode="auto">
            <a:xfrm>
              <a:off x="3857625" y="1504950"/>
              <a:ext cx="33338" cy="190500"/>
            </a:xfrm>
            <a:custGeom>
              <a:avLst/>
              <a:gdLst/>
              <a:ahLst/>
              <a:cxnLst>
                <a:cxn ang="0">
                  <a:pos x="54" y="2"/>
                </a:cxn>
                <a:cxn ang="0">
                  <a:pos x="48" y="11"/>
                </a:cxn>
                <a:cxn ang="0">
                  <a:pos x="45" y="24"/>
                </a:cxn>
                <a:cxn ang="0">
                  <a:pos x="46" y="44"/>
                </a:cxn>
                <a:cxn ang="0">
                  <a:pos x="46" y="50"/>
                </a:cxn>
                <a:cxn ang="0">
                  <a:pos x="42" y="74"/>
                </a:cxn>
                <a:cxn ang="0">
                  <a:pos x="31" y="123"/>
                </a:cxn>
                <a:cxn ang="0">
                  <a:pos x="29" y="147"/>
                </a:cxn>
                <a:cxn ang="0">
                  <a:pos x="28" y="162"/>
                </a:cxn>
                <a:cxn ang="0">
                  <a:pos x="24" y="206"/>
                </a:cxn>
                <a:cxn ang="0">
                  <a:pos x="13" y="265"/>
                </a:cxn>
                <a:cxn ang="0">
                  <a:pos x="11" y="275"/>
                </a:cxn>
                <a:cxn ang="0">
                  <a:pos x="9" y="306"/>
                </a:cxn>
                <a:cxn ang="0">
                  <a:pos x="8" y="319"/>
                </a:cxn>
                <a:cxn ang="0">
                  <a:pos x="0" y="354"/>
                </a:cxn>
                <a:cxn ang="0">
                  <a:pos x="0" y="356"/>
                </a:cxn>
                <a:cxn ang="0">
                  <a:pos x="4" y="360"/>
                </a:cxn>
                <a:cxn ang="0">
                  <a:pos x="7" y="360"/>
                </a:cxn>
                <a:cxn ang="0">
                  <a:pos x="9" y="357"/>
                </a:cxn>
                <a:cxn ang="0">
                  <a:pos x="16" y="325"/>
                </a:cxn>
                <a:cxn ang="0">
                  <a:pos x="19" y="292"/>
                </a:cxn>
                <a:cxn ang="0">
                  <a:pos x="20" y="280"/>
                </a:cxn>
                <a:cxn ang="0">
                  <a:pos x="27" y="240"/>
                </a:cxn>
                <a:cxn ang="0">
                  <a:pos x="35" y="201"/>
                </a:cxn>
                <a:cxn ang="0">
                  <a:pos x="37" y="188"/>
                </a:cxn>
                <a:cxn ang="0">
                  <a:pos x="38" y="161"/>
                </a:cxn>
                <a:cxn ang="0">
                  <a:pos x="40" y="133"/>
                </a:cxn>
                <a:cxn ang="0">
                  <a:pos x="44" y="109"/>
                </a:cxn>
                <a:cxn ang="0">
                  <a:pos x="50" y="85"/>
                </a:cxn>
                <a:cxn ang="0">
                  <a:pos x="57" y="53"/>
                </a:cxn>
                <a:cxn ang="0">
                  <a:pos x="57" y="43"/>
                </a:cxn>
                <a:cxn ang="0">
                  <a:pos x="56" y="24"/>
                </a:cxn>
                <a:cxn ang="0">
                  <a:pos x="56" y="15"/>
                </a:cxn>
                <a:cxn ang="0">
                  <a:pos x="60" y="8"/>
                </a:cxn>
                <a:cxn ang="0">
                  <a:pos x="62" y="7"/>
                </a:cxn>
                <a:cxn ang="0">
                  <a:pos x="62" y="3"/>
                </a:cxn>
                <a:cxn ang="0">
                  <a:pos x="58" y="0"/>
                </a:cxn>
                <a:cxn ang="0">
                  <a:pos x="54" y="2"/>
                </a:cxn>
              </a:cxnLst>
              <a:rect l="0" t="0" r="r" b="b"/>
              <a:pathLst>
                <a:path w="62" h="360">
                  <a:moveTo>
                    <a:pt x="54" y="2"/>
                  </a:moveTo>
                  <a:lnTo>
                    <a:pt x="54" y="2"/>
                  </a:lnTo>
                  <a:lnTo>
                    <a:pt x="50" y="6"/>
                  </a:lnTo>
                  <a:lnTo>
                    <a:pt x="48" y="11"/>
                  </a:lnTo>
                  <a:lnTo>
                    <a:pt x="46" y="17"/>
                  </a:lnTo>
                  <a:lnTo>
                    <a:pt x="45" y="24"/>
                  </a:lnTo>
                  <a:lnTo>
                    <a:pt x="46" y="38"/>
                  </a:lnTo>
                  <a:lnTo>
                    <a:pt x="46" y="44"/>
                  </a:lnTo>
                  <a:lnTo>
                    <a:pt x="46" y="50"/>
                  </a:lnTo>
                  <a:lnTo>
                    <a:pt x="46" y="50"/>
                  </a:lnTo>
                  <a:lnTo>
                    <a:pt x="44" y="62"/>
                  </a:lnTo>
                  <a:lnTo>
                    <a:pt x="42" y="74"/>
                  </a:lnTo>
                  <a:lnTo>
                    <a:pt x="36" y="99"/>
                  </a:lnTo>
                  <a:lnTo>
                    <a:pt x="31" y="123"/>
                  </a:lnTo>
                  <a:lnTo>
                    <a:pt x="29" y="135"/>
                  </a:lnTo>
                  <a:lnTo>
                    <a:pt x="29" y="147"/>
                  </a:lnTo>
                  <a:lnTo>
                    <a:pt x="29" y="147"/>
                  </a:lnTo>
                  <a:lnTo>
                    <a:pt x="28" y="162"/>
                  </a:lnTo>
                  <a:lnTo>
                    <a:pt x="27" y="177"/>
                  </a:lnTo>
                  <a:lnTo>
                    <a:pt x="24" y="206"/>
                  </a:lnTo>
                  <a:lnTo>
                    <a:pt x="19" y="236"/>
                  </a:lnTo>
                  <a:lnTo>
                    <a:pt x="13" y="265"/>
                  </a:lnTo>
                  <a:lnTo>
                    <a:pt x="13" y="265"/>
                  </a:lnTo>
                  <a:lnTo>
                    <a:pt x="11" y="275"/>
                  </a:lnTo>
                  <a:lnTo>
                    <a:pt x="10" y="286"/>
                  </a:lnTo>
                  <a:lnTo>
                    <a:pt x="9" y="306"/>
                  </a:lnTo>
                  <a:lnTo>
                    <a:pt x="9" y="306"/>
                  </a:lnTo>
                  <a:lnTo>
                    <a:pt x="8" y="319"/>
                  </a:lnTo>
                  <a:lnTo>
                    <a:pt x="5" y="331"/>
                  </a:lnTo>
                  <a:lnTo>
                    <a:pt x="0" y="354"/>
                  </a:lnTo>
                  <a:lnTo>
                    <a:pt x="0" y="354"/>
                  </a:lnTo>
                  <a:lnTo>
                    <a:pt x="0" y="356"/>
                  </a:lnTo>
                  <a:lnTo>
                    <a:pt x="1" y="358"/>
                  </a:lnTo>
                  <a:lnTo>
                    <a:pt x="4" y="360"/>
                  </a:lnTo>
                  <a:lnTo>
                    <a:pt x="6" y="360"/>
                  </a:lnTo>
                  <a:lnTo>
                    <a:pt x="7" y="360"/>
                  </a:lnTo>
                  <a:lnTo>
                    <a:pt x="8" y="359"/>
                  </a:lnTo>
                  <a:lnTo>
                    <a:pt x="9" y="357"/>
                  </a:lnTo>
                  <a:lnTo>
                    <a:pt x="9" y="357"/>
                  </a:lnTo>
                  <a:lnTo>
                    <a:pt x="16" y="325"/>
                  </a:lnTo>
                  <a:lnTo>
                    <a:pt x="18" y="309"/>
                  </a:lnTo>
                  <a:lnTo>
                    <a:pt x="19" y="292"/>
                  </a:lnTo>
                  <a:lnTo>
                    <a:pt x="19" y="292"/>
                  </a:lnTo>
                  <a:lnTo>
                    <a:pt x="20" y="280"/>
                  </a:lnTo>
                  <a:lnTo>
                    <a:pt x="22" y="266"/>
                  </a:lnTo>
                  <a:lnTo>
                    <a:pt x="27" y="240"/>
                  </a:lnTo>
                  <a:lnTo>
                    <a:pt x="33" y="215"/>
                  </a:lnTo>
                  <a:lnTo>
                    <a:pt x="35" y="201"/>
                  </a:lnTo>
                  <a:lnTo>
                    <a:pt x="37" y="188"/>
                  </a:lnTo>
                  <a:lnTo>
                    <a:pt x="37" y="188"/>
                  </a:lnTo>
                  <a:lnTo>
                    <a:pt x="38" y="174"/>
                  </a:lnTo>
                  <a:lnTo>
                    <a:pt x="38" y="161"/>
                  </a:lnTo>
                  <a:lnTo>
                    <a:pt x="39" y="146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4" y="109"/>
                  </a:lnTo>
                  <a:lnTo>
                    <a:pt x="50" y="85"/>
                  </a:lnTo>
                  <a:lnTo>
                    <a:pt x="50" y="85"/>
                  </a:lnTo>
                  <a:lnTo>
                    <a:pt x="55" y="65"/>
                  </a:lnTo>
                  <a:lnTo>
                    <a:pt x="57" y="53"/>
                  </a:lnTo>
                  <a:lnTo>
                    <a:pt x="57" y="43"/>
                  </a:lnTo>
                  <a:lnTo>
                    <a:pt x="57" y="43"/>
                  </a:lnTo>
                  <a:lnTo>
                    <a:pt x="56" y="34"/>
                  </a:lnTo>
                  <a:lnTo>
                    <a:pt x="56" y="24"/>
                  </a:lnTo>
                  <a:lnTo>
                    <a:pt x="56" y="19"/>
                  </a:lnTo>
                  <a:lnTo>
                    <a:pt x="56" y="15"/>
                  </a:lnTo>
                  <a:lnTo>
                    <a:pt x="58" y="11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2" y="7"/>
                  </a:lnTo>
                  <a:lnTo>
                    <a:pt x="62" y="5"/>
                  </a:lnTo>
                  <a:lnTo>
                    <a:pt x="62" y="3"/>
                  </a:lnTo>
                  <a:lnTo>
                    <a:pt x="61" y="2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4" y="2"/>
                  </a:lnTo>
                  <a:lnTo>
                    <a:pt x="54" y="2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5" name="Freeform 921"/>
            <p:cNvSpPr/>
            <p:nvPr>
              <p:custDataLst>
                <p:tags r:id="rId21"/>
              </p:custDataLst>
            </p:nvPr>
          </p:nvSpPr>
          <p:spPr bwMode="auto">
            <a:xfrm>
              <a:off x="3883025" y="1544638"/>
              <a:ext cx="22225" cy="130175"/>
            </a:xfrm>
            <a:custGeom>
              <a:avLst/>
              <a:gdLst/>
              <a:ahLst/>
              <a:cxnLst>
                <a:cxn ang="0">
                  <a:pos x="33" y="4"/>
                </a:cxn>
                <a:cxn ang="0">
                  <a:pos x="33" y="4"/>
                </a:cxn>
                <a:cxn ang="0">
                  <a:pos x="33" y="37"/>
                </a:cxn>
                <a:cxn ang="0">
                  <a:pos x="29" y="69"/>
                </a:cxn>
                <a:cxn ang="0">
                  <a:pos x="25" y="101"/>
                </a:cxn>
                <a:cxn ang="0">
                  <a:pos x="23" y="117"/>
                </a:cxn>
                <a:cxn ang="0">
                  <a:pos x="19" y="133"/>
                </a:cxn>
                <a:cxn ang="0">
                  <a:pos x="19" y="133"/>
                </a:cxn>
                <a:cxn ang="0">
                  <a:pos x="13" y="156"/>
                </a:cxn>
                <a:cxn ang="0">
                  <a:pos x="11" y="167"/>
                </a:cxn>
                <a:cxn ang="0">
                  <a:pos x="10" y="179"/>
                </a:cxn>
                <a:cxn ang="0">
                  <a:pos x="10" y="179"/>
                </a:cxn>
                <a:cxn ang="0">
                  <a:pos x="8" y="194"/>
                </a:cxn>
                <a:cxn ang="0">
                  <a:pos x="5" y="210"/>
                </a:cxn>
                <a:cxn ang="0">
                  <a:pos x="2" y="225"/>
                </a:cxn>
                <a:cxn ang="0">
                  <a:pos x="0" y="242"/>
                </a:cxn>
                <a:cxn ang="0">
                  <a:pos x="0" y="242"/>
                </a:cxn>
                <a:cxn ang="0">
                  <a:pos x="0" y="244"/>
                </a:cxn>
                <a:cxn ang="0">
                  <a:pos x="1" y="245"/>
                </a:cxn>
                <a:cxn ang="0">
                  <a:pos x="3" y="246"/>
                </a:cxn>
                <a:cxn ang="0">
                  <a:pos x="4" y="246"/>
                </a:cxn>
                <a:cxn ang="0">
                  <a:pos x="6" y="246"/>
                </a:cxn>
                <a:cxn ang="0">
                  <a:pos x="8" y="245"/>
                </a:cxn>
                <a:cxn ang="0">
                  <a:pos x="9" y="244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11" y="227"/>
                </a:cxn>
                <a:cxn ang="0">
                  <a:pos x="14" y="214"/>
                </a:cxn>
                <a:cxn ang="0">
                  <a:pos x="17" y="199"/>
                </a:cxn>
                <a:cxn ang="0">
                  <a:pos x="18" y="193"/>
                </a:cxn>
                <a:cxn ang="0">
                  <a:pos x="18" y="186"/>
                </a:cxn>
                <a:cxn ang="0">
                  <a:pos x="18" y="186"/>
                </a:cxn>
                <a:cxn ang="0">
                  <a:pos x="19" y="177"/>
                </a:cxn>
                <a:cxn ang="0">
                  <a:pos x="20" y="169"/>
                </a:cxn>
                <a:cxn ang="0">
                  <a:pos x="24" y="152"/>
                </a:cxn>
                <a:cxn ang="0">
                  <a:pos x="28" y="135"/>
                </a:cxn>
                <a:cxn ang="0">
                  <a:pos x="32" y="119"/>
                </a:cxn>
                <a:cxn ang="0">
                  <a:pos x="32" y="119"/>
                </a:cxn>
                <a:cxn ang="0">
                  <a:pos x="37" y="90"/>
                </a:cxn>
                <a:cxn ang="0">
                  <a:pos x="40" y="62"/>
                </a:cxn>
                <a:cxn ang="0">
                  <a:pos x="42" y="33"/>
                </a:cxn>
                <a:cxn ang="0">
                  <a:pos x="42" y="4"/>
                </a:cxn>
                <a:cxn ang="0">
                  <a:pos x="42" y="4"/>
                </a:cxn>
                <a:cxn ang="0">
                  <a:pos x="42" y="2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5" y="1"/>
                </a:cxn>
                <a:cxn ang="0">
                  <a:pos x="34" y="2"/>
                </a:cxn>
                <a:cxn ang="0">
                  <a:pos x="33" y="4"/>
                </a:cxn>
                <a:cxn ang="0">
                  <a:pos x="33" y="4"/>
                </a:cxn>
              </a:cxnLst>
              <a:rect l="0" t="0" r="r" b="b"/>
              <a:pathLst>
                <a:path w="42" h="246">
                  <a:moveTo>
                    <a:pt x="33" y="4"/>
                  </a:moveTo>
                  <a:lnTo>
                    <a:pt x="33" y="4"/>
                  </a:lnTo>
                  <a:lnTo>
                    <a:pt x="33" y="37"/>
                  </a:lnTo>
                  <a:lnTo>
                    <a:pt x="29" y="69"/>
                  </a:lnTo>
                  <a:lnTo>
                    <a:pt x="25" y="101"/>
                  </a:lnTo>
                  <a:lnTo>
                    <a:pt x="23" y="117"/>
                  </a:lnTo>
                  <a:lnTo>
                    <a:pt x="19" y="133"/>
                  </a:lnTo>
                  <a:lnTo>
                    <a:pt x="19" y="133"/>
                  </a:lnTo>
                  <a:lnTo>
                    <a:pt x="13" y="156"/>
                  </a:lnTo>
                  <a:lnTo>
                    <a:pt x="11" y="167"/>
                  </a:lnTo>
                  <a:lnTo>
                    <a:pt x="10" y="179"/>
                  </a:lnTo>
                  <a:lnTo>
                    <a:pt x="10" y="179"/>
                  </a:lnTo>
                  <a:lnTo>
                    <a:pt x="8" y="194"/>
                  </a:lnTo>
                  <a:lnTo>
                    <a:pt x="5" y="210"/>
                  </a:lnTo>
                  <a:lnTo>
                    <a:pt x="2" y="225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0" y="244"/>
                  </a:lnTo>
                  <a:lnTo>
                    <a:pt x="1" y="245"/>
                  </a:lnTo>
                  <a:lnTo>
                    <a:pt x="3" y="246"/>
                  </a:lnTo>
                  <a:lnTo>
                    <a:pt x="4" y="246"/>
                  </a:lnTo>
                  <a:lnTo>
                    <a:pt x="6" y="246"/>
                  </a:lnTo>
                  <a:lnTo>
                    <a:pt x="8" y="245"/>
                  </a:lnTo>
                  <a:lnTo>
                    <a:pt x="9" y="244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11" y="227"/>
                  </a:lnTo>
                  <a:lnTo>
                    <a:pt x="14" y="214"/>
                  </a:lnTo>
                  <a:lnTo>
                    <a:pt x="17" y="199"/>
                  </a:lnTo>
                  <a:lnTo>
                    <a:pt x="18" y="193"/>
                  </a:lnTo>
                  <a:lnTo>
                    <a:pt x="18" y="186"/>
                  </a:lnTo>
                  <a:lnTo>
                    <a:pt x="18" y="186"/>
                  </a:lnTo>
                  <a:lnTo>
                    <a:pt x="19" y="177"/>
                  </a:lnTo>
                  <a:lnTo>
                    <a:pt x="20" y="169"/>
                  </a:lnTo>
                  <a:lnTo>
                    <a:pt x="24" y="152"/>
                  </a:lnTo>
                  <a:lnTo>
                    <a:pt x="28" y="135"/>
                  </a:lnTo>
                  <a:lnTo>
                    <a:pt x="32" y="119"/>
                  </a:lnTo>
                  <a:lnTo>
                    <a:pt x="32" y="119"/>
                  </a:lnTo>
                  <a:lnTo>
                    <a:pt x="37" y="90"/>
                  </a:lnTo>
                  <a:lnTo>
                    <a:pt x="40" y="62"/>
                  </a:lnTo>
                  <a:lnTo>
                    <a:pt x="42" y="33"/>
                  </a:lnTo>
                  <a:lnTo>
                    <a:pt x="42" y="4"/>
                  </a:lnTo>
                  <a:lnTo>
                    <a:pt x="42" y="4"/>
                  </a:lnTo>
                  <a:lnTo>
                    <a:pt x="42" y="2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5" y="1"/>
                  </a:lnTo>
                  <a:lnTo>
                    <a:pt x="34" y="2"/>
                  </a:lnTo>
                  <a:lnTo>
                    <a:pt x="33" y="4"/>
                  </a:lnTo>
                  <a:lnTo>
                    <a:pt x="33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6" name="Freeform 922"/>
            <p:cNvSpPr/>
            <p:nvPr>
              <p:custDataLst>
                <p:tags r:id="rId22"/>
              </p:custDataLst>
            </p:nvPr>
          </p:nvSpPr>
          <p:spPr bwMode="auto">
            <a:xfrm>
              <a:off x="3454400" y="1239838"/>
              <a:ext cx="25400" cy="6508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12"/>
                </a:cxn>
                <a:cxn ang="0">
                  <a:pos x="36" y="19"/>
                </a:cxn>
                <a:cxn ang="0">
                  <a:pos x="31" y="34"/>
                </a:cxn>
                <a:cxn ang="0">
                  <a:pos x="26" y="47"/>
                </a:cxn>
                <a:cxn ang="0">
                  <a:pos x="18" y="62"/>
                </a:cxn>
                <a:cxn ang="0">
                  <a:pos x="12" y="75"/>
                </a:cxn>
                <a:cxn ang="0">
                  <a:pos x="6" y="89"/>
                </a:cxn>
                <a:cxn ang="0">
                  <a:pos x="2" y="103"/>
                </a:cxn>
                <a:cxn ang="0">
                  <a:pos x="1" y="110"/>
                </a:cxn>
                <a:cxn ang="0">
                  <a:pos x="0" y="117"/>
                </a:cxn>
                <a:cxn ang="0">
                  <a:pos x="0" y="117"/>
                </a:cxn>
                <a:cxn ang="0">
                  <a:pos x="0" y="120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0"/>
                </a:cxn>
                <a:cxn ang="0">
                  <a:pos x="9" y="117"/>
                </a:cxn>
                <a:cxn ang="0">
                  <a:pos x="9" y="117"/>
                </a:cxn>
                <a:cxn ang="0">
                  <a:pos x="10" y="109"/>
                </a:cxn>
                <a:cxn ang="0">
                  <a:pos x="12" y="101"/>
                </a:cxn>
                <a:cxn ang="0">
                  <a:pos x="15" y="94"/>
                </a:cxn>
                <a:cxn ang="0">
                  <a:pos x="19" y="86"/>
                </a:cxn>
                <a:cxn ang="0">
                  <a:pos x="27" y="73"/>
                </a:cxn>
                <a:cxn ang="0">
                  <a:pos x="30" y="65"/>
                </a:cxn>
                <a:cxn ang="0">
                  <a:pos x="33" y="58"/>
                </a:cxn>
                <a:cxn ang="0">
                  <a:pos x="33" y="58"/>
                </a:cxn>
                <a:cxn ang="0">
                  <a:pos x="42" y="32"/>
                </a:cxn>
                <a:cxn ang="0">
                  <a:pos x="45" y="18"/>
                </a:cxn>
                <a:cxn ang="0">
                  <a:pos x="47" y="4"/>
                </a:cxn>
                <a:cxn ang="0">
                  <a:pos x="47" y="4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4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7" h="123">
                  <a:moveTo>
                    <a:pt x="38" y="4"/>
                  </a:moveTo>
                  <a:lnTo>
                    <a:pt x="38" y="4"/>
                  </a:lnTo>
                  <a:lnTo>
                    <a:pt x="37" y="12"/>
                  </a:lnTo>
                  <a:lnTo>
                    <a:pt x="36" y="19"/>
                  </a:lnTo>
                  <a:lnTo>
                    <a:pt x="31" y="34"/>
                  </a:lnTo>
                  <a:lnTo>
                    <a:pt x="26" y="47"/>
                  </a:lnTo>
                  <a:lnTo>
                    <a:pt x="18" y="62"/>
                  </a:lnTo>
                  <a:lnTo>
                    <a:pt x="12" y="75"/>
                  </a:lnTo>
                  <a:lnTo>
                    <a:pt x="6" y="89"/>
                  </a:lnTo>
                  <a:lnTo>
                    <a:pt x="2" y="103"/>
                  </a:lnTo>
                  <a:lnTo>
                    <a:pt x="1" y="110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0" y="120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0"/>
                  </a:lnTo>
                  <a:lnTo>
                    <a:pt x="9" y="117"/>
                  </a:lnTo>
                  <a:lnTo>
                    <a:pt x="9" y="117"/>
                  </a:lnTo>
                  <a:lnTo>
                    <a:pt x="10" y="109"/>
                  </a:lnTo>
                  <a:lnTo>
                    <a:pt x="12" y="101"/>
                  </a:lnTo>
                  <a:lnTo>
                    <a:pt x="15" y="94"/>
                  </a:lnTo>
                  <a:lnTo>
                    <a:pt x="19" y="86"/>
                  </a:lnTo>
                  <a:lnTo>
                    <a:pt x="27" y="73"/>
                  </a:lnTo>
                  <a:lnTo>
                    <a:pt x="30" y="65"/>
                  </a:lnTo>
                  <a:lnTo>
                    <a:pt x="33" y="58"/>
                  </a:lnTo>
                  <a:lnTo>
                    <a:pt x="33" y="58"/>
                  </a:lnTo>
                  <a:lnTo>
                    <a:pt x="42" y="32"/>
                  </a:lnTo>
                  <a:lnTo>
                    <a:pt x="45" y="18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4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7" name="Freeform 923"/>
            <p:cNvSpPr/>
            <p:nvPr>
              <p:custDataLst>
                <p:tags r:id="rId23"/>
              </p:custDataLst>
            </p:nvPr>
          </p:nvSpPr>
          <p:spPr bwMode="auto">
            <a:xfrm>
              <a:off x="3471863" y="1241425"/>
              <a:ext cx="26988" cy="77788"/>
            </a:xfrm>
            <a:custGeom>
              <a:avLst/>
              <a:gdLst/>
              <a:ahLst/>
              <a:cxnLst>
                <a:cxn ang="0">
                  <a:pos x="43" y="5"/>
                </a:cxn>
                <a:cxn ang="0">
                  <a:pos x="43" y="5"/>
                </a:cxn>
                <a:cxn ang="0">
                  <a:pos x="42" y="13"/>
                </a:cxn>
                <a:cxn ang="0">
                  <a:pos x="40" y="23"/>
                </a:cxn>
                <a:cxn ang="0">
                  <a:pos x="35" y="40"/>
                </a:cxn>
                <a:cxn ang="0">
                  <a:pos x="29" y="57"/>
                </a:cxn>
                <a:cxn ang="0">
                  <a:pos x="21" y="73"/>
                </a:cxn>
                <a:cxn ang="0">
                  <a:pos x="14" y="91"/>
                </a:cxn>
                <a:cxn ang="0">
                  <a:pos x="7" y="107"/>
                </a:cxn>
                <a:cxn ang="0">
                  <a:pos x="3" y="125"/>
                </a:cxn>
                <a:cxn ang="0">
                  <a:pos x="1" y="133"/>
                </a:cxn>
                <a:cxn ang="0">
                  <a:pos x="0" y="142"/>
                </a:cxn>
                <a:cxn ang="0">
                  <a:pos x="0" y="142"/>
                </a:cxn>
                <a:cxn ang="0">
                  <a:pos x="1" y="144"/>
                </a:cxn>
                <a:cxn ang="0">
                  <a:pos x="1" y="145"/>
                </a:cxn>
                <a:cxn ang="0">
                  <a:pos x="3" y="146"/>
                </a:cxn>
                <a:cxn ang="0">
                  <a:pos x="5" y="146"/>
                </a:cxn>
                <a:cxn ang="0">
                  <a:pos x="6" y="146"/>
                </a:cxn>
                <a:cxn ang="0">
                  <a:pos x="8" y="145"/>
                </a:cxn>
                <a:cxn ang="0">
                  <a:pos x="9" y="144"/>
                </a:cxn>
                <a:cxn ang="0">
                  <a:pos x="9" y="142"/>
                </a:cxn>
                <a:cxn ang="0">
                  <a:pos x="9" y="142"/>
                </a:cxn>
                <a:cxn ang="0">
                  <a:pos x="10" y="133"/>
                </a:cxn>
                <a:cxn ang="0">
                  <a:pos x="12" y="125"/>
                </a:cxn>
                <a:cxn ang="0">
                  <a:pos x="17" y="107"/>
                </a:cxn>
                <a:cxn ang="0">
                  <a:pos x="24" y="91"/>
                </a:cxn>
                <a:cxn ang="0">
                  <a:pos x="31" y="73"/>
                </a:cxn>
                <a:cxn ang="0">
                  <a:pos x="38" y="57"/>
                </a:cxn>
                <a:cxn ang="0">
                  <a:pos x="44" y="40"/>
                </a:cxn>
                <a:cxn ang="0">
                  <a:pos x="49" y="23"/>
                </a:cxn>
                <a:cxn ang="0">
                  <a:pos x="51" y="13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1" y="3"/>
                </a:cxn>
                <a:cxn ang="0">
                  <a:pos x="51" y="2"/>
                </a:cxn>
                <a:cxn ang="0">
                  <a:pos x="49" y="1"/>
                </a:cxn>
                <a:cxn ang="0">
                  <a:pos x="47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5"/>
                </a:cxn>
                <a:cxn ang="0">
                  <a:pos x="43" y="5"/>
                </a:cxn>
              </a:cxnLst>
              <a:rect l="0" t="0" r="r" b="b"/>
              <a:pathLst>
                <a:path w="52" h="146">
                  <a:moveTo>
                    <a:pt x="43" y="5"/>
                  </a:moveTo>
                  <a:lnTo>
                    <a:pt x="43" y="5"/>
                  </a:lnTo>
                  <a:lnTo>
                    <a:pt x="42" y="13"/>
                  </a:lnTo>
                  <a:lnTo>
                    <a:pt x="40" y="23"/>
                  </a:lnTo>
                  <a:lnTo>
                    <a:pt x="35" y="40"/>
                  </a:lnTo>
                  <a:lnTo>
                    <a:pt x="29" y="57"/>
                  </a:lnTo>
                  <a:lnTo>
                    <a:pt x="21" y="73"/>
                  </a:lnTo>
                  <a:lnTo>
                    <a:pt x="14" y="91"/>
                  </a:lnTo>
                  <a:lnTo>
                    <a:pt x="7" y="107"/>
                  </a:lnTo>
                  <a:lnTo>
                    <a:pt x="3" y="125"/>
                  </a:lnTo>
                  <a:lnTo>
                    <a:pt x="1" y="133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4"/>
                  </a:lnTo>
                  <a:lnTo>
                    <a:pt x="1" y="145"/>
                  </a:lnTo>
                  <a:lnTo>
                    <a:pt x="3" y="146"/>
                  </a:lnTo>
                  <a:lnTo>
                    <a:pt x="5" y="146"/>
                  </a:lnTo>
                  <a:lnTo>
                    <a:pt x="6" y="146"/>
                  </a:lnTo>
                  <a:lnTo>
                    <a:pt x="8" y="145"/>
                  </a:lnTo>
                  <a:lnTo>
                    <a:pt x="9" y="144"/>
                  </a:lnTo>
                  <a:lnTo>
                    <a:pt x="9" y="142"/>
                  </a:lnTo>
                  <a:lnTo>
                    <a:pt x="9" y="142"/>
                  </a:lnTo>
                  <a:lnTo>
                    <a:pt x="10" y="133"/>
                  </a:lnTo>
                  <a:lnTo>
                    <a:pt x="12" y="125"/>
                  </a:lnTo>
                  <a:lnTo>
                    <a:pt x="17" y="107"/>
                  </a:lnTo>
                  <a:lnTo>
                    <a:pt x="24" y="91"/>
                  </a:lnTo>
                  <a:lnTo>
                    <a:pt x="31" y="73"/>
                  </a:lnTo>
                  <a:lnTo>
                    <a:pt x="38" y="57"/>
                  </a:lnTo>
                  <a:lnTo>
                    <a:pt x="44" y="40"/>
                  </a:lnTo>
                  <a:lnTo>
                    <a:pt x="49" y="23"/>
                  </a:lnTo>
                  <a:lnTo>
                    <a:pt x="51" y="13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1" y="3"/>
                  </a:lnTo>
                  <a:lnTo>
                    <a:pt x="51" y="2"/>
                  </a:lnTo>
                  <a:lnTo>
                    <a:pt x="49" y="1"/>
                  </a:lnTo>
                  <a:lnTo>
                    <a:pt x="47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5"/>
                  </a:lnTo>
                  <a:lnTo>
                    <a:pt x="43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8" name="Freeform 924"/>
            <p:cNvSpPr/>
            <p:nvPr>
              <p:custDataLst>
                <p:tags r:id="rId24"/>
              </p:custDataLst>
            </p:nvPr>
          </p:nvSpPr>
          <p:spPr bwMode="auto">
            <a:xfrm>
              <a:off x="3497263" y="1241425"/>
              <a:ext cx="34925" cy="100013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54" y="12"/>
                </a:cxn>
                <a:cxn ang="0">
                  <a:pos x="50" y="20"/>
                </a:cxn>
                <a:cxn ang="0">
                  <a:pos x="47" y="31"/>
                </a:cxn>
                <a:cxn ang="0">
                  <a:pos x="45" y="42"/>
                </a:cxn>
                <a:cxn ang="0">
                  <a:pos x="30" y="86"/>
                </a:cxn>
                <a:cxn ang="0">
                  <a:pos x="24" y="99"/>
                </a:cxn>
                <a:cxn ang="0">
                  <a:pos x="12" y="128"/>
                </a:cxn>
                <a:cxn ang="0">
                  <a:pos x="9" y="138"/>
                </a:cxn>
                <a:cxn ang="0">
                  <a:pos x="7" y="149"/>
                </a:cxn>
                <a:cxn ang="0">
                  <a:pos x="6" y="167"/>
                </a:cxn>
                <a:cxn ang="0">
                  <a:pos x="4" y="179"/>
                </a:cxn>
                <a:cxn ang="0">
                  <a:pos x="1" y="182"/>
                </a:cxn>
                <a:cxn ang="0">
                  <a:pos x="0" y="185"/>
                </a:cxn>
                <a:cxn ang="0">
                  <a:pos x="1" y="188"/>
                </a:cxn>
                <a:cxn ang="0">
                  <a:pos x="6" y="189"/>
                </a:cxn>
                <a:cxn ang="0">
                  <a:pos x="9" y="189"/>
                </a:cxn>
                <a:cxn ang="0">
                  <a:pos x="15" y="179"/>
                </a:cxn>
                <a:cxn ang="0">
                  <a:pos x="16" y="167"/>
                </a:cxn>
                <a:cxn ang="0">
                  <a:pos x="15" y="159"/>
                </a:cxn>
                <a:cxn ang="0">
                  <a:pos x="17" y="142"/>
                </a:cxn>
                <a:cxn ang="0">
                  <a:pos x="25" y="119"/>
                </a:cxn>
                <a:cxn ang="0">
                  <a:pos x="32" y="103"/>
                </a:cxn>
                <a:cxn ang="0">
                  <a:pos x="42" y="80"/>
                </a:cxn>
                <a:cxn ang="0">
                  <a:pos x="49" y="58"/>
                </a:cxn>
                <a:cxn ang="0">
                  <a:pos x="57" y="30"/>
                </a:cxn>
                <a:cxn ang="0">
                  <a:pos x="59" y="24"/>
                </a:cxn>
                <a:cxn ang="0">
                  <a:pos x="64" y="12"/>
                </a:cxn>
                <a:cxn ang="0">
                  <a:pos x="66" y="6"/>
                </a:cxn>
                <a:cxn ang="0">
                  <a:pos x="65" y="2"/>
                </a:cxn>
                <a:cxn ang="0">
                  <a:pos x="61" y="0"/>
                </a:cxn>
                <a:cxn ang="0">
                  <a:pos x="58" y="2"/>
                </a:cxn>
                <a:cxn ang="0">
                  <a:pos x="57" y="4"/>
                </a:cxn>
              </a:cxnLst>
              <a:rect l="0" t="0" r="r" b="b"/>
              <a:pathLst>
                <a:path w="66" h="190">
                  <a:moveTo>
                    <a:pt x="57" y="4"/>
                  </a:moveTo>
                  <a:lnTo>
                    <a:pt x="57" y="4"/>
                  </a:lnTo>
                  <a:lnTo>
                    <a:pt x="56" y="8"/>
                  </a:lnTo>
                  <a:lnTo>
                    <a:pt x="54" y="12"/>
                  </a:lnTo>
                  <a:lnTo>
                    <a:pt x="50" y="20"/>
                  </a:lnTo>
                  <a:lnTo>
                    <a:pt x="50" y="20"/>
                  </a:lnTo>
                  <a:lnTo>
                    <a:pt x="48" y="26"/>
                  </a:lnTo>
                  <a:lnTo>
                    <a:pt x="47" y="31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5" y="71"/>
                  </a:lnTo>
                  <a:lnTo>
                    <a:pt x="30" y="86"/>
                  </a:lnTo>
                  <a:lnTo>
                    <a:pt x="24" y="99"/>
                  </a:lnTo>
                  <a:lnTo>
                    <a:pt x="24" y="99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9" y="138"/>
                  </a:lnTo>
                  <a:lnTo>
                    <a:pt x="9" y="138"/>
                  </a:lnTo>
                  <a:lnTo>
                    <a:pt x="7" y="142"/>
                  </a:lnTo>
                  <a:lnTo>
                    <a:pt x="7" y="149"/>
                  </a:lnTo>
                  <a:lnTo>
                    <a:pt x="6" y="161"/>
                  </a:lnTo>
                  <a:lnTo>
                    <a:pt x="6" y="167"/>
                  </a:lnTo>
                  <a:lnTo>
                    <a:pt x="5" y="173"/>
                  </a:lnTo>
                  <a:lnTo>
                    <a:pt x="4" y="179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0" y="184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1" y="188"/>
                  </a:lnTo>
                  <a:lnTo>
                    <a:pt x="4" y="190"/>
                  </a:lnTo>
                  <a:lnTo>
                    <a:pt x="6" y="189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13" y="184"/>
                  </a:lnTo>
                  <a:lnTo>
                    <a:pt x="15" y="179"/>
                  </a:lnTo>
                  <a:lnTo>
                    <a:pt x="16" y="173"/>
                  </a:lnTo>
                  <a:lnTo>
                    <a:pt x="16" y="167"/>
                  </a:lnTo>
                  <a:lnTo>
                    <a:pt x="16" y="167"/>
                  </a:lnTo>
                  <a:lnTo>
                    <a:pt x="15" y="159"/>
                  </a:lnTo>
                  <a:lnTo>
                    <a:pt x="16" y="151"/>
                  </a:lnTo>
                  <a:lnTo>
                    <a:pt x="17" y="142"/>
                  </a:lnTo>
                  <a:lnTo>
                    <a:pt x="19" y="134"/>
                  </a:lnTo>
                  <a:lnTo>
                    <a:pt x="25" y="119"/>
                  </a:lnTo>
                  <a:lnTo>
                    <a:pt x="32" y="103"/>
                  </a:lnTo>
                  <a:lnTo>
                    <a:pt x="32" y="103"/>
                  </a:lnTo>
                  <a:lnTo>
                    <a:pt x="37" y="92"/>
                  </a:lnTo>
                  <a:lnTo>
                    <a:pt x="42" y="80"/>
                  </a:lnTo>
                  <a:lnTo>
                    <a:pt x="49" y="58"/>
                  </a:lnTo>
                  <a:lnTo>
                    <a:pt x="49" y="58"/>
                  </a:lnTo>
                  <a:lnTo>
                    <a:pt x="53" y="44"/>
                  </a:lnTo>
                  <a:lnTo>
                    <a:pt x="57" y="30"/>
                  </a:lnTo>
                  <a:lnTo>
                    <a:pt x="57" y="30"/>
                  </a:lnTo>
                  <a:lnTo>
                    <a:pt x="59" y="24"/>
                  </a:lnTo>
                  <a:lnTo>
                    <a:pt x="62" y="18"/>
                  </a:lnTo>
                  <a:lnTo>
                    <a:pt x="64" y="12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4"/>
                  </a:lnTo>
                  <a:lnTo>
                    <a:pt x="65" y="2"/>
                  </a:lnTo>
                  <a:lnTo>
                    <a:pt x="63" y="1"/>
                  </a:lnTo>
                  <a:lnTo>
                    <a:pt x="61" y="0"/>
                  </a:lnTo>
                  <a:lnTo>
                    <a:pt x="59" y="1"/>
                  </a:lnTo>
                  <a:lnTo>
                    <a:pt x="58" y="2"/>
                  </a:lnTo>
                  <a:lnTo>
                    <a:pt x="57" y="4"/>
                  </a:lnTo>
                  <a:lnTo>
                    <a:pt x="57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9" name="Freeform 925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3362325" y="1298575"/>
              <a:ext cx="142875" cy="146050"/>
            </a:xfrm>
            <a:custGeom>
              <a:avLst/>
              <a:gdLst/>
              <a:ahLst/>
              <a:cxnLst>
                <a:cxn ang="0">
                  <a:pos x="131" y="277"/>
                </a:cxn>
                <a:cxn ang="0">
                  <a:pos x="96" y="271"/>
                </a:cxn>
                <a:cxn ang="0">
                  <a:pos x="62" y="257"/>
                </a:cxn>
                <a:cxn ang="0">
                  <a:pos x="34" y="236"/>
                </a:cxn>
                <a:cxn ang="0">
                  <a:pos x="13" y="206"/>
                </a:cxn>
                <a:cxn ang="0">
                  <a:pos x="1" y="168"/>
                </a:cxn>
                <a:cxn ang="0">
                  <a:pos x="0" y="139"/>
                </a:cxn>
                <a:cxn ang="0">
                  <a:pos x="8" y="98"/>
                </a:cxn>
                <a:cxn ang="0">
                  <a:pos x="27" y="61"/>
                </a:cxn>
                <a:cxn ang="0">
                  <a:pos x="55" y="31"/>
                </a:cxn>
                <a:cxn ang="0">
                  <a:pos x="91" y="10"/>
                </a:cxn>
                <a:cxn ang="0">
                  <a:pos x="118" y="0"/>
                </a:cxn>
                <a:cxn ang="0">
                  <a:pos x="128" y="1"/>
                </a:cxn>
                <a:cxn ang="0">
                  <a:pos x="138" y="9"/>
                </a:cxn>
                <a:cxn ang="0">
                  <a:pos x="146" y="14"/>
                </a:cxn>
                <a:cxn ang="0">
                  <a:pos x="183" y="24"/>
                </a:cxn>
                <a:cxn ang="0">
                  <a:pos x="214" y="41"/>
                </a:cxn>
                <a:cxn ang="0">
                  <a:pos x="239" y="63"/>
                </a:cxn>
                <a:cxn ang="0">
                  <a:pos x="257" y="90"/>
                </a:cxn>
                <a:cxn ang="0">
                  <a:pos x="268" y="122"/>
                </a:cxn>
                <a:cxn ang="0">
                  <a:pos x="271" y="145"/>
                </a:cxn>
                <a:cxn ang="0">
                  <a:pos x="268" y="179"/>
                </a:cxn>
                <a:cxn ang="0">
                  <a:pos x="255" y="212"/>
                </a:cxn>
                <a:cxn ang="0">
                  <a:pos x="236" y="241"/>
                </a:cxn>
                <a:cxn ang="0">
                  <a:pos x="209" y="263"/>
                </a:cxn>
                <a:cxn ang="0">
                  <a:pos x="174" y="275"/>
                </a:cxn>
                <a:cxn ang="0">
                  <a:pos x="144" y="277"/>
                </a:cxn>
                <a:cxn ang="0">
                  <a:pos x="101" y="48"/>
                </a:cxn>
                <a:cxn ang="0">
                  <a:pos x="62" y="79"/>
                </a:cxn>
                <a:cxn ang="0">
                  <a:pos x="48" y="100"/>
                </a:cxn>
                <a:cxn ang="0">
                  <a:pos x="38" y="126"/>
                </a:cxn>
                <a:cxn ang="0">
                  <a:pos x="37" y="153"/>
                </a:cxn>
                <a:cxn ang="0">
                  <a:pos x="41" y="172"/>
                </a:cxn>
                <a:cxn ang="0">
                  <a:pos x="52" y="194"/>
                </a:cxn>
                <a:cxn ang="0">
                  <a:pos x="67" y="214"/>
                </a:cxn>
                <a:cxn ang="0">
                  <a:pos x="88" y="229"/>
                </a:cxn>
                <a:cxn ang="0">
                  <a:pos x="112" y="238"/>
                </a:cxn>
                <a:cxn ang="0">
                  <a:pos x="139" y="241"/>
                </a:cxn>
                <a:cxn ang="0">
                  <a:pos x="155" y="240"/>
                </a:cxn>
                <a:cxn ang="0">
                  <a:pos x="171" y="236"/>
                </a:cxn>
                <a:cxn ang="0">
                  <a:pos x="194" y="224"/>
                </a:cxn>
                <a:cxn ang="0">
                  <a:pos x="213" y="208"/>
                </a:cxn>
                <a:cxn ang="0">
                  <a:pos x="225" y="187"/>
                </a:cxn>
                <a:cxn ang="0">
                  <a:pos x="233" y="163"/>
                </a:cxn>
                <a:cxn ang="0">
                  <a:pos x="233" y="139"/>
                </a:cxn>
                <a:cxn ang="0">
                  <a:pos x="228" y="121"/>
                </a:cxn>
                <a:cxn ang="0">
                  <a:pos x="216" y="97"/>
                </a:cxn>
                <a:cxn ang="0">
                  <a:pos x="199" y="78"/>
                </a:cxn>
                <a:cxn ang="0">
                  <a:pos x="177" y="63"/>
                </a:cxn>
                <a:cxn ang="0">
                  <a:pos x="150" y="53"/>
                </a:cxn>
                <a:cxn ang="0">
                  <a:pos x="119" y="49"/>
                </a:cxn>
                <a:cxn ang="0">
                  <a:pos x="112" y="47"/>
                </a:cxn>
              </a:cxnLst>
              <a:rect l="0" t="0" r="r" b="b"/>
              <a:pathLst>
                <a:path w="271" h="277">
                  <a:moveTo>
                    <a:pt x="144" y="277"/>
                  </a:moveTo>
                  <a:lnTo>
                    <a:pt x="144" y="277"/>
                  </a:lnTo>
                  <a:lnTo>
                    <a:pt x="131" y="277"/>
                  </a:lnTo>
                  <a:lnTo>
                    <a:pt x="120" y="276"/>
                  </a:lnTo>
                  <a:lnTo>
                    <a:pt x="108" y="274"/>
                  </a:lnTo>
                  <a:lnTo>
                    <a:pt x="96" y="271"/>
                  </a:lnTo>
                  <a:lnTo>
                    <a:pt x="85" y="267"/>
                  </a:lnTo>
                  <a:lnTo>
                    <a:pt x="73" y="263"/>
                  </a:lnTo>
                  <a:lnTo>
                    <a:pt x="62" y="257"/>
                  </a:lnTo>
                  <a:lnTo>
                    <a:pt x="53" y="251"/>
                  </a:lnTo>
                  <a:lnTo>
                    <a:pt x="42" y="244"/>
                  </a:lnTo>
                  <a:lnTo>
                    <a:pt x="34" y="236"/>
                  </a:lnTo>
                  <a:lnTo>
                    <a:pt x="26" y="226"/>
                  </a:lnTo>
                  <a:lnTo>
                    <a:pt x="19" y="217"/>
                  </a:lnTo>
                  <a:lnTo>
                    <a:pt x="13" y="206"/>
                  </a:lnTo>
                  <a:lnTo>
                    <a:pt x="7" y="194"/>
                  </a:lnTo>
                  <a:lnTo>
                    <a:pt x="3" y="181"/>
                  </a:lnTo>
                  <a:lnTo>
                    <a:pt x="1" y="168"/>
                  </a:lnTo>
                  <a:lnTo>
                    <a:pt x="1" y="168"/>
                  </a:lnTo>
                  <a:lnTo>
                    <a:pt x="0" y="153"/>
                  </a:lnTo>
                  <a:lnTo>
                    <a:pt x="0" y="139"/>
                  </a:lnTo>
                  <a:lnTo>
                    <a:pt x="1" y="125"/>
                  </a:lnTo>
                  <a:lnTo>
                    <a:pt x="4" y="112"/>
                  </a:lnTo>
                  <a:lnTo>
                    <a:pt x="8" y="98"/>
                  </a:lnTo>
                  <a:lnTo>
                    <a:pt x="14" y="86"/>
                  </a:lnTo>
                  <a:lnTo>
                    <a:pt x="20" y="74"/>
                  </a:lnTo>
                  <a:lnTo>
                    <a:pt x="27" y="61"/>
                  </a:lnTo>
                  <a:lnTo>
                    <a:pt x="35" y="51"/>
                  </a:lnTo>
                  <a:lnTo>
                    <a:pt x="45" y="41"/>
                  </a:lnTo>
                  <a:lnTo>
                    <a:pt x="55" y="31"/>
                  </a:lnTo>
                  <a:lnTo>
                    <a:pt x="66" y="23"/>
                  </a:lnTo>
                  <a:lnTo>
                    <a:pt x="78" y="16"/>
                  </a:lnTo>
                  <a:lnTo>
                    <a:pt x="91" y="10"/>
                  </a:lnTo>
                  <a:lnTo>
                    <a:pt x="103" y="4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8" y="1"/>
                  </a:lnTo>
                  <a:lnTo>
                    <a:pt x="132" y="2"/>
                  </a:lnTo>
                  <a:lnTo>
                    <a:pt x="135" y="5"/>
                  </a:lnTo>
                  <a:lnTo>
                    <a:pt x="138" y="9"/>
                  </a:lnTo>
                  <a:lnTo>
                    <a:pt x="141" y="13"/>
                  </a:lnTo>
                  <a:lnTo>
                    <a:pt x="146" y="14"/>
                  </a:lnTo>
                  <a:lnTo>
                    <a:pt x="146" y="14"/>
                  </a:lnTo>
                  <a:lnTo>
                    <a:pt x="158" y="17"/>
                  </a:lnTo>
                  <a:lnTo>
                    <a:pt x="171" y="20"/>
                  </a:lnTo>
                  <a:lnTo>
                    <a:pt x="183" y="24"/>
                  </a:lnTo>
                  <a:lnTo>
                    <a:pt x="193" y="29"/>
                  </a:lnTo>
                  <a:lnTo>
                    <a:pt x="204" y="34"/>
                  </a:lnTo>
                  <a:lnTo>
                    <a:pt x="214" y="41"/>
                  </a:lnTo>
                  <a:lnTo>
                    <a:pt x="223" y="48"/>
                  </a:lnTo>
                  <a:lnTo>
                    <a:pt x="232" y="55"/>
                  </a:lnTo>
                  <a:lnTo>
                    <a:pt x="239" y="63"/>
                  </a:lnTo>
                  <a:lnTo>
                    <a:pt x="246" y="72"/>
                  </a:lnTo>
                  <a:lnTo>
                    <a:pt x="252" y="81"/>
                  </a:lnTo>
                  <a:lnTo>
                    <a:pt x="257" y="90"/>
                  </a:lnTo>
                  <a:lnTo>
                    <a:pt x="261" y="100"/>
                  </a:lnTo>
                  <a:lnTo>
                    <a:pt x="266" y="111"/>
                  </a:lnTo>
                  <a:lnTo>
                    <a:pt x="268" y="122"/>
                  </a:lnTo>
                  <a:lnTo>
                    <a:pt x="270" y="134"/>
                  </a:lnTo>
                  <a:lnTo>
                    <a:pt x="270" y="134"/>
                  </a:lnTo>
                  <a:lnTo>
                    <a:pt x="271" y="145"/>
                  </a:lnTo>
                  <a:lnTo>
                    <a:pt x="271" y="156"/>
                  </a:lnTo>
                  <a:lnTo>
                    <a:pt x="270" y="168"/>
                  </a:lnTo>
                  <a:lnTo>
                    <a:pt x="268" y="179"/>
                  </a:lnTo>
                  <a:lnTo>
                    <a:pt x="265" y="190"/>
                  </a:lnTo>
                  <a:lnTo>
                    <a:pt x="260" y="202"/>
                  </a:lnTo>
                  <a:lnTo>
                    <a:pt x="255" y="212"/>
                  </a:lnTo>
                  <a:lnTo>
                    <a:pt x="250" y="222"/>
                  </a:lnTo>
                  <a:lnTo>
                    <a:pt x="243" y="232"/>
                  </a:lnTo>
                  <a:lnTo>
                    <a:pt x="236" y="241"/>
                  </a:lnTo>
                  <a:lnTo>
                    <a:pt x="227" y="249"/>
                  </a:lnTo>
                  <a:lnTo>
                    <a:pt x="218" y="256"/>
                  </a:lnTo>
                  <a:lnTo>
                    <a:pt x="209" y="263"/>
                  </a:lnTo>
                  <a:lnTo>
                    <a:pt x="197" y="268"/>
                  </a:lnTo>
                  <a:lnTo>
                    <a:pt x="186" y="272"/>
                  </a:lnTo>
                  <a:lnTo>
                    <a:pt x="174" y="275"/>
                  </a:lnTo>
                  <a:lnTo>
                    <a:pt x="174" y="275"/>
                  </a:lnTo>
                  <a:lnTo>
                    <a:pt x="159" y="277"/>
                  </a:lnTo>
                  <a:lnTo>
                    <a:pt x="144" y="277"/>
                  </a:lnTo>
                  <a:lnTo>
                    <a:pt x="144" y="277"/>
                  </a:lnTo>
                  <a:close/>
                  <a:moveTo>
                    <a:pt x="101" y="48"/>
                  </a:moveTo>
                  <a:lnTo>
                    <a:pt x="101" y="48"/>
                  </a:lnTo>
                  <a:lnTo>
                    <a:pt x="87" y="56"/>
                  </a:lnTo>
                  <a:lnTo>
                    <a:pt x="73" y="66"/>
                  </a:lnTo>
                  <a:lnTo>
                    <a:pt x="62" y="79"/>
                  </a:lnTo>
                  <a:lnTo>
                    <a:pt x="57" y="86"/>
                  </a:lnTo>
                  <a:lnTo>
                    <a:pt x="52" y="93"/>
                  </a:lnTo>
                  <a:lnTo>
                    <a:pt x="48" y="100"/>
                  </a:lnTo>
                  <a:lnTo>
                    <a:pt x="44" y="109"/>
                  </a:lnTo>
                  <a:lnTo>
                    <a:pt x="40" y="117"/>
                  </a:lnTo>
                  <a:lnTo>
                    <a:pt x="38" y="126"/>
                  </a:lnTo>
                  <a:lnTo>
                    <a:pt x="37" y="135"/>
                  </a:lnTo>
                  <a:lnTo>
                    <a:pt x="36" y="144"/>
                  </a:lnTo>
                  <a:lnTo>
                    <a:pt x="37" y="153"/>
                  </a:lnTo>
                  <a:lnTo>
                    <a:pt x="38" y="163"/>
                  </a:lnTo>
                  <a:lnTo>
                    <a:pt x="38" y="163"/>
                  </a:lnTo>
                  <a:lnTo>
                    <a:pt x="41" y="172"/>
                  </a:lnTo>
                  <a:lnTo>
                    <a:pt x="44" y="180"/>
                  </a:lnTo>
                  <a:lnTo>
                    <a:pt x="48" y="187"/>
                  </a:lnTo>
                  <a:lnTo>
                    <a:pt x="52" y="194"/>
                  </a:lnTo>
                  <a:lnTo>
                    <a:pt x="56" y="202"/>
                  </a:lnTo>
                  <a:lnTo>
                    <a:pt x="62" y="208"/>
                  </a:lnTo>
                  <a:lnTo>
                    <a:pt x="67" y="214"/>
                  </a:lnTo>
                  <a:lnTo>
                    <a:pt x="73" y="219"/>
                  </a:lnTo>
                  <a:lnTo>
                    <a:pt x="81" y="224"/>
                  </a:lnTo>
                  <a:lnTo>
                    <a:pt x="88" y="229"/>
                  </a:lnTo>
                  <a:lnTo>
                    <a:pt x="95" y="232"/>
                  </a:lnTo>
                  <a:lnTo>
                    <a:pt x="103" y="235"/>
                  </a:lnTo>
                  <a:lnTo>
                    <a:pt x="112" y="238"/>
                  </a:lnTo>
                  <a:lnTo>
                    <a:pt x="121" y="239"/>
                  </a:lnTo>
                  <a:lnTo>
                    <a:pt x="129" y="241"/>
                  </a:lnTo>
                  <a:lnTo>
                    <a:pt x="139" y="241"/>
                  </a:lnTo>
                  <a:lnTo>
                    <a:pt x="139" y="241"/>
                  </a:lnTo>
                  <a:lnTo>
                    <a:pt x="147" y="241"/>
                  </a:lnTo>
                  <a:lnTo>
                    <a:pt x="155" y="240"/>
                  </a:lnTo>
                  <a:lnTo>
                    <a:pt x="163" y="238"/>
                  </a:lnTo>
                  <a:lnTo>
                    <a:pt x="171" y="236"/>
                  </a:lnTo>
                  <a:lnTo>
                    <a:pt x="171" y="236"/>
                  </a:lnTo>
                  <a:lnTo>
                    <a:pt x="179" y="233"/>
                  </a:lnTo>
                  <a:lnTo>
                    <a:pt x="187" y="229"/>
                  </a:lnTo>
                  <a:lnTo>
                    <a:pt x="194" y="224"/>
                  </a:lnTo>
                  <a:lnTo>
                    <a:pt x="201" y="219"/>
                  </a:lnTo>
                  <a:lnTo>
                    <a:pt x="207" y="214"/>
                  </a:lnTo>
                  <a:lnTo>
                    <a:pt x="213" y="208"/>
                  </a:lnTo>
                  <a:lnTo>
                    <a:pt x="217" y="202"/>
                  </a:lnTo>
                  <a:lnTo>
                    <a:pt x="222" y="194"/>
                  </a:lnTo>
                  <a:lnTo>
                    <a:pt x="225" y="187"/>
                  </a:lnTo>
                  <a:lnTo>
                    <a:pt x="228" y="180"/>
                  </a:lnTo>
                  <a:lnTo>
                    <a:pt x="230" y="172"/>
                  </a:lnTo>
                  <a:lnTo>
                    <a:pt x="233" y="163"/>
                  </a:lnTo>
                  <a:lnTo>
                    <a:pt x="234" y="155"/>
                  </a:lnTo>
                  <a:lnTo>
                    <a:pt x="234" y="147"/>
                  </a:lnTo>
                  <a:lnTo>
                    <a:pt x="233" y="139"/>
                  </a:lnTo>
                  <a:lnTo>
                    <a:pt x="230" y="130"/>
                  </a:lnTo>
                  <a:lnTo>
                    <a:pt x="230" y="130"/>
                  </a:lnTo>
                  <a:lnTo>
                    <a:pt x="228" y="121"/>
                  </a:lnTo>
                  <a:lnTo>
                    <a:pt x="225" y="113"/>
                  </a:lnTo>
                  <a:lnTo>
                    <a:pt x="221" y="105"/>
                  </a:lnTo>
                  <a:lnTo>
                    <a:pt x="216" y="97"/>
                  </a:lnTo>
                  <a:lnTo>
                    <a:pt x="212" y="90"/>
                  </a:lnTo>
                  <a:lnTo>
                    <a:pt x="206" y="84"/>
                  </a:lnTo>
                  <a:lnTo>
                    <a:pt x="199" y="78"/>
                  </a:lnTo>
                  <a:lnTo>
                    <a:pt x="192" y="73"/>
                  </a:lnTo>
                  <a:lnTo>
                    <a:pt x="185" y="67"/>
                  </a:lnTo>
                  <a:lnTo>
                    <a:pt x="177" y="63"/>
                  </a:lnTo>
                  <a:lnTo>
                    <a:pt x="168" y="59"/>
                  </a:lnTo>
                  <a:lnTo>
                    <a:pt x="160" y="56"/>
                  </a:lnTo>
                  <a:lnTo>
                    <a:pt x="150" y="53"/>
                  </a:lnTo>
                  <a:lnTo>
                    <a:pt x="141" y="51"/>
                  </a:lnTo>
                  <a:lnTo>
                    <a:pt x="129" y="50"/>
                  </a:lnTo>
                  <a:lnTo>
                    <a:pt x="119" y="49"/>
                  </a:lnTo>
                  <a:lnTo>
                    <a:pt x="119" y="49"/>
                  </a:lnTo>
                  <a:lnTo>
                    <a:pt x="115" y="49"/>
                  </a:lnTo>
                  <a:lnTo>
                    <a:pt x="112" y="47"/>
                  </a:lnTo>
                  <a:lnTo>
                    <a:pt x="107" y="45"/>
                  </a:lnTo>
                  <a:lnTo>
                    <a:pt x="101" y="48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10" name="Freeform 926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3282950" y="1227138"/>
              <a:ext cx="644525" cy="642938"/>
            </a:xfrm>
            <a:custGeom>
              <a:avLst/>
              <a:gdLst/>
              <a:ahLst/>
              <a:cxnLst>
                <a:cxn ang="0">
                  <a:pos x="653" y="1206"/>
                </a:cxn>
                <a:cxn ang="0">
                  <a:pos x="563" y="1160"/>
                </a:cxn>
                <a:cxn ang="0">
                  <a:pos x="550" y="1153"/>
                </a:cxn>
                <a:cxn ang="0">
                  <a:pos x="236" y="832"/>
                </a:cxn>
                <a:cxn ang="0">
                  <a:pos x="143" y="731"/>
                </a:cxn>
                <a:cxn ang="0">
                  <a:pos x="77" y="679"/>
                </a:cxn>
                <a:cxn ang="0">
                  <a:pos x="72" y="657"/>
                </a:cxn>
                <a:cxn ang="0">
                  <a:pos x="40" y="570"/>
                </a:cxn>
                <a:cxn ang="0">
                  <a:pos x="11" y="425"/>
                </a:cxn>
                <a:cxn ang="0">
                  <a:pos x="1" y="212"/>
                </a:cxn>
                <a:cxn ang="0">
                  <a:pos x="10" y="196"/>
                </a:cxn>
                <a:cxn ang="0">
                  <a:pos x="19" y="182"/>
                </a:cxn>
                <a:cxn ang="0">
                  <a:pos x="110" y="81"/>
                </a:cxn>
                <a:cxn ang="0">
                  <a:pos x="210" y="10"/>
                </a:cxn>
                <a:cxn ang="0">
                  <a:pos x="228" y="8"/>
                </a:cxn>
                <a:cxn ang="0">
                  <a:pos x="242" y="2"/>
                </a:cxn>
                <a:cxn ang="0">
                  <a:pos x="419" y="2"/>
                </a:cxn>
                <a:cxn ang="0">
                  <a:pos x="599" y="26"/>
                </a:cxn>
                <a:cxn ang="0">
                  <a:pos x="638" y="36"/>
                </a:cxn>
                <a:cxn ang="0">
                  <a:pos x="656" y="46"/>
                </a:cxn>
                <a:cxn ang="0">
                  <a:pos x="887" y="256"/>
                </a:cxn>
                <a:cxn ang="0">
                  <a:pos x="1107" y="475"/>
                </a:cxn>
                <a:cxn ang="0">
                  <a:pos x="1167" y="525"/>
                </a:cxn>
                <a:cxn ang="0">
                  <a:pos x="1185" y="553"/>
                </a:cxn>
                <a:cxn ang="0">
                  <a:pos x="1215" y="644"/>
                </a:cxn>
                <a:cxn ang="0">
                  <a:pos x="1218" y="725"/>
                </a:cxn>
                <a:cxn ang="0">
                  <a:pos x="1194" y="798"/>
                </a:cxn>
                <a:cxn ang="0">
                  <a:pos x="1193" y="817"/>
                </a:cxn>
                <a:cxn ang="0">
                  <a:pos x="1109" y="909"/>
                </a:cxn>
                <a:cxn ang="0">
                  <a:pos x="862" y="1146"/>
                </a:cxn>
                <a:cxn ang="0">
                  <a:pos x="853" y="1157"/>
                </a:cxn>
                <a:cxn ang="0">
                  <a:pos x="761" y="1206"/>
                </a:cxn>
                <a:cxn ang="0">
                  <a:pos x="231" y="43"/>
                </a:cxn>
                <a:cxn ang="0">
                  <a:pos x="137" y="108"/>
                </a:cxn>
                <a:cxn ang="0">
                  <a:pos x="54" y="198"/>
                </a:cxn>
                <a:cxn ang="0">
                  <a:pos x="40" y="216"/>
                </a:cxn>
                <a:cxn ang="0">
                  <a:pos x="45" y="400"/>
                </a:cxn>
                <a:cxn ang="0">
                  <a:pos x="68" y="529"/>
                </a:cxn>
                <a:cxn ang="0">
                  <a:pos x="105" y="637"/>
                </a:cxn>
                <a:cxn ang="0">
                  <a:pos x="112" y="658"/>
                </a:cxn>
                <a:cxn ang="0">
                  <a:pos x="181" y="718"/>
                </a:cxn>
                <a:cxn ang="0">
                  <a:pos x="294" y="841"/>
                </a:cxn>
                <a:cxn ang="0">
                  <a:pos x="585" y="1129"/>
                </a:cxn>
                <a:cxn ang="0">
                  <a:pos x="633" y="1159"/>
                </a:cxn>
                <a:cxn ang="0">
                  <a:pos x="706" y="1177"/>
                </a:cxn>
                <a:cxn ang="0">
                  <a:pos x="765" y="1165"/>
                </a:cxn>
                <a:cxn ang="0">
                  <a:pos x="823" y="1131"/>
                </a:cxn>
                <a:cxn ang="0">
                  <a:pos x="865" y="1090"/>
                </a:cxn>
                <a:cxn ang="0">
                  <a:pos x="1140" y="817"/>
                </a:cxn>
                <a:cxn ang="0">
                  <a:pos x="1147" y="803"/>
                </a:cxn>
                <a:cxn ang="0">
                  <a:pos x="1177" y="736"/>
                </a:cxn>
                <a:cxn ang="0">
                  <a:pos x="1179" y="657"/>
                </a:cxn>
                <a:cxn ang="0">
                  <a:pos x="1148" y="564"/>
                </a:cxn>
                <a:cxn ang="0">
                  <a:pos x="1140" y="556"/>
                </a:cxn>
                <a:cxn ang="0">
                  <a:pos x="894" y="335"/>
                </a:cxn>
                <a:cxn ang="0">
                  <a:pos x="627" y="72"/>
                </a:cxn>
                <a:cxn ang="0">
                  <a:pos x="558" y="57"/>
                </a:cxn>
                <a:cxn ang="0">
                  <a:pos x="377" y="39"/>
                </a:cxn>
                <a:cxn ang="0">
                  <a:pos x="236" y="40"/>
                </a:cxn>
              </a:cxnLst>
              <a:rect l="0" t="0" r="r" b="b"/>
              <a:pathLst>
                <a:path w="1220" h="1215">
                  <a:moveTo>
                    <a:pt x="706" y="1215"/>
                  </a:moveTo>
                  <a:lnTo>
                    <a:pt x="706" y="1215"/>
                  </a:lnTo>
                  <a:lnTo>
                    <a:pt x="688" y="1214"/>
                  </a:lnTo>
                  <a:lnTo>
                    <a:pt x="671" y="1211"/>
                  </a:lnTo>
                  <a:lnTo>
                    <a:pt x="653" y="1206"/>
                  </a:lnTo>
                  <a:lnTo>
                    <a:pt x="636" y="1200"/>
                  </a:lnTo>
                  <a:lnTo>
                    <a:pt x="617" y="1193"/>
                  </a:lnTo>
                  <a:lnTo>
                    <a:pt x="599" y="1184"/>
                  </a:lnTo>
                  <a:lnTo>
                    <a:pt x="581" y="1172"/>
                  </a:lnTo>
                  <a:lnTo>
                    <a:pt x="563" y="1160"/>
                  </a:lnTo>
                  <a:lnTo>
                    <a:pt x="561" y="1158"/>
                  </a:lnTo>
                  <a:lnTo>
                    <a:pt x="558" y="1158"/>
                  </a:lnTo>
                  <a:lnTo>
                    <a:pt x="558" y="1158"/>
                  </a:lnTo>
                  <a:lnTo>
                    <a:pt x="554" y="1156"/>
                  </a:lnTo>
                  <a:lnTo>
                    <a:pt x="550" y="1153"/>
                  </a:lnTo>
                  <a:lnTo>
                    <a:pt x="307" y="910"/>
                  </a:lnTo>
                  <a:lnTo>
                    <a:pt x="307" y="910"/>
                  </a:lnTo>
                  <a:lnTo>
                    <a:pt x="290" y="891"/>
                  </a:lnTo>
                  <a:lnTo>
                    <a:pt x="271" y="872"/>
                  </a:lnTo>
                  <a:lnTo>
                    <a:pt x="236" y="832"/>
                  </a:lnTo>
                  <a:lnTo>
                    <a:pt x="236" y="832"/>
                  </a:lnTo>
                  <a:lnTo>
                    <a:pt x="200" y="790"/>
                  </a:lnTo>
                  <a:lnTo>
                    <a:pt x="181" y="771"/>
                  </a:lnTo>
                  <a:lnTo>
                    <a:pt x="163" y="751"/>
                  </a:lnTo>
                  <a:lnTo>
                    <a:pt x="143" y="731"/>
                  </a:lnTo>
                  <a:lnTo>
                    <a:pt x="123" y="714"/>
                  </a:lnTo>
                  <a:lnTo>
                    <a:pt x="102" y="697"/>
                  </a:lnTo>
                  <a:lnTo>
                    <a:pt x="80" y="682"/>
                  </a:lnTo>
                  <a:lnTo>
                    <a:pt x="80" y="682"/>
                  </a:lnTo>
                  <a:lnTo>
                    <a:pt x="77" y="679"/>
                  </a:lnTo>
                  <a:lnTo>
                    <a:pt x="74" y="677"/>
                  </a:lnTo>
                  <a:lnTo>
                    <a:pt x="72" y="670"/>
                  </a:lnTo>
                  <a:lnTo>
                    <a:pt x="71" y="665"/>
                  </a:lnTo>
                  <a:lnTo>
                    <a:pt x="71" y="661"/>
                  </a:lnTo>
                  <a:lnTo>
                    <a:pt x="72" y="657"/>
                  </a:lnTo>
                  <a:lnTo>
                    <a:pt x="71" y="654"/>
                  </a:lnTo>
                  <a:lnTo>
                    <a:pt x="71" y="654"/>
                  </a:lnTo>
                  <a:lnTo>
                    <a:pt x="59" y="626"/>
                  </a:lnTo>
                  <a:lnTo>
                    <a:pt x="49" y="598"/>
                  </a:lnTo>
                  <a:lnTo>
                    <a:pt x="40" y="570"/>
                  </a:lnTo>
                  <a:lnTo>
                    <a:pt x="32" y="541"/>
                  </a:lnTo>
                  <a:lnTo>
                    <a:pt x="25" y="512"/>
                  </a:lnTo>
                  <a:lnTo>
                    <a:pt x="19" y="483"/>
                  </a:lnTo>
                  <a:lnTo>
                    <a:pt x="15" y="453"/>
                  </a:lnTo>
                  <a:lnTo>
                    <a:pt x="11" y="425"/>
                  </a:lnTo>
                  <a:lnTo>
                    <a:pt x="7" y="396"/>
                  </a:lnTo>
                  <a:lnTo>
                    <a:pt x="4" y="368"/>
                  </a:lnTo>
                  <a:lnTo>
                    <a:pt x="1" y="312"/>
                  </a:lnTo>
                  <a:lnTo>
                    <a:pt x="0" y="259"/>
                  </a:lnTo>
                  <a:lnTo>
                    <a:pt x="1" y="212"/>
                  </a:lnTo>
                  <a:lnTo>
                    <a:pt x="1" y="212"/>
                  </a:lnTo>
                  <a:lnTo>
                    <a:pt x="1" y="207"/>
                  </a:lnTo>
                  <a:lnTo>
                    <a:pt x="3" y="202"/>
                  </a:lnTo>
                  <a:lnTo>
                    <a:pt x="6" y="198"/>
                  </a:lnTo>
                  <a:lnTo>
                    <a:pt x="10" y="196"/>
                  </a:lnTo>
                  <a:lnTo>
                    <a:pt x="14" y="193"/>
                  </a:lnTo>
                  <a:lnTo>
                    <a:pt x="16" y="188"/>
                  </a:lnTo>
                  <a:lnTo>
                    <a:pt x="16" y="188"/>
                  </a:lnTo>
                  <a:lnTo>
                    <a:pt x="17" y="185"/>
                  </a:lnTo>
                  <a:lnTo>
                    <a:pt x="19" y="182"/>
                  </a:lnTo>
                  <a:lnTo>
                    <a:pt x="19" y="182"/>
                  </a:lnTo>
                  <a:lnTo>
                    <a:pt x="41" y="154"/>
                  </a:lnTo>
                  <a:lnTo>
                    <a:pt x="63" y="127"/>
                  </a:lnTo>
                  <a:lnTo>
                    <a:pt x="86" y="103"/>
                  </a:lnTo>
                  <a:lnTo>
                    <a:pt x="110" y="81"/>
                  </a:lnTo>
                  <a:lnTo>
                    <a:pt x="135" y="60"/>
                  </a:lnTo>
                  <a:lnTo>
                    <a:pt x="159" y="41"/>
                  </a:lnTo>
                  <a:lnTo>
                    <a:pt x="185" y="25"/>
                  </a:lnTo>
                  <a:lnTo>
                    <a:pt x="210" y="10"/>
                  </a:lnTo>
                  <a:lnTo>
                    <a:pt x="210" y="10"/>
                  </a:lnTo>
                  <a:lnTo>
                    <a:pt x="215" y="8"/>
                  </a:lnTo>
                  <a:lnTo>
                    <a:pt x="219" y="7"/>
                  </a:lnTo>
                  <a:lnTo>
                    <a:pt x="219" y="7"/>
                  </a:lnTo>
                  <a:lnTo>
                    <a:pt x="222" y="8"/>
                  </a:lnTo>
                  <a:lnTo>
                    <a:pt x="228" y="8"/>
                  </a:lnTo>
                  <a:lnTo>
                    <a:pt x="232" y="5"/>
                  </a:lnTo>
                  <a:lnTo>
                    <a:pt x="232" y="5"/>
                  </a:lnTo>
                  <a:lnTo>
                    <a:pt x="236" y="3"/>
                  </a:lnTo>
                  <a:lnTo>
                    <a:pt x="242" y="2"/>
                  </a:lnTo>
                  <a:lnTo>
                    <a:pt x="242" y="2"/>
                  </a:lnTo>
                  <a:lnTo>
                    <a:pt x="291" y="0"/>
                  </a:lnTo>
                  <a:lnTo>
                    <a:pt x="335" y="0"/>
                  </a:lnTo>
                  <a:lnTo>
                    <a:pt x="335" y="0"/>
                  </a:lnTo>
                  <a:lnTo>
                    <a:pt x="377" y="0"/>
                  </a:lnTo>
                  <a:lnTo>
                    <a:pt x="419" y="2"/>
                  </a:lnTo>
                  <a:lnTo>
                    <a:pt x="458" y="5"/>
                  </a:lnTo>
                  <a:lnTo>
                    <a:pt x="495" y="8"/>
                  </a:lnTo>
                  <a:lnTo>
                    <a:pt x="531" y="13"/>
                  </a:lnTo>
                  <a:lnTo>
                    <a:pt x="566" y="20"/>
                  </a:lnTo>
                  <a:lnTo>
                    <a:pt x="599" y="26"/>
                  </a:lnTo>
                  <a:lnTo>
                    <a:pt x="631" y="34"/>
                  </a:lnTo>
                  <a:lnTo>
                    <a:pt x="631" y="34"/>
                  </a:lnTo>
                  <a:lnTo>
                    <a:pt x="634" y="35"/>
                  </a:lnTo>
                  <a:lnTo>
                    <a:pt x="636" y="36"/>
                  </a:lnTo>
                  <a:lnTo>
                    <a:pt x="638" y="36"/>
                  </a:lnTo>
                  <a:lnTo>
                    <a:pt x="638" y="36"/>
                  </a:lnTo>
                  <a:lnTo>
                    <a:pt x="642" y="36"/>
                  </a:lnTo>
                  <a:lnTo>
                    <a:pt x="646" y="38"/>
                  </a:lnTo>
                  <a:lnTo>
                    <a:pt x="656" y="46"/>
                  </a:lnTo>
                  <a:lnTo>
                    <a:pt x="656" y="46"/>
                  </a:lnTo>
                  <a:lnTo>
                    <a:pt x="697" y="80"/>
                  </a:lnTo>
                  <a:lnTo>
                    <a:pt x="736" y="114"/>
                  </a:lnTo>
                  <a:lnTo>
                    <a:pt x="775" y="149"/>
                  </a:lnTo>
                  <a:lnTo>
                    <a:pt x="812" y="184"/>
                  </a:lnTo>
                  <a:lnTo>
                    <a:pt x="887" y="256"/>
                  </a:lnTo>
                  <a:lnTo>
                    <a:pt x="958" y="328"/>
                  </a:lnTo>
                  <a:lnTo>
                    <a:pt x="958" y="328"/>
                  </a:lnTo>
                  <a:lnTo>
                    <a:pt x="1008" y="379"/>
                  </a:lnTo>
                  <a:lnTo>
                    <a:pt x="1057" y="428"/>
                  </a:lnTo>
                  <a:lnTo>
                    <a:pt x="1107" y="475"/>
                  </a:lnTo>
                  <a:lnTo>
                    <a:pt x="1156" y="521"/>
                  </a:lnTo>
                  <a:lnTo>
                    <a:pt x="1159" y="524"/>
                  </a:lnTo>
                  <a:lnTo>
                    <a:pt x="1163" y="524"/>
                  </a:lnTo>
                  <a:lnTo>
                    <a:pt x="1163" y="524"/>
                  </a:lnTo>
                  <a:lnTo>
                    <a:pt x="1167" y="525"/>
                  </a:lnTo>
                  <a:lnTo>
                    <a:pt x="1171" y="527"/>
                  </a:lnTo>
                  <a:lnTo>
                    <a:pt x="1173" y="529"/>
                  </a:lnTo>
                  <a:lnTo>
                    <a:pt x="1175" y="533"/>
                  </a:lnTo>
                  <a:lnTo>
                    <a:pt x="1175" y="533"/>
                  </a:lnTo>
                  <a:lnTo>
                    <a:pt x="1185" y="553"/>
                  </a:lnTo>
                  <a:lnTo>
                    <a:pt x="1193" y="571"/>
                  </a:lnTo>
                  <a:lnTo>
                    <a:pt x="1201" y="590"/>
                  </a:lnTo>
                  <a:lnTo>
                    <a:pt x="1207" y="607"/>
                  </a:lnTo>
                  <a:lnTo>
                    <a:pt x="1211" y="626"/>
                  </a:lnTo>
                  <a:lnTo>
                    <a:pt x="1215" y="644"/>
                  </a:lnTo>
                  <a:lnTo>
                    <a:pt x="1218" y="660"/>
                  </a:lnTo>
                  <a:lnTo>
                    <a:pt x="1220" y="677"/>
                  </a:lnTo>
                  <a:lnTo>
                    <a:pt x="1220" y="693"/>
                  </a:lnTo>
                  <a:lnTo>
                    <a:pt x="1220" y="710"/>
                  </a:lnTo>
                  <a:lnTo>
                    <a:pt x="1218" y="725"/>
                  </a:lnTo>
                  <a:lnTo>
                    <a:pt x="1216" y="741"/>
                  </a:lnTo>
                  <a:lnTo>
                    <a:pt x="1212" y="755"/>
                  </a:lnTo>
                  <a:lnTo>
                    <a:pt x="1208" y="771"/>
                  </a:lnTo>
                  <a:lnTo>
                    <a:pt x="1202" y="785"/>
                  </a:lnTo>
                  <a:lnTo>
                    <a:pt x="1194" y="798"/>
                  </a:lnTo>
                  <a:lnTo>
                    <a:pt x="1192" y="804"/>
                  </a:lnTo>
                  <a:lnTo>
                    <a:pt x="1193" y="809"/>
                  </a:lnTo>
                  <a:lnTo>
                    <a:pt x="1193" y="809"/>
                  </a:lnTo>
                  <a:lnTo>
                    <a:pt x="1194" y="813"/>
                  </a:lnTo>
                  <a:lnTo>
                    <a:pt x="1193" y="817"/>
                  </a:lnTo>
                  <a:lnTo>
                    <a:pt x="1191" y="821"/>
                  </a:lnTo>
                  <a:lnTo>
                    <a:pt x="1188" y="826"/>
                  </a:lnTo>
                  <a:lnTo>
                    <a:pt x="1188" y="826"/>
                  </a:lnTo>
                  <a:lnTo>
                    <a:pt x="1147" y="869"/>
                  </a:lnTo>
                  <a:lnTo>
                    <a:pt x="1109" y="909"/>
                  </a:lnTo>
                  <a:lnTo>
                    <a:pt x="1070" y="948"/>
                  </a:lnTo>
                  <a:lnTo>
                    <a:pt x="1031" y="985"/>
                  </a:lnTo>
                  <a:lnTo>
                    <a:pt x="952" y="1062"/>
                  </a:lnTo>
                  <a:lnTo>
                    <a:pt x="862" y="1146"/>
                  </a:lnTo>
                  <a:lnTo>
                    <a:pt x="862" y="1146"/>
                  </a:lnTo>
                  <a:lnTo>
                    <a:pt x="858" y="1151"/>
                  </a:lnTo>
                  <a:lnTo>
                    <a:pt x="857" y="1152"/>
                  </a:lnTo>
                  <a:lnTo>
                    <a:pt x="857" y="1152"/>
                  </a:lnTo>
                  <a:lnTo>
                    <a:pt x="853" y="1157"/>
                  </a:lnTo>
                  <a:lnTo>
                    <a:pt x="853" y="1157"/>
                  </a:lnTo>
                  <a:lnTo>
                    <a:pt x="834" y="1170"/>
                  </a:lnTo>
                  <a:lnTo>
                    <a:pt x="815" y="1182"/>
                  </a:lnTo>
                  <a:lnTo>
                    <a:pt x="798" y="1192"/>
                  </a:lnTo>
                  <a:lnTo>
                    <a:pt x="779" y="1200"/>
                  </a:lnTo>
                  <a:lnTo>
                    <a:pt x="761" y="1206"/>
                  </a:lnTo>
                  <a:lnTo>
                    <a:pt x="743" y="1211"/>
                  </a:lnTo>
                  <a:lnTo>
                    <a:pt x="724" y="1214"/>
                  </a:lnTo>
                  <a:lnTo>
                    <a:pt x="706" y="1215"/>
                  </a:lnTo>
                  <a:lnTo>
                    <a:pt x="706" y="1215"/>
                  </a:lnTo>
                  <a:close/>
                  <a:moveTo>
                    <a:pt x="231" y="43"/>
                  </a:moveTo>
                  <a:lnTo>
                    <a:pt x="231" y="43"/>
                  </a:lnTo>
                  <a:lnTo>
                    <a:pt x="206" y="57"/>
                  </a:lnTo>
                  <a:lnTo>
                    <a:pt x="182" y="72"/>
                  </a:lnTo>
                  <a:lnTo>
                    <a:pt x="159" y="90"/>
                  </a:lnTo>
                  <a:lnTo>
                    <a:pt x="137" y="108"/>
                  </a:lnTo>
                  <a:lnTo>
                    <a:pt x="114" y="129"/>
                  </a:lnTo>
                  <a:lnTo>
                    <a:pt x="93" y="151"/>
                  </a:lnTo>
                  <a:lnTo>
                    <a:pt x="73" y="175"/>
                  </a:lnTo>
                  <a:lnTo>
                    <a:pt x="54" y="198"/>
                  </a:lnTo>
                  <a:lnTo>
                    <a:pt x="54" y="198"/>
                  </a:lnTo>
                  <a:lnTo>
                    <a:pt x="50" y="202"/>
                  </a:lnTo>
                  <a:lnTo>
                    <a:pt x="46" y="205"/>
                  </a:lnTo>
                  <a:lnTo>
                    <a:pt x="40" y="208"/>
                  </a:lnTo>
                  <a:lnTo>
                    <a:pt x="40" y="216"/>
                  </a:lnTo>
                  <a:lnTo>
                    <a:pt x="40" y="216"/>
                  </a:lnTo>
                  <a:lnTo>
                    <a:pt x="39" y="280"/>
                  </a:lnTo>
                  <a:lnTo>
                    <a:pt x="40" y="311"/>
                  </a:lnTo>
                  <a:lnTo>
                    <a:pt x="41" y="342"/>
                  </a:lnTo>
                  <a:lnTo>
                    <a:pt x="43" y="371"/>
                  </a:lnTo>
                  <a:lnTo>
                    <a:pt x="45" y="400"/>
                  </a:lnTo>
                  <a:lnTo>
                    <a:pt x="49" y="427"/>
                  </a:lnTo>
                  <a:lnTo>
                    <a:pt x="52" y="453"/>
                  </a:lnTo>
                  <a:lnTo>
                    <a:pt x="56" y="479"/>
                  </a:lnTo>
                  <a:lnTo>
                    <a:pt x="61" y="504"/>
                  </a:lnTo>
                  <a:lnTo>
                    <a:pt x="68" y="529"/>
                  </a:lnTo>
                  <a:lnTo>
                    <a:pt x="74" y="552"/>
                  </a:lnTo>
                  <a:lnTo>
                    <a:pt x="80" y="574"/>
                  </a:lnTo>
                  <a:lnTo>
                    <a:pt x="88" y="596"/>
                  </a:lnTo>
                  <a:lnTo>
                    <a:pt x="96" y="618"/>
                  </a:lnTo>
                  <a:lnTo>
                    <a:pt x="105" y="637"/>
                  </a:lnTo>
                  <a:lnTo>
                    <a:pt x="105" y="637"/>
                  </a:lnTo>
                  <a:lnTo>
                    <a:pt x="107" y="642"/>
                  </a:lnTo>
                  <a:lnTo>
                    <a:pt x="107" y="648"/>
                  </a:lnTo>
                  <a:lnTo>
                    <a:pt x="107" y="654"/>
                  </a:lnTo>
                  <a:lnTo>
                    <a:pt x="112" y="658"/>
                  </a:lnTo>
                  <a:lnTo>
                    <a:pt x="112" y="658"/>
                  </a:lnTo>
                  <a:lnTo>
                    <a:pt x="131" y="671"/>
                  </a:lnTo>
                  <a:lnTo>
                    <a:pt x="148" y="686"/>
                  </a:lnTo>
                  <a:lnTo>
                    <a:pt x="165" y="701"/>
                  </a:lnTo>
                  <a:lnTo>
                    <a:pt x="181" y="718"/>
                  </a:lnTo>
                  <a:lnTo>
                    <a:pt x="213" y="751"/>
                  </a:lnTo>
                  <a:lnTo>
                    <a:pt x="243" y="785"/>
                  </a:lnTo>
                  <a:lnTo>
                    <a:pt x="243" y="785"/>
                  </a:lnTo>
                  <a:lnTo>
                    <a:pt x="276" y="822"/>
                  </a:lnTo>
                  <a:lnTo>
                    <a:pt x="294" y="841"/>
                  </a:lnTo>
                  <a:lnTo>
                    <a:pt x="311" y="859"/>
                  </a:lnTo>
                  <a:lnTo>
                    <a:pt x="579" y="1127"/>
                  </a:lnTo>
                  <a:lnTo>
                    <a:pt x="582" y="1128"/>
                  </a:lnTo>
                  <a:lnTo>
                    <a:pt x="582" y="1128"/>
                  </a:lnTo>
                  <a:lnTo>
                    <a:pt x="585" y="1129"/>
                  </a:lnTo>
                  <a:lnTo>
                    <a:pt x="588" y="1131"/>
                  </a:lnTo>
                  <a:lnTo>
                    <a:pt x="588" y="1131"/>
                  </a:lnTo>
                  <a:lnTo>
                    <a:pt x="604" y="1142"/>
                  </a:lnTo>
                  <a:lnTo>
                    <a:pt x="618" y="1152"/>
                  </a:lnTo>
                  <a:lnTo>
                    <a:pt x="633" y="1159"/>
                  </a:lnTo>
                  <a:lnTo>
                    <a:pt x="647" y="1165"/>
                  </a:lnTo>
                  <a:lnTo>
                    <a:pt x="662" y="1170"/>
                  </a:lnTo>
                  <a:lnTo>
                    <a:pt x="677" y="1174"/>
                  </a:lnTo>
                  <a:lnTo>
                    <a:pt x="691" y="1177"/>
                  </a:lnTo>
                  <a:lnTo>
                    <a:pt x="706" y="1177"/>
                  </a:lnTo>
                  <a:lnTo>
                    <a:pt x="706" y="1177"/>
                  </a:lnTo>
                  <a:lnTo>
                    <a:pt x="720" y="1177"/>
                  </a:lnTo>
                  <a:lnTo>
                    <a:pt x="735" y="1174"/>
                  </a:lnTo>
                  <a:lnTo>
                    <a:pt x="750" y="1170"/>
                  </a:lnTo>
                  <a:lnTo>
                    <a:pt x="765" y="1165"/>
                  </a:lnTo>
                  <a:lnTo>
                    <a:pt x="779" y="1159"/>
                  </a:lnTo>
                  <a:lnTo>
                    <a:pt x="794" y="1152"/>
                  </a:lnTo>
                  <a:lnTo>
                    <a:pt x="808" y="1142"/>
                  </a:lnTo>
                  <a:lnTo>
                    <a:pt x="823" y="1131"/>
                  </a:lnTo>
                  <a:lnTo>
                    <a:pt x="823" y="1131"/>
                  </a:lnTo>
                  <a:lnTo>
                    <a:pt x="824" y="1130"/>
                  </a:lnTo>
                  <a:lnTo>
                    <a:pt x="825" y="1130"/>
                  </a:lnTo>
                  <a:lnTo>
                    <a:pt x="826" y="1129"/>
                  </a:lnTo>
                  <a:lnTo>
                    <a:pt x="865" y="1090"/>
                  </a:lnTo>
                  <a:lnTo>
                    <a:pt x="865" y="1090"/>
                  </a:lnTo>
                  <a:lnTo>
                    <a:pt x="934" y="1017"/>
                  </a:lnTo>
                  <a:lnTo>
                    <a:pt x="1002" y="949"/>
                  </a:lnTo>
                  <a:lnTo>
                    <a:pt x="1069" y="883"/>
                  </a:lnTo>
                  <a:lnTo>
                    <a:pt x="1105" y="850"/>
                  </a:lnTo>
                  <a:lnTo>
                    <a:pt x="1140" y="817"/>
                  </a:lnTo>
                  <a:lnTo>
                    <a:pt x="1143" y="815"/>
                  </a:lnTo>
                  <a:lnTo>
                    <a:pt x="1144" y="811"/>
                  </a:lnTo>
                  <a:lnTo>
                    <a:pt x="1144" y="811"/>
                  </a:lnTo>
                  <a:lnTo>
                    <a:pt x="1145" y="807"/>
                  </a:lnTo>
                  <a:lnTo>
                    <a:pt x="1147" y="803"/>
                  </a:lnTo>
                  <a:lnTo>
                    <a:pt x="1147" y="803"/>
                  </a:lnTo>
                  <a:lnTo>
                    <a:pt x="1157" y="786"/>
                  </a:lnTo>
                  <a:lnTo>
                    <a:pt x="1165" y="770"/>
                  </a:lnTo>
                  <a:lnTo>
                    <a:pt x="1173" y="753"/>
                  </a:lnTo>
                  <a:lnTo>
                    <a:pt x="1177" y="736"/>
                  </a:lnTo>
                  <a:lnTo>
                    <a:pt x="1180" y="720"/>
                  </a:lnTo>
                  <a:lnTo>
                    <a:pt x="1182" y="703"/>
                  </a:lnTo>
                  <a:lnTo>
                    <a:pt x="1182" y="688"/>
                  </a:lnTo>
                  <a:lnTo>
                    <a:pt x="1181" y="672"/>
                  </a:lnTo>
                  <a:lnTo>
                    <a:pt x="1179" y="657"/>
                  </a:lnTo>
                  <a:lnTo>
                    <a:pt x="1176" y="642"/>
                  </a:lnTo>
                  <a:lnTo>
                    <a:pt x="1173" y="628"/>
                  </a:lnTo>
                  <a:lnTo>
                    <a:pt x="1169" y="614"/>
                  </a:lnTo>
                  <a:lnTo>
                    <a:pt x="1158" y="588"/>
                  </a:lnTo>
                  <a:lnTo>
                    <a:pt x="1148" y="564"/>
                  </a:lnTo>
                  <a:lnTo>
                    <a:pt x="1146" y="560"/>
                  </a:lnTo>
                  <a:lnTo>
                    <a:pt x="1143" y="558"/>
                  </a:lnTo>
                  <a:lnTo>
                    <a:pt x="1143" y="558"/>
                  </a:lnTo>
                  <a:lnTo>
                    <a:pt x="1140" y="556"/>
                  </a:lnTo>
                  <a:lnTo>
                    <a:pt x="1140" y="556"/>
                  </a:lnTo>
                  <a:lnTo>
                    <a:pt x="1089" y="514"/>
                  </a:lnTo>
                  <a:lnTo>
                    <a:pt x="1039" y="471"/>
                  </a:lnTo>
                  <a:lnTo>
                    <a:pt x="991" y="427"/>
                  </a:lnTo>
                  <a:lnTo>
                    <a:pt x="942" y="381"/>
                  </a:lnTo>
                  <a:lnTo>
                    <a:pt x="894" y="335"/>
                  </a:lnTo>
                  <a:lnTo>
                    <a:pt x="846" y="289"/>
                  </a:lnTo>
                  <a:lnTo>
                    <a:pt x="752" y="196"/>
                  </a:lnTo>
                  <a:lnTo>
                    <a:pt x="752" y="196"/>
                  </a:lnTo>
                  <a:lnTo>
                    <a:pt x="629" y="75"/>
                  </a:lnTo>
                  <a:lnTo>
                    <a:pt x="627" y="72"/>
                  </a:lnTo>
                  <a:lnTo>
                    <a:pt x="623" y="72"/>
                  </a:lnTo>
                  <a:lnTo>
                    <a:pt x="622" y="71"/>
                  </a:lnTo>
                  <a:lnTo>
                    <a:pt x="622" y="71"/>
                  </a:lnTo>
                  <a:lnTo>
                    <a:pt x="590" y="64"/>
                  </a:lnTo>
                  <a:lnTo>
                    <a:pt x="558" y="57"/>
                  </a:lnTo>
                  <a:lnTo>
                    <a:pt x="525" y="52"/>
                  </a:lnTo>
                  <a:lnTo>
                    <a:pt x="491" y="46"/>
                  </a:lnTo>
                  <a:lnTo>
                    <a:pt x="455" y="43"/>
                  </a:lnTo>
                  <a:lnTo>
                    <a:pt x="417" y="40"/>
                  </a:lnTo>
                  <a:lnTo>
                    <a:pt x="377" y="39"/>
                  </a:lnTo>
                  <a:lnTo>
                    <a:pt x="336" y="38"/>
                  </a:lnTo>
                  <a:lnTo>
                    <a:pt x="336" y="38"/>
                  </a:lnTo>
                  <a:lnTo>
                    <a:pt x="291" y="39"/>
                  </a:lnTo>
                  <a:lnTo>
                    <a:pt x="241" y="40"/>
                  </a:lnTo>
                  <a:lnTo>
                    <a:pt x="236" y="40"/>
                  </a:lnTo>
                  <a:lnTo>
                    <a:pt x="232" y="42"/>
                  </a:lnTo>
                  <a:lnTo>
                    <a:pt x="232" y="42"/>
                  </a:lnTo>
                  <a:lnTo>
                    <a:pt x="231" y="43"/>
                  </a:lnTo>
                  <a:lnTo>
                    <a:pt x="231" y="43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11" name="Freeform 927"/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3424238" y="1154113"/>
              <a:ext cx="557213" cy="225425"/>
            </a:xfrm>
            <a:custGeom>
              <a:avLst/>
              <a:gdLst/>
              <a:ahLst/>
              <a:cxnLst>
                <a:cxn ang="0">
                  <a:pos x="77" y="421"/>
                </a:cxn>
                <a:cxn ang="0">
                  <a:pos x="65" y="420"/>
                </a:cxn>
                <a:cxn ang="0">
                  <a:pos x="28" y="385"/>
                </a:cxn>
                <a:cxn ang="0">
                  <a:pos x="2" y="324"/>
                </a:cxn>
                <a:cxn ang="0">
                  <a:pos x="1" y="253"/>
                </a:cxn>
                <a:cxn ang="0">
                  <a:pos x="3" y="188"/>
                </a:cxn>
                <a:cxn ang="0">
                  <a:pos x="40" y="100"/>
                </a:cxn>
                <a:cxn ang="0">
                  <a:pos x="87" y="65"/>
                </a:cxn>
                <a:cxn ang="0">
                  <a:pos x="160" y="37"/>
                </a:cxn>
                <a:cxn ang="0">
                  <a:pos x="250" y="24"/>
                </a:cxn>
                <a:cxn ang="0">
                  <a:pos x="311" y="37"/>
                </a:cxn>
                <a:cxn ang="0">
                  <a:pos x="412" y="72"/>
                </a:cxn>
                <a:cxn ang="0">
                  <a:pos x="529" y="127"/>
                </a:cxn>
                <a:cxn ang="0">
                  <a:pos x="587" y="70"/>
                </a:cxn>
                <a:cxn ang="0">
                  <a:pos x="661" y="29"/>
                </a:cxn>
                <a:cxn ang="0">
                  <a:pos x="790" y="1"/>
                </a:cxn>
                <a:cxn ang="0">
                  <a:pos x="894" y="10"/>
                </a:cxn>
                <a:cxn ang="0">
                  <a:pos x="971" y="35"/>
                </a:cxn>
                <a:cxn ang="0">
                  <a:pos x="1030" y="87"/>
                </a:cxn>
                <a:cxn ang="0">
                  <a:pos x="1052" y="163"/>
                </a:cxn>
                <a:cxn ang="0">
                  <a:pos x="1025" y="252"/>
                </a:cxn>
                <a:cxn ang="0">
                  <a:pos x="951" y="306"/>
                </a:cxn>
                <a:cxn ang="0">
                  <a:pos x="871" y="326"/>
                </a:cxn>
                <a:cxn ang="0">
                  <a:pos x="769" y="315"/>
                </a:cxn>
                <a:cxn ang="0">
                  <a:pos x="623" y="246"/>
                </a:cxn>
                <a:cxn ang="0">
                  <a:pos x="524" y="190"/>
                </a:cxn>
                <a:cxn ang="0">
                  <a:pos x="479" y="259"/>
                </a:cxn>
                <a:cxn ang="0">
                  <a:pos x="458" y="261"/>
                </a:cxn>
                <a:cxn ang="0">
                  <a:pos x="451" y="244"/>
                </a:cxn>
                <a:cxn ang="0">
                  <a:pos x="504" y="162"/>
                </a:cxn>
                <a:cxn ang="0">
                  <a:pos x="394" y="95"/>
                </a:cxn>
                <a:cxn ang="0">
                  <a:pos x="310" y="68"/>
                </a:cxn>
                <a:cxn ang="0">
                  <a:pos x="213" y="57"/>
                </a:cxn>
                <a:cxn ang="0">
                  <a:pos x="142" y="76"/>
                </a:cxn>
                <a:cxn ang="0">
                  <a:pos x="89" y="99"/>
                </a:cxn>
                <a:cxn ang="0">
                  <a:pos x="47" y="159"/>
                </a:cxn>
                <a:cxn ang="0">
                  <a:pos x="30" y="231"/>
                </a:cxn>
                <a:cxn ang="0">
                  <a:pos x="41" y="335"/>
                </a:cxn>
                <a:cxn ang="0">
                  <a:pos x="65" y="372"/>
                </a:cxn>
                <a:cxn ang="0">
                  <a:pos x="101" y="397"/>
                </a:cxn>
                <a:cxn ang="0">
                  <a:pos x="117" y="394"/>
                </a:cxn>
                <a:cxn ang="0">
                  <a:pos x="127" y="410"/>
                </a:cxn>
                <a:cxn ang="0">
                  <a:pos x="112" y="425"/>
                </a:cxn>
                <a:cxn ang="0">
                  <a:pos x="819" y="29"/>
                </a:cxn>
                <a:cxn ang="0">
                  <a:pos x="736" y="41"/>
                </a:cxn>
                <a:cxn ang="0">
                  <a:pos x="628" y="80"/>
                </a:cxn>
                <a:cxn ang="0">
                  <a:pos x="550" y="152"/>
                </a:cxn>
                <a:cxn ang="0">
                  <a:pos x="632" y="213"/>
                </a:cxn>
                <a:cxn ang="0">
                  <a:pos x="723" y="264"/>
                </a:cxn>
                <a:cxn ang="0">
                  <a:pos x="808" y="289"/>
                </a:cxn>
                <a:cxn ang="0">
                  <a:pos x="922" y="285"/>
                </a:cxn>
                <a:cxn ang="0">
                  <a:pos x="994" y="243"/>
                </a:cxn>
                <a:cxn ang="0">
                  <a:pos x="1021" y="169"/>
                </a:cxn>
                <a:cxn ang="0">
                  <a:pos x="1014" y="119"/>
                </a:cxn>
                <a:cxn ang="0">
                  <a:pos x="991" y="91"/>
                </a:cxn>
                <a:cxn ang="0">
                  <a:pos x="938" y="55"/>
                </a:cxn>
                <a:cxn ang="0">
                  <a:pos x="849" y="32"/>
                </a:cxn>
              </a:cxnLst>
              <a:rect l="0" t="0" r="r" b="b"/>
              <a:pathLst>
                <a:path w="1052" h="426">
                  <a:moveTo>
                    <a:pt x="96" y="426"/>
                  </a:moveTo>
                  <a:lnTo>
                    <a:pt x="96" y="426"/>
                  </a:lnTo>
                  <a:lnTo>
                    <a:pt x="90" y="425"/>
                  </a:lnTo>
                  <a:lnTo>
                    <a:pt x="85" y="425"/>
                  </a:lnTo>
                  <a:lnTo>
                    <a:pt x="80" y="423"/>
                  </a:lnTo>
                  <a:lnTo>
                    <a:pt x="77" y="421"/>
                  </a:lnTo>
                  <a:lnTo>
                    <a:pt x="74" y="418"/>
                  </a:lnTo>
                  <a:lnTo>
                    <a:pt x="68" y="423"/>
                  </a:lnTo>
                  <a:lnTo>
                    <a:pt x="68" y="421"/>
                  </a:lnTo>
                  <a:lnTo>
                    <a:pt x="68" y="421"/>
                  </a:lnTo>
                  <a:lnTo>
                    <a:pt x="65" y="420"/>
                  </a:lnTo>
                  <a:lnTo>
                    <a:pt x="65" y="420"/>
                  </a:lnTo>
                  <a:lnTo>
                    <a:pt x="59" y="417"/>
                  </a:lnTo>
                  <a:lnTo>
                    <a:pt x="53" y="413"/>
                  </a:lnTo>
                  <a:lnTo>
                    <a:pt x="53" y="413"/>
                  </a:lnTo>
                  <a:lnTo>
                    <a:pt x="44" y="405"/>
                  </a:lnTo>
                  <a:lnTo>
                    <a:pt x="36" y="396"/>
                  </a:lnTo>
                  <a:lnTo>
                    <a:pt x="28" y="385"/>
                  </a:lnTo>
                  <a:lnTo>
                    <a:pt x="21" y="373"/>
                  </a:lnTo>
                  <a:lnTo>
                    <a:pt x="14" y="361"/>
                  </a:lnTo>
                  <a:lnTo>
                    <a:pt x="9" y="349"/>
                  </a:lnTo>
                  <a:lnTo>
                    <a:pt x="5" y="336"/>
                  </a:lnTo>
                  <a:lnTo>
                    <a:pt x="2" y="324"/>
                  </a:lnTo>
                  <a:lnTo>
                    <a:pt x="2" y="324"/>
                  </a:lnTo>
                  <a:lnTo>
                    <a:pt x="0" y="313"/>
                  </a:lnTo>
                  <a:lnTo>
                    <a:pt x="0" y="300"/>
                  </a:lnTo>
                  <a:lnTo>
                    <a:pt x="0" y="275"/>
                  </a:lnTo>
                  <a:lnTo>
                    <a:pt x="0" y="275"/>
                  </a:lnTo>
                  <a:lnTo>
                    <a:pt x="1" y="253"/>
                  </a:lnTo>
                  <a:lnTo>
                    <a:pt x="1" y="253"/>
                  </a:lnTo>
                  <a:lnTo>
                    <a:pt x="1" y="234"/>
                  </a:lnTo>
                  <a:lnTo>
                    <a:pt x="1" y="234"/>
                  </a:lnTo>
                  <a:lnTo>
                    <a:pt x="0" y="210"/>
                  </a:lnTo>
                  <a:lnTo>
                    <a:pt x="1" y="198"/>
                  </a:lnTo>
                  <a:lnTo>
                    <a:pt x="3" y="188"/>
                  </a:lnTo>
                  <a:lnTo>
                    <a:pt x="3" y="188"/>
                  </a:lnTo>
                  <a:lnTo>
                    <a:pt x="8" y="166"/>
                  </a:lnTo>
                  <a:lnTo>
                    <a:pt x="13" y="153"/>
                  </a:lnTo>
                  <a:lnTo>
                    <a:pt x="18" y="139"/>
                  </a:lnTo>
                  <a:lnTo>
                    <a:pt x="25" y="126"/>
                  </a:lnTo>
                  <a:lnTo>
                    <a:pt x="32" y="112"/>
                  </a:lnTo>
                  <a:lnTo>
                    <a:pt x="40" y="100"/>
                  </a:lnTo>
                  <a:lnTo>
                    <a:pt x="44" y="95"/>
                  </a:lnTo>
                  <a:lnTo>
                    <a:pt x="49" y="89"/>
                  </a:lnTo>
                  <a:lnTo>
                    <a:pt x="49" y="89"/>
                  </a:lnTo>
                  <a:lnTo>
                    <a:pt x="62" y="80"/>
                  </a:lnTo>
                  <a:lnTo>
                    <a:pt x="73" y="72"/>
                  </a:lnTo>
                  <a:lnTo>
                    <a:pt x="87" y="65"/>
                  </a:lnTo>
                  <a:lnTo>
                    <a:pt x="100" y="58"/>
                  </a:lnTo>
                  <a:lnTo>
                    <a:pt x="114" y="53"/>
                  </a:lnTo>
                  <a:lnTo>
                    <a:pt x="127" y="47"/>
                  </a:lnTo>
                  <a:lnTo>
                    <a:pt x="156" y="38"/>
                  </a:lnTo>
                  <a:lnTo>
                    <a:pt x="160" y="37"/>
                  </a:lnTo>
                  <a:lnTo>
                    <a:pt x="160" y="37"/>
                  </a:lnTo>
                  <a:lnTo>
                    <a:pt x="180" y="31"/>
                  </a:lnTo>
                  <a:lnTo>
                    <a:pt x="198" y="27"/>
                  </a:lnTo>
                  <a:lnTo>
                    <a:pt x="218" y="24"/>
                  </a:lnTo>
                  <a:lnTo>
                    <a:pt x="236" y="24"/>
                  </a:lnTo>
                  <a:lnTo>
                    <a:pt x="236" y="24"/>
                  </a:lnTo>
                  <a:lnTo>
                    <a:pt x="250" y="24"/>
                  </a:lnTo>
                  <a:lnTo>
                    <a:pt x="262" y="25"/>
                  </a:lnTo>
                  <a:lnTo>
                    <a:pt x="275" y="27"/>
                  </a:lnTo>
                  <a:lnTo>
                    <a:pt x="287" y="31"/>
                  </a:lnTo>
                  <a:lnTo>
                    <a:pt x="287" y="31"/>
                  </a:lnTo>
                  <a:lnTo>
                    <a:pt x="309" y="36"/>
                  </a:lnTo>
                  <a:lnTo>
                    <a:pt x="311" y="37"/>
                  </a:lnTo>
                  <a:lnTo>
                    <a:pt x="311" y="37"/>
                  </a:lnTo>
                  <a:lnTo>
                    <a:pt x="338" y="44"/>
                  </a:lnTo>
                  <a:lnTo>
                    <a:pt x="362" y="51"/>
                  </a:lnTo>
                  <a:lnTo>
                    <a:pt x="387" y="60"/>
                  </a:lnTo>
                  <a:lnTo>
                    <a:pt x="400" y="66"/>
                  </a:lnTo>
                  <a:lnTo>
                    <a:pt x="412" y="72"/>
                  </a:lnTo>
                  <a:lnTo>
                    <a:pt x="412" y="72"/>
                  </a:lnTo>
                  <a:lnTo>
                    <a:pt x="438" y="85"/>
                  </a:lnTo>
                  <a:lnTo>
                    <a:pt x="464" y="100"/>
                  </a:lnTo>
                  <a:lnTo>
                    <a:pt x="513" y="130"/>
                  </a:lnTo>
                  <a:lnTo>
                    <a:pt x="523" y="136"/>
                  </a:lnTo>
                  <a:lnTo>
                    <a:pt x="529" y="127"/>
                  </a:lnTo>
                  <a:lnTo>
                    <a:pt x="529" y="127"/>
                  </a:lnTo>
                  <a:lnTo>
                    <a:pt x="540" y="113"/>
                  </a:lnTo>
                  <a:lnTo>
                    <a:pt x="551" y="101"/>
                  </a:lnTo>
                  <a:lnTo>
                    <a:pt x="563" y="89"/>
                  </a:lnTo>
                  <a:lnTo>
                    <a:pt x="574" y="79"/>
                  </a:lnTo>
                  <a:lnTo>
                    <a:pt x="587" y="70"/>
                  </a:lnTo>
                  <a:lnTo>
                    <a:pt x="599" y="60"/>
                  </a:lnTo>
                  <a:lnTo>
                    <a:pt x="611" y="52"/>
                  </a:lnTo>
                  <a:lnTo>
                    <a:pt x="625" y="45"/>
                  </a:lnTo>
                  <a:lnTo>
                    <a:pt x="625" y="45"/>
                  </a:lnTo>
                  <a:lnTo>
                    <a:pt x="642" y="37"/>
                  </a:lnTo>
                  <a:lnTo>
                    <a:pt x="661" y="29"/>
                  </a:lnTo>
                  <a:lnTo>
                    <a:pt x="680" y="23"/>
                  </a:lnTo>
                  <a:lnTo>
                    <a:pt x="698" y="18"/>
                  </a:lnTo>
                  <a:lnTo>
                    <a:pt x="734" y="10"/>
                  </a:lnTo>
                  <a:lnTo>
                    <a:pt x="767" y="4"/>
                  </a:lnTo>
                  <a:lnTo>
                    <a:pt x="767" y="4"/>
                  </a:lnTo>
                  <a:lnTo>
                    <a:pt x="790" y="1"/>
                  </a:lnTo>
                  <a:lnTo>
                    <a:pt x="813" y="0"/>
                  </a:lnTo>
                  <a:lnTo>
                    <a:pt x="813" y="0"/>
                  </a:lnTo>
                  <a:lnTo>
                    <a:pt x="826" y="0"/>
                  </a:lnTo>
                  <a:lnTo>
                    <a:pt x="841" y="1"/>
                  </a:lnTo>
                  <a:lnTo>
                    <a:pt x="868" y="5"/>
                  </a:lnTo>
                  <a:lnTo>
                    <a:pt x="894" y="10"/>
                  </a:lnTo>
                  <a:lnTo>
                    <a:pt x="922" y="16"/>
                  </a:lnTo>
                  <a:lnTo>
                    <a:pt x="922" y="16"/>
                  </a:lnTo>
                  <a:lnTo>
                    <a:pt x="935" y="19"/>
                  </a:lnTo>
                  <a:lnTo>
                    <a:pt x="947" y="23"/>
                  </a:lnTo>
                  <a:lnTo>
                    <a:pt x="959" y="28"/>
                  </a:lnTo>
                  <a:lnTo>
                    <a:pt x="971" y="35"/>
                  </a:lnTo>
                  <a:lnTo>
                    <a:pt x="982" y="42"/>
                  </a:lnTo>
                  <a:lnTo>
                    <a:pt x="994" y="49"/>
                  </a:lnTo>
                  <a:lnTo>
                    <a:pt x="1004" y="57"/>
                  </a:lnTo>
                  <a:lnTo>
                    <a:pt x="1013" y="67"/>
                  </a:lnTo>
                  <a:lnTo>
                    <a:pt x="1022" y="77"/>
                  </a:lnTo>
                  <a:lnTo>
                    <a:pt x="1030" y="87"/>
                  </a:lnTo>
                  <a:lnTo>
                    <a:pt x="1037" y="99"/>
                  </a:lnTo>
                  <a:lnTo>
                    <a:pt x="1043" y="110"/>
                  </a:lnTo>
                  <a:lnTo>
                    <a:pt x="1047" y="122"/>
                  </a:lnTo>
                  <a:lnTo>
                    <a:pt x="1050" y="135"/>
                  </a:lnTo>
                  <a:lnTo>
                    <a:pt x="1052" y="148"/>
                  </a:lnTo>
                  <a:lnTo>
                    <a:pt x="1052" y="163"/>
                  </a:lnTo>
                  <a:lnTo>
                    <a:pt x="1052" y="163"/>
                  </a:lnTo>
                  <a:lnTo>
                    <a:pt x="1050" y="183"/>
                  </a:lnTo>
                  <a:lnTo>
                    <a:pt x="1047" y="203"/>
                  </a:lnTo>
                  <a:lnTo>
                    <a:pt x="1041" y="221"/>
                  </a:lnTo>
                  <a:lnTo>
                    <a:pt x="1034" y="237"/>
                  </a:lnTo>
                  <a:lnTo>
                    <a:pt x="1025" y="252"/>
                  </a:lnTo>
                  <a:lnTo>
                    <a:pt x="1014" y="264"/>
                  </a:lnTo>
                  <a:lnTo>
                    <a:pt x="1003" y="275"/>
                  </a:lnTo>
                  <a:lnTo>
                    <a:pt x="991" y="285"/>
                  </a:lnTo>
                  <a:lnTo>
                    <a:pt x="978" y="293"/>
                  </a:lnTo>
                  <a:lnTo>
                    <a:pt x="965" y="300"/>
                  </a:lnTo>
                  <a:lnTo>
                    <a:pt x="951" y="306"/>
                  </a:lnTo>
                  <a:lnTo>
                    <a:pt x="938" y="311"/>
                  </a:lnTo>
                  <a:lnTo>
                    <a:pt x="924" y="316"/>
                  </a:lnTo>
                  <a:lnTo>
                    <a:pt x="912" y="320"/>
                  </a:lnTo>
                  <a:lnTo>
                    <a:pt x="887" y="324"/>
                  </a:lnTo>
                  <a:lnTo>
                    <a:pt x="887" y="324"/>
                  </a:lnTo>
                  <a:lnTo>
                    <a:pt x="871" y="326"/>
                  </a:lnTo>
                  <a:lnTo>
                    <a:pt x="854" y="327"/>
                  </a:lnTo>
                  <a:lnTo>
                    <a:pt x="854" y="327"/>
                  </a:lnTo>
                  <a:lnTo>
                    <a:pt x="841" y="326"/>
                  </a:lnTo>
                  <a:lnTo>
                    <a:pt x="827" y="325"/>
                  </a:lnTo>
                  <a:lnTo>
                    <a:pt x="799" y="321"/>
                  </a:lnTo>
                  <a:lnTo>
                    <a:pt x="769" y="315"/>
                  </a:lnTo>
                  <a:lnTo>
                    <a:pt x="740" y="305"/>
                  </a:lnTo>
                  <a:lnTo>
                    <a:pt x="711" y="294"/>
                  </a:lnTo>
                  <a:lnTo>
                    <a:pt x="681" y="281"/>
                  </a:lnTo>
                  <a:lnTo>
                    <a:pt x="652" y="265"/>
                  </a:lnTo>
                  <a:lnTo>
                    <a:pt x="623" y="246"/>
                  </a:lnTo>
                  <a:lnTo>
                    <a:pt x="623" y="246"/>
                  </a:lnTo>
                  <a:lnTo>
                    <a:pt x="597" y="229"/>
                  </a:lnTo>
                  <a:lnTo>
                    <a:pt x="571" y="209"/>
                  </a:lnTo>
                  <a:lnTo>
                    <a:pt x="571" y="209"/>
                  </a:lnTo>
                  <a:lnTo>
                    <a:pt x="541" y="187"/>
                  </a:lnTo>
                  <a:lnTo>
                    <a:pt x="531" y="179"/>
                  </a:lnTo>
                  <a:lnTo>
                    <a:pt x="524" y="190"/>
                  </a:lnTo>
                  <a:lnTo>
                    <a:pt x="524" y="190"/>
                  </a:lnTo>
                  <a:lnTo>
                    <a:pt x="500" y="227"/>
                  </a:lnTo>
                  <a:lnTo>
                    <a:pt x="500" y="227"/>
                  </a:lnTo>
                  <a:lnTo>
                    <a:pt x="482" y="256"/>
                  </a:lnTo>
                  <a:lnTo>
                    <a:pt x="482" y="256"/>
                  </a:lnTo>
                  <a:lnTo>
                    <a:pt x="479" y="259"/>
                  </a:lnTo>
                  <a:lnTo>
                    <a:pt x="476" y="262"/>
                  </a:lnTo>
                  <a:lnTo>
                    <a:pt x="473" y="263"/>
                  </a:lnTo>
                  <a:lnTo>
                    <a:pt x="469" y="263"/>
                  </a:lnTo>
                  <a:lnTo>
                    <a:pt x="469" y="263"/>
                  </a:lnTo>
                  <a:lnTo>
                    <a:pt x="464" y="263"/>
                  </a:lnTo>
                  <a:lnTo>
                    <a:pt x="458" y="261"/>
                  </a:lnTo>
                  <a:lnTo>
                    <a:pt x="455" y="258"/>
                  </a:lnTo>
                  <a:lnTo>
                    <a:pt x="452" y="254"/>
                  </a:lnTo>
                  <a:lnTo>
                    <a:pt x="452" y="254"/>
                  </a:lnTo>
                  <a:lnTo>
                    <a:pt x="451" y="251"/>
                  </a:lnTo>
                  <a:lnTo>
                    <a:pt x="450" y="247"/>
                  </a:lnTo>
                  <a:lnTo>
                    <a:pt x="451" y="244"/>
                  </a:lnTo>
                  <a:lnTo>
                    <a:pt x="453" y="240"/>
                  </a:lnTo>
                  <a:lnTo>
                    <a:pt x="453" y="240"/>
                  </a:lnTo>
                  <a:lnTo>
                    <a:pt x="474" y="208"/>
                  </a:lnTo>
                  <a:lnTo>
                    <a:pt x="474" y="208"/>
                  </a:lnTo>
                  <a:lnTo>
                    <a:pt x="498" y="172"/>
                  </a:lnTo>
                  <a:lnTo>
                    <a:pt x="504" y="162"/>
                  </a:lnTo>
                  <a:lnTo>
                    <a:pt x="477" y="144"/>
                  </a:lnTo>
                  <a:lnTo>
                    <a:pt x="477" y="144"/>
                  </a:lnTo>
                  <a:lnTo>
                    <a:pt x="445" y="123"/>
                  </a:lnTo>
                  <a:lnTo>
                    <a:pt x="429" y="113"/>
                  </a:lnTo>
                  <a:lnTo>
                    <a:pt x="412" y="104"/>
                  </a:lnTo>
                  <a:lnTo>
                    <a:pt x="394" y="95"/>
                  </a:lnTo>
                  <a:lnTo>
                    <a:pt x="377" y="86"/>
                  </a:lnTo>
                  <a:lnTo>
                    <a:pt x="359" y="80"/>
                  </a:lnTo>
                  <a:lnTo>
                    <a:pt x="343" y="75"/>
                  </a:lnTo>
                  <a:lnTo>
                    <a:pt x="335" y="74"/>
                  </a:lnTo>
                  <a:lnTo>
                    <a:pt x="335" y="74"/>
                  </a:lnTo>
                  <a:lnTo>
                    <a:pt x="310" y="68"/>
                  </a:lnTo>
                  <a:lnTo>
                    <a:pt x="284" y="63"/>
                  </a:lnTo>
                  <a:lnTo>
                    <a:pt x="256" y="58"/>
                  </a:lnTo>
                  <a:lnTo>
                    <a:pt x="243" y="57"/>
                  </a:lnTo>
                  <a:lnTo>
                    <a:pt x="229" y="57"/>
                  </a:lnTo>
                  <a:lnTo>
                    <a:pt x="229" y="57"/>
                  </a:lnTo>
                  <a:lnTo>
                    <a:pt x="213" y="57"/>
                  </a:lnTo>
                  <a:lnTo>
                    <a:pt x="196" y="59"/>
                  </a:lnTo>
                  <a:lnTo>
                    <a:pt x="182" y="64"/>
                  </a:lnTo>
                  <a:lnTo>
                    <a:pt x="167" y="68"/>
                  </a:lnTo>
                  <a:lnTo>
                    <a:pt x="167" y="68"/>
                  </a:lnTo>
                  <a:lnTo>
                    <a:pt x="156" y="72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28" y="81"/>
                  </a:lnTo>
                  <a:lnTo>
                    <a:pt x="115" y="86"/>
                  </a:lnTo>
                  <a:lnTo>
                    <a:pt x="101" y="91"/>
                  </a:lnTo>
                  <a:lnTo>
                    <a:pt x="89" y="99"/>
                  </a:lnTo>
                  <a:lnTo>
                    <a:pt x="89" y="99"/>
                  </a:lnTo>
                  <a:lnTo>
                    <a:pt x="81" y="106"/>
                  </a:lnTo>
                  <a:lnTo>
                    <a:pt x="74" y="112"/>
                  </a:lnTo>
                  <a:lnTo>
                    <a:pt x="68" y="119"/>
                  </a:lnTo>
                  <a:lnTo>
                    <a:pt x="63" y="127"/>
                  </a:lnTo>
                  <a:lnTo>
                    <a:pt x="55" y="143"/>
                  </a:lnTo>
                  <a:lnTo>
                    <a:pt x="47" y="159"/>
                  </a:lnTo>
                  <a:lnTo>
                    <a:pt x="44" y="166"/>
                  </a:lnTo>
                  <a:lnTo>
                    <a:pt x="44" y="166"/>
                  </a:lnTo>
                  <a:lnTo>
                    <a:pt x="40" y="175"/>
                  </a:lnTo>
                  <a:lnTo>
                    <a:pt x="37" y="184"/>
                  </a:lnTo>
                  <a:lnTo>
                    <a:pt x="33" y="207"/>
                  </a:lnTo>
                  <a:lnTo>
                    <a:pt x="30" y="231"/>
                  </a:lnTo>
                  <a:lnTo>
                    <a:pt x="29" y="256"/>
                  </a:lnTo>
                  <a:lnTo>
                    <a:pt x="30" y="281"/>
                  </a:lnTo>
                  <a:lnTo>
                    <a:pt x="33" y="304"/>
                  </a:lnTo>
                  <a:lnTo>
                    <a:pt x="35" y="316"/>
                  </a:lnTo>
                  <a:lnTo>
                    <a:pt x="38" y="326"/>
                  </a:lnTo>
                  <a:lnTo>
                    <a:pt x="41" y="335"/>
                  </a:lnTo>
                  <a:lnTo>
                    <a:pt x="45" y="344"/>
                  </a:lnTo>
                  <a:lnTo>
                    <a:pt x="45" y="344"/>
                  </a:lnTo>
                  <a:lnTo>
                    <a:pt x="49" y="353"/>
                  </a:lnTo>
                  <a:lnTo>
                    <a:pt x="55" y="360"/>
                  </a:lnTo>
                  <a:lnTo>
                    <a:pt x="60" y="366"/>
                  </a:lnTo>
                  <a:lnTo>
                    <a:pt x="65" y="372"/>
                  </a:lnTo>
                  <a:lnTo>
                    <a:pt x="71" y="378"/>
                  </a:lnTo>
                  <a:lnTo>
                    <a:pt x="77" y="382"/>
                  </a:lnTo>
                  <a:lnTo>
                    <a:pt x="92" y="391"/>
                  </a:lnTo>
                  <a:lnTo>
                    <a:pt x="92" y="391"/>
                  </a:lnTo>
                  <a:lnTo>
                    <a:pt x="97" y="394"/>
                  </a:lnTo>
                  <a:lnTo>
                    <a:pt x="101" y="397"/>
                  </a:lnTo>
                  <a:lnTo>
                    <a:pt x="108" y="390"/>
                  </a:lnTo>
                  <a:lnTo>
                    <a:pt x="109" y="393"/>
                  </a:lnTo>
                  <a:lnTo>
                    <a:pt x="109" y="393"/>
                  </a:lnTo>
                  <a:lnTo>
                    <a:pt x="112" y="393"/>
                  </a:lnTo>
                  <a:lnTo>
                    <a:pt x="112" y="393"/>
                  </a:lnTo>
                  <a:lnTo>
                    <a:pt x="117" y="394"/>
                  </a:lnTo>
                  <a:lnTo>
                    <a:pt x="121" y="395"/>
                  </a:lnTo>
                  <a:lnTo>
                    <a:pt x="123" y="397"/>
                  </a:lnTo>
                  <a:lnTo>
                    <a:pt x="125" y="400"/>
                  </a:lnTo>
                  <a:lnTo>
                    <a:pt x="127" y="405"/>
                  </a:lnTo>
                  <a:lnTo>
                    <a:pt x="127" y="410"/>
                  </a:lnTo>
                  <a:lnTo>
                    <a:pt x="127" y="410"/>
                  </a:lnTo>
                  <a:lnTo>
                    <a:pt x="127" y="413"/>
                  </a:lnTo>
                  <a:lnTo>
                    <a:pt x="125" y="419"/>
                  </a:lnTo>
                  <a:lnTo>
                    <a:pt x="123" y="421"/>
                  </a:lnTo>
                  <a:lnTo>
                    <a:pt x="121" y="423"/>
                  </a:lnTo>
                  <a:lnTo>
                    <a:pt x="117" y="425"/>
                  </a:lnTo>
                  <a:lnTo>
                    <a:pt x="112" y="425"/>
                  </a:lnTo>
                  <a:lnTo>
                    <a:pt x="112" y="425"/>
                  </a:lnTo>
                  <a:lnTo>
                    <a:pt x="103" y="426"/>
                  </a:lnTo>
                  <a:lnTo>
                    <a:pt x="103" y="426"/>
                  </a:lnTo>
                  <a:lnTo>
                    <a:pt x="96" y="426"/>
                  </a:lnTo>
                  <a:lnTo>
                    <a:pt x="96" y="426"/>
                  </a:lnTo>
                  <a:close/>
                  <a:moveTo>
                    <a:pt x="819" y="29"/>
                  </a:moveTo>
                  <a:lnTo>
                    <a:pt x="819" y="29"/>
                  </a:lnTo>
                  <a:lnTo>
                    <a:pt x="805" y="31"/>
                  </a:lnTo>
                  <a:lnTo>
                    <a:pt x="788" y="32"/>
                  </a:lnTo>
                  <a:lnTo>
                    <a:pt x="771" y="34"/>
                  </a:lnTo>
                  <a:lnTo>
                    <a:pt x="754" y="37"/>
                  </a:lnTo>
                  <a:lnTo>
                    <a:pt x="736" y="41"/>
                  </a:lnTo>
                  <a:lnTo>
                    <a:pt x="717" y="46"/>
                  </a:lnTo>
                  <a:lnTo>
                    <a:pt x="675" y="58"/>
                  </a:lnTo>
                  <a:lnTo>
                    <a:pt x="675" y="58"/>
                  </a:lnTo>
                  <a:lnTo>
                    <a:pt x="659" y="65"/>
                  </a:lnTo>
                  <a:lnTo>
                    <a:pt x="643" y="72"/>
                  </a:lnTo>
                  <a:lnTo>
                    <a:pt x="628" y="80"/>
                  </a:lnTo>
                  <a:lnTo>
                    <a:pt x="613" y="90"/>
                  </a:lnTo>
                  <a:lnTo>
                    <a:pt x="599" y="101"/>
                  </a:lnTo>
                  <a:lnTo>
                    <a:pt x="586" y="113"/>
                  </a:lnTo>
                  <a:lnTo>
                    <a:pt x="572" y="127"/>
                  </a:lnTo>
                  <a:lnTo>
                    <a:pt x="559" y="142"/>
                  </a:lnTo>
                  <a:lnTo>
                    <a:pt x="550" y="152"/>
                  </a:lnTo>
                  <a:lnTo>
                    <a:pt x="562" y="160"/>
                  </a:lnTo>
                  <a:lnTo>
                    <a:pt x="562" y="160"/>
                  </a:lnTo>
                  <a:lnTo>
                    <a:pt x="582" y="174"/>
                  </a:lnTo>
                  <a:lnTo>
                    <a:pt x="602" y="190"/>
                  </a:lnTo>
                  <a:lnTo>
                    <a:pt x="602" y="190"/>
                  </a:lnTo>
                  <a:lnTo>
                    <a:pt x="632" y="213"/>
                  </a:lnTo>
                  <a:lnTo>
                    <a:pt x="648" y="224"/>
                  </a:lnTo>
                  <a:lnTo>
                    <a:pt x="664" y="234"/>
                  </a:lnTo>
                  <a:lnTo>
                    <a:pt x="664" y="234"/>
                  </a:lnTo>
                  <a:lnTo>
                    <a:pt x="688" y="246"/>
                  </a:lnTo>
                  <a:lnTo>
                    <a:pt x="704" y="255"/>
                  </a:lnTo>
                  <a:lnTo>
                    <a:pt x="723" y="264"/>
                  </a:lnTo>
                  <a:lnTo>
                    <a:pt x="744" y="272"/>
                  </a:lnTo>
                  <a:lnTo>
                    <a:pt x="765" y="279"/>
                  </a:lnTo>
                  <a:lnTo>
                    <a:pt x="787" y="286"/>
                  </a:lnTo>
                  <a:lnTo>
                    <a:pt x="797" y="288"/>
                  </a:lnTo>
                  <a:lnTo>
                    <a:pt x="808" y="289"/>
                  </a:lnTo>
                  <a:lnTo>
                    <a:pt x="808" y="289"/>
                  </a:lnTo>
                  <a:lnTo>
                    <a:pt x="834" y="291"/>
                  </a:lnTo>
                  <a:lnTo>
                    <a:pt x="859" y="292"/>
                  </a:lnTo>
                  <a:lnTo>
                    <a:pt x="859" y="292"/>
                  </a:lnTo>
                  <a:lnTo>
                    <a:pt x="882" y="291"/>
                  </a:lnTo>
                  <a:lnTo>
                    <a:pt x="903" y="289"/>
                  </a:lnTo>
                  <a:lnTo>
                    <a:pt x="922" y="285"/>
                  </a:lnTo>
                  <a:lnTo>
                    <a:pt x="940" y="279"/>
                  </a:lnTo>
                  <a:lnTo>
                    <a:pt x="955" y="273"/>
                  </a:lnTo>
                  <a:lnTo>
                    <a:pt x="970" y="265"/>
                  </a:lnTo>
                  <a:lnTo>
                    <a:pt x="983" y="255"/>
                  </a:lnTo>
                  <a:lnTo>
                    <a:pt x="994" y="243"/>
                  </a:lnTo>
                  <a:lnTo>
                    <a:pt x="994" y="243"/>
                  </a:lnTo>
                  <a:lnTo>
                    <a:pt x="1001" y="233"/>
                  </a:lnTo>
                  <a:lnTo>
                    <a:pt x="1007" y="222"/>
                  </a:lnTo>
                  <a:lnTo>
                    <a:pt x="1012" y="209"/>
                  </a:lnTo>
                  <a:lnTo>
                    <a:pt x="1016" y="197"/>
                  </a:lnTo>
                  <a:lnTo>
                    <a:pt x="1019" y="182"/>
                  </a:lnTo>
                  <a:lnTo>
                    <a:pt x="1021" y="169"/>
                  </a:lnTo>
                  <a:lnTo>
                    <a:pt x="1021" y="156"/>
                  </a:lnTo>
                  <a:lnTo>
                    <a:pt x="1020" y="142"/>
                  </a:lnTo>
                  <a:lnTo>
                    <a:pt x="1020" y="142"/>
                  </a:lnTo>
                  <a:lnTo>
                    <a:pt x="1019" y="134"/>
                  </a:lnTo>
                  <a:lnTo>
                    <a:pt x="1016" y="127"/>
                  </a:lnTo>
                  <a:lnTo>
                    <a:pt x="1014" y="119"/>
                  </a:lnTo>
                  <a:lnTo>
                    <a:pt x="1010" y="113"/>
                  </a:lnTo>
                  <a:lnTo>
                    <a:pt x="1007" y="107"/>
                  </a:lnTo>
                  <a:lnTo>
                    <a:pt x="1002" y="101"/>
                  </a:lnTo>
                  <a:lnTo>
                    <a:pt x="997" y="96"/>
                  </a:lnTo>
                  <a:lnTo>
                    <a:pt x="991" y="91"/>
                  </a:lnTo>
                  <a:lnTo>
                    <a:pt x="991" y="91"/>
                  </a:lnTo>
                  <a:lnTo>
                    <a:pt x="973" y="79"/>
                  </a:lnTo>
                  <a:lnTo>
                    <a:pt x="973" y="79"/>
                  </a:lnTo>
                  <a:lnTo>
                    <a:pt x="956" y="67"/>
                  </a:lnTo>
                  <a:lnTo>
                    <a:pt x="947" y="60"/>
                  </a:lnTo>
                  <a:lnTo>
                    <a:pt x="938" y="55"/>
                  </a:lnTo>
                  <a:lnTo>
                    <a:pt x="938" y="55"/>
                  </a:lnTo>
                  <a:lnTo>
                    <a:pt x="926" y="50"/>
                  </a:lnTo>
                  <a:lnTo>
                    <a:pt x="914" y="46"/>
                  </a:lnTo>
                  <a:lnTo>
                    <a:pt x="889" y="39"/>
                  </a:lnTo>
                  <a:lnTo>
                    <a:pt x="865" y="35"/>
                  </a:lnTo>
                  <a:lnTo>
                    <a:pt x="849" y="32"/>
                  </a:lnTo>
                  <a:lnTo>
                    <a:pt x="849" y="32"/>
                  </a:lnTo>
                  <a:lnTo>
                    <a:pt x="834" y="31"/>
                  </a:lnTo>
                  <a:lnTo>
                    <a:pt x="819" y="29"/>
                  </a:lnTo>
                  <a:lnTo>
                    <a:pt x="819" y="29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3663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Kruskal’s Algorithm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951" name="组合 950"/>
          <p:cNvGrpSpPr/>
          <p:nvPr/>
        </p:nvGrpSpPr>
        <p:grpSpPr>
          <a:xfrm rot="3780000">
            <a:off x="7992745" y="5434330"/>
            <a:ext cx="740410" cy="758825"/>
            <a:chOff x="3282950" y="1154113"/>
            <a:chExt cx="698501" cy="715963"/>
          </a:xfrm>
          <a:solidFill>
            <a:schemeClr val="accent1">
              <a:lumMod val="75000"/>
              <a:alpha val="21000"/>
            </a:schemeClr>
          </a:solidFill>
        </p:grpSpPr>
        <p:sp>
          <p:nvSpPr>
            <p:cNvPr id="17289" name="Freeform 905"/>
            <p:cNvSpPr/>
            <p:nvPr>
              <p:custDataLst>
                <p:tags r:id="rId5"/>
              </p:custDataLst>
            </p:nvPr>
          </p:nvSpPr>
          <p:spPr bwMode="auto">
            <a:xfrm>
              <a:off x="3324225" y="1268413"/>
              <a:ext cx="55563" cy="153988"/>
            </a:xfrm>
            <a:custGeom>
              <a:avLst/>
              <a:gdLst/>
              <a:ahLst/>
              <a:cxnLst>
                <a:cxn ang="0">
                  <a:pos x="96" y="3"/>
                </a:cxn>
                <a:cxn ang="0">
                  <a:pos x="96" y="3"/>
                </a:cxn>
                <a:cxn ang="0">
                  <a:pos x="86" y="18"/>
                </a:cxn>
                <a:cxn ang="0">
                  <a:pos x="77" y="35"/>
                </a:cxn>
                <a:cxn ang="0">
                  <a:pos x="70" y="51"/>
                </a:cxn>
                <a:cxn ang="0">
                  <a:pos x="63" y="69"/>
                </a:cxn>
                <a:cxn ang="0">
                  <a:pos x="50" y="104"/>
                </a:cxn>
                <a:cxn ang="0">
                  <a:pos x="39" y="138"/>
                </a:cxn>
                <a:cxn ang="0">
                  <a:pos x="39" y="138"/>
                </a:cxn>
                <a:cxn ang="0">
                  <a:pos x="27" y="174"/>
                </a:cxn>
                <a:cxn ang="0">
                  <a:pos x="15" y="210"/>
                </a:cxn>
                <a:cxn ang="0">
                  <a:pos x="10" y="229"/>
                </a:cxn>
                <a:cxn ang="0">
                  <a:pos x="5" y="247"/>
                </a:cxn>
                <a:cxn ang="0">
                  <a:pos x="2" y="266"/>
                </a:cxn>
                <a:cxn ang="0">
                  <a:pos x="0" y="285"/>
                </a:cxn>
                <a:cxn ang="0">
                  <a:pos x="0" y="285"/>
                </a:cxn>
                <a:cxn ang="0">
                  <a:pos x="1" y="287"/>
                </a:cxn>
                <a:cxn ang="0">
                  <a:pos x="2" y="288"/>
                </a:cxn>
                <a:cxn ang="0">
                  <a:pos x="3" y="289"/>
                </a:cxn>
                <a:cxn ang="0">
                  <a:pos x="5" y="290"/>
                </a:cxn>
                <a:cxn ang="0">
                  <a:pos x="6" y="289"/>
                </a:cxn>
                <a:cxn ang="0">
                  <a:pos x="8" y="288"/>
                </a:cxn>
                <a:cxn ang="0">
                  <a:pos x="9" y="287"/>
                </a:cxn>
                <a:cxn ang="0">
                  <a:pos x="10" y="285"/>
                </a:cxn>
                <a:cxn ang="0">
                  <a:pos x="10" y="285"/>
                </a:cxn>
                <a:cxn ang="0">
                  <a:pos x="11" y="266"/>
                </a:cxn>
                <a:cxn ang="0">
                  <a:pos x="15" y="247"/>
                </a:cxn>
                <a:cxn ang="0">
                  <a:pos x="19" y="230"/>
                </a:cxn>
                <a:cxn ang="0">
                  <a:pos x="25" y="211"/>
                </a:cxn>
                <a:cxn ang="0">
                  <a:pos x="36" y="176"/>
                </a:cxn>
                <a:cxn ang="0">
                  <a:pos x="48" y="141"/>
                </a:cxn>
                <a:cxn ang="0">
                  <a:pos x="48" y="141"/>
                </a:cxn>
                <a:cxn ang="0">
                  <a:pos x="60" y="107"/>
                </a:cxn>
                <a:cxn ang="0">
                  <a:pos x="71" y="72"/>
                </a:cxn>
                <a:cxn ang="0">
                  <a:pos x="78" y="55"/>
                </a:cxn>
                <a:cxn ang="0">
                  <a:pos x="86" y="39"/>
                </a:cxn>
                <a:cxn ang="0">
                  <a:pos x="94" y="22"/>
                </a:cxn>
                <a:cxn ang="0">
                  <a:pos x="104" y="8"/>
                </a:cxn>
                <a:cxn ang="0">
                  <a:pos x="104" y="8"/>
                </a:cxn>
                <a:cxn ang="0">
                  <a:pos x="105" y="6"/>
                </a:cxn>
                <a:cxn ang="0">
                  <a:pos x="104" y="4"/>
                </a:cxn>
                <a:cxn ang="0">
                  <a:pos x="104" y="3"/>
                </a:cxn>
                <a:cxn ang="0">
                  <a:pos x="102" y="2"/>
                </a:cxn>
                <a:cxn ang="0">
                  <a:pos x="99" y="0"/>
                </a:cxn>
                <a:cxn ang="0">
                  <a:pos x="97" y="2"/>
                </a:cxn>
                <a:cxn ang="0">
                  <a:pos x="96" y="3"/>
                </a:cxn>
                <a:cxn ang="0">
                  <a:pos x="96" y="3"/>
                </a:cxn>
              </a:cxnLst>
              <a:rect l="0" t="0" r="r" b="b"/>
              <a:pathLst>
                <a:path w="105" h="290">
                  <a:moveTo>
                    <a:pt x="96" y="3"/>
                  </a:moveTo>
                  <a:lnTo>
                    <a:pt x="96" y="3"/>
                  </a:lnTo>
                  <a:lnTo>
                    <a:pt x="86" y="18"/>
                  </a:lnTo>
                  <a:lnTo>
                    <a:pt x="77" y="35"/>
                  </a:lnTo>
                  <a:lnTo>
                    <a:pt x="70" y="51"/>
                  </a:lnTo>
                  <a:lnTo>
                    <a:pt x="63" y="69"/>
                  </a:lnTo>
                  <a:lnTo>
                    <a:pt x="50" y="104"/>
                  </a:lnTo>
                  <a:lnTo>
                    <a:pt x="39" y="138"/>
                  </a:lnTo>
                  <a:lnTo>
                    <a:pt x="39" y="138"/>
                  </a:lnTo>
                  <a:lnTo>
                    <a:pt x="27" y="174"/>
                  </a:lnTo>
                  <a:lnTo>
                    <a:pt x="15" y="210"/>
                  </a:lnTo>
                  <a:lnTo>
                    <a:pt x="10" y="229"/>
                  </a:lnTo>
                  <a:lnTo>
                    <a:pt x="5" y="247"/>
                  </a:lnTo>
                  <a:lnTo>
                    <a:pt x="2" y="266"/>
                  </a:lnTo>
                  <a:lnTo>
                    <a:pt x="0" y="285"/>
                  </a:lnTo>
                  <a:lnTo>
                    <a:pt x="0" y="285"/>
                  </a:lnTo>
                  <a:lnTo>
                    <a:pt x="1" y="287"/>
                  </a:lnTo>
                  <a:lnTo>
                    <a:pt x="2" y="288"/>
                  </a:lnTo>
                  <a:lnTo>
                    <a:pt x="3" y="289"/>
                  </a:lnTo>
                  <a:lnTo>
                    <a:pt x="5" y="290"/>
                  </a:lnTo>
                  <a:lnTo>
                    <a:pt x="6" y="289"/>
                  </a:lnTo>
                  <a:lnTo>
                    <a:pt x="8" y="288"/>
                  </a:lnTo>
                  <a:lnTo>
                    <a:pt x="9" y="287"/>
                  </a:lnTo>
                  <a:lnTo>
                    <a:pt x="10" y="285"/>
                  </a:lnTo>
                  <a:lnTo>
                    <a:pt x="10" y="285"/>
                  </a:lnTo>
                  <a:lnTo>
                    <a:pt x="11" y="266"/>
                  </a:lnTo>
                  <a:lnTo>
                    <a:pt x="15" y="247"/>
                  </a:lnTo>
                  <a:lnTo>
                    <a:pt x="19" y="230"/>
                  </a:lnTo>
                  <a:lnTo>
                    <a:pt x="25" y="211"/>
                  </a:lnTo>
                  <a:lnTo>
                    <a:pt x="36" y="176"/>
                  </a:lnTo>
                  <a:lnTo>
                    <a:pt x="48" y="141"/>
                  </a:lnTo>
                  <a:lnTo>
                    <a:pt x="48" y="141"/>
                  </a:lnTo>
                  <a:lnTo>
                    <a:pt x="60" y="107"/>
                  </a:lnTo>
                  <a:lnTo>
                    <a:pt x="71" y="72"/>
                  </a:lnTo>
                  <a:lnTo>
                    <a:pt x="78" y="55"/>
                  </a:lnTo>
                  <a:lnTo>
                    <a:pt x="86" y="39"/>
                  </a:lnTo>
                  <a:lnTo>
                    <a:pt x="94" y="22"/>
                  </a:lnTo>
                  <a:lnTo>
                    <a:pt x="104" y="8"/>
                  </a:lnTo>
                  <a:lnTo>
                    <a:pt x="104" y="8"/>
                  </a:lnTo>
                  <a:lnTo>
                    <a:pt x="105" y="6"/>
                  </a:lnTo>
                  <a:lnTo>
                    <a:pt x="104" y="4"/>
                  </a:lnTo>
                  <a:lnTo>
                    <a:pt x="104" y="3"/>
                  </a:lnTo>
                  <a:lnTo>
                    <a:pt x="102" y="2"/>
                  </a:lnTo>
                  <a:lnTo>
                    <a:pt x="99" y="0"/>
                  </a:lnTo>
                  <a:lnTo>
                    <a:pt x="97" y="2"/>
                  </a:lnTo>
                  <a:lnTo>
                    <a:pt x="96" y="3"/>
                  </a:lnTo>
                  <a:lnTo>
                    <a:pt x="96" y="3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0" name="Freeform 906"/>
            <p:cNvSpPr/>
            <p:nvPr>
              <p:custDataLst>
                <p:tags r:id="rId6"/>
              </p:custDataLst>
            </p:nvPr>
          </p:nvSpPr>
          <p:spPr bwMode="auto">
            <a:xfrm>
              <a:off x="3325813" y="1239838"/>
              <a:ext cx="88900" cy="280988"/>
            </a:xfrm>
            <a:custGeom>
              <a:avLst/>
              <a:gdLst/>
              <a:ahLst/>
              <a:cxnLst>
                <a:cxn ang="0">
                  <a:pos x="156" y="4"/>
                </a:cxn>
                <a:cxn ang="0">
                  <a:pos x="152" y="37"/>
                </a:cxn>
                <a:cxn ang="0">
                  <a:pos x="143" y="70"/>
                </a:cxn>
                <a:cxn ang="0">
                  <a:pos x="121" y="134"/>
                </a:cxn>
                <a:cxn ang="0">
                  <a:pos x="108" y="168"/>
                </a:cxn>
                <a:cxn ang="0">
                  <a:pos x="82" y="235"/>
                </a:cxn>
                <a:cxn ang="0">
                  <a:pos x="68" y="268"/>
                </a:cxn>
                <a:cxn ang="0">
                  <a:pos x="58" y="301"/>
                </a:cxn>
                <a:cxn ang="0">
                  <a:pos x="38" y="399"/>
                </a:cxn>
                <a:cxn ang="0">
                  <a:pos x="35" y="416"/>
                </a:cxn>
                <a:cxn ang="0">
                  <a:pos x="26" y="446"/>
                </a:cxn>
                <a:cxn ang="0">
                  <a:pos x="20" y="461"/>
                </a:cxn>
                <a:cxn ang="0">
                  <a:pos x="11" y="492"/>
                </a:cxn>
                <a:cxn ang="0">
                  <a:pos x="2" y="522"/>
                </a:cxn>
                <a:cxn ang="0">
                  <a:pos x="0" y="524"/>
                </a:cxn>
                <a:cxn ang="0">
                  <a:pos x="1" y="528"/>
                </a:cxn>
                <a:cxn ang="0">
                  <a:pos x="1" y="529"/>
                </a:cxn>
                <a:cxn ang="0">
                  <a:pos x="3" y="531"/>
                </a:cxn>
                <a:cxn ang="0">
                  <a:pos x="7" y="531"/>
                </a:cxn>
                <a:cxn ang="0">
                  <a:pos x="9" y="529"/>
                </a:cxn>
                <a:cxn ang="0">
                  <a:pos x="18" y="505"/>
                </a:cxn>
                <a:cxn ang="0">
                  <a:pos x="23" y="480"/>
                </a:cxn>
                <a:cxn ang="0">
                  <a:pos x="29" y="462"/>
                </a:cxn>
                <a:cxn ang="0">
                  <a:pos x="41" y="428"/>
                </a:cxn>
                <a:cxn ang="0">
                  <a:pos x="46" y="410"/>
                </a:cxn>
                <a:cxn ang="0">
                  <a:pos x="59" y="341"/>
                </a:cxn>
                <a:cxn ang="0">
                  <a:pos x="71" y="288"/>
                </a:cxn>
                <a:cxn ang="0">
                  <a:pos x="77" y="271"/>
                </a:cxn>
                <a:cxn ang="0">
                  <a:pos x="105" y="200"/>
                </a:cxn>
                <a:cxn ang="0">
                  <a:pos x="132" y="129"/>
                </a:cxn>
                <a:cxn ang="0">
                  <a:pos x="143" y="98"/>
                </a:cxn>
                <a:cxn ang="0">
                  <a:pos x="158" y="51"/>
                </a:cxn>
                <a:cxn ang="0">
                  <a:pos x="164" y="20"/>
                </a:cxn>
                <a:cxn ang="0">
                  <a:pos x="166" y="4"/>
                </a:cxn>
                <a:cxn ang="0">
                  <a:pos x="164" y="1"/>
                </a:cxn>
                <a:cxn ang="0">
                  <a:pos x="161" y="0"/>
                </a:cxn>
                <a:cxn ang="0">
                  <a:pos x="158" y="1"/>
                </a:cxn>
                <a:cxn ang="0">
                  <a:pos x="156" y="4"/>
                </a:cxn>
              </a:cxnLst>
              <a:rect l="0" t="0" r="r" b="b"/>
              <a:pathLst>
                <a:path w="166" h="531">
                  <a:moveTo>
                    <a:pt x="156" y="4"/>
                  </a:moveTo>
                  <a:lnTo>
                    <a:pt x="156" y="4"/>
                  </a:lnTo>
                  <a:lnTo>
                    <a:pt x="155" y="20"/>
                  </a:lnTo>
                  <a:lnTo>
                    <a:pt x="152" y="37"/>
                  </a:lnTo>
                  <a:lnTo>
                    <a:pt x="148" y="53"/>
                  </a:lnTo>
                  <a:lnTo>
                    <a:pt x="143" y="70"/>
                  </a:lnTo>
                  <a:lnTo>
                    <a:pt x="132" y="103"/>
                  </a:lnTo>
                  <a:lnTo>
                    <a:pt x="121" y="134"/>
                  </a:lnTo>
                  <a:lnTo>
                    <a:pt x="121" y="134"/>
                  </a:lnTo>
                  <a:lnTo>
                    <a:pt x="108" y="168"/>
                  </a:lnTo>
                  <a:lnTo>
                    <a:pt x="95" y="202"/>
                  </a:lnTo>
                  <a:lnTo>
                    <a:pt x="82" y="235"/>
                  </a:lnTo>
                  <a:lnTo>
                    <a:pt x="68" y="268"/>
                  </a:lnTo>
                  <a:lnTo>
                    <a:pt x="68" y="268"/>
                  </a:lnTo>
                  <a:lnTo>
                    <a:pt x="63" y="285"/>
                  </a:lnTo>
                  <a:lnTo>
                    <a:pt x="58" y="301"/>
                  </a:lnTo>
                  <a:lnTo>
                    <a:pt x="51" y="333"/>
                  </a:lnTo>
                  <a:lnTo>
                    <a:pt x="38" y="399"/>
                  </a:lnTo>
                  <a:lnTo>
                    <a:pt x="38" y="399"/>
                  </a:lnTo>
                  <a:lnTo>
                    <a:pt x="35" y="416"/>
                  </a:lnTo>
                  <a:lnTo>
                    <a:pt x="31" y="431"/>
                  </a:lnTo>
                  <a:lnTo>
                    <a:pt x="26" y="446"/>
                  </a:lnTo>
                  <a:lnTo>
                    <a:pt x="20" y="461"/>
                  </a:lnTo>
                  <a:lnTo>
                    <a:pt x="20" y="461"/>
                  </a:lnTo>
                  <a:lnTo>
                    <a:pt x="15" y="476"/>
                  </a:lnTo>
                  <a:lnTo>
                    <a:pt x="11" y="492"/>
                  </a:lnTo>
                  <a:lnTo>
                    <a:pt x="7" y="507"/>
                  </a:lnTo>
                  <a:lnTo>
                    <a:pt x="2" y="522"/>
                  </a:lnTo>
                  <a:lnTo>
                    <a:pt x="2" y="522"/>
                  </a:lnTo>
                  <a:lnTo>
                    <a:pt x="0" y="524"/>
                  </a:lnTo>
                  <a:lnTo>
                    <a:pt x="0" y="526"/>
                  </a:lnTo>
                  <a:lnTo>
                    <a:pt x="1" y="528"/>
                  </a:lnTo>
                  <a:lnTo>
                    <a:pt x="1" y="528"/>
                  </a:lnTo>
                  <a:lnTo>
                    <a:pt x="1" y="529"/>
                  </a:lnTo>
                  <a:lnTo>
                    <a:pt x="1" y="529"/>
                  </a:lnTo>
                  <a:lnTo>
                    <a:pt x="3" y="531"/>
                  </a:lnTo>
                  <a:lnTo>
                    <a:pt x="5" y="531"/>
                  </a:lnTo>
                  <a:lnTo>
                    <a:pt x="7" y="531"/>
                  </a:lnTo>
                  <a:lnTo>
                    <a:pt x="9" y="529"/>
                  </a:lnTo>
                  <a:lnTo>
                    <a:pt x="9" y="529"/>
                  </a:lnTo>
                  <a:lnTo>
                    <a:pt x="13" y="517"/>
                  </a:lnTo>
                  <a:lnTo>
                    <a:pt x="18" y="505"/>
                  </a:lnTo>
                  <a:lnTo>
                    <a:pt x="20" y="492"/>
                  </a:lnTo>
                  <a:lnTo>
                    <a:pt x="23" y="480"/>
                  </a:lnTo>
                  <a:lnTo>
                    <a:pt x="23" y="480"/>
                  </a:lnTo>
                  <a:lnTo>
                    <a:pt x="29" y="462"/>
                  </a:lnTo>
                  <a:lnTo>
                    <a:pt x="35" y="446"/>
                  </a:lnTo>
                  <a:lnTo>
                    <a:pt x="41" y="428"/>
                  </a:lnTo>
                  <a:lnTo>
                    <a:pt x="46" y="410"/>
                  </a:lnTo>
                  <a:lnTo>
                    <a:pt x="46" y="410"/>
                  </a:lnTo>
                  <a:lnTo>
                    <a:pt x="53" y="375"/>
                  </a:lnTo>
                  <a:lnTo>
                    <a:pt x="59" y="341"/>
                  </a:lnTo>
                  <a:lnTo>
                    <a:pt x="67" y="305"/>
                  </a:lnTo>
                  <a:lnTo>
                    <a:pt x="71" y="288"/>
                  </a:lnTo>
                  <a:lnTo>
                    <a:pt x="77" y="271"/>
                  </a:lnTo>
                  <a:lnTo>
                    <a:pt x="77" y="271"/>
                  </a:lnTo>
                  <a:lnTo>
                    <a:pt x="91" y="235"/>
                  </a:lnTo>
                  <a:lnTo>
                    <a:pt x="105" y="200"/>
                  </a:lnTo>
                  <a:lnTo>
                    <a:pt x="120" y="165"/>
                  </a:lnTo>
                  <a:lnTo>
                    <a:pt x="132" y="129"/>
                  </a:lnTo>
                  <a:lnTo>
                    <a:pt x="132" y="129"/>
                  </a:lnTo>
                  <a:lnTo>
                    <a:pt x="143" y="98"/>
                  </a:lnTo>
                  <a:lnTo>
                    <a:pt x="154" y="67"/>
                  </a:lnTo>
                  <a:lnTo>
                    <a:pt x="158" y="51"/>
                  </a:lnTo>
                  <a:lnTo>
                    <a:pt x="162" y="36"/>
                  </a:lnTo>
                  <a:lnTo>
                    <a:pt x="164" y="20"/>
                  </a:lnTo>
                  <a:lnTo>
                    <a:pt x="166" y="4"/>
                  </a:lnTo>
                  <a:lnTo>
                    <a:pt x="166" y="4"/>
                  </a:lnTo>
                  <a:lnTo>
                    <a:pt x="165" y="2"/>
                  </a:lnTo>
                  <a:lnTo>
                    <a:pt x="164" y="1"/>
                  </a:lnTo>
                  <a:lnTo>
                    <a:pt x="163" y="0"/>
                  </a:lnTo>
                  <a:lnTo>
                    <a:pt x="161" y="0"/>
                  </a:lnTo>
                  <a:lnTo>
                    <a:pt x="160" y="0"/>
                  </a:lnTo>
                  <a:lnTo>
                    <a:pt x="158" y="1"/>
                  </a:lnTo>
                  <a:lnTo>
                    <a:pt x="157" y="2"/>
                  </a:lnTo>
                  <a:lnTo>
                    <a:pt x="156" y="4"/>
                  </a:lnTo>
                  <a:lnTo>
                    <a:pt x="156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1" name="Freeform 907"/>
            <p:cNvSpPr/>
            <p:nvPr>
              <p:custDataLst>
                <p:tags r:id="rId7"/>
              </p:custDataLst>
            </p:nvPr>
          </p:nvSpPr>
          <p:spPr bwMode="auto">
            <a:xfrm>
              <a:off x="3338513" y="1404938"/>
              <a:ext cx="58738" cy="168275"/>
            </a:xfrm>
            <a:custGeom>
              <a:avLst/>
              <a:gdLst/>
              <a:ahLst/>
              <a:cxnLst>
                <a:cxn ang="0">
                  <a:pos x="99" y="4"/>
                </a:cxn>
                <a:cxn ang="0">
                  <a:pos x="99" y="4"/>
                </a:cxn>
                <a:cxn ang="0">
                  <a:pos x="98" y="14"/>
                </a:cxn>
                <a:cxn ang="0">
                  <a:pos x="97" y="23"/>
                </a:cxn>
                <a:cxn ang="0">
                  <a:pos x="92" y="43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73" y="103"/>
                </a:cxn>
                <a:cxn ang="0">
                  <a:pos x="68" y="125"/>
                </a:cxn>
                <a:cxn ang="0">
                  <a:pos x="57" y="169"/>
                </a:cxn>
                <a:cxn ang="0">
                  <a:pos x="57" y="169"/>
                </a:cxn>
                <a:cxn ang="0">
                  <a:pos x="51" y="188"/>
                </a:cxn>
                <a:cxn ang="0">
                  <a:pos x="43" y="205"/>
                </a:cxn>
                <a:cxn ang="0">
                  <a:pos x="35" y="223"/>
                </a:cxn>
                <a:cxn ang="0">
                  <a:pos x="26" y="239"/>
                </a:cxn>
                <a:cxn ang="0">
                  <a:pos x="17" y="257"/>
                </a:cxn>
                <a:cxn ang="0">
                  <a:pos x="10" y="274"/>
                </a:cxn>
                <a:cxn ang="0">
                  <a:pos x="4" y="293"/>
                </a:cxn>
                <a:cxn ang="0">
                  <a:pos x="1" y="302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0" y="314"/>
                </a:cxn>
                <a:cxn ang="0">
                  <a:pos x="1" y="316"/>
                </a:cxn>
                <a:cxn ang="0">
                  <a:pos x="2" y="317"/>
                </a:cxn>
                <a:cxn ang="0">
                  <a:pos x="4" y="317"/>
                </a:cxn>
                <a:cxn ang="0">
                  <a:pos x="7" y="316"/>
                </a:cxn>
                <a:cxn ang="0">
                  <a:pos x="9" y="314"/>
                </a:cxn>
                <a:cxn ang="0">
                  <a:pos x="9" y="313"/>
                </a:cxn>
                <a:cxn ang="0">
                  <a:pos x="9" y="313"/>
                </a:cxn>
                <a:cxn ang="0">
                  <a:pos x="11" y="302"/>
                </a:cxn>
                <a:cxn ang="0">
                  <a:pos x="13" y="292"/>
                </a:cxn>
                <a:cxn ang="0">
                  <a:pos x="19" y="273"/>
                </a:cxn>
                <a:cxn ang="0">
                  <a:pos x="28" y="255"/>
                </a:cxn>
                <a:cxn ang="0">
                  <a:pos x="36" y="237"/>
                </a:cxn>
                <a:cxn ang="0">
                  <a:pos x="45" y="220"/>
                </a:cxn>
                <a:cxn ang="0">
                  <a:pos x="54" y="201"/>
                </a:cxn>
                <a:cxn ang="0">
                  <a:pos x="62" y="182"/>
                </a:cxn>
                <a:cxn ang="0">
                  <a:pos x="68" y="164"/>
                </a:cxn>
                <a:cxn ang="0">
                  <a:pos x="68" y="164"/>
                </a:cxn>
                <a:cxn ang="0">
                  <a:pos x="79" y="119"/>
                </a:cxn>
                <a:cxn ang="0">
                  <a:pos x="91" y="76"/>
                </a:cxn>
                <a:cxn ang="0">
                  <a:pos x="91" y="76"/>
                </a:cxn>
                <a:cxn ang="0">
                  <a:pos x="102" y="40"/>
                </a:cxn>
                <a:cxn ang="0">
                  <a:pos x="106" y="22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08" y="2"/>
                </a:cxn>
                <a:cxn ang="0">
                  <a:pos x="107" y="1"/>
                </a:cxn>
                <a:cxn ang="0">
                  <a:pos x="106" y="0"/>
                </a:cxn>
                <a:cxn ang="0">
                  <a:pos x="104" y="0"/>
                </a:cxn>
                <a:cxn ang="0">
                  <a:pos x="101" y="1"/>
                </a:cxn>
                <a:cxn ang="0">
                  <a:pos x="100" y="2"/>
                </a:cxn>
                <a:cxn ang="0">
                  <a:pos x="99" y="4"/>
                </a:cxn>
                <a:cxn ang="0">
                  <a:pos x="99" y="4"/>
                </a:cxn>
              </a:cxnLst>
              <a:rect l="0" t="0" r="r" b="b"/>
              <a:pathLst>
                <a:path w="109" h="317">
                  <a:moveTo>
                    <a:pt x="99" y="4"/>
                  </a:moveTo>
                  <a:lnTo>
                    <a:pt x="99" y="4"/>
                  </a:lnTo>
                  <a:lnTo>
                    <a:pt x="98" y="14"/>
                  </a:lnTo>
                  <a:lnTo>
                    <a:pt x="97" y="23"/>
                  </a:lnTo>
                  <a:lnTo>
                    <a:pt x="92" y="43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73" y="103"/>
                  </a:lnTo>
                  <a:lnTo>
                    <a:pt x="68" y="125"/>
                  </a:lnTo>
                  <a:lnTo>
                    <a:pt x="57" y="169"/>
                  </a:lnTo>
                  <a:lnTo>
                    <a:pt x="57" y="169"/>
                  </a:lnTo>
                  <a:lnTo>
                    <a:pt x="51" y="188"/>
                  </a:lnTo>
                  <a:lnTo>
                    <a:pt x="43" y="205"/>
                  </a:lnTo>
                  <a:lnTo>
                    <a:pt x="35" y="223"/>
                  </a:lnTo>
                  <a:lnTo>
                    <a:pt x="26" y="239"/>
                  </a:lnTo>
                  <a:lnTo>
                    <a:pt x="17" y="257"/>
                  </a:lnTo>
                  <a:lnTo>
                    <a:pt x="10" y="274"/>
                  </a:lnTo>
                  <a:lnTo>
                    <a:pt x="4" y="293"/>
                  </a:lnTo>
                  <a:lnTo>
                    <a:pt x="1" y="302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0" y="314"/>
                  </a:lnTo>
                  <a:lnTo>
                    <a:pt x="1" y="316"/>
                  </a:lnTo>
                  <a:lnTo>
                    <a:pt x="2" y="317"/>
                  </a:lnTo>
                  <a:lnTo>
                    <a:pt x="4" y="317"/>
                  </a:lnTo>
                  <a:lnTo>
                    <a:pt x="7" y="316"/>
                  </a:lnTo>
                  <a:lnTo>
                    <a:pt x="9" y="314"/>
                  </a:lnTo>
                  <a:lnTo>
                    <a:pt x="9" y="313"/>
                  </a:lnTo>
                  <a:lnTo>
                    <a:pt x="9" y="313"/>
                  </a:lnTo>
                  <a:lnTo>
                    <a:pt x="11" y="302"/>
                  </a:lnTo>
                  <a:lnTo>
                    <a:pt x="13" y="292"/>
                  </a:lnTo>
                  <a:lnTo>
                    <a:pt x="19" y="273"/>
                  </a:lnTo>
                  <a:lnTo>
                    <a:pt x="28" y="255"/>
                  </a:lnTo>
                  <a:lnTo>
                    <a:pt x="36" y="237"/>
                  </a:lnTo>
                  <a:lnTo>
                    <a:pt x="45" y="220"/>
                  </a:lnTo>
                  <a:lnTo>
                    <a:pt x="54" y="201"/>
                  </a:lnTo>
                  <a:lnTo>
                    <a:pt x="62" y="182"/>
                  </a:lnTo>
                  <a:lnTo>
                    <a:pt x="68" y="164"/>
                  </a:lnTo>
                  <a:lnTo>
                    <a:pt x="68" y="164"/>
                  </a:lnTo>
                  <a:lnTo>
                    <a:pt x="79" y="119"/>
                  </a:lnTo>
                  <a:lnTo>
                    <a:pt x="91" y="76"/>
                  </a:lnTo>
                  <a:lnTo>
                    <a:pt x="91" y="76"/>
                  </a:lnTo>
                  <a:lnTo>
                    <a:pt x="102" y="40"/>
                  </a:lnTo>
                  <a:lnTo>
                    <a:pt x="106" y="22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08" y="2"/>
                  </a:lnTo>
                  <a:lnTo>
                    <a:pt x="107" y="1"/>
                  </a:lnTo>
                  <a:lnTo>
                    <a:pt x="106" y="0"/>
                  </a:lnTo>
                  <a:lnTo>
                    <a:pt x="104" y="0"/>
                  </a:lnTo>
                  <a:lnTo>
                    <a:pt x="101" y="1"/>
                  </a:lnTo>
                  <a:lnTo>
                    <a:pt x="100" y="2"/>
                  </a:lnTo>
                  <a:lnTo>
                    <a:pt x="99" y="4"/>
                  </a:lnTo>
                  <a:lnTo>
                    <a:pt x="99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2" name="Freeform 908"/>
            <p:cNvSpPr/>
            <p:nvPr>
              <p:custDataLst>
                <p:tags r:id="rId8"/>
              </p:custDataLst>
            </p:nvPr>
          </p:nvSpPr>
          <p:spPr bwMode="auto">
            <a:xfrm>
              <a:off x="3365500" y="1427163"/>
              <a:ext cx="58738" cy="169863"/>
            </a:xfrm>
            <a:custGeom>
              <a:avLst/>
              <a:gdLst/>
              <a:ahLst/>
              <a:cxnLst>
                <a:cxn ang="0">
                  <a:pos x="102" y="1"/>
                </a:cxn>
                <a:cxn ang="0">
                  <a:pos x="102" y="1"/>
                </a:cxn>
                <a:cxn ang="0">
                  <a:pos x="97" y="7"/>
                </a:cxn>
                <a:cxn ang="0">
                  <a:pos x="93" y="13"/>
                </a:cxn>
                <a:cxn ang="0">
                  <a:pos x="87" y="26"/>
                </a:cxn>
                <a:cxn ang="0">
                  <a:pos x="82" y="39"/>
                </a:cxn>
                <a:cxn ang="0">
                  <a:pos x="79" y="54"/>
                </a:cxn>
                <a:cxn ang="0">
                  <a:pos x="79" y="54"/>
                </a:cxn>
                <a:cxn ang="0">
                  <a:pos x="72" y="77"/>
                </a:cxn>
                <a:cxn ang="0">
                  <a:pos x="65" y="101"/>
                </a:cxn>
                <a:cxn ang="0">
                  <a:pos x="51" y="148"/>
                </a:cxn>
                <a:cxn ang="0">
                  <a:pos x="51" y="148"/>
                </a:cxn>
                <a:cxn ang="0">
                  <a:pos x="44" y="168"/>
                </a:cxn>
                <a:cxn ang="0">
                  <a:pos x="37" y="190"/>
                </a:cxn>
                <a:cxn ang="0">
                  <a:pos x="20" y="231"/>
                </a:cxn>
                <a:cxn ang="0">
                  <a:pos x="13" y="252"/>
                </a:cxn>
                <a:cxn ang="0">
                  <a:pos x="7" y="274"/>
                </a:cxn>
                <a:cxn ang="0">
                  <a:pos x="2" y="295"/>
                </a:cxn>
                <a:cxn ang="0">
                  <a:pos x="1" y="307"/>
                </a:cxn>
                <a:cxn ang="0">
                  <a:pos x="0" y="317"/>
                </a:cxn>
                <a:cxn ang="0">
                  <a:pos x="0" y="317"/>
                </a:cxn>
                <a:cxn ang="0">
                  <a:pos x="1" y="319"/>
                </a:cxn>
                <a:cxn ang="0">
                  <a:pos x="2" y="321"/>
                </a:cxn>
                <a:cxn ang="0">
                  <a:pos x="3" y="322"/>
                </a:cxn>
                <a:cxn ang="0">
                  <a:pos x="6" y="322"/>
                </a:cxn>
                <a:cxn ang="0">
                  <a:pos x="8" y="322"/>
                </a:cxn>
                <a:cxn ang="0">
                  <a:pos x="9" y="321"/>
                </a:cxn>
                <a:cxn ang="0">
                  <a:pos x="10" y="319"/>
                </a:cxn>
                <a:cxn ang="0">
                  <a:pos x="11" y="317"/>
                </a:cxn>
                <a:cxn ang="0">
                  <a:pos x="11" y="317"/>
                </a:cxn>
                <a:cxn ang="0">
                  <a:pos x="11" y="307"/>
                </a:cxn>
                <a:cxn ang="0">
                  <a:pos x="12" y="296"/>
                </a:cxn>
                <a:cxn ang="0">
                  <a:pos x="16" y="276"/>
                </a:cxn>
                <a:cxn ang="0">
                  <a:pos x="22" y="256"/>
                </a:cxn>
                <a:cxn ang="0">
                  <a:pos x="29" y="237"/>
                </a:cxn>
                <a:cxn ang="0">
                  <a:pos x="44" y="198"/>
                </a:cxn>
                <a:cxn ang="0">
                  <a:pos x="51" y="179"/>
                </a:cxn>
                <a:cxn ang="0">
                  <a:pos x="57" y="159"/>
                </a:cxn>
                <a:cxn ang="0">
                  <a:pos x="57" y="159"/>
                </a:cxn>
                <a:cxn ang="0">
                  <a:pos x="70" y="120"/>
                </a:cxn>
                <a:cxn ang="0">
                  <a:pos x="81" y="81"/>
                </a:cxn>
                <a:cxn ang="0">
                  <a:pos x="81" y="81"/>
                </a:cxn>
                <a:cxn ang="0">
                  <a:pos x="86" y="62"/>
                </a:cxn>
                <a:cxn ang="0">
                  <a:pos x="91" y="42"/>
                </a:cxn>
                <a:cxn ang="0">
                  <a:pos x="94" y="33"/>
                </a:cxn>
                <a:cxn ang="0">
                  <a:pos x="97" y="25"/>
                </a:cxn>
                <a:cxn ang="0">
                  <a:pos x="103" y="16"/>
                </a:cxn>
                <a:cxn ang="0">
                  <a:pos x="109" y="8"/>
                </a:cxn>
                <a:cxn ang="0">
                  <a:pos x="109" y="8"/>
                </a:cxn>
                <a:cxn ang="0">
                  <a:pos x="110" y="6"/>
                </a:cxn>
                <a:cxn ang="0">
                  <a:pos x="110" y="4"/>
                </a:cxn>
                <a:cxn ang="0">
                  <a:pos x="109" y="3"/>
                </a:cxn>
                <a:cxn ang="0">
                  <a:pos x="108" y="1"/>
                </a:cxn>
                <a:cxn ang="0">
                  <a:pos x="107" y="0"/>
                </a:cxn>
                <a:cxn ang="0">
                  <a:pos x="105" y="0"/>
                </a:cxn>
                <a:cxn ang="0">
                  <a:pos x="104" y="0"/>
                </a:cxn>
                <a:cxn ang="0">
                  <a:pos x="102" y="1"/>
                </a:cxn>
                <a:cxn ang="0">
                  <a:pos x="102" y="1"/>
                </a:cxn>
              </a:cxnLst>
              <a:rect l="0" t="0" r="r" b="b"/>
              <a:pathLst>
                <a:path w="110" h="322">
                  <a:moveTo>
                    <a:pt x="102" y="1"/>
                  </a:moveTo>
                  <a:lnTo>
                    <a:pt x="102" y="1"/>
                  </a:lnTo>
                  <a:lnTo>
                    <a:pt x="97" y="7"/>
                  </a:lnTo>
                  <a:lnTo>
                    <a:pt x="93" y="13"/>
                  </a:lnTo>
                  <a:lnTo>
                    <a:pt x="87" y="26"/>
                  </a:lnTo>
                  <a:lnTo>
                    <a:pt x="82" y="39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2" y="77"/>
                  </a:lnTo>
                  <a:lnTo>
                    <a:pt x="65" y="101"/>
                  </a:lnTo>
                  <a:lnTo>
                    <a:pt x="51" y="148"/>
                  </a:lnTo>
                  <a:lnTo>
                    <a:pt x="51" y="148"/>
                  </a:lnTo>
                  <a:lnTo>
                    <a:pt x="44" y="168"/>
                  </a:lnTo>
                  <a:lnTo>
                    <a:pt x="37" y="190"/>
                  </a:lnTo>
                  <a:lnTo>
                    <a:pt x="20" y="231"/>
                  </a:lnTo>
                  <a:lnTo>
                    <a:pt x="13" y="252"/>
                  </a:lnTo>
                  <a:lnTo>
                    <a:pt x="7" y="274"/>
                  </a:lnTo>
                  <a:lnTo>
                    <a:pt x="2" y="295"/>
                  </a:lnTo>
                  <a:lnTo>
                    <a:pt x="1" y="307"/>
                  </a:lnTo>
                  <a:lnTo>
                    <a:pt x="0" y="317"/>
                  </a:lnTo>
                  <a:lnTo>
                    <a:pt x="0" y="317"/>
                  </a:lnTo>
                  <a:lnTo>
                    <a:pt x="1" y="319"/>
                  </a:lnTo>
                  <a:lnTo>
                    <a:pt x="2" y="321"/>
                  </a:lnTo>
                  <a:lnTo>
                    <a:pt x="3" y="322"/>
                  </a:lnTo>
                  <a:lnTo>
                    <a:pt x="6" y="322"/>
                  </a:lnTo>
                  <a:lnTo>
                    <a:pt x="8" y="322"/>
                  </a:lnTo>
                  <a:lnTo>
                    <a:pt x="9" y="321"/>
                  </a:lnTo>
                  <a:lnTo>
                    <a:pt x="10" y="319"/>
                  </a:lnTo>
                  <a:lnTo>
                    <a:pt x="11" y="317"/>
                  </a:lnTo>
                  <a:lnTo>
                    <a:pt x="11" y="317"/>
                  </a:lnTo>
                  <a:lnTo>
                    <a:pt x="11" y="307"/>
                  </a:lnTo>
                  <a:lnTo>
                    <a:pt x="12" y="296"/>
                  </a:lnTo>
                  <a:lnTo>
                    <a:pt x="16" y="276"/>
                  </a:lnTo>
                  <a:lnTo>
                    <a:pt x="22" y="256"/>
                  </a:lnTo>
                  <a:lnTo>
                    <a:pt x="29" y="237"/>
                  </a:lnTo>
                  <a:lnTo>
                    <a:pt x="44" y="198"/>
                  </a:lnTo>
                  <a:lnTo>
                    <a:pt x="51" y="179"/>
                  </a:lnTo>
                  <a:lnTo>
                    <a:pt x="57" y="159"/>
                  </a:lnTo>
                  <a:lnTo>
                    <a:pt x="57" y="159"/>
                  </a:lnTo>
                  <a:lnTo>
                    <a:pt x="70" y="120"/>
                  </a:lnTo>
                  <a:lnTo>
                    <a:pt x="81" y="81"/>
                  </a:lnTo>
                  <a:lnTo>
                    <a:pt x="81" y="81"/>
                  </a:lnTo>
                  <a:lnTo>
                    <a:pt x="86" y="62"/>
                  </a:lnTo>
                  <a:lnTo>
                    <a:pt x="91" y="42"/>
                  </a:lnTo>
                  <a:lnTo>
                    <a:pt x="94" y="33"/>
                  </a:lnTo>
                  <a:lnTo>
                    <a:pt x="97" y="25"/>
                  </a:lnTo>
                  <a:lnTo>
                    <a:pt x="103" y="16"/>
                  </a:lnTo>
                  <a:lnTo>
                    <a:pt x="109" y="8"/>
                  </a:lnTo>
                  <a:lnTo>
                    <a:pt x="109" y="8"/>
                  </a:lnTo>
                  <a:lnTo>
                    <a:pt x="110" y="6"/>
                  </a:lnTo>
                  <a:lnTo>
                    <a:pt x="110" y="4"/>
                  </a:lnTo>
                  <a:lnTo>
                    <a:pt x="109" y="3"/>
                  </a:lnTo>
                  <a:lnTo>
                    <a:pt x="108" y="1"/>
                  </a:lnTo>
                  <a:lnTo>
                    <a:pt x="107" y="0"/>
                  </a:lnTo>
                  <a:lnTo>
                    <a:pt x="105" y="0"/>
                  </a:lnTo>
                  <a:lnTo>
                    <a:pt x="104" y="0"/>
                  </a:lnTo>
                  <a:lnTo>
                    <a:pt x="102" y="1"/>
                  </a:lnTo>
                  <a:lnTo>
                    <a:pt x="102" y="1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3" name="Freeform 909"/>
            <p:cNvSpPr/>
            <p:nvPr>
              <p:custDataLst>
                <p:tags r:id="rId9"/>
              </p:custDataLst>
            </p:nvPr>
          </p:nvSpPr>
          <p:spPr bwMode="auto">
            <a:xfrm>
              <a:off x="3403600" y="1430338"/>
              <a:ext cx="41275" cy="182563"/>
            </a:xfrm>
            <a:custGeom>
              <a:avLst/>
              <a:gdLst/>
              <a:ahLst/>
              <a:cxnLst>
                <a:cxn ang="0">
                  <a:pos x="67" y="4"/>
                </a:cxn>
                <a:cxn ang="0">
                  <a:pos x="62" y="52"/>
                </a:cxn>
                <a:cxn ang="0">
                  <a:pos x="53" y="99"/>
                </a:cxn>
                <a:cxn ang="0">
                  <a:pos x="39" y="171"/>
                </a:cxn>
                <a:cxn ang="0">
                  <a:pos x="35" y="193"/>
                </a:cxn>
                <a:cxn ang="0">
                  <a:pos x="30" y="215"/>
                </a:cxn>
                <a:cxn ang="0">
                  <a:pos x="15" y="255"/>
                </a:cxn>
                <a:cxn ang="0">
                  <a:pos x="10" y="277"/>
                </a:cxn>
                <a:cxn ang="0">
                  <a:pos x="7" y="294"/>
                </a:cxn>
                <a:cxn ang="0">
                  <a:pos x="5" y="310"/>
                </a:cxn>
                <a:cxn ang="0">
                  <a:pos x="5" y="325"/>
                </a:cxn>
                <a:cxn ang="0">
                  <a:pos x="4" y="335"/>
                </a:cxn>
                <a:cxn ang="0">
                  <a:pos x="3" y="337"/>
                </a:cxn>
                <a:cxn ang="0">
                  <a:pos x="0" y="340"/>
                </a:cxn>
                <a:cxn ang="0">
                  <a:pos x="1" y="343"/>
                </a:cxn>
                <a:cxn ang="0">
                  <a:pos x="4" y="345"/>
                </a:cxn>
                <a:cxn ang="0">
                  <a:pos x="7" y="345"/>
                </a:cxn>
                <a:cxn ang="0">
                  <a:pos x="10" y="342"/>
                </a:cxn>
                <a:cxn ang="0">
                  <a:pos x="13" y="334"/>
                </a:cxn>
                <a:cxn ang="0">
                  <a:pos x="14" y="318"/>
                </a:cxn>
                <a:cxn ang="0">
                  <a:pos x="14" y="310"/>
                </a:cxn>
                <a:cxn ang="0">
                  <a:pos x="17" y="285"/>
                </a:cxn>
                <a:cxn ang="0">
                  <a:pos x="23" y="260"/>
                </a:cxn>
                <a:cxn ang="0">
                  <a:pos x="40" y="213"/>
                </a:cxn>
                <a:cxn ang="0">
                  <a:pos x="44" y="201"/>
                </a:cxn>
                <a:cxn ang="0">
                  <a:pos x="47" y="176"/>
                </a:cxn>
                <a:cxn ang="0">
                  <a:pos x="49" y="163"/>
                </a:cxn>
                <a:cxn ang="0">
                  <a:pos x="63" y="107"/>
                </a:cxn>
                <a:cxn ang="0">
                  <a:pos x="65" y="93"/>
                </a:cxn>
                <a:cxn ang="0">
                  <a:pos x="70" y="52"/>
                </a:cxn>
                <a:cxn ang="0">
                  <a:pos x="73" y="28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3" y="0"/>
                </a:cxn>
                <a:cxn ang="0">
                  <a:pos x="70" y="0"/>
                </a:cxn>
                <a:cxn ang="0">
                  <a:pos x="67" y="2"/>
                </a:cxn>
                <a:cxn ang="0">
                  <a:pos x="67" y="4"/>
                </a:cxn>
              </a:cxnLst>
              <a:rect l="0" t="0" r="r" b="b"/>
              <a:pathLst>
                <a:path w="76" h="346">
                  <a:moveTo>
                    <a:pt x="67" y="4"/>
                  </a:moveTo>
                  <a:lnTo>
                    <a:pt x="67" y="4"/>
                  </a:lnTo>
                  <a:lnTo>
                    <a:pt x="65" y="28"/>
                  </a:lnTo>
                  <a:lnTo>
                    <a:pt x="62" y="52"/>
                  </a:lnTo>
                  <a:lnTo>
                    <a:pt x="58" y="76"/>
                  </a:lnTo>
                  <a:lnTo>
                    <a:pt x="53" y="99"/>
                  </a:lnTo>
                  <a:lnTo>
                    <a:pt x="43" y="147"/>
                  </a:lnTo>
                  <a:lnTo>
                    <a:pt x="39" y="17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3" y="205"/>
                  </a:lnTo>
                  <a:lnTo>
                    <a:pt x="30" y="215"/>
                  </a:lnTo>
                  <a:lnTo>
                    <a:pt x="22" y="236"/>
                  </a:lnTo>
                  <a:lnTo>
                    <a:pt x="15" y="255"/>
                  </a:lnTo>
                  <a:lnTo>
                    <a:pt x="12" y="267"/>
                  </a:lnTo>
                  <a:lnTo>
                    <a:pt x="10" y="277"/>
                  </a:lnTo>
                  <a:lnTo>
                    <a:pt x="10" y="277"/>
                  </a:lnTo>
                  <a:lnTo>
                    <a:pt x="7" y="294"/>
                  </a:lnTo>
                  <a:lnTo>
                    <a:pt x="6" y="302"/>
                  </a:lnTo>
                  <a:lnTo>
                    <a:pt x="5" y="310"/>
                  </a:lnTo>
                  <a:lnTo>
                    <a:pt x="5" y="310"/>
                  </a:lnTo>
                  <a:lnTo>
                    <a:pt x="5" y="325"/>
                  </a:lnTo>
                  <a:lnTo>
                    <a:pt x="5" y="333"/>
                  </a:lnTo>
                  <a:lnTo>
                    <a:pt x="4" y="335"/>
                  </a:lnTo>
                  <a:lnTo>
                    <a:pt x="3" y="337"/>
                  </a:lnTo>
                  <a:lnTo>
                    <a:pt x="3" y="337"/>
                  </a:lnTo>
                  <a:lnTo>
                    <a:pt x="1" y="338"/>
                  </a:lnTo>
                  <a:lnTo>
                    <a:pt x="0" y="340"/>
                  </a:lnTo>
                  <a:lnTo>
                    <a:pt x="1" y="342"/>
                  </a:lnTo>
                  <a:lnTo>
                    <a:pt x="1" y="343"/>
                  </a:lnTo>
                  <a:lnTo>
                    <a:pt x="2" y="345"/>
                  </a:lnTo>
                  <a:lnTo>
                    <a:pt x="4" y="345"/>
                  </a:lnTo>
                  <a:lnTo>
                    <a:pt x="5" y="346"/>
                  </a:lnTo>
                  <a:lnTo>
                    <a:pt x="7" y="345"/>
                  </a:lnTo>
                  <a:lnTo>
                    <a:pt x="7" y="345"/>
                  </a:lnTo>
                  <a:lnTo>
                    <a:pt x="10" y="342"/>
                  </a:lnTo>
                  <a:lnTo>
                    <a:pt x="12" y="339"/>
                  </a:lnTo>
                  <a:lnTo>
                    <a:pt x="13" y="334"/>
                  </a:lnTo>
                  <a:lnTo>
                    <a:pt x="14" y="329"/>
                  </a:lnTo>
                  <a:lnTo>
                    <a:pt x="14" y="318"/>
                  </a:lnTo>
                  <a:lnTo>
                    <a:pt x="14" y="310"/>
                  </a:lnTo>
                  <a:lnTo>
                    <a:pt x="14" y="310"/>
                  </a:lnTo>
                  <a:lnTo>
                    <a:pt x="15" y="298"/>
                  </a:lnTo>
                  <a:lnTo>
                    <a:pt x="17" y="285"/>
                  </a:lnTo>
                  <a:lnTo>
                    <a:pt x="19" y="273"/>
                  </a:lnTo>
                  <a:lnTo>
                    <a:pt x="23" y="260"/>
                  </a:lnTo>
                  <a:lnTo>
                    <a:pt x="32" y="236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4" y="201"/>
                  </a:lnTo>
                  <a:lnTo>
                    <a:pt x="46" y="188"/>
                  </a:lnTo>
                  <a:lnTo>
                    <a:pt x="47" y="176"/>
                  </a:lnTo>
                  <a:lnTo>
                    <a:pt x="49" y="163"/>
                  </a:lnTo>
                  <a:lnTo>
                    <a:pt x="49" y="163"/>
                  </a:lnTo>
                  <a:lnTo>
                    <a:pt x="56" y="135"/>
                  </a:lnTo>
                  <a:lnTo>
                    <a:pt x="63" y="107"/>
                  </a:lnTo>
                  <a:lnTo>
                    <a:pt x="63" y="107"/>
                  </a:lnTo>
                  <a:lnTo>
                    <a:pt x="65" y="93"/>
                  </a:lnTo>
                  <a:lnTo>
                    <a:pt x="66" y="79"/>
                  </a:lnTo>
                  <a:lnTo>
                    <a:pt x="70" y="52"/>
                  </a:lnTo>
                  <a:lnTo>
                    <a:pt x="70" y="52"/>
                  </a:lnTo>
                  <a:lnTo>
                    <a:pt x="73" y="28"/>
                  </a:lnTo>
                  <a:lnTo>
                    <a:pt x="75" y="17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70" y="0"/>
                  </a:lnTo>
                  <a:lnTo>
                    <a:pt x="68" y="1"/>
                  </a:lnTo>
                  <a:lnTo>
                    <a:pt x="67" y="2"/>
                  </a:lnTo>
                  <a:lnTo>
                    <a:pt x="67" y="4"/>
                  </a:lnTo>
                  <a:lnTo>
                    <a:pt x="67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4" name="Freeform 910"/>
            <p:cNvSpPr/>
            <p:nvPr>
              <p:custDataLst>
                <p:tags r:id="rId10"/>
              </p:custDataLst>
            </p:nvPr>
          </p:nvSpPr>
          <p:spPr bwMode="auto">
            <a:xfrm>
              <a:off x="3436938" y="1397000"/>
              <a:ext cx="47625" cy="252413"/>
            </a:xfrm>
            <a:custGeom>
              <a:avLst/>
              <a:gdLst/>
              <a:ahLst/>
              <a:cxnLst>
                <a:cxn ang="0">
                  <a:pos x="80" y="4"/>
                </a:cxn>
                <a:cxn ang="0">
                  <a:pos x="80" y="4"/>
                </a:cxn>
                <a:cxn ang="0">
                  <a:pos x="78" y="20"/>
                </a:cxn>
                <a:cxn ang="0">
                  <a:pos x="76" y="34"/>
                </a:cxn>
                <a:cxn ang="0">
                  <a:pos x="69" y="63"/>
                </a:cxn>
                <a:cxn ang="0">
                  <a:pos x="54" y="121"/>
                </a:cxn>
                <a:cxn ang="0">
                  <a:pos x="54" y="121"/>
                </a:cxn>
                <a:cxn ang="0">
                  <a:pos x="40" y="180"/>
                </a:cxn>
                <a:cxn ang="0">
                  <a:pos x="26" y="238"/>
                </a:cxn>
                <a:cxn ang="0">
                  <a:pos x="26" y="238"/>
                </a:cxn>
                <a:cxn ang="0">
                  <a:pos x="23" y="253"/>
                </a:cxn>
                <a:cxn ang="0">
                  <a:pos x="21" y="269"/>
                </a:cxn>
                <a:cxn ang="0">
                  <a:pos x="19" y="301"/>
                </a:cxn>
                <a:cxn ang="0">
                  <a:pos x="16" y="332"/>
                </a:cxn>
                <a:cxn ang="0">
                  <a:pos x="15" y="347"/>
                </a:cxn>
                <a:cxn ang="0">
                  <a:pos x="12" y="363"/>
                </a:cxn>
                <a:cxn ang="0">
                  <a:pos x="12" y="363"/>
                </a:cxn>
                <a:cxn ang="0">
                  <a:pos x="8" y="391"/>
                </a:cxn>
                <a:cxn ang="0">
                  <a:pos x="4" y="419"/>
                </a:cxn>
                <a:cxn ang="0">
                  <a:pos x="2" y="446"/>
                </a:cxn>
                <a:cxn ang="0">
                  <a:pos x="0" y="474"/>
                </a:cxn>
                <a:cxn ang="0">
                  <a:pos x="0" y="474"/>
                </a:cxn>
                <a:cxn ang="0">
                  <a:pos x="0" y="476"/>
                </a:cxn>
                <a:cxn ang="0">
                  <a:pos x="1" y="477"/>
                </a:cxn>
                <a:cxn ang="0">
                  <a:pos x="3" y="478"/>
                </a:cxn>
                <a:cxn ang="0">
                  <a:pos x="4" y="478"/>
                </a:cxn>
                <a:cxn ang="0">
                  <a:pos x="6" y="478"/>
                </a:cxn>
                <a:cxn ang="0">
                  <a:pos x="8" y="477"/>
                </a:cxn>
                <a:cxn ang="0">
                  <a:pos x="9" y="476"/>
                </a:cxn>
                <a:cxn ang="0">
                  <a:pos x="9" y="474"/>
                </a:cxn>
                <a:cxn ang="0">
                  <a:pos x="9" y="474"/>
                </a:cxn>
                <a:cxn ang="0">
                  <a:pos x="11" y="444"/>
                </a:cxn>
                <a:cxn ang="0">
                  <a:pos x="14" y="415"/>
                </a:cxn>
                <a:cxn ang="0">
                  <a:pos x="18" y="385"/>
                </a:cxn>
                <a:cxn ang="0">
                  <a:pos x="23" y="357"/>
                </a:cxn>
                <a:cxn ang="0">
                  <a:pos x="23" y="357"/>
                </a:cxn>
                <a:cxn ang="0">
                  <a:pos x="25" y="341"/>
                </a:cxn>
                <a:cxn ang="0">
                  <a:pos x="28" y="326"/>
                </a:cxn>
                <a:cxn ang="0">
                  <a:pos x="30" y="295"/>
                </a:cxn>
                <a:cxn ang="0">
                  <a:pos x="33" y="263"/>
                </a:cxn>
                <a:cxn ang="0">
                  <a:pos x="35" y="247"/>
                </a:cxn>
                <a:cxn ang="0">
                  <a:pos x="38" y="232"/>
                </a:cxn>
                <a:cxn ang="0">
                  <a:pos x="38" y="232"/>
                </a:cxn>
                <a:cxn ang="0">
                  <a:pos x="51" y="174"/>
                </a:cxn>
                <a:cxn ang="0">
                  <a:pos x="66" y="116"/>
                </a:cxn>
                <a:cxn ang="0">
                  <a:pos x="66" y="116"/>
                </a:cxn>
                <a:cxn ang="0">
                  <a:pos x="79" y="61"/>
                </a:cxn>
                <a:cxn ang="0">
                  <a:pos x="85" y="32"/>
                </a:cxn>
                <a:cxn ang="0">
                  <a:pos x="90" y="4"/>
                </a:cxn>
                <a:cxn ang="0">
                  <a:pos x="90" y="4"/>
                </a:cxn>
                <a:cxn ang="0">
                  <a:pos x="90" y="3"/>
                </a:cxn>
                <a:cxn ang="0">
                  <a:pos x="88" y="1"/>
                </a:cxn>
                <a:cxn ang="0">
                  <a:pos x="87" y="0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  <a:cxn ang="0">
                  <a:pos x="80" y="4"/>
                </a:cxn>
                <a:cxn ang="0">
                  <a:pos x="80" y="4"/>
                </a:cxn>
              </a:cxnLst>
              <a:rect l="0" t="0" r="r" b="b"/>
              <a:pathLst>
                <a:path w="90" h="478">
                  <a:moveTo>
                    <a:pt x="80" y="4"/>
                  </a:moveTo>
                  <a:lnTo>
                    <a:pt x="80" y="4"/>
                  </a:lnTo>
                  <a:lnTo>
                    <a:pt x="78" y="20"/>
                  </a:lnTo>
                  <a:lnTo>
                    <a:pt x="76" y="34"/>
                  </a:lnTo>
                  <a:lnTo>
                    <a:pt x="69" y="63"/>
                  </a:lnTo>
                  <a:lnTo>
                    <a:pt x="54" y="121"/>
                  </a:lnTo>
                  <a:lnTo>
                    <a:pt x="54" y="121"/>
                  </a:lnTo>
                  <a:lnTo>
                    <a:pt x="40" y="180"/>
                  </a:lnTo>
                  <a:lnTo>
                    <a:pt x="26" y="238"/>
                  </a:lnTo>
                  <a:lnTo>
                    <a:pt x="26" y="238"/>
                  </a:lnTo>
                  <a:lnTo>
                    <a:pt x="23" y="253"/>
                  </a:lnTo>
                  <a:lnTo>
                    <a:pt x="21" y="269"/>
                  </a:lnTo>
                  <a:lnTo>
                    <a:pt x="19" y="301"/>
                  </a:lnTo>
                  <a:lnTo>
                    <a:pt x="16" y="332"/>
                  </a:lnTo>
                  <a:lnTo>
                    <a:pt x="15" y="347"/>
                  </a:lnTo>
                  <a:lnTo>
                    <a:pt x="12" y="363"/>
                  </a:lnTo>
                  <a:lnTo>
                    <a:pt x="12" y="363"/>
                  </a:lnTo>
                  <a:lnTo>
                    <a:pt x="8" y="391"/>
                  </a:lnTo>
                  <a:lnTo>
                    <a:pt x="4" y="419"/>
                  </a:lnTo>
                  <a:lnTo>
                    <a:pt x="2" y="446"/>
                  </a:lnTo>
                  <a:lnTo>
                    <a:pt x="0" y="474"/>
                  </a:lnTo>
                  <a:lnTo>
                    <a:pt x="0" y="474"/>
                  </a:lnTo>
                  <a:lnTo>
                    <a:pt x="0" y="476"/>
                  </a:lnTo>
                  <a:lnTo>
                    <a:pt x="1" y="477"/>
                  </a:lnTo>
                  <a:lnTo>
                    <a:pt x="3" y="478"/>
                  </a:lnTo>
                  <a:lnTo>
                    <a:pt x="4" y="478"/>
                  </a:lnTo>
                  <a:lnTo>
                    <a:pt x="6" y="478"/>
                  </a:lnTo>
                  <a:lnTo>
                    <a:pt x="8" y="477"/>
                  </a:lnTo>
                  <a:lnTo>
                    <a:pt x="9" y="476"/>
                  </a:lnTo>
                  <a:lnTo>
                    <a:pt x="9" y="474"/>
                  </a:lnTo>
                  <a:lnTo>
                    <a:pt x="9" y="474"/>
                  </a:lnTo>
                  <a:lnTo>
                    <a:pt x="11" y="444"/>
                  </a:lnTo>
                  <a:lnTo>
                    <a:pt x="14" y="415"/>
                  </a:lnTo>
                  <a:lnTo>
                    <a:pt x="18" y="385"/>
                  </a:lnTo>
                  <a:lnTo>
                    <a:pt x="23" y="357"/>
                  </a:lnTo>
                  <a:lnTo>
                    <a:pt x="23" y="357"/>
                  </a:lnTo>
                  <a:lnTo>
                    <a:pt x="25" y="341"/>
                  </a:lnTo>
                  <a:lnTo>
                    <a:pt x="28" y="326"/>
                  </a:lnTo>
                  <a:lnTo>
                    <a:pt x="30" y="295"/>
                  </a:lnTo>
                  <a:lnTo>
                    <a:pt x="33" y="263"/>
                  </a:lnTo>
                  <a:lnTo>
                    <a:pt x="35" y="247"/>
                  </a:lnTo>
                  <a:lnTo>
                    <a:pt x="38" y="232"/>
                  </a:lnTo>
                  <a:lnTo>
                    <a:pt x="38" y="232"/>
                  </a:lnTo>
                  <a:lnTo>
                    <a:pt x="51" y="174"/>
                  </a:lnTo>
                  <a:lnTo>
                    <a:pt x="66" y="116"/>
                  </a:lnTo>
                  <a:lnTo>
                    <a:pt x="66" y="116"/>
                  </a:lnTo>
                  <a:lnTo>
                    <a:pt x="79" y="61"/>
                  </a:lnTo>
                  <a:lnTo>
                    <a:pt x="85" y="32"/>
                  </a:lnTo>
                  <a:lnTo>
                    <a:pt x="90" y="4"/>
                  </a:lnTo>
                  <a:lnTo>
                    <a:pt x="90" y="4"/>
                  </a:lnTo>
                  <a:lnTo>
                    <a:pt x="90" y="3"/>
                  </a:lnTo>
                  <a:lnTo>
                    <a:pt x="88" y="1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0" y="4"/>
                  </a:lnTo>
                  <a:lnTo>
                    <a:pt x="80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5" name="Freeform 911"/>
            <p:cNvSpPr/>
            <p:nvPr>
              <p:custDataLst>
                <p:tags r:id="rId11"/>
              </p:custDataLst>
            </p:nvPr>
          </p:nvSpPr>
          <p:spPr bwMode="auto">
            <a:xfrm>
              <a:off x="3457575" y="1241425"/>
              <a:ext cx="104775" cy="455613"/>
            </a:xfrm>
            <a:custGeom>
              <a:avLst/>
              <a:gdLst/>
              <a:ahLst/>
              <a:cxnLst>
                <a:cxn ang="0">
                  <a:pos x="189" y="5"/>
                </a:cxn>
                <a:cxn ang="0">
                  <a:pos x="187" y="12"/>
                </a:cxn>
                <a:cxn ang="0">
                  <a:pos x="185" y="19"/>
                </a:cxn>
                <a:cxn ang="0">
                  <a:pos x="183" y="34"/>
                </a:cxn>
                <a:cxn ang="0">
                  <a:pos x="181" y="47"/>
                </a:cxn>
                <a:cxn ang="0">
                  <a:pos x="173" y="98"/>
                </a:cxn>
                <a:cxn ang="0">
                  <a:pos x="167" y="127"/>
                </a:cxn>
                <a:cxn ang="0">
                  <a:pos x="152" y="182"/>
                </a:cxn>
                <a:cxn ang="0">
                  <a:pos x="142" y="208"/>
                </a:cxn>
                <a:cxn ang="0">
                  <a:pos x="108" y="307"/>
                </a:cxn>
                <a:cxn ang="0">
                  <a:pos x="101" y="334"/>
                </a:cxn>
                <a:cxn ang="0">
                  <a:pos x="88" y="420"/>
                </a:cxn>
                <a:cxn ang="0">
                  <a:pos x="82" y="448"/>
                </a:cxn>
                <a:cxn ang="0">
                  <a:pos x="66" y="533"/>
                </a:cxn>
                <a:cxn ang="0">
                  <a:pos x="41" y="644"/>
                </a:cxn>
                <a:cxn ang="0">
                  <a:pos x="30" y="698"/>
                </a:cxn>
                <a:cxn ang="0">
                  <a:pos x="7" y="804"/>
                </a:cxn>
                <a:cxn ang="0">
                  <a:pos x="0" y="858"/>
                </a:cxn>
                <a:cxn ang="0">
                  <a:pos x="0" y="860"/>
                </a:cxn>
                <a:cxn ang="0">
                  <a:pos x="2" y="862"/>
                </a:cxn>
                <a:cxn ang="0">
                  <a:pos x="7" y="861"/>
                </a:cxn>
                <a:cxn ang="0">
                  <a:pos x="9" y="858"/>
                </a:cxn>
                <a:cxn ang="0">
                  <a:pos x="12" y="830"/>
                </a:cxn>
                <a:cxn ang="0">
                  <a:pos x="29" y="748"/>
                </a:cxn>
                <a:cxn ang="0">
                  <a:pos x="53" y="638"/>
                </a:cxn>
                <a:cxn ang="0">
                  <a:pos x="64" y="580"/>
                </a:cxn>
                <a:cxn ang="0">
                  <a:pos x="89" y="464"/>
                </a:cxn>
                <a:cxn ang="0">
                  <a:pos x="99" y="405"/>
                </a:cxn>
                <a:cxn ang="0">
                  <a:pos x="103" y="379"/>
                </a:cxn>
                <a:cxn ang="0">
                  <a:pos x="113" y="326"/>
                </a:cxn>
                <a:cxn ang="0">
                  <a:pos x="121" y="301"/>
                </a:cxn>
                <a:cxn ang="0">
                  <a:pos x="158" y="195"/>
                </a:cxn>
                <a:cxn ang="0">
                  <a:pos x="174" y="140"/>
                </a:cxn>
                <a:cxn ang="0">
                  <a:pos x="186" y="83"/>
                </a:cxn>
                <a:cxn ang="0">
                  <a:pos x="189" y="60"/>
                </a:cxn>
                <a:cxn ang="0">
                  <a:pos x="192" y="36"/>
                </a:cxn>
                <a:cxn ang="0">
                  <a:pos x="196" y="20"/>
                </a:cxn>
                <a:cxn ang="0">
                  <a:pos x="198" y="5"/>
                </a:cxn>
                <a:cxn ang="0">
                  <a:pos x="198" y="3"/>
                </a:cxn>
                <a:cxn ang="0">
                  <a:pos x="196" y="1"/>
                </a:cxn>
                <a:cxn ang="0">
                  <a:pos x="192" y="1"/>
                </a:cxn>
                <a:cxn ang="0">
                  <a:pos x="190" y="3"/>
                </a:cxn>
                <a:cxn ang="0">
                  <a:pos x="189" y="5"/>
                </a:cxn>
              </a:cxnLst>
              <a:rect l="0" t="0" r="r" b="b"/>
              <a:pathLst>
                <a:path w="198" h="862">
                  <a:moveTo>
                    <a:pt x="189" y="5"/>
                  </a:moveTo>
                  <a:lnTo>
                    <a:pt x="189" y="5"/>
                  </a:lnTo>
                  <a:lnTo>
                    <a:pt x="189" y="9"/>
                  </a:lnTo>
                  <a:lnTo>
                    <a:pt x="187" y="12"/>
                  </a:lnTo>
                  <a:lnTo>
                    <a:pt x="186" y="15"/>
                  </a:lnTo>
                  <a:lnTo>
                    <a:pt x="185" y="19"/>
                  </a:lnTo>
                  <a:lnTo>
                    <a:pt x="185" y="19"/>
                  </a:lnTo>
                  <a:lnTo>
                    <a:pt x="183" y="34"/>
                  </a:lnTo>
                  <a:lnTo>
                    <a:pt x="181" y="47"/>
                  </a:lnTo>
                  <a:lnTo>
                    <a:pt x="181" y="47"/>
                  </a:lnTo>
                  <a:lnTo>
                    <a:pt x="178" y="73"/>
                  </a:lnTo>
                  <a:lnTo>
                    <a:pt x="173" y="98"/>
                  </a:lnTo>
                  <a:lnTo>
                    <a:pt x="173" y="98"/>
                  </a:lnTo>
                  <a:lnTo>
                    <a:pt x="167" y="127"/>
                  </a:lnTo>
                  <a:lnTo>
                    <a:pt x="160" y="154"/>
                  </a:lnTo>
                  <a:lnTo>
                    <a:pt x="152" y="182"/>
                  </a:lnTo>
                  <a:lnTo>
                    <a:pt x="142" y="208"/>
                  </a:lnTo>
                  <a:lnTo>
                    <a:pt x="142" y="208"/>
                  </a:lnTo>
                  <a:lnTo>
                    <a:pt x="108" y="307"/>
                  </a:lnTo>
                  <a:lnTo>
                    <a:pt x="108" y="307"/>
                  </a:lnTo>
                  <a:lnTo>
                    <a:pt x="104" y="321"/>
                  </a:lnTo>
                  <a:lnTo>
                    <a:pt x="101" y="334"/>
                  </a:lnTo>
                  <a:lnTo>
                    <a:pt x="96" y="363"/>
                  </a:lnTo>
                  <a:lnTo>
                    <a:pt x="88" y="420"/>
                  </a:lnTo>
                  <a:lnTo>
                    <a:pt x="88" y="420"/>
                  </a:lnTo>
                  <a:lnTo>
                    <a:pt x="82" y="448"/>
                  </a:lnTo>
                  <a:lnTo>
                    <a:pt x="77" y="476"/>
                  </a:lnTo>
                  <a:lnTo>
                    <a:pt x="66" y="533"/>
                  </a:lnTo>
                  <a:lnTo>
                    <a:pt x="54" y="589"/>
                  </a:lnTo>
                  <a:lnTo>
                    <a:pt x="41" y="644"/>
                  </a:lnTo>
                  <a:lnTo>
                    <a:pt x="41" y="644"/>
                  </a:lnTo>
                  <a:lnTo>
                    <a:pt x="30" y="698"/>
                  </a:lnTo>
                  <a:lnTo>
                    <a:pt x="18" y="751"/>
                  </a:lnTo>
                  <a:lnTo>
                    <a:pt x="7" y="804"/>
                  </a:lnTo>
                  <a:lnTo>
                    <a:pt x="3" y="831"/>
                  </a:lnTo>
                  <a:lnTo>
                    <a:pt x="0" y="858"/>
                  </a:lnTo>
                  <a:lnTo>
                    <a:pt x="0" y="858"/>
                  </a:lnTo>
                  <a:lnTo>
                    <a:pt x="0" y="860"/>
                  </a:lnTo>
                  <a:lnTo>
                    <a:pt x="1" y="861"/>
                  </a:lnTo>
                  <a:lnTo>
                    <a:pt x="2" y="862"/>
                  </a:lnTo>
                  <a:lnTo>
                    <a:pt x="4" y="862"/>
                  </a:lnTo>
                  <a:lnTo>
                    <a:pt x="7" y="861"/>
                  </a:lnTo>
                  <a:lnTo>
                    <a:pt x="8" y="860"/>
                  </a:lnTo>
                  <a:lnTo>
                    <a:pt x="9" y="858"/>
                  </a:lnTo>
                  <a:lnTo>
                    <a:pt x="9" y="858"/>
                  </a:lnTo>
                  <a:lnTo>
                    <a:pt x="12" y="830"/>
                  </a:lnTo>
                  <a:lnTo>
                    <a:pt x="17" y="803"/>
                  </a:lnTo>
                  <a:lnTo>
                    <a:pt x="29" y="748"/>
                  </a:lnTo>
                  <a:lnTo>
                    <a:pt x="40" y="693"/>
                  </a:lnTo>
                  <a:lnTo>
                    <a:pt x="53" y="638"/>
                  </a:lnTo>
                  <a:lnTo>
                    <a:pt x="53" y="638"/>
                  </a:lnTo>
                  <a:lnTo>
                    <a:pt x="64" y="580"/>
                  </a:lnTo>
                  <a:lnTo>
                    <a:pt x="77" y="522"/>
                  </a:lnTo>
                  <a:lnTo>
                    <a:pt x="89" y="464"/>
                  </a:lnTo>
                  <a:lnTo>
                    <a:pt x="95" y="435"/>
                  </a:lnTo>
                  <a:lnTo>
                    <a:pt x="99" y="405"/>
                  </a:lnTo>
                  <a:lnTo>
                    <a:pt x="99" y="405"/>
                  </a:lnTo>
                  <a:lnTo>
                    <a:pt x="103" y="379"/>
                  </a:lnTo>
                  <a:lnTo>
                    <a:pt x="107" y="353"/>
                  </a:lnTo>
                  <a:lnTo>
                    <a:pt x="113" y="326"/>
                  </a:lnTo>
                  <a:lnTo>
                    <a:pt x="121" y="301"/>
                  </a:lnTo>
                  <a:lnTo>
                    <a:pt x="121" y="301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66" y="167"/>
                  </a:lnTo>
                  <a:lnTo>
                    <a:pt x="174" y="140"/>
                  </a:lnTo>
                  <a:lnTo>
                    <a:pt x="181" y="112"/>
                  </a:lnTo>
                  <a:lnTo>
                    <a:pt x="186" y="83"/>
                  </a:lnTo>
                  <a:lnTo>
                    <a:pt x="186" y="83"/>
                  </a:lnTo>
                  <a:lnTo>
                    <a:pt x="189" y="60"/>
                  </a:lnTo>
                  <a:lnTo>
                    <a:pt x="190" y="47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6" y="20"/>
                  </a:lnTo>
                  <a:lnTo>
                    <a:pt x="198" y="12"/>
                  </a:lnTo>
                  <a:lnTo>
                    <a:pt x="198" y="5"/>
                  </a:lnTo>
                  <a:lnTo>
                    <a:pt x="198" y="5"/>
                  </a:lnTo>
                  <a:lnTo>
                    <a:pt x="198" y="3"/>
                  </a:lnTo>
                  <a:lnTo>
                    <a:pt x="197" y="2"/>
                  </a:lnTo>
                  <a:lnTo>
                    <a:pt x="196" y="1"/>
                  </a:lnTo>
                  <a:lnTo>
                    <a:pt x="194" y="0"/>
                  </a:lnTo>
                  <a:lnTo>
                    <a:pt x="192" y="1"/>
                  </a:lnTo>
                  <a:lnTo>
                    <a:pt x="191" y="2"/>
                  </a:lnTo>
                  <a:lnTo>
                    <a:pt x="190" y="3"/>
                  </a:lnTo>
                  <a:lnTo>
                    <a:pt x="189" y="5"/>
                  </a:lnTo>
                  <a:lnTo>
                    <a:pt x="189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6" name="Freeform 912"/>
            <p:cNvSpPr/>
            <p:nvPr>
              <p:custDataLst>
                <p:tags r:id="rId12"/>
              </p:custDataLst>
            </p:nvPr>
          </p:nvSpPr>
          <p:spPr bwMode="auto">
            <a:xfrm>
              <a:off x="3494088" y="1250950"/>
              <a:ext cx="98425" cy="452438"/>
            </a:xfrm>
            <a:custGeom>
              <a:avLst/>
              <a:gdLst/>
              <a:ahLst/>
              <a:cxnLst>
                <a:cxn ang="0">
                  <a:pos x="175" y="5"/>
                </a:cxn>
                <a:cxn ang="0">
                  <a:pos x="174" y="29"/>
                </a:cxn>
                <a:cxn ang="0">
                  <a:pos x="159" y="100"/>
                </a:cxn>
                <a:cxn ang="0">
                  <a:pos x="150" y="153"/>
                </a:cxn>
                <a:cxn ang="0">
                  <a:pos x="141" y="207"/>
                </a:cxn>
                <a:cxn ang="0">
                  <a:pos x="121" y="315"/>
                </a:cxn>
                <a:cxn ang="0">
                  <a:pos x="104" y="426"/>
                </a:cxn>
                <a:cxn ang="0">
                  <a:pos x="99" y="449"/>
                </a:cxn>
                <a:cxn ang="0">
                  <a:pos x="93" y="472"/>
                </a:cxn>
                <a:cxn ang="0">
                  <a:pos x="91" y="488"/>
                </a:cxn>
                <a:cxn ang="0">
                  <a:pos x="81" y="531"/>
                </a:cxn>
                <a:cxn ang="0">
                  <a:pos x="51" y="644"/>
                </a:cxn>
                <a:cxn ang="0">
                  <a:pos x="44" y="672"/>
                </a:cxn>
                <a:cxn ang="0">
                  <a:pos x="19" y="753"/>
                </a:cxn>
                <a:cxn ang="0">
                  <a:pos x="13" y="780"/>
                </a:cxn>
                <a:cxn ang="0">
                  <a:pos x="7" y="806"/>
                </a:cxn>
                <a:cxn ang="0">
                  <a:pos x="0" y="838"/>
                </a:cxn>
                <a:cxn ang="0">
                  <a:pos x="0" y="848"/>
                </a:cxn>
                <a:cxn ang="0">
                  <a:pos x="1" y="853"/>
                </a:cxn>
                <a:cxn ang="0">
                  <a:pos x="4" y="854"/>
                </a:cxn>
                <a:cxn ang="0">
                  <a:pos x="7" y="853"/>
                </a:cxn>
                <a:cxn ang="0">
                  <a:pos x="9" y="848"/>
                </a:cxn>
                <a:cxn ang="0">
                  <a:pos x="10" y="837"/>
                </a:cxn>
                <a:cxn ang="0">
                  <a:pos x="18" y="800"/>
                </a:cxn>
                <a:cxn ang="0">
                  <a:pos x="23" y="774"/>
                </a:cxn>
                <a:cxn ang="0">
                  <a:pos x="30" y="747"/>
                </a:cxn>
                <a:cxn ang="0">
                  <a:pos x="63" y="638"/>
                </a:cxn>
                <a:cxn ang="0">
                  <a:pos x="92" y="525"/>
                </a:cxn>
                <a:cxn ang="0">
                  <a:pos x="98" y="500"/>
                </a:cxn>
                <a:cxn ang="0">
                  <a:pos x="102" y="476"/>
                </a:cxn>
                <a:cxn ang="0">
                  <a:pos x="109" y="447"/>
                </a:cxn>
                <a:cxn ang="0">
                  <a:pos x="115" y="419"/>
                </a:cxn>
                <a:cxn ang="0">
                  <a:pos x="131" y="309"/>
                </a:cxn>
                <a:cxn ang="0">
                  <a:pos x="151" y="201"/>
                </a:cxn>
                <a:cxn ang="0">
                  <a:pos x="160" y="147"/>
                </a:cxn>
                <a:cxn ang="0">
                  <a:pos x="170" y="93"/>
                </a:cxn>
                <a:cxn ang="0">
                  <a:pos x="183" y="27"/>
                </a:cxn>
                <a:cxn ang="0">
                  <a:pos x="185" y="5"/>
                </a:cxn>
                <a:cxn ang="0">
                  <a:pos x="184" y="3"/>
                </a:cxn>
                <a:cxn ang="0">
                  <a:pos x="182" y="0"/>
                </a:cxn>
                <a:cxn ang="0">
                  <a:pos x="178" y="0"/>
                </a:cxn>
                <a:cxn ang="0">
                  <a:pos x="176" y="3"/>
                </a:cxn>
                <a:cxn ang="0">
                  <a:pos x="175" y="5"/>
                </a:cxn>
              </a:cxnLst>
              <a:rect l="0" t="0" r="r" b="b"/>
              <a:pathLst>
                <a:path w="185" h="854">
                  <a:moveTo>
                    <a:pt x="175" y="5"/>
                  </a:moveTo>
                  <a:lnTo>
                    <a:pt x="175" y="5"/>
                  </a:lnTo>
                  <a:lnTo>
                    <a:pt x="175" y="17"/>
                  </a:lnTo>
                  <a:lnTo>
                    <a:pt x="174" y="29"/>
                  </a:lnTo>
                  <a:lnTo>
                    <a:pt x="170" y="52"/>
                  </a:lnTo>
                  <a:lnTo>
                    <a:pt x="159" y="100"/>
                  </a:lnTo>
                  <a:lnTo>
                    <a:pt x="159" y="100"/>
                  </a:lnTo>
                  <a:lnTo>
                    <a:pt x="150" y="153"/>
                  </a:lnTo>
                  <a:lnTo>
                    <a:pt x="141" y="207"/>
                  </a:lnTo>
                  <a:lnTo>
                    <a:pt x="141" y="207"/>
                  </a:lnTo>
                  <a:lnTo>
                    <a:pt x="130" y="261"/>
                  </a:lnTo>
                  <a:lnTo>
                    <a:pt x="121" y="315"/>
                  </a:lnTo>
                  <a:lnTo>
                    <a:pt x="104" y="426"/>
                  </a:lnTo>
                  <a:lnTo>
                    <a:pt x="104" y="426"/>
                  </a:lnTo>
                  <a:lnTo>
                    <a:pt x="101" y="437"/>
                  </a:lnTo>
                  <a:lnTo>
                    <a:pt x="99" y="449"/>
                  </a:lnTo>
                  <a:lnTo>
                    <a:pt x="96" y="461"/>
                  </a:lnTo>
                  <a:lnTo>
                    <a:pt x="93" y="472"/>
                  </a:lnTo>
                  <a:lnTo>
                    <a:pt x="93" y="472"/>
                  </a:lnTo>
                  <a:lnTo>
                    <a:pt x="91" y="488"/>
                  </a:lnTo>
                  <a:lnTo>
                    <a:pt x="88" y="502"/>
                  </a:lnTo>
                  <a:lnTo>
                    <a:pt x="81" y="531"/>
                  </a:lnTo>
                  <a:lnTo>
                    <a:pt x="81" y="531"/>
                  </a:lnTo>
                  <a:lnTo>
                    <a:pt x="51" y="644"/>
                  </a:lnTo>
                  <a:lnTo>
                    <a:pt x="51" y="644"/>
                  </a:lnTo>
                  <a:lnTo>
                    <a:pt x="44" y="672"/>
                  </a:lnTo>
                  <a:lnTo>
                    <a:pt x="35" y="699"/>
                  </a:lnTo>
                  <a:lnTo>
                    <a:pt x="19" y="753"/>
                  </a:lnTo>
                  <a:lnTo>
                    <a:pt x="19" y="753"/>
                  </a:lnTo>
                  <a:lnTo>
                    <a:pt x="13" y="780"/>
                  </a:lnTo>
                  <a:lnTo>
                    <a:pt x="7" y="806"/>
                  </a:lnTo>
                  <a:lnTo>
                    <a:pt x="7" y="806"/>
                  </a:lnTo>
                  <a:lnTo>
                    <a:pt x="2" y="828"/>
                  </a:lnTo>
                  <a:lnTo>
                    <a:pt x="0" y="838"/>
                  </a:lnTo>
                  <a:lnTo>
                    <a:pt x="0" y="848"/>
                  </a:lnTo>
                  <a:lnTo>
                    <a:pt x="0" y="848"/>
                  </a:lnTo>
                  <a:lnTo>
                    <a:pt x="0" y="851"/>
                  </a:lnTo>
                  <a:lnTo>
                    <a:pt x="1" y="853"/>
                  </a:lnTo>
                  <a:lnTo>
                    <a:pt x="2" y="853"/>
                  </a:lnTo>
                  <a:lnTo>
                    <a:pt x="4" y="854"/>
                  </a:lnTo>
                  <a:lnTo>
                    <a:pt x="6" y="853"/>
                  </a:lnTo>
                  <a:lnTo>
                    <a:pt x="7" y="853"/>
                  </a:lnTo>
                  <a:lnTo>
                    <a:pt x="8" y="851"/>
                  </a:lnTo>
                  <a:lnTo>
                    <a:pt x="9" y="848"/>
                  </a:lnTo>
                  <a:lnTo>
                    <a:pt x="9" y="848"/>
                  </a:lnTo>
                  <a:lnTo>
                    <a:pt x="10" y="837"/>
                  </a:lnTo>
                  <a:lnTo>
                    <a:pt x="13" y="825"/>
                  </a:lnTo>
                  <a:lnTo>
                    <a:pt x="18" y="800"/>
                  </a:lnTo>
                  <a:lnTo>
                    <a:pt x="18" y="800"/>
                  </a:lnTo>
                  <a:lnTo>
                    <a:pt x="23" y="774"/>
                  </a:lnTo>
                  <a:lnTo>
                    <a:pt x="30" y="747"/>
                  </a:lnTo>
                  <a:lnTo>
                    <a:pt x="30" y="747"/>
                  </a:lnTo>
                  <a:lnTo>
                    <a:pt x="47" y="693"/>
                  </a:lnTo>
                  <a:lnTo>
                    <a:pt x="63" y="638"/>
                  </a:lnTo>
                  <a:lnTo>
                    <a:pt x="63" y="638"/>
                  </a:lnTo>
                  <a:lnTo>
                    <a:pt x="92" y="525"/>
                  </a:lnTo>
                  <a:lnTo>
                    <a:pt x="92" y="525"/>
                  </a:lnTo>
                  <a:lnTo>
                    <a:pt x="98" y="500"/>
                  </a:lnTo>
                  <a:lnTo>
                    <a:pt x="102" y="476"/>
                  </a:lnTo>
                  <a:lnTo>
                    <a:pt x="102" y="476"/>
                  </a:lnTo>
                  <a:lnTo>
                    <a:pt x="105" y="461"/>
                  </a:lnTo>
                  <a:lnTo>
                    <a:pt x="109" y="447"/>
                  </a:lnTo>
                  <a:lnTo>
                    <a:pt x="112" y="433"/>
                  </a:lnTo>
                  <a:lnTo>
                    <a:pt x="115" y="419"/>
                  </a:lnTo>
                  <a:lnTo>
                    <a:pt x="115" y="419"/>
                  </a:lnTo>
                  <a:lnTo>
                    <a:pt x="131" y="309"/>
                  </a:lnTo>
                  <a:lnTo>
                    <a:pt x="141" y="255"/>
                  </a:lnTo>
                  <a:lnTo>
                    <a:pt x="151" y="201"/>
                  </a:lnTo>
                  <a:lnTo>
                    <a:pt x="151" y="201"/>
                  </a:lnTo>
                  <a:lnTo>
                    <a:pt x="160" y="147"/>
                  </a:lnTo>
                  <a:lnTo>
                    <a:pt x="170" y="93"/>
                  </a:lnTo>
                  <a:lnTo>
                    <a:pt x="170" y="93"/>
                  </a:lnTo>
                  <a:lnTo>
                    <a:pt x="180" y="50"/>
                  </a:lnTo>
                  <a:lnTo>
                    <a:pt x="183" y="27"/>
                  </a:lnTo>
                  <a:lnTo>
                    <a:pt x="184" y="16"/>
                  </a:lnTo>
                  <a:lnTo>
                    <a:pt x="185" y="5"/>
                  </a:lnTo>
                  <a:lnTo>
                    <a:pt x="185" y="5"/>
                  </a:lnTo>
                  <a:lnTo>
                    <a:pt x="184" y="3"/>
                  </a:lnTo>
                  <a:lnTo>
                    <a:pt x="183" y="1"/>
                  </a:lnTo>
                  <a:lnTo>
                    <a:pt x="182" y="0"/>
                  </a:lnTo>
                  <a:lnTo>
                    <a:pt x="180" y="0"/>
                  </a:lnTo>
                  <a:lnTo>
                    <a:pt x="178" y="0"/>
                  </a:lnTo>
                  <a:lnTo>
                    <a:pt x="177" y="1"/>
                  </a:lnTo>
                  <a:lnTo>
                    <a:pt x="176" y="3"/>
                  </a:lnTo>
                  <a:lnTo>
                    <a:pt x="175" y="5"/>
                  </a:lnTo>
                  <a:lnTo>
                    <a:pt x="175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7" name="Freeform 913"/>
            <p:cNvSpPr/>
            <p:nvPr>
              <p:custDataLst>
                <p:tags r:id="rId13"/>
              </p:custDataLst>
            </p:nvPr>
          </p:nvSpPr>
          <p:spPr bwMode="auto">
            <a:xfrm>
              <a:off x="3532188" y="1266825"/>
              <a:ext cx="103188" cy="504825"/>
            </a:xfrm>
            <a:custGeom>
              <a:avLst/>
              <a:gdLst/>
              <a:ahLst/>
              <a:cxnLst>
                <a:cxn ang="0">
                  <a:pos x="185" y="5"/>
                </a:cxn>
                <a:cxn ang="0">
                  <a:pos x="181" y="67"/>
                </a:cxn>
                <a:cxn ang="0">
                  <a:pos x="169" y="127"/>
                </a:cxn>
                <a:cxn ang="0">
                  <a:pos x="153" y="187"/>
                </a:cxn>
                <a:cxn ang="0">
                  <a:pos x="136" y="246"/>
                </a:cxn>
                <a:cxn ang="0">
                  <a:pos x="129" y="273"/>
                </a:cxn>
                <a:cxn ang="0">
                  <a:pos x="124" y="327"/>
                </a:cxn>
                <a:cxn ang="0">
                  <a:pos x="123" y="355"/>
                </a:cxn>
                <a:cxn ang="0">
                  <a:pos x="118" y="418"/>
                </a:cxn>
                <a:cxn ang="0">
                  <a:pos x="108" y="481"/>
                </a:cxn>
                <a:cxn ang="0">
                  <a:pos x="101" y="511"/>
                </a:cxn>
                <a:cxn ang="0">
                  <a:pos x="74" y="596"/>
                </a:cxn>
                <a:cxn ang="0">
                  <a:pos x="65" y="627"/>
                </a:cxn>
                <a:cxn ang="0">
                  <a:pos x="53" y="691"/>
                </a:cxn>
                <a:cxn ang="0">
                  <a:pos x="47" y="723"/>
                </a:cxn>
                <a:cxn ang="0">
                  <a:pos x="23" y="846"/>
                </a:cxn>
                <a:cxn ang="0">
                  <a:pos x="20" y="863"/>
                </a:cxn>
                <a:cxn ang="0">
                  <a:pos x="14" y="897"/>
                </a:cxn>
                <a:cxn ang="0">
                  <a:pos x="9" y="913"/>
                </a:cxn>
                <a:cxn ang="0">
                  <a:pos x="6" y="922"/>
                </a:cxn>
                <a:cxn ang="0">
                  <a:pos x="1" y="939"/>
                </a:cxn>
                <a:cxn ang="0">
                  <a:pos x="0" y="949"/>
                </a:cxn>
                <a:cxn ang="0">
                  <a:pos x="2" y="952"/>
                </a:cxn>
                <a:cxn ang="0">
                  <a:pos x="6" y="954"/>
                </a:cxn>
                <a:cxn ang="0">
                  <a:pos x="9" y="952"/>
                </a:cxn>
                <a:cxn ang="0">
                  <a:pos x="11" y="949"/>
                </a:cxn>
                <a:cxn ang="0">
                  <a:pos x="12" y="937"/>
                </a:cxn>
                <a:cxn ang="0">
                  <a:pos x="18" y="914"/>
                </a:cxn>
                <a:cxn ang="0">
                  <a:pos x="21" y="903"/>
                </a:cxn>
                <a:cxn ang="0">
                  <a:pos x="33" y="840"/>
                </a:cxn>
                <a:cxn ang="0">
                  <a:pos x="47" y="774"/>
                </a:cxn>
                <a:cxn ang="0">
                  <a:pos x="59" y="709"/>
                </a:cxn>
                <a:cxn ang="0">
                  <a:pos x="71" y="650"/>
                </a:cxn>
                <a:cxn ang="0">
                  <a:pos x="85" y="591"/>
                </a:cxn>
                <a:cxn ang="0">
                  <a:pos x="94" y="563"/>
                </a:cxn>
                <a:cxn ang="0">
                  <a:pos x="105" y="534"/>
                </a:cxn>
                <a:cxn ang="0">
                  <a:pos x="114" y="500"/>
                </a:cxn>
                <a:cxn ang="0">
                  <a:pos x="120" y="465"/>
                </a:cxn>
                <a:cxn ang="0">
                  <a:pos x="128" y="407"/>
                </a:cxn>
                <a:cxn ang="0">
                  <a:pos x="135" y="320"/>
                </a:cxn>
                <a:cxn ang="0">
                  <a:pos x="143" y="262"/>
                </a:cxn>
                <a:cxn ang="0">
                  <a:pos x="150" y="233"/>
                </a:cxn>
                <a:cxn ang="0">
                  <a:pos x="167" y="177"/>
                </a:cxn>
                <a:cxn ang="0">
                  <a:pos x="181" y="120"/>
                </a:cxn>
                <a:cxn ang="0">
                  <a:pos x="191" y="63"/>
                </a:cxn>
                <a:cxn ang="0">
                  <a:pos x="196" y="5"/>
                </a:cxn>
                <a:cxn ang="0">
                  <a:pos x="195" y="3"/>
                </a:cxn>
                <a:cxn ang="0">
                  <a:pos x="192" y="1"/>
                </a:cxn>
                <a:cxn ang="0">
                  <a:pos x="188" y="1"/>
                </a:cxn>
                <a:cxn ang="0">
                  <a:pos x="186" y="3"/>
                </a:cxn>
                <a:cxn ang="0">
                  <a:pos x="185" y="5"/>
                </a:cxn>
              </a:cxnLst>
              <a:rect l="0" t="0" r="r" b="b"/>
              <a:pathLst>
                <a:path w="196" h="954">
                  <a:moveTo>
                    <a:pt x="185" y="5"/>
                  </a:moveTo>
                  <a:lnTo>
                    <a:pt x="185" y="5"/>
                  </a:lnTo>
                  <a:lnTo>
                    <a:pt x="184" y="36"/>
                  </a:lnTo>
                  <a:lnTo>
                    <a:pt x="181" y="67"/>
                  </a:lnTo>
                  <a:lnTo>
                    <a:pt x="176" y="97"/>
                  </a:lnTo>
                  <a:lnTo>
                    <a:pt x="169" y="127"/>
                  </a:lnTo>
                  <a:lnTo>
                    <a:pt x="162" y="157"/>
                  </a:lnTo>
                  <a:lnTo>
                    <a:pt x="153" y="187"/>
                  </a:lnTo>
                  <a:lnTo>
                    <a:pt x="136" y="246"/>
                  </a:lnTo>
                  <a:lnTo>
                    <a:pt x="136" y="246"/>
                  </a:lnTo>
                  <a:lnTo>
                    <a:pt x="133" y="261"/>
                  </a:lnTo>
                  <a:lnTo>
                    <a:pt x="129" y="273"/>
                  </a:lnTo>
                  <a:lnTo>
                    <a:pt x="126" y="300"/>
                  </a:lnTo>
                  <a:lnTo>
                    <a:pt x="124" y="327"/>
                  </a:lnTo>
                  <a:lnTo>
                    <a:pt x="123" y="355"/>
                  </a:lnTo>
                  <a:lnTo>
                    <a:pt x="123" y="355"/>
                  </a:lnTo>
                  <a:lnTo>
                    <a:pt x="121" y="386"/>
                  </a:lnTo>
                  <a:lnTo>
                    <a:pt x="118" y="418"/>
                  </a:lnTo>
                  <a:lnTo>
                    <a:pt x="113" y="449"/>
                  </a:lnTo>
                  <a:lnTo>
                    <a:pt x="108" y="481"/>
                  </a:lnTo>
                  <a:lnTo>
                    <a:pt x="108" y="481"/>
                  </a:lnTo>
                  <a:lnTo>
                    <a:pt x="101" y="511"/>
                  </a:lnTo>
                  <a:lnTo>
                    <a:pt x="92" y="538"/>
                  </a:lnTo>
                  <a:lnTo>
                    <a:pt x="74" y="596"/>
                  </a:lnTo>
                  <a:lnTo>
                    <a:pt x="74" y="596"/>
                  </a:lnTo>
                  <a:lnTo>
                    <a:pt x="65" y="627"/>
                  </a:lnTo>
                  <a:lnTo>
                    <a:pt x="58" y="659"/>
                  </a:lnTo>
                  <a:lnTo>
                    <a:pt x="53" y="691"/>
                  </a:lnTo>
                  <a:lnTo>
                    <a:pt x="47" y="723"/>
                  </a:lnTo>
                  <a:lnTo>
                    <a:pt x="47" y="723"/>
                  </a:lnTo>
                  <a:lnTo>
                    <a:pt x="34" y="784"/>
                  </a:lnTo>
                  <a:lnTo>
                    <a:pt x="23" y="846"/>
                  </a:lnTo>
                  <a:lnTo>
                    <a:pt x="23" y="846"/>
                  </a:lnTo>
                  <a:lnTo>
                    <a:pt x="20" y="863"/>
                  </a:lnTo>
                  <a:lnTo>
                    <a:pt x="18" y="880"/>
                  </a:lnTo>
                  <a:lnTo>
                    <a:pt x="14" y="897"/>
                  </a:lnTo>
                  <a:lnTo>
                    <a:pt x="12" y="905"/>
                  </a:lnTo>
                  <a:lnTo>
                    <a:pt x="9" y="913"/>
                  </a:lnTo>
                  <a:lnTo>
                    <a:pt x="9" y="913"/>
                  </a:lnTo>
                  <a:lnTo>
                    <a:pt x="6" y="922"/>
                  </a:lnTo>
                  <a:lnTo>
                    <a:pt x="3" y="931"/>
                  </a:lnTo>
                  <a:lnTo>
                    <a:pt x="1" y="939"/>
                  </a:lnTo>
                  <a:lnTo>
                    <a:pt x="0" y="949"/>
                  </a:lnTo>
                  <a:lnTo>
                    <a:pt x="0" y="949"/>
                  </a:lnTo>
                  <a:lnTo>
                    <a:pt x="1" y="951"/>
                  </a:lnTo>
                  <a:lnTo>
                    <a:pt x="2" y="952"/>
                  </a:lnTo>
                  <a:lnTo>
                    <a:pt x="3" y="953"/>
                  </a:lnTo>
                  <a:lnTo>
                    <a:pt x="6" y="954"/>
                  </a:lnTo>
                  <a:lnTo>
                    <a:pt x="7" y="953"/>
                  </a:lnTo>
                  <a:lnTo>
                    <a:pt x="9" y="952"/>
                  </a:lnTo>
                  <a:lnTo>
                    <a:pt x="10" y="951"/>
                  </a:lnTo>
                  <a:lnTo>
                    <a:pt x="11" y="949"/>
                  </a:lnTo>
                  <a:lnTo>
                    <a:pt x="11" y="949"/>
                  </a:lnTo>
                  <a:lnTo>
                    <a:pt x="12" y="937"/>
                  </a:lnTo>
                  <a:lnTo>
                    <a:pt x="15" y="926"/>
                  </a:lnTo>
                  <a:lnTo>
                    <a:pt x="18" y="914"/>
                  </a:lnTo>
                  <a:lnTo>
                    <a:pt x="21" y="903"/>
                  </a:lnTo>
                  <a:lnTo>
                    <a:pt x="21" y="903"/>
                  </a:lnTo>
                  <a:lnTo>
                    <a:pt x="27" y="871"/>
                  </a:lnTo>
                  <a:lnTo>
                    <a:pt x="33" y="840"/>
                  </a:lnTo>
                  <a:lnTo>
                    <a:pt x="33" y="840"/>
                  </a:lnTo>
                  <a:lnTo>
                    <a:pt x="47" y="774"/>
                  </a:lnTo>
                  <a:lnTo>
                    <a:pt x="53" y="741"/>
                  </a:lnTo>
                  <a:lnTo>
                    <a:pt x="59" y="709"/>
                  </a:lnTo>
                  <a:lnTo>
                    <a:pt x="59" y="709"/>
                  </a:lnTo>
                  <a:lnTo>
                    <a:pt x="71" y="650"/>
                  </a:lnTo>
                  <a:lnTo>
                    <a:pt x="77" y="620"/>
                  </a:lnTo>
                  <a:lnTo>
                    <a:pt x="85" y="591"/>
                  </a:lnTo>
                  <a:lnTo>
                    <a:pt x="85" y="591"/>
                  </a:lnTo>
                  <a:lnTo>
                    <a:pt x="94" y="563"/>
                  </a:lnTo>
                  <a:lnTo>
                    <a:pt x="105" y="534"/>
                  </a:lnTo>
                  <a:lnTo>
                    <a:pt x="105" y="534"/>
                  </a:lnTo>
                  <a:lnTo>
                    <a:pt x="110" y="518"/>
                  </a:lnTo>
                  <a:lnTo>
                    <a:pt x="114" y="500"/>
                  </a:lnTo>
                  <a:lnTo>
                    <a:pt x="120" y="465"/>
                  </a:lnTo>
                  <a:lnTo>
                    <a:pt x="120" y="465"/>
                  </a:lnTo>
                  <a:lnTo>
                    <a:pt x="125" y="436"/>
                  </a:lnTo>
                  <a:lnTo>
                    <a:pt x="128" y="407"/>
                  </a:lnTo>
                  <a:lnTo>
                    <a:pt x="133" y="348"/>
                  </a:lnTo>
                  <a:lnTo>
                    <a:pt x="135" y="320"/>
                  </a:lnTo>
                  <a:lnTo>
                    <a:pt x="138" y="291"/>
                  </a:lnTo>
                  <a:lnTo>
                    <a:pt x="143" y="262"/>
                  </a:lnTo>
                  <a:lnTo>
                    <a:pt x="146" y="247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67" y="177"/>
                  </a:lnTo>
                  <a:lnTo>
                    <a:pt x="174" y="149"/>
                  </a:lnTo>
                  <a:lnTo>
                    <a:pt x="181" y="120"/>
                  </a:lnTo>
                  <a:lnTo>
                    <a:pt x="186" y="92"/>
                  </a:lnTo>
                  <a:lnTo>
                    <a:pt x="191" y="63"/>
                  </a:lnTo>
                  <a:lnTo>
                    <a:pt x="195" y="34"/>
                  </a:lnTo>
                  <a:lnTo>
                    <a:pt x="196" y="5"/>
                  </a:lnTo>
                  <a:lnTo>
                    <a:pt x="196" y="5"/>
                  </a:lnTo>
                  <a:lnTo>
                    <a:pt x="195" y="3"/>
                  </a:lnTo>
                  <a:lnTo>
                    <a:pt x="194" y="1"/>
                  </a:lnTo>
                  <a:lnTo>
                    <a:pt x="192" y="1"/>
                  </a:lnTo>
                  <a:lnTo>
                    <a:pt x="190" y="0"/>
                  </a:lnTo>
                  <a:lnTo>
                    <a:pt x="188" y="1"/>
                  </a:lnTo>
                  <a:lnTo>
                    <a:pt x="187" y="1"/>
                  </a:lnTo>
                  <a:lnTo>
                    <a:pt x="186" y="3"/>
                  </a:lnTo>
                  <a:lnTo>
                    <a:pt x="185" y="5"/>
                  </a:lnTo>
                  <a:lnTo>
                    <a:pt x="185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8" name="Freeform 914"/>
            <p:cNvSpPr/>
            <p:nvPr>
              <p:custDataLst>
                <p:tags r:id="rId14"/>
              </p:custDataLst>
            </p:nvPr>
          </p:nvSpPr>
          <p:spPr bwMode="auto">
            <a:xfrm>
              <a:off x="3570288" y="1301750"/>
              <a:ext cx="96838" cy="488950"/>
            </a:xfrm>
            <a:custGeom>
              <a:avLst/>
              <a:gdLst/>
              <a:ahLst/>
              <a:cxnLst>
                <a:cxn ang="0">
                  <a:pos x="175" y="5"/>
                </a:cxn>
                <a:cxn ang="0">
                  <a:pos x="172" y="13"/>
                </a:cxn>
                <a:cxn ang="0">
                  <a:pos x="163" y="30"/>
                </a:cxn>
                <a:cxn ang="0">
                  <a:pos x="161" y="39"/>
                </a:cxn>
                <a:cxn ang="0">
                  <a:pos x="161" y="62"/>
                </a:cxn>
                <a:cxn ang="0">
                  <a:pos x="159" y="87"/>
                </a:cxn>
                <a:cxn ang="0">
                  <a:pos x="149" y="148"/>
                </a:cxn>
                <a:cxn ang="0">
                  <a:pos x="146" y="164"/>
                </a:cxn>
                <a:cxn ang="0">
                  <a:pos x="138" y="193"/>
                </a:cxn>
                <a:cxn ang="0">
                  <a:pos x="135" y="207"/>
                </a:cxn>
                <a:cxn ang="0">
                  <a:pos x="128" y="268"/>
                </a:cxn>
                <a:cxn ang="0">
                  <a:pos x="117" y="361"/>
                </a:cxn>
                <a:cxn ang="0">
                  <a:pos x="106" y="422"/>
                </a:cxn>
                <a:cxn ang="0">
                  <a:pos x="99" y="452"/>
                </a:cxn>
                <a:cxn ang="0">
                  <a:pos x="72" y="538"/>
                </a:cxn>
                <a:cxn ang="0">
                  <a:pos x="64" y="568"/>
                </a:cxn>
                <a:cxn ang="0">
                  <a:pos x="50" y="630"/>
                </a:cxn>
                <a:cxn ang="0">
                  <a:pos x="38" y="691"/>
                </a:cxn>
                <a:cxn ang="0">
                  <a:pos x="15" y="809"/>
                </a:cxn>
                <a:cxn ang="0">
                  <a:pos x="6" y="865"/>
                </a:cxn>
                <a:cxn ang="0">
                  <a:pos x="1" y="906"/>
                </a:cxn>
                <a:cxn ang="0">
                  <a:pos x="0" y="921"/>
                </a:cxn>
                <a:cxn ang="0">
                  <a:pos x="2" y="924"/>
                </a:cxn>
                <a:cxn ang="0">
                  <a:pos x="5" y="925"/>
                </a:cxn>
                <a:cxn ang="0">
                  <a:pos x="8" y="924"/>
                </a:cxn>
                <a:cxn ang="0">
                  <a:pos x="9" y="921"/>
                </a:cxn>
                <a:cxn ang="0">
                  <a:pos x="10" y="906"/>
                </a:cxn>
                <a:cxn ang="0">
                  <a:pos x="13" y="875"/>
                </a:cxn>
                <a:cxn ang="0">
                  <a:pos x="16" y="862"/>
                </a:cxn>
                <a:cxn ang="0">
                  <a:pos x="25" y="803"/>
                </a:cxn>
                <a:cxn ang="0">
                  <a:pos x="31" y="774"/>
                </a:cxn>
                <a:cxn ang="0">
                  <a:pos x="48" y="685"/>
                </a:cxn>
                <a:cxn ang="0">
                  <a:pos x="62" y="623"/>
                </a:cxn>
                <a:cxn ang="0">
                  <a:pos x="75" y="560"/>
                </a:cxn>
                <a:cxn ang="0">
                  <a:pos x="83" y="531"/>
                </a:cxn>
                <a:cxn ang="0">
                  <a:pos x="110" y="446"/>
                </a:cxn>
                <a:cxn ang="0">
                  <a:pos x="117" y="417"/>
                </a:cxn>
                <a:cxn ang="0">
                  <a:pos x="129" y="355"/>
                </a:cxn>
                <a:cxn ang="0">
                  <a:pos x="138" y="262"/>
                </a:cxn>
                <a:cxn ang="0">
                  <a:pos x="145" y="201"/>
                </a:cxn>
                <a:cxn ang="0">
                  <a:pos x="148" y="186"/>
                </a:cxn>
                <a:cxn ang="0">
                  <a:pos x="157" y="157"/>
                </a:cxn>
                <a:cxn ang="0">
                  <a:pos x="161" y="143"/>
                </a:cxn>
                <a:cxn ang="0">
                  <a:pos x="167" y="94"/>
                </a:cxn>
                <a:cxn ang="0">
                  <a:pos x="169" y="70"/>
                </a:cxn>
                <a:cxn ang="0">
                  <a:pos x="171" y="45"/>
                </a:cxn>
                <a:cxn ang="0">
                  <a:pos x="172" y="36"/>
                </a:cxn>
                <a:cxn ang="0">
                  <a:pos x="181" y="17"/>
                </a:cxn>
                <a:cxn ang="0">
                  <a:pos x="185" y="7"/>
                </a:cxn>
                <a:cxn ang="0">
                  <a:pos x="185" y="5"/>
                </a:cxn>
                <a:cxn ang="0">
                  <a:pos x="180" y="1"/>
                </a:cxn>
                <a:cxn ang="0">
                  <a:pos x="177" y="1"/>
                </a:cxn>
                <a:cxn ang="0">
                  <a:pos x="175" y="5"/>
                </a:cxn>
              </a:cxnLst>
              <a:rect l="0" t="0" r="r" b="b"/>
              <a:pathLst>
                <a:path w="185" h="925">
                  <a:moveTo>
                    <a:pt x="175" y="5"/>
                  </a:moveTo>
                  <a:lnTo>
                    <a:pt x="175" y="5"/>
                  </a:lnTo>
                  <a:lnTo>
                    <a:pt x="174" y="9"/>
                  </a:lnTo>
                  <a:lnTo>
                    <a:pt x="172" y="13"/>
                  </a:lnTo>
                  <a:lnTo>
                    <a:pt x="168" y="22"/>
                  </a:lnTo>
                  <a:lnTo>
                    <a:pt x="163" y="30"/>
                  </a:lnTo>
                  <a:lnTo>
                    <a:pt x="162" y="35"/>
                  </a:lnTo>
                  <a:lnTo>
                    <a:pt x="161" y="39"/>
                  </a:lnTo>
                  <a:lnTo>
                    <a:pt x="161" y="39"/>
                  </a:lnTo>
                  <a:lnTo>
                    <a:pt x="161" y="62"/>
                  </a:lnTo>
                  <a:lnTo>
                    <a:pt x="159" y="87"/>
                  </a:lnTo>
                  <a:lnTo>
                    <a:pt x="159" y="87"/>
                  </a:lnTo>
                  <a:lnTo>
                    <a:pt x="155" y="118"/>
                  </a:lnTo>
                  <a:lnTo>
                    <a:pt x="149" y="148"/>
                  </a:lnTo>
                  <a:lnTo>
                    <a:pt x="149" y="148"/>
                  </a:lnTo>
                  <a:lnTo>
                    <a:pt x="146" y="164"/>
                  </a:lnTo>
                  <a:lnTo>
                    <a:pt x="142" y="178"/>
                  </a:lnTo>
                  <a:lnTo>
                    <a:pt x="138" y="193"/>
                  </a:lnTo>
                  <a:lnTo>
                    <a:pt x="135" y="207"/>
                  </a:lnTo>
                  <a:lnTo>
                    <a:pt x="135" y="207"/>
                  </a:lnTo>
                  <a:lnTo>
                    <a:pt x="131" y="238"/>
                  </a:lnTo>
                  <a:lnTo>
                    <a:pt x="128" y="268"/>
                  </a:lnTo>
                  <a:lnTo>
                    <a:pt x="122" y="330"/>
                  </a:lnTo>
                  <a:lnTo>
                    <a:pt x="117" y="361"/>
                  </a:lnTo>
                  <a:lnTo>
                    <a:pt x="112" y="392"/>
                  </a:lnTo>
                  <a:lnTo>
                    <a:pt x="106" y="422"/>
                  </a:lnTo>
                  <a:lnTo>
                    <a:pt x="99" y="452"/>
                  </a:lnTo>
                  <a:lnTo>
                    <a:pt x="99" y="452"/>
                  </a:lnTo>
                  <a:lnTo>
                    <a:pt x="80" y="510"/>
                  </a:lnTo>
                  <a:lnTo>
                    <a:pt x="72" y="538"/>
                  </a:lnTo>
                  <a:lnTo>
                    <a:pt x="64" y="568"/>
                  </a:lnTo>
                  <a:lnTo>
                    <a:pt x="64" y="568"/>
                  </a:lnTo>
                  <a:lnTo>
                    <a:pt x="56" y="599"/>
                  </a:lnTo>
                  <a:lnTo>
                    <a:pt x="50" y="630"/>
                  </a:lnTo>
                  <a:lnTo>
                    <a:pt x="38" y="691"/>
                  </a:lnTo>
                  <a:lnTo>
                    <a:pt x="38" y="691"/>
                  </a:lnTo>
                  <a:lnTo>
                    <a:pt x="25" y="750"/>
                  </a:lnTo>
                  <a:lnTo>
                    <a:pt x="15" y="809"/>
                  </a:lnTo>
                  <a:lnTo>
                    <a:pt x="15" y="809"/>
                  </a:lnTo>
                  <a:lnTo>
                    <a:pt x="6" y="865"/>
                  </a:lnTo>
                  <a:lnTo>
                    <a:pt x="2" y="893"/>
                  </a:lnTo>
                  <a:lnTo>
                    <a:pt x="1" y="906"/>
                  </a:lnTo>
                  <a:lnTo>
                    <a:pt x="0" y="921"/>
                  </a:lnTo>
                  <a:lnTo>
                    <a:pt x="0" y="921"/>
                  </a:lnTo>
                  <a:lnTo>
                    <a:pt x="1" y="923"/>
                  </a:lnTo>
                  <a:lnTo>
                    <a:pt x="2" y="924"/>
                  </a:lnTo>
                  <a:lnTo>
                    <a:pt x="3" y="925"/>
                  </a:lnTo>
                  <a:lnTo>
                    <a:pt x="5" y="925"/>
                  </a:lnTo>
                  <a:lnTo>
                    <a:pt x="7" y="925"/>
                  </a:lnTo>
                  <a:lnTo>
                    <a:pt x="8" y="924"/>
                  </a:lnTo>
                  <a:lnTo>
                    <a:pt x="9" y="923"/>
                  </a:lnTo>
                  <a:lnTo>
                    <a:pt x="9" y="921"/>
                  </a:lnTo>
                  <a:lnTo>
                    <a:pt x="9" y="921"/>
                  </a:lnTo>
                  <a:lnTo>
                    <a:pt x="10" y="906"/>
                  </a:lnTo>
                  <a:lnTo>
                    <a:pt x="11" y="891"/>
                  </a:lnTo>
                  <a:lnTo>
                    <a:pt x="13" y="875"/>
                  </a:lnTo>
                  <a:lnTo>
                    <a:pt x="16" y="862"/>
                  </a:lnTo>
                  <a:lnTo>
                    <a:pt x="16" y="862"/>
                  </a:lnTo>
                  <a:lnTo>
                    <a:pt x="21" y="833"/>
                  </a:lnTo>
                  <a:lnTo>
                    <a:pt x="25" y="803"/>
                  </a:lnTo>
                  <a:lnTo>
                    <a:pt x="25" y="803"/>
                  </a:lnTo>
                  <a:lnTo>
                    <a:pt x="31" y="774"/>
                  </a:lnTo>
                  <a:lnTo>
                    <a:pt x="37" y="744"/>
                  </a:lnTo>
                  <a:lnTo>
                    <a:pt x="48" y="685"/>
                  </a:lnTo>
                  <a:lnTo>
                    <a:pt x="48" y="685"/>
                  </a:lnTo>
                  <a:lnTo>
                    <a:pt x="62" y="623"/>
                  </a:lnTo>
                  <a:lnTo>
                    <a:pt x="68" y="592"/>
                  </a:lnTo>
                  <a:lnTo>
                    <a:pt x="75" y="560"/>
                  </a:lnTo>
                  <a:lnTo>
                    <a:pt x="75" y="560"/>
                  </a:lnTo>
                  <a:lnTo>
                    <a:pt x="83" y="531"/>
                  </a:lnTo>
                  <a:lnTo>
                    <a:pt x="93" y="503"/>
                  </a:lnTo>
                  <a:lnTo>
                    <a:pt x="110" y="446"/>
                  </a:lnTo>
                  <a:lnTo>
                    <a:pt x="110" y="446"/>
                  </a:lnTo>
                  <a:lnTo>
                    <a:pt x="117" y="417"/>
                  </a:lnTo>
                  <a:lnTo>
                    <a:pt x="124" y="386"/>
                  </a:lnTo>
                  <a:lnTo>
                    <a:pt x="129" y="355"/>
                  </a:lnTo>
                  <a:lnTo>
                    <a:pt x="132" y="324"/>
                  </a:lnTo>
                  <a:lnTo>
                    <a:pt x="138" y="262"/>
                  </a:lnTo>
                  <a:lnTo>
                    <a:pt x="141" y="231"/>
                  </a:lnTo>
                  <a:lnTo>
                    <a:pt x="145" y="201"/>
                  </a:lnTo>
                  <a:lnTo>
                    <a:pt x="145" y="201"/>
                  </a:lnTo>
                  <a:lnTo>
                    <a:pt x="148" y="186"/>
                  </a:lnTo>
                  <a:lnTo>
                    <a:pt x="153" y="172"/>
                  </a:lnTo>
                  <a:lnTo>
                    <a:pt x="157" y="157"/>
                  </a:lnTo>
                  <a:lnTo>
                    <a:pt x="161" y="143"/>
                  </a:lnTo>
                  <a:lnTo>
                    <a:pt x="161" y="143"/>
                  </a:lnTo>
                  <a:lnTo>
                    <a:pt x="164" y="119"/>
                  </a:lnTo>
                  <a:lnTo>
                    <a:pt x="167" y="94"/>
                  </a:lnTo>
                  <a:lnTo>
                    <a:pt x="167" y="94"/>
                  </a:lnTo>
                  <a:lnTo>
                    <a:pt x="169" y="70"/>
                  </a:lnTo>
                  <a:lnTo>
                    <a:pt x="171" y="45"/>
                  </a:lnTo>
                  <a:lnTo>
                    <a:pt x="171" y="45"/>
                  </a:lnTo>
                  <a:lnTo>
                    <a:pt x="171" y="40"/>
                  </a:lnTo>
                  <a:lnTo>
                    <a:pt x="172" y="36"/>
                  </a:lnTo>
                  <a:lnTo>
                    <a:pt x="177" y="26"/>
                  </a:lnTo>
                  <a:lnTo>
                    <a:pt x="181" y="17"/>
                  </a:lnTo>
                  <a:lnTo>
                    <a:pt x="183" y="12"/>
                  </a:lnTo>
                  <a:lnTo>
                    <a:pt x="185" y="7"/>
                  </a:lnTo>
                  <a:lnTo>
                    <a:pt x="185" y="7"/>
                  </a:lnTo>
                  <a:lnTo>
                    <a:pt x="185" y="5"/>
                  </a:lnTo>
                  <a:lnTo>
                    <a:pt x="183" y="4"/>
                  </a:lnTo>
                  <a:lnTo>
                    <a:pt x="180" y="1"/>
                  </a:lnTo>
                  <a:lnTo>
                    <a:pt x="179" y="0"/>
                  </a:lnTo>
                  <a:lnTo>
                    <a:pt x="177" y="1"/>
                  </a:lnTo>
                  <a:lnTo>
                    <a:pt x="176" y="3"/>
                  </a:lnTo>
                  <a:lnTo>
                    <a:pt x="175" y="5"/>
                  </a:lnTo>
                  <a:lnTo>
                    <a:pt x="175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9" name="Freeform 915"/>
            <p:cNvSpPr/>
            <p:nvPr>
              <p:custDataLst>
                <p:tags r:id="rId15"/>
              </p:custDataLst>
            </p:nvPr>
          </p:nvSpPr>
          <p:spPr bwMode="auto">
            <a:xfrm>
              <a:off x="3605213" y="1336675"/>
              <a:ext cx="98425" cy="500063"/>
            </a:xfrm>
            <a:custGeom>
              <a:avLst/>
              <a:gdLst/>
              <a:ahLst/>
              <a:cxnLst>
                <a:cxn ang="0">
                  <a:pos x="174" y="4"/>
                </a:cxn>
                <a:cxn ang="0">
                  <a:pos x="173" y="62"/>
                </a:cxn>
                <a:cxn ang="0">
                  <a:pos x="167" y="119"/>
                </a:cxn>
                <a:cxn ang="0">
                  <a:pos x="157" y="179"/>
                </a:cxn>
                <a:cxn ang="0">
                  <a:pos x="147" y="239"/>
                </a:cxn>
                <a:cxn ang="0">
                  <a:pos x="136" y="302"/>
                </a:cxn>
                <a:cxn ang="0">
                  <a:pos x="126" y="365"/>
                </a:cxn>
                <a:cxn ang="0">
                  <a:pos x="118" y="428"/>
                </a:cxn>
                <a:cxn ang="0">
                  <a:pos x="107" y="490"/>
                </a:cxn>
                <a:cxn ang="0">
                  <a:pos x="101" y="519"/>
                </a:cxn>
                <a:cxn ang="0">
                  <a:pos x="78" y="605"/>
                </a:cxn>
                <a:cxn ang="0">
                  <a:pos x="47" y="719"/>
                </a:cxn>
                <a:cxn ang="0">
                  <a:pos x="41" y="747"/>
                </a:cxn>
                <a:cxn ang="0">
                  <a:pos x="32" y="806"/>
                </a:cxn>
                <a:cxn ang="0">
                  <a:pos x="27" y="835"/>
                </a:cxn>
                <a:cxn ang="0">
                  <a:pos x="20" y="859"/>
                </a:cxn>
                <a:cxn ang="0">
                  <a:pos x="5" y="907"/>
                </a:cxn>
                <a:cxn ang="0">
                  <a:pos x="0" y="931"/>
                </a:cxn>
                <a:cxn ang="0">
                  <a:pos x="0" y="933"/>
                </a:cxn>
                <a:cxn ang="0">
                  <a:pos x="0" y="939"/>
                </a:cxn>
                <a:cxn ang="0">
                  <a:pos x="1" y="942"/>
                </a:cxn>
                <a:cxn ang="0">
                  <a:pos x="4" y="943"/>
                </a:cxn>
                <a:cxn ang="0">
                  <a:pos x="7" y="942"/>
                </a:cxn>
                <a:cxn ang="0">
                  <a:pos x="9" y="939"/>
                </a:cxn>
                <a:cxn ang="0">
                  <a:pos x="10" y="924"/>
                </a:cxn>
                <a:cxn ang="0">
                  <a:pos x="16" y="897"/>
                </a:cxn>
                <a:cxn ang="0">
                  <a:pos x="30" y="857"/>
                </a:cxn>
                <a:cxn ang="0">
                  <a:pos x="37" y="829"/>
                </a:cxn>
                <a:cxn ang="0">
                  <a:pos x="42" y="800"/>
                </a:cxn>
                <a:cxn ang="0">
                  <a:pos x="52" y="741"/>
                </a:cxn>
                <a:cxn ang="0">
                  <a:pos x="58" y="712"/>
                </a:cxn>
                <a:cxn ang="0">
                  <a:pos x="90" y="595"/>
                </a:cxn>
                <a:cxn ang="0">
                  <a:pos x="113" y="506"/>
                </a:cxn>
                <a:cxn ang="0">
                  <a:pos x="120" y="476"/>
                </a:cxn>
                <a:cxn ang="0">
                  <a:pos x="129" y="417"/>
                </a:cxn>
                <a:cxn ang="0">
                  <a:pos x="136" y="359"/>
                </a:cxn>
                <a:cxn ang="0">
                  <a:pos x="146" y="296"/>
                </a:cxn>
                <a:cxn ang="0">
                  <a:pos x="158" y="233"/>
                </a:cxn>
                <a:cxn ang="0">
                  <a:pos x="168" y="173"/>
                </a:cxn>
                <a:cxn ang="0">
                  <a:pos x="178" y="113"/>
                </a:cxn>
                <a:cxn ang="0">
                  <a:pos x="184" y="58"/>
                </a:cxn>
                <a:cxn ang="0">
                  <a:pos x="185" y="4"/>
                </a:cxn>
                <a:cxn ang="0">
                  <a:pos x="184" y="2"/>
                </a:cxn>
                <a:cxn ang="0">
                  <a:pos x="182" y="0"/>
                </a:cxn>
                <a:cxn ang="0">
                  <a:pos x="177" y="0"/>
                </a:cxn>
                <a:cxn ang="0">
                  <a:pos x="175" y="2"/>
                </a:cxn>
                <a:cxn ang="0">
                  <a:pos x="174" y="4"/>
                </a:cxn>
              </a:cxnLst>
              <a:rect l="0" t="0" r="r" b="b"/>
              <a:pathLst>
                <a:path w="185" h="943">
                  <a:moveTo>
                    <a:pt x="174" y="4"/>
                  </a:moveTo>
                  <a:lnTo>
                    <a:pt x="174" y="4"/>
                  </a:lnTo>
                  <a:lnTo>
                    <a:pt x="174" y="33"/>
                  </a:lnTo>
                  <a:lnTo>
                    <a:pt x="173" y="62"/>
                  </a:lnTo>
                  <a:lnTo>
                    <a:pt x="171" y="90"/>
                  </a:lnTo>
                  <a:lnTo>
                    <a:pt x="167" y="119"/>
                  </a:lnTo>
                  <a:lnTo>
                    <a:pt x="167" y="119"/>
                  </a:lnTo>
                  <a:lnTo>
                    <a:pt x="157" y="179"/>
                  </a:lnTo>
                  <a:lnTo>
                    <a:pt x="147" y="239"/>
                  </a:lnTo>
                  <a:lnTo>
                    <a:pt x="147" y="239"/>
                  </a:lnTo>
                  <a:lnTo>
                    <a:pt x="142" y="271"/>
                  </a:lnTo>
                  <a:lnTo>
                    <a:pt x="136" y="302"/>
                  </a:lnTo>
                  <a:lnTo>
                    <a:pt x="131" y="334"/>
                  </a:lnTo>
                  <a:lnTo>
                    <a:pt x="126" y="365"/>
                  </a:lnTo>
                  <a:lnTo>
                    <a:pt x="126" y="365"/>
                  </a:lnTo>
                  <a:lnTo>
                    <a:pt x="118" y="428"/>
                  </a:lnTo>
                  <a:lnTo>
                    <a:pt x="112" y="459"/>
                  </a:lnTo>
                  <a:lnTo>
                    <a:pt x="107" y="490"/>
                  </a:lnTo>
                  <a:lnTo>
                    <a:pt x="107" y="490"/>
                  </a:lnTo>
                  <a:lnTo>
                    <a:pt x="101" y="519"/>
                  </a:lnTo>
                  <a:lnTo>
                    <a:pt x="94" y="547"/>
                  </a:lnTo>
                  <a:lnTo>
                    <a:pt x="78" y="605"/>
                  </a:lnTo>
                  <a:lnTo>
                    <a:pt x="62" y="662"/>
                  </a:lnTo>
                  <a:lnTo>
                    <a:pt x="47" y="719"/>
                  </a:lnTo>
                  <a:lnTo>
                    <a:pt x="47" y="719"/>
                  </a:lnTo>
                  <a:lnTo>
                    <a:pt x="41" y="747"/>
                  </a:lnTo>
                  <a:lnTo>
                    <a:pt x="36" y="776"/>
                  </a:lnTo>
                  <a:lnTo>
                    <a:pt x="32" y="806"/>
                  </a:lnTo>
                  <a:lnTo>
                    <a:pt x="27" y="835"/>
                  </a:lnTo>
                  <a:lnTo>
                    <a:pt x="27" y="835"/>
                  </a:lnTo>
                  <a:lnTo>
                    <a:pt x="24" y="848"/>
                  </a:lnTo>
                  <a:lnTo>
                    <a:pt x="20" y="859"/>
                  </a:lnTo>
                  <a:lnTo>
                    <a:pt x="12" y="883"/>
                  </a:lnTo>
                  <a:lnTo>
                    <a:pt x="5" y="907"/>
                  </a:lnTo>
                  <a:lnTo>
                    <a:pt x="2" y="919"/>
                  </a:lnTo>
                  <a:lnTo>
                    <a:pt x="0" y="931"/>
                  </a:lnTo>
                  <a:lnTo>
                    <a:pt x="0" y="931"/>
                  </a:lnTo>
                  <a:lnTo>
                    <a:pt x="0" y="933"/>
                  </a:lnTo>
                  <a:lnTo>
                    <a:pt x="0" y="939"/>
                  </a:lnTo>
                  <a:lnTo>
                    <a:pt x="0" y="939"/>
                  </a:lnTo>
                  <a:lnTo>
                    <a:pt x="0" y="940"/>
                  </a:lnTo>
                  <a:lnTo>
                    <a:pt x="1" y="942"/>
                  </a:lnTo>
                  <a:lnTo>
                    <a:pt x="2" y="943"/>
                  </a:lnTo>
                  <a:lnTo>
                    <a:pt x="4" y="943"/>
                  </a:lnTo>
                  <a:lnTo>
                    <a:pt x="6" y="943"/>
                  </a:lnTo>
                  <a:lnTo>
                    <a:pt x="7" y="942"/>
                  </a:lnTo>
                  <a:lnTo>
                    <a:pt x="8" y="940"/>
                  </a:lnTo>
                  <a:lnTo>
                    <a:pt x="9" y="939"/>
                  </a:lnTo>
                  <a:lnTo>
                    <a:pt x="9" y="939"/>
                  </a:lnTo>
                  <a:lnTo>
                    <a:pt x="10" y="924"/>
                  </a:lnTo>
                  <a:lnTo>
                    <a:pt x="13" y="911"/>
                  </a:lnTo>
                  <a:lnTo>
                    <a:pt x="16" y="897"/>
                  </a:lnTo>
                  <a:lnTo>
                    <a:pt x="21" y="884"/>
                  </a:lnTo>
                  <a:lnTo>
                    <a:pt x="30" y="857"/>
                  </a:lnTo>
                  <a:lnTo>
                    <a:pt x="34" y="843"/>
                  </a:lnTo>
                  <a:lnTo>
                    <a:pt x="37" y="829"/>
                  </a:lnTo>
                  <a:lnTo>
                    <a:pt x="37" y="829"/>
                  </a:lnTo>
                  <a:lnTo>
                    <a:pt x="42" y="800"/>
                  </a:lnTo>
                  <a:lnTo>
                    <a:pt x="47" y="771"/>
                  </a:lnTo>
                  <a:lnTo>
                    <a:pt x="52" y="741"/>
                  </a:lnTo>
                  <a:lnTo>
                    <a:pt x="58" y="712"/>
                  </a:lnTo>
                  <a:lnTo>
                    <a:pt x="58" y="712"/>
                  </a:lnTo>
                  <a:lnTo>
                    <a:pt x="73" y="653"/>
                  </a:lnTo>
                  <a:lnTo>
                    <a:pt x="90" y="595"/>
                  </a:lnTo>
                  <a:lnTo>
                    <a:pt x="106" y="535"/>
                  </a:lnTo>
                  <a:lnTo>
                    <a:pt x="113" y="506"/>
                  </a:lnTo>
                  <a:lnTo>
                    <a:pt x="120" y="476"/>
                  </a:lnTo>
                  <a:lnTo>
                    <a:pt x="120" y="476"/>
                  </a:lnTo>
                  <a:lnTo>
                    <a:pt x="125" y="447"/>
                  </a:lnTo>
                  <a:lnTo>
                    <a:pt x="129" y="417"/>
                  </a:lnTo>
                  <a:lnTo>
                    <a:pt x="136" y="359"/>
                  </a:lnTo>
                  <a:lnTo>
                    <a:pt x="136" y="359"/>
                  </a:lnTo>
                  <a:lnTo>
                    <a:pt x="141" y="327"/>
                  </a:lnTo>
                  <a:lnTo>
                    <a:pt x="146" y="296"/>
                  </a:lnTo>
                  <a:lnTo>
                    <a:pt x="153" y="264"/>
                  </a:lnTo>
                  <a:lnTo>
                    <a:pt x="158" y="233"/>
                  </a:lnTo>
                  <a:lnTo>
                    <a:pt x="158" y="233"/>
                  </a:lnTo>
                  <a:lnTo>
                    <a:pt x="168" y="173"/>
                  </a:lnTo>
                  <a:lnTo>
                    <a:pt x="178" y="113"/>
                  </a:lnTo>
                  <a:lnTo>
                    <a:pt x="178" y="113"/>
                  </a:lnTo>
                  <a:lnTo>
                    <a:pt x="182" y="86"/>
                  </a:lnTo>
                  <a:lnTo>
                    <a:pt x="184" y="58"/>
                  </a:lnTo>
                  <a:lnTo>
                    <a:pt x="184" y="32"/>
                  </a:lnTo>
                  <a:lnTo>
                    <a:pt x="185" y="4"/>
                  </a:lnTo>
                  <a:lnTo>
                    <a:pt x="185" y="4"/>
                  </a:lnTo>
                  <a:lnTo>
                    <a:pt x="184" y="2"/>
                  </a:lnTo>
                  <a:lnTo>
                    <a:pt x="183" y="1"/>
                  </a:lnTo>
                  <a:lnTo>
                    <a:pt x="182" y="0"/>
                  </a:lnTo>
                  <a:lnTo>
                    <a:pt x="180" y="0"/>
                  </a:lnTo>
                  <a:lnTo>
                    <a:pt x="177" y="0"/>
                  </a:lnTo>
                  <a:lnTo>
                    <a:pt x="176" y="1"/>
                  </a:lnTo>
                  <a:lnTo>
                    <a:pt x="175" y="2"/>
                  </a:lnTo>
                  <a:lnTo>
                    <a:pt x="174" y="4"/>
                  </a:lnTo>
                  <a:lnTo>
                    <a:pt x="174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0" name="Freeform 916"/>
            <p:cNvSpPr/>
            <p:nvPr>
              <p:custDataLst>
                <p:tags r:id="rId16"/>
              </p:custDataLst>
            </p:nvPr>
          </p:nvSpPr>
          <p:spPr bwMode="auto">
            <a:xfrm>
              <a:off x="3649663" y="1366838"/>
              <a:ext cx="90488" cy="492125"/>
            </a:xfrm>
            <a:custGeom>
              <a:avLst/>
              <a:gdLst/>
              <a:ahLst/>
              <a:cxnLst>
                <a:cxn ang="0">
                  <a:pos x="162" y="5"/>
                </a:cxn>
                <a:cxn ang="0">
                  <a:pos x="161" y="67"/>
                </a:cxn>
                <a:cxn ang="0">
                  <a:pos x="155" y="128"/>
                </a:cxn>
                <a:cxn ang="0">
                  <a:pos x="151" y="156"/>
                </a:cxn>
                <a:cxn ang="0">
                  <a:pos x="141" y="214"/>
                </a:cxn>
                <a:cxn ang="0">
                  <a:pos x="137" y="243"/>
                </a:cxn>
                <a:cxn ang="0">
                  <a:pos x="123" y="335"/>
                </a:cxn>
                <a:cxn ang="0">
                  <a:pos x="111" y="397"/>
                </a:cxn>
                <a:cxn ang="0">
                  <a:pos x="97" y="457"/>
                </a:cxn>
                <a:cxn ang="0">
                  <a:pos x="87" y="487"/>
                </a:cxn>
                <a:cxn ang="0">
                  <a:pos x="69" y="543"/>
                </a:cxn>
                <a:cxn ang="0">
                  <a:pos x="51" y="599"/>
                </a:cxn>
                <a:cxn ang="0">
                  <a:pos x="48" y="614"/>
                </a:cxn>
                <a:cxn ang="0">
                  <a:pos x="44" y="658"/>
                </a:cxn>
                <a:cxn ang="0">
                  <a:pos x="40" y="702"/>
                </a:cxn>
                <a:cxn ang="0">
                  <a:pos x="38" y="717"/>
                </a:cxn>
                <a:cxn ang="0">
                  <a:pos x="23" y="796"/>
                </a:cxn>
                <a:cxn ang="0">
                  <a:pos x="17" y="822"/>
                </a:cxn>
                <a:cxn ang="0">
                  <a:pos x="12" y="846"/>
                </a:cxn>
                <a:cxn ang="0">
                  <a:pos x="6" y="898"/>
                </a:cxn>
                <a:cxn ang="0">
                  <a:pos x="0" y="924"/>
                </a:cxn>
                <a:cxn ang="0">
                  <a:pos x="0" y="926"/>
                </a:cxn>
                <a:cxn ang="0">
                  <a:pos x="3" y="928"/>
                </a:cxn>
                <a:cxn ang="0">
                  <a:pos x="6" y="929"/>
                </a:cxn>
                <a:cxn ang="0">
                  <a:pos x="9" y="928"/>
                </a:cxn>
                <a:cxn ang="0">
                  <a:pos x="10" y="926"/>
                </a:cxn>
                <a:cxn ang="0">
                  <a:pos x="14" y="902"/>
                </a:cxn>
                <a:cxn ang="0">
                  <a:pos x="20" y="855"/>
                </a:cxn>
                <a:cxn ang="0">
                  <a:pos x="25" y="831"/>
                </a:cxn>
                <a:cxn ang="0">
                  <a:pos x="30" y="805"/>
                </a:cxn>
                <a:cxn ang="0">
                  <a:pos x="45" y="727"/>
                </a:cxn>
                <a:cxn ang="0">
                  <a:pos x="49" y="698"/>
                </a:cxn>
                <a:cxn ang="0">
                  <a:pos x="54" y="640"/>
                </a:cxn>
                <a:cxn ang="0">
                  <a:pos x="58" y="610"/>
                </a:cxn>
                <a:cxn ang="0">
                  <a:pos x="66" y="580"/>
                </a:cxn>
                <a:cxn ang="0">
                  <a:pos x="86" y="519"/>
                </a:cxn>
                <a:cxn ang="0">
                  <a:pos x="97" y="490"/>
                </a:cxn>
                <a:cxn ang="0">
                  <a:pos x="113" y="431"/>
                </a:cxn>
                <a:cxn ang="0">
                  <a:pos x="126" y="372"/>
                </a:cxn>
                <a:cxn ang="0">
                  <a:pos x="137" y="312"/>
                </a:cxn>
                <a:cxn ang="0">
                  <a:pos x="145" y="252"/>
                </a:cxn>
                <a:cxn ang="0">
                  <a:pos x="155" y="186"/>
                </a:cxn>
                <a:cxn ang="0">
                  <a:pos x="166" y="121"/>
                </a:cxn>
                <a:cxn ang="0">
                  <a:pos x="169" y="92"/>
                </a:cxn>
                <a:cxn ang="0">
                  <a:pos x="171" y="34"/>
                </a:cxn>
                <a:cxn ang="0">
                  <a:pos x="171" y="5"/>
                </a:cxn>
                <a:cxn ang="0">
                  <a:pos x="170" y="1"/>
                </a:cxn>
                <a:cxn ang="0">
                  <a:pos x="167" y="0"/>
                </a:cxn>
                <a:cxn ang="0">
                  <a:pos x="164" y="1"/>
                </a:cxn>
                <a:cxn ang="0">
                  <a:pos x="162" y="5"/>
                </a:cxn>
              </a:cxnLst>
              <a:rect l="0" t="0" r="r" b="b"/>
              <a:pathLst>
                <a:path w="171" h="929">
                  <a:moveTo>
                    <a:pt x="162" y="5"/>
                  </a:moveTo>
                  <a:lnTo>
                    <a:pt x="162" y="5"/>
                  </a:lnTo>
                  <a:lnTo>
                    <a:pt x="162" y="36"/>
                  </a:lnTo>
                  <a:lnTo>
                    <a:pt x="161" y="67"/>
                  </a:lnTo>
                  <a:lnTo>
                    <a:pt x="160" y="97"/>
                  </a:lnTo>
                  <a:lnTo>
                    <a:pt x="155" y="128"/>
                  </a:lnTo>
                  <a:lnTo>
                    <a:pt x="155" y="128"/>
                  </a:lnTo>
                  <a:lnTo>
                    <a:pt x="151" y="156"/>
                  </a:lnTo>
                  <a:lnTo>
                    <a:pt x="146" y="185"/>
                  </a:lnTo>
                  <a:lnTo>
                    <a:pt x="141" y="214"/>
                  </a:lnTo>
                  <a:lnTo>
                    <a:pt x="137" y="243"/>
                  </a:lnTo>
                  <a:lnTo>
                    <a:pt x="137" y="243"/>
                  </a:lnTo>
                  <a:lnTo>
                    <a:pt x="129" y="305"/>
                  </a:lnTo>
                  <a:lnTo>
                    <a:pt x="123" y="335"/>
                  </a:lnTo>
                  <a:lnTo>
                    <a:pt x="117" y="366"/>
                  </a:lnTo>
                  <a:lnTo>
                    <a:pt x="111" y="397"/>
                  </a:lnTo>
                  <a:lnTo>
                    <a:pt x="104" y="427"/>
                  </a:lnTo>
                  <a:lnTo>
                    <a:pt x="97" y="457"/>
                  </a:lnTo>
                  <a:lnTo>
                    <a:pt x="87" y="487"/>
                  </a:lnTo>
                  <a:lnTo>
                    <a:pt x="87" y="487"/>
                  </a:lnTo>
                  <a:lnTo>
                    <a:pt x="78" y="515"/>
                  </a:lnTo>
                  <a:lnTo>
                    <a:pt x="69" y="543"/>
                  </a:lnTo>
                  <a:lnTo>
                    <a:pt x="59" y="572"/>
                  </a:lnTo>
                  <a:lnTo>
                    <a:pt x="51" y="599"/>
                  </a:lnTo>
                  <a:lnTo>
                    <a:pt x="51" y="599"/>
                  </a:lnTo>
                  <a:lnTo>
                    <a:pt x="48" y="614"/>
                  </a:lnTo>
                  <a:lnTo>
                    <a:pt x="46" y="628"/>
                  </a:lnTo>
                  <a:lnTo>
                    <a:pt x="44" y="658"/>
                  </a:lnTo>
                  <a:lnTo>
                    <a:pt x="42" y="687"/>
                  </a:lnTo>
                  <a:lnTo>
                    <a:pt x="40" y="702"/>
                  </a:lnTo>
                  <a:lnTo>
                    <a:pt x="38" y="717"/>
                  </a:lnTo>
                  <a:lnTo>
                    <a:pt x="38" y="717"/>
                  </a:lnTo>
                  <a:lnTo>
                    <a:pt x="28" y="769"/>
                  </a:lnTo>
                  <a:lnTo>
                    <a:pt x="23" y="796"/>
                  </a:lnTo>
                  <a:lnTo>
                    <a:pt x="17" y="822"/>
                  </a:lnTo>
                  <a:lnTo>
                    <a:pt x="17" y="822"/>
                  </a:lnTo>
                  <a:lnTo>
                    <a:pt x="15" y="834"/>
                  </a:lnTo>
                  <a:lnTo>
                    <a:pt x="12" y="846"/>
                  </a:lnTo>
                  <a:lnTo>
                    <a:pt x="9" y="872"/>
                  </a:lnTo>
                  <a:lnTo>
                    <a:pt x="6" y="898"/>
                  </a:lnTo>
                  <a:lnTo>
                    <a:pt x="4" y="910"/>
                  </a:lnTo>
                  <a:lnTo>
                    <a:pt x="0" y="924"/>
                  </a:lnTo>
                  <a:lnTo>
                    <a:pt x="0" y="924"/>
                  </a:lnTo>
                  <a:lnTo>
                    <a:pt x="0" y="926"/>
                  </a:lnTo>
                  <a:lnTo>
                    <a:pt x="2" y="927"/>
                  </a:lnTo>
                  <a:lnTo>
                    <a:pt x="3" y="928"/>
                  </a:lnTo>
                  <a:lnTo>
                    <a:pt x="5" y="929"/>
                  </a:lnTo>
                  <a:lnTo>
                    <a:pt x="6" y="929"/>
                  </a:lnTo>
                  <a:lnTo>
                    <a:pt x="8" y="929"/>
                  </a:lnTo>
                  <a:lnTo>
                    <a:pt x="9" y="928"/>
                  </a:lnTo>
                  <a:lnTo>
                    <a:pt x="10" y="926"/>
                  </a:lnTo>
                  <a:lnTo>
                    <a:pt x="10" y="926"/>
                  </a:lnTo>
                  <a:lnTo>
                    <a:pt x="13" y="915"/>
                  </a:lnTo>
                  <a:lnTo>
                    <a:pt x="14" y="902"/>
                  </a:lnTo>
                  <a:lnTo>
                    <a:pt x="17" y="878"/>
                  </a:lnTo>
                  <a:lnTo>
                    <a:pt x="20" y="855"/>
                  </a:lnTo>
                  <a:lnTo>
                    <a:pt x="22" y="842"/>
                  </a:lnTo>
                  <a:lnTo>
                    <a:pt x="25" y="831"/>
                  </a:lnTo>
                  <a:lnTo>
                    <a:pt x="25" y="831"/>
                  </a:lnTo>
                  <a:lnTo>
                    <a:pt x="30" y="805"/>
                  </a:lnTo>
                  <a:lnTo>
                    <a:pt x="36" y="778"/>
                  </a:lnTo>
                  <a:lnTo>
                    <a:pt x="45" y="727"/>
                  </a:lnTo>
                  <a:lnTo>
                    <a:pt x="45" y="727"/>
                  </a:lnTo>
                  <a:lnTo>
                    <a:pt x="49" y="698"/>
                  </a:lnTo>
                  <a:lnTo>
                    <a:pt x="52" y="669"/>
                  </a:lnTo>
                  <a:lnTo>
                    <a:pt x="54" y="640"/>
                  </a:lnTo>
                  <a:lnTo>
                    <a:pt x="58" y="610"/>
                  </a:lnTo>
                  <a:lnTo>
                    <a:pt x="58" y="610"/>
                  </a:lnTo>
                  <a:lnTo>
                    <a:pt x="61" y="595"/>
                  </a:lnTo>
                  <a:lnTo>
                    <a:pt x="66" y="580"/>
                  </a:lnTo>
                  <a:lnTo>
                    <a:pt x="76" y="550"/>
                  </a:lnTo>
                  <a:lnTo>
                    <a:pt x="86" y="519"/>
                  </a:lnTo>
                  <a:lnTo>
                    <a:pt x="97" y="490"/>
                  </a:lnTo>
                  <a:lnTo>
                    <a:pt x="97" y="490"/>
                  </a:lnTo>
                  <a:lnTo>
                    <a:pt x="106" y="461"/>
                  </a:lnTo>
                  <a:lnTo>
                    <a:pt x="113" y="431"/>
                  </a:lnTo>
                  <a:lnTo>
                    <a:pt x="120" y="402"/>
                  </a:lnTo>
                  <a:lnTo>
                    <a:pt x="126" y="372"/>
                  </a:lnTo>
                  <a:lnTo>
                    <a:pt x="132" y="342"/>
                  </a:lnTo>
                  <a:lnTo>
                    <a:pt x="137" y="312"/>
                  </a:lnTo>
                  <a:lnTo>
                    <a:pt x="145" y="252"/>
                  </a:lnTo>
                  <a:lnTo>
                    <a:pt x="145" y="252"/>
                  </a:lnTo>
                  <a:lnTo>
                    <a:pt x="149" y="219"/>
                  </a:lnTo>
                  <a:lnTo>
                    <a:pt x="155" y="186"/>
                  </a:lnTo>
                  <a:lnTo>
                    <a:pt x="161" y="154"/>
                  </a:lnTo>
                  <a:lnTo>
                    <a:pt x="166" y="121"/>
                  </a:lnTo>
                  <a:lnTo>
                    <a:pt x="166" y="121"/>
                  </a:lnTo>
                  <a:lnTo>
                    <a:pt x="169" y="92"/>
                  </a:lnTo>
                  <a:lnTo>
                    <a:pt x="171" y="63"/>
                  </a:lnTo>
                  <a:lnTo>
                    <a:pt x="171" y="34"/>
                  </a:lnTo>
                  <a:lnTo>
                    <a:pt x="171" y="5"/>
                  </a:lnTo>
                  <a:lnTo>
                    <a:pt x="171" y="5"/>
                  </a:lnTo>
                  <a:lnTo>
                    <a:pt x="171" y="2"/>
                  </a:lnTo>
                  <a:lnTo>
                    <a:pt x="170" y="1"/>
                  </a:lnTo>
                  <a:lnTo>
                    <a:pt x="168" y="0"/>
                  </a:lnTo>
                  <a:lnTo>
                    <a:pt x="167" y="0"/>
                  </a:lnTo>
                  <a:lnTo>
                    <a:pt x="165" y="0"/>
                  </a:lnTo>
                  <a:lnTo>
                    <a:pt x="164" y="1"/>
                  </a:lnTo>
                  <a:lnTo>
                    <a:pt x="163" y="2"/>
                  </a:lnTo>
                  <a:lnTo>
                    <a:pt x="162" y="5"/>
                  </a:lnTo>
                  <a:lnTo>
                    <a:pt x="162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1" name="Freeform 917"/>
            <p:cNvSpPr/>
            <p:nvPr>
              <p:custDataLst>
                <p:tags r:id="rId17"/>
              </p:custDataLst>
            </p:nvPr>
          </p:nvSpPr>
          <p:spPr bwMode="auto">
            <a:xfrm>
              <a:off x="3692525" y="1401763"/>
              <a:ext cx="90488" cy="436563"/>
            </a:xfrm>
            <a:custGeom>
              <a:avLst/>
              <a:gdLst/>
              <a:ahLst/>
              <a:cxnLst>
                <a:cxn ang="0">
                  <a:pos x="161" y="5"/>
                </a:cxn>
                <a:cxn ang="0">
                  <a:pos x="157" y="61"/>
                </a:cxn>
                <a:cxn ang="0">
                  <a:pos x="148" y="118"/>
                </a:cxn>
                <a:cxn ang="0">
                  <a:pos x="143" y="143"/>
                </a:cxn>
                <a:cxn ang="0">
                  <a:pos x="130" y="192"/>
                </a:cxn>
                <a:cxn ang="0">
                  <a:pos x="126" y="216"/>
                </a:cxn>
                <a:cxn ang="0">
                  <a:pos x="124" y="236"/>
                </a:cxn>
                <a:cxn ang="0">
                  <a:pos x="124" y="257"/>
                </a:cxn>
                <a:cxn ang="0">
                  <a:pos x="120" y="285"/>
                </a:cxn>
                <a:cxn ang="0">
                  <a:pos x="115" y="314"/>
                </a:cxn>
                <a:cxn ang="0">
                  <a:pos x="97" y="395"/>
                </a:cxn>
                <a:cxn ang="0">
                  <a:pos x="93" y="422"/>
                </a:cxn>
                <a:cxn ang="0">
                  <a:pos x="88" y="472"/>
                </a:cxn>
                <a:cxn ang="0">
                  <a:pos x="82" y="520"/>
                </a:cxn>
                <a:cxn ang="0">
                  <a:pos x="74" y="547"/>
                </a:cxn>
                <a:cxn ang="0">
                  <a:pos x="56" y="599"/>
                </a:cxn>
                <a:cxn ang="0">
                  <a:pos x="47" y="624"/>
                </a:cxn>
                <a:cxn ang="0">
                  <a:pos x="24" y="696"/>
                </a:cxn>
                <a:cxn ang="0">
                  <a:pos x="10" y="745"/>
                </a:cxn>
                <a:cxn ang="0">
                  <a:pos x="2" y="795"/>
                </a:cxn>
                <a:cxn ang="0">
                  <a:pos x="0" y="820"/>
                </a:cxn>
                <a:cxn ang="0">
                  <a:pos x="2" y="823"/>
                </a:cxn>
                <a:cxn ang="0">
                  <a:pos x="5" y="825"/>
                </a:cxn>
                <a:cxn ang="0">
                  <a:pos x="8" y="823"/>
                </a:cxn>
                <a:cxn ang="0">
                  <a:pos x="9" y="820"/>
                </a:cxn>
                <a:cxn ang="0">
                  <a:pos x="11" y="794"/>
                </a:cxn>
                <a:cxn ang="0">
                  <a:pos x="21" y="743"/>
                </a:cxn>
                <a:cxn ang="0">
                  <a:pos x="34" y="693"/>
                </a:cxn>
                <a:cxn ang="0">
                  <a:pos x="58" y="618"/>
                </a:cxn>
                <a:cxn ang="0">
                  <a:pos x="66" y="594"/>
                </a:cxn>
                <a:cxn ang="0">
                  <a:pos x="84" y="547"/>
                </a:cxn>
                <a:cxn ang="0">
                  <a:pos x="90" y="522"/>
                </a:cxn>
                <a:cxn ang="0">
                  <a:pos x="95" y="496"/>
                </a:cxn>
                <a:cxn ang="0">
                  <a:pos x="100" y="443"/>
                </a:cxn>
                <a:cxn ang="0">
                  <a:pos x="103" y="416"/>
                </a:cxn>
                <a:cxn ang="0">
                  <a:pos x="113" y="366"/>
                </a:cxn>
                <a:cxn ang="0">
                  <a:pos x="123" y="316"/>
                </a:cxn>
                <a:cxn ang="0">
                  <a:pos x="133" y="266"/>
                </a:cxn>
                <a:cxn ang="0">
                  <a:pos x="134" y="253"/>
                </a:cxn>
                <a:cxn ang="0">
                  <a:pos x="134" y="226"/>
                </a:cxn>
                <a:cxn ang="0">
                  <a:pos x="136" y="212"/>
                </a:cxn>
                <a:cxn ang="0">
                  <a:pos x="147" y="162"/>
                </a:cxn>
                <a:cxn ang="0">
                  <a:pos x="159" y="112"/>
                </a:cxn>
                <a:cxn ang="0">
                  <a:pos x="163" y="85"/>
                </a:cxn>
                <a:cxn ang="0">
                  <a:pos x="169" y="32"/>
                </a:cxn>
                <a:cxn ang="0">
                  <a:pos x="170" y="5"/>
                </a:cxn>
                <a:cxn ang="0">
                  <a:pos x="169" y="1"/>
                </a:cxn>
                <a:cxn ang="0">
                  <a:pos x="166" y="0"/>
                </a:cxn>
                <a:cxn ang="0">
                  <a:pos x="163" y="1"/>
                </a:cxn>
                <a:cxn ang="0">
                  <a:pos x="161" y="5"/>
                </a:cxn>
              </a:cxnLst>
              <a:rect l="0" t="0" r="r" b="b"/>
              <a:pathLst>
                <a:path w="170" h="825">
                  <a:moveTo>
                    <a:pt x="161" y="5"/>
                  </a:moveTo>
                  <a:lnTo>
                    <a:pt x="161" y="5"/>
                  </a:lnTo>
                  <a:lnTo>
                    <a:pt x="160" y="34"/>
                  </a:lnTo>
                  <a:lnTo>
                    <a:pt x="157" y="61"/>
                  </a:lnTo>
                  <a:lnTo>
                    <a:pt x="153" y="90"/>
                  </a:lnTo>
                  <a:lnTo>
                    <a:pt x="148" y="118"/>
                  </a:lnTo>
                  <a:lnTo>
                    <a:pt x="148" y="118"/>
                  </a:lnTo>
                  <a:lnTo>
                    <a:pt x="143" y="143"/>
                  </a:lnTo>
                  <a:lnTo>
                    <a:pt x="136" y="168"/>
                  </a:lnTo>
                  <a:lnTo>
                    <a:pt x="130" y="192"/>
                  </a:lnTo>
                  <a:lnTo>
                    <a:pt x="126" y="216"/>
                  </a:lnTo>
                  <a:lnTo>
                    <a:pt x="126" y="216"/>
                  </a:lnTo>
                  <a:lnTo>
                    <a:pt x="124" y="227"/>
                  </a:lnTo>
                  <a:lnTo>
                    <a:pt x="124" y="236"/>
                  </a:lnTo>
                  <a:lnTo>
                    <a:pt x="124" y="257"/>
                  </a:lnTo>
                  <a:lnTo>
                    <a:pt x="124" y="257"/>
                  </a:lnTo>
                  <a:lnTo>
                    <a:pt x="123" y="271"/>
                  </a:lnTo>
                  <a:lnTo>
                    <a:pt x="120" y="285"/>
                  </a:lnTo>
                  <a:lnTo>
                    <a:pt x="115" y="314"/>
                  </a:lnTo>
                  <a:lnTo>
                    <a:pt x="115" y="314"/>
                  </a:lnTo>
                  <a:lnTo>
                    <a:pt x="102" y="367"/>
                  </a:lnTo>
                  <a:lnTo>
                    <a:pt x="97" y="395"/>
                  </a:lnTo>
                  <a:lnTo>
                    <a:pt x="93" y="422"/>
                  </a:lnTo>
                  <a:lnTo>
                    <a:pt x="93" y="422"/>
                  </a:lnTo>
                  <a:lnTo>
                    <a:pt x="91" y="447"/>
                  </a:lnTo>
                  <a:lnTo>
                    <a:pt x="88" y="472"/>
                  </a:lnTo>
                  <a:lnTo>
                    <a:pt x="86" y="495"/>
                  </a:lnTo>
                  <a:lnTo>
                    <a:pt x="82" y="520"/>
                  </a:lnTo>
                  <a:lnTo>
                    <a:pt x="82" y="520"/>
                  </a:lnTo>
                  <a:lnTo>
                    <a:pt x="74" y="547"/>
                  </a:lnTo>
                  <a:lnTo>
                    <a:pt x="65" y="573"/>
                  </a:lnTo>
                  <a:lnTo>
                    <a:pt x="56" y="599"/>
                  </a:lnTo>
                  <a:lnTo>
                    <a:pt x="47" y="624"/>
                  </a:lnTo>
                  <a:lnTo>
                    <a:pt x="47" y="624"/>
                  </a:lnTo>
                  <a:lnTo>
                    <a:pt x="31" y="672"/>
                  </a:lnTo>
                  <a:lnTo>
                    <a:pt x="24" y="696"/>
                  </a:lnTo>
                  <a:lnTo>
                    <a:pt x="17" y="720"/>
                  </a:lnTo>
                  <a:lnTo>
                    <a:pt x="10" y="745"/>
                  </a:lnTo>
                  <a:lnTo>
                    <a:pt x="5" y="770"/>
                  </a:lnTo>
                  <a:lnTo>
                    <a:pt x="2" y="795"/>
                  </a:lnTo>
                  <a:lnTo>
                    <a:pt x="0" y="820"/>
                  </a:lnTo>
                  <a:lnTo>
                    <a:pt x="0" y="820"/>
                  </a:lnTo>
                  <a:lnTo>
                    <a:pt x="1" y="822"/>
                  </a:lnTo>
                  <a:lnTo>
                    <a:pt x="2" y="823"/>
                  </a:lnTo>
                  <a:lnTo>
                    <a:pt x="3" y="824"/>
                  </a:lnTo>
                  <a:lnTo>
                    <a:pt x="5" y="825"/>
                  </a:lnTo>
                  <a:lnTo>
                    <a:pt x="6" y="824"/>
                  </a:lnTo>
                  <a:lnTo>
                    <a:pt x="8" y="823"/>
                  </a:lnTo>
                  <a:lnTo>
                    <a:pt x="9" y="822"/>
                  </a:lnTo>
                  <a:lnTo>
                    <a:pt x="9" y="820"/>
                  </a:lnTo>
                  <a:lnTo>
                    <a:pt x="9" y="820"/>
                  </a:lnTo>
                  <a:lnTo>
                    <a:pt x="11" y="794"/>
                  </a:lnTo>
                  <a:lnTo>
                    <a:pt x="15" y="769"/>
                  </a:lnTo>
                  <a:lnTo>
                    <a:pt x="21" y="743"/>
                  </a:lnTo>
                  <a:lnTo>
                    <a:pt x="27" y="717"/>
                  </a:lnTo>
                  <a:lnTo>
                    <a:pt x="34" y="693"/>
                  </a:lnTo>
                  <a:lnTo>
                    <a:pt x="42" y="668"/>
                  </a:lnTo>
                  <a:lnTo>
                    <a:pt x="58" y="618"/>
                  </a:lnTo>
                  <a:lnTo>
                    <a:pt x="58" y="618"/>
                  </a:lnTo>
                  <a:lnTo>
                    <a:pt x="66" y="594"/>
                  </a:lnTo>
                  <a:lnTo>
                    <a:pt x="75" y="571"/>
                  </a:lnTo>
                  <a:lnTo>
                    <a:pt x="84" y="547"/>
                  </a:lnTo>
                  <a:lnTo>
                    <a:pt x="90" y="522"/>
                  </a:lnTo>
                  <a:lnTo>
                    <a:pt x="90" y="522"/>
                  </a:lnTo>
                  <a:lnTo>
                    <a:pt x="93" y="510"/>
                  </a:lnTo>
                  <a:lnTo>
                    <a:pt x="95" y="496"/>
                  </a:lnTo>
                  <a:lnTo>
                    <a:pt x="98" y="469"/>
                  </a:lnTo>
                  <a:lnTo>
                    <a:pt x="100" y="443"/>
                  </a:lnTo>
                  <a:lnTo>
                    <a:pt x="103" y="416"/>
                  </a:lnTo>
                  <a:lnTo>
                    <a:pt x="103" y="416"/>
                  </a:lnTo>
                  <a:lnTo>
                    <a:pt x="107" y="391"/>
                  </a:lnTo>
                  <a:lnTo>
                    <a:pt x="113" y="366"/>
                  </a:lnTo>
                  <a:lnTo>
                    <a:pt x="123" y="316"/>
                  </a:lnTo>
                  <a:lnTo>
                    <a:pt x="123" y="316"/>
                  </a:lnTo>
                  <a:lnTo>
                    <a:pt x="128" y="291"/>
                  </a:lnTo>
                  <a:lnTo>
                    <a:pt x="133" y="266"/>
                  </a:lnTo>
                  <a:lnTo>
                    <a:pt x="133" y="266"/>
                  </a:lnTo>
                  <a:lnTo>
                    <a:pt x="134" y="253"/>
                  </a:lnTo>
                  <a:lnTo>
                    <a:pt x="134" y="239"/>
                  </a:lnTo>
                  <a:lnTo>
                    <a:pt x="134" y="226"/>
                  </a:lnTo>
                  <a:lnTo>
                    <a:pt x="136" y="212"/>
                  </a:lnTo>
                  <a:lnTo>
                    <a:pt x="136" y="212"/>
                  </a:lnTo>
                  <a:lnTo>
                    <a:pt x="141" y="186"/>
                  </a:lnTo>
                  <a:lnTo>
                    <a:pt x="147" y="162"/>
                  </a:lnTo>
                  <a:lnTo>
                    <a:pt x="153" y="137"/>
                  </a:lnTo>
                  <a:lnTo>
                    <a:pt x="159" y="112"/>
                  </a:lnTo>
                  <a:lnTo>
                    <a:pt x="159" y="112"/>
                  </a:lnTo>
                  <a:lnTo>
                    <a:pt x="163" y="85"/>
                  </a:lnTo>
                  <a:lnTo>
                    <a:pt x="167" y="58"/>
                  </a:lnTo>
                  <a:lnTo>
                    <a:pt x="169" y="32"/>
                  </a:lnTo>
                  <a:lnTo>
                    <a:pt x="170" y="5"/>
                  </a:lnTo>
                  <a:lnTo>
                    <a:pt x="170" y="5"/>
                  </a:lnTo>
                  <a:lnTo>
                    <a:pt x="170" y="3"/>
                  </a:lnTo>
                  <a:lnTo>
                    <a:pt x="169" y="1"/>
                  </a:lnTo>
                  <a:lnTo>
                    <a:pt x="168" y="0"/>
                  </a:lnTo>
                  <a:lnTo>
                    <a:pt x="166" y="0"/>
                  </a:lnTo>
                  <a:lnTo>
                    <a:pt x="164" y="0"/>
                  </a:lnTo>
                  <a:lnTo>
                    <a:pt x="163" y="1"/>
                  </a:lnTo>
                  <a:lnTo>
                    <a:pt x="162" y="3"/>
                  </a:lnTo>
                  <a:lnTo>
                    <a:pt x="161" y="5"/>
                  </a:lnTo>
                  <a:lnTo>
                    <a:pt x="161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2" name="Freeform 918"/>
            <p:cNvSpPr/>
            <p:nvPr>
              <p:custDataLst>
                <p:tags r:id="rId18"/>
              </p:custDataLst>
            </p:nvPr>
          </p:nvSpPr>
          <p:spPr bwMode="auto">
            <a:xfrm>
              <a:off x="3751263" y="1443038"/>
              <a:ext cx="66675" cy="360363"/>
            </a:xfrm>
            <a:custGeom>
              <a:avLst/>
              <a:gdLst/>
              <a:ahLst/>
              <a:cxnLst>
                <a:cxn ang="0">
                  <a:pos x="117" y="4"/>
                </a:cxn>
                <a:cxn ang="0">
                  <a:pos x="116" y="50"/>
                </a:cxn>
                <a:cxn ang="0">
                  <a:pos x="108" y="139"/>
                </a:cxn>
                <a:cxn ang="0">
                  <a:pos x="94" y="228"/>
                </a:cxn>
                <a:cxn ang="0">
                  <a:pos x="68" y="361"/>
                </a:cxn>
                <a:cxn ang="0">
                  <a:pos x="63" y="383"/>
                </a:cxn>
                <a:cxn ang="0">
                  <a:pos x="57" y="404"/>
                </a:cxn>
                <a:cxn ang="0">
                  <a:pos x="48" y="432"/>
                </a:cxn>
                <a:cxn ang="0">
                  <a:pos x="47" y="440"/>
                </a:cxn>
                <a:cxn ang="0">
                  <a:pos x="44" y="482"/>
                </a:cxn>
                <a:cxn ang="0">
                  <a:pos x="38" y="523"/>
                </a:cxn>
                <a:cxn ang="0">
                  <a:pos x="32" y="542"/>
                </a:cxn>
                <a:cxn ang="0">
                  <a:pos x="10" y="598"/>
                </a:cxn>
                <a:cxn ang="0">
                  <a:pos x="7" y="608"/>
                </a:cxn>
                <a:cxn ang="0">
                  <a:pos x="2" y="637"/>
                </a:cxn>
                <a:cxn ang="0">
                  <a:pos x="0" y="678"/>
                </a:cxn>
                <a:cxn ang="0">
                  <a:pos x="0" y="680"/>
                </a:cxn>
                <a:cxn ang="0">
                  <a:pos x="3" y="682"/>
                </a:cxn>
                <a:cxn ang="0">
                  <a:pos x="6" y="682"/>
                </a:cxn>
                <a:cxn ang="0">
                  <a:pos x="9" y="680"/>
                </a:cxn>
                <a:cxn ang="0">
                  <a:pos x="9" y="678"/>
                </a:cxn>
                <a:cxn ang="0">
                  <a:pos x="12" y="635"/>
                </a:cxn>
                <a:cxn ang="0">
                  <a:pos x="22" y="594"/>
                </a:cxn>
                <a:cxn ang="0">
                  <a:pos x="36" y="556"/>
                </a:cxn>
                <a:cxn ang="0">
                  <a:pos x="48" y="517"/>
                </a:cxn>
                <a:cxn ang="0">
                  <a:pos x="51" y="501"/>
                </a:cxn>
                <a:cxn ang="0">
                  <a:pos x="56" y="448"/>
                </a:cxn>
                <a:cxn ang="0">
                  <a:pos x="57" y="436"/>
                </a:cxn>
                <a:cxn ang="0">
                  <a:pos x="67" y="398"/>
                </a:cxn>
                <a:cxn ang="0">
                  <a:pos x="77" y="359"/>
                </a:cxn>
                <a:cxn ang="0">
                  <a:pos x="80" y="347"/>
                </a:cxn>
                <a:cxn ang="0">
                  <a:pos x="96" y="262"/>
                </a:cxn>
                <a:cxn ang="0">
                  <a:pos x="112" y="178"/>
                </a:cxn>
                <a:cxn ang="0">
                  <a:pos x="119" y="134"/>
                </a:cxn>
                <a:cxn ang="0">
                  <a:pos x="127" y="48"/>
                </a:cxn>
                <a:cxn ang="0">
                  <a:pos x="128" y="4"/>
                </a:cxn>
                <a:cxn ang="0">
                  <a:pos x="126" y="1"/>
                </a:cxn>
                <a:cxn ang="0">
                  <a:pos x="122" y="0"/>
                </a:cxn>
                <a:cxn ang="0">
                  <a:pos x="119" y="1"/>
                </a:cxn>
                <a:cxn ang="0">
                  <a:pos x="117" y="4"/>
                </a:cxn>
              </a:cxnLst>
              <a:rect l="0" t="0" r="r" b="b"/>
              <a:pathLst>
                <a:path w="128" h="682">
                  <a:moveTo>
                    <a:pt x="117" y="4"/>
                  </a:moveTo>
                  <a:lnTo>
                    <a:pt x="117" y="4"/>
                  </a:lnTo>
                  <a:lnTo>
                    <a:pt x="117" y="27"/>
                  </a:lnTo>
                  <a:lnTo>
                    <a:pt x="116" y="50"/>
                  </a:lnTo>
                  <a:lnTo>
                    <a:pt x="113" y="95"/>
                  </a:lnTo>
                  <a:lnTo>
                    <a:pt x="108" y="139"/>
                  </a:lnTo>
                  <a:lnTo>
                    <a:pt x="101" y="184"/>
                  </a:lnTo>
                  <a:lnTo>
                    <a:pt x="94" y="228"/>
                  </a:lnTo>
                  <a:lnTo>
                    <a:pt x="84" y="273"/>
                  </a:lnTo>
                  <a:lnTo>
                    <a:pt x="68" y="361"/>
                  </a:lnTo>
                  <a:lnTo>
                    <a:pt x="68" y="361"/>
                  </a:lnTo>
                  <a:lnTo>
                    <a:pt x="63" y="383"/>
                  </a:lnTo>
                  <a:lnTo>
                    <a:pt x="57" y="404"/>
                  </a:lnTo>
                  <a:lnTo>
                    <a:pt x="57" y="404"/>
                  </a:lnTo>
                  <a:lnTo>
                    <a:pt x="51" y="422"/>
                  </a:lnTo>
                  <a:lnTo>
                    <a:pt x="48" y="432"/>
                  </a:lnTo>
                  <a:lnTo>
                    <a:pt x="47" y="440"/>
                  </a:lnTo>
                  <a:lnTo>
                    <a:pt x="47" y="440"/>
                  </a:lnTo>
                  <a:lnTo>
                    <a:pt x="46" y="461"/>
                  </a:lnTo>
                  <a:lnTo>
                    <a:pt x="44" y="482"/>
                  </a:lnTo>
                  <a:lnTo>
                    <a:pt x="41" y="503"/>
                  </a:lnTo>
                  <a:lnTo>
                    <a:pt x="38" y="523"/>
                  </a:lnTo>
                  <a:lnTo>
                    <a:pt x="38" y="523"/>
                  </a:lnTo>
                  <a:lnTo>
                    <a:pt x="32" y="542"/>
                  </a:lnTo>
                  <a:lnTo>
                    <a:pt x="24" y="561"/>
                  </a:lnTo>
                  <a:lnTo>
                    <a:pt x="10" y="598"/>
                  </a:lnTo>
                  <a:lnTo>
                    <a:pt x="10" y="598"/>
                  </a:lnTo>
                  <a:lnTo>
                    <a:pt x="7" y="608"/>
                  </a:lnTo>
                  <a:lnTo>
                    <a:pt x="5" y="618"/>
                  </a:lnTo>
                  <a:lnTo>
                    <a:pt x="2" y="637"/>
                  </a:lnTo>
                  <a:lnTo>
                    <a:pt x="0" y="657"/>
                  </a:lnTo>
                  <a:lnTo>
                    <a:pt x="0" y="678"/>
                  </a:lnTo>
                  <a:lnTo>
                    <a:pt x="0" y="678"/>
                  </a:lnTo>
                  <a:lnTo>
                    <a:pt x="0" y="680"/>
                  </a:lnTo>
                  <a:lnTo>
                    <a:pt x="1" y="681"/>
                  </a:lnTo>
                  <a:lnTo>
                    <a:pt x="3" y="682"/>
                  </a:lnTo>
                  <a:lnTo>
                    <a:pt x="4" y="682"/>
                  </a:lnTo>
                  <a:lnTo>
                    <a:pt x="6" y="682"/>
                  </a:lnTo>
                  <a:lnTo>
                    <a:pt x="7" y="681"/>
                  </a:lnTo>
                  <a:lnTo>
                    <a:pt x="9" y="680"/>
                  </a:lnTo>
                  <a:lnTo>
                    <a:pt x="9" y="678"/>
                  </a:lnTo>
                  <a:lnTo>
                    <a:pt x="9" y="678"/>
                  </a:lnTo>
                  <a:lnTo>
                    <a:pt x="10" y="656"/>
                  </a:lnTo>
                  <a:lnTo>
                    <a:pt x="12" y="635"/>
                  </a:lnTo>
                  <a:lnTo>
                    <a:pt x="16" y="615"/>
                  </a:lnTo>
                  <a:lnTo>
                    <a:pt x="22" y="594"/>
                  </a:lnTo>
                  <a:lnTo>
                    <a:pt x="22" y="594"/>
                  </a:lnTo>
                  <a:lnTo>
                    <a:pt x="36" y="556"/>
                  </a:lnTo>
                  <a:lnTo>
                    <a:pt x="43" y="537"/>
                  </a:lnTo>
                  <a:lnTo>
                    <a:pt x="48" y="517"/>
                  </a:lnTo>
                  <a:lnTo>
                    <a:pt x="48" y="517"/>
                  </a:lnTo>
                  <a:lnTo>
                    <a:pt x="51" y="501"/>
                  </a:lnTo>
                  <a:lnTo>
                    <a:pt x="53" y="483"/>
                  </a:lnTo>
                  <a:lnTo>
                    <a:pt x="56" y="448"/>
                  </a:lnTo>
                  <a:lnTo>
                    <a:pt x="56" y="448"/>
                  </a:lnTo>
                  <a:lnTo>
                    <a:pt x="57" y="436"/>
                  </a:lnTo>
                  <a:lnTo>
                    <a:pt x="60" y="422"/>
                  </a:lnTo>
                  <a:lnTo>
                    <a:pt x="67" y="398"/>
                  </a:lnTo>
                  <a:lnTo>
                    <a:pt x="74" y="372"/>
                  </a:lnTo>
                  <a:lnTo>
                    <a:pt x="77" y="359"/>
                  </a:lnTo>
                  <a:lnTo>
                    <a:pt x="80" y="347"/>
                  </a:lnTo>
                  <a:lnTo>
                    <a:pt x="80" y="347"/>
                  </a:lnTo>
                  <a:lnTo>
                    <a:pt x="87" y="305"/>
                  </a:lnTo>
                  <a:lnTo>
                    <a:pt x="96" y="262"/>
                  </a:lnTo>
                  <a:lnTo>
                    <a:pt x="104" y="220"/>
                  </a:lnTo>
                  <a:lnTo>
                    <a:pt x="112" y="178"/>
                  </a:lnTo>
                  <a:lnTo>
                    <a:pt x="112" y="178"/>
                  </a:lnTo>
                  <a:lnTo>
                    <a:pt x="119" y="134"/>
                  </a:lnTo>
                  <a:lnTo>
                    <a:pt x="123" y="92"/>
                  </a:lnTo>
                  <a:lnTo>
                    <a:pt x="127" y="48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7" y="2"/>
                  </a:lnTo>
                  <a:lnTo>
                    <a:pt x="126" y="1"/>
                  </a:lnTo>
                  <a:lnTo>
                    <a:pt x="125" y="0"/>
                  </a:lnTo>
                  <a:lnTo>
                    <a:pt x="122" y="0"/>
                  </a:lnTo>
                  <a:lnTo>
                    <a:pt x="120" y="0"/>
                  </a:lnTo>
                  <a:lnTo>
                    <a:pt x="119" y="1"/>
                  </a:lnTo>
                  <a:lnTo>
                    <a:pt x="118" y="2"/>
                  </a:lnTo>
                  <a:lnTo>
                    <a:pt x="117" y="4"/>
                  </a:lnTo>
                  <a:lnTo>
                    <a:pt x="117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3" name="Freeform 919"/>
            <p:cNvSpPr/>
            <p:nvPr>
              <p:custDataLst>
                <p:tags r:id="rId19"/>
              </p:custDataLst>
            </p:nvPr>
          </p:nvSpPr>
          <p:spPr bwMode="auto">
            <a:xfrm>
              <a:off x="3797300" y="1477963"/>
              <a:ext cx="60325" cy="268288"/>
            </a:xfrm>
            <a:custGeom>
              <a:avLst/>
              <a:gdLst/>
              <a:ahLst/>
              <a:cxnLst>
                <a:cxn ang="0">
                  <a:pos x="114" y="4"/>
                </a:cxn>
                <a:cxn ang="0">
                  <a:pos x="113" y="1"/>
                </a:cxn>
                <a:cxn ang="0">
                  <a:pos x="110" y="0"/>
                </a:cxn>
                <a:cxn ang="0">
                  <a:pos x="106" y="1"/>
                </a:cxn>
                <a:cxn ang="0">
                  <a:pos x="105" y="4"/>
                </a:cxn>
                <a:cxn ang="0">
                  <a:pos x="104" y="38"/>
                </a:cxn>
                <a:cxn ang="0">
                  <a:pos x="94" y="104"/>
                </a:cxn>
                <a:cxn ang="0">
                  <a:pos x="81" y="170"/>
                </a:cxn>
                <a:cxn ang="0">
                  <a:pos x="58" y="268"/>
                </a:cxn>
                <a:cxn ang="0">
                  <a:pos x="47" y="324"/>
                </a:cxn>
                <a:cxn ang="0">
                  <a:pos x="37" y="366"/>
                </a:cxn>
                <a:cxn ang="0">
                  <a:pos x="31" y="379"/>
                </a:cxn>
                <a:cxn ang="0">
                  <a:pos x="28" y="393"/>
                </a:cxn>
                <a:cxn ang="0">
                  <a:pos x="25" y="419"/>
                </a:cxn>
                <a:cxn ang="0">
                  <a:pos x="22" y="433"/>
                </a:cxn>
                <a:cxn ang="0">
                  <a:pos x="8" y="483"/>
                </a:cxn>
                <a:cxn ang="0">
                  <a:pos x="1" y="500"/>
                </a:cxn>
                <a:cxn ang="0">
                  <a:pos x="0" y="504"/>
                </a:cxn>
                <a:cxn ang="0">
                  <a:pos x="5" y="507"/>
                </a:cxn>
                <a:cxn ang="0">
                  <a:pos x="8" y="506"/>
                </a:cxn>
                <a:cxn ang="0">
                  <a:pos x="10" y="505"/>
                </a:cxn>
                <a:cxn ang="0">
                  <a:pos x="25" y="465"/>
                </a:cxn>
                <a:cxn ang="0">
                  <a:pos x="32" y="437"/>
                </a:cxn>
                <a:cxn ang="0">
                  <a:pos x="38" y="409"/>
                </a:cxn>
                <a:cxn ang="0">
                  <a:pos x="39" y="396"/>
                </a:cxn>
                <a:cxn ang="0">
                  <a:pos x="41" y="380"/>
                </a:cxn>
                <a:cxn ang="0">
                  <a:pos x="55" y="335"/>
                </a:cxn>
                <a:cxn ang="0">
                  <a:pos x="59" y="319"/>
                </a:cxn>
                <a:cxn ang="0">
                  <a:pos x="64" y="286"/>
                </a:cxn>
                <a:cxn ang="0">
                  <a:pos x="68" y="271"/>
                </a:cxn>
                <a:cxn ang="0">
                  <a:pos x="96" y="142"/>
                </a:cxn>
                <a:cxn ang="0">
                  <a:pos x="109" y="76"/>
                </a:cxn>
                <a:cxn ang="0">
                  <a:pos x="114" y="10"/>
                </a:cxn>
                <a:cxn ang="0">
                  <a:pos x="114" y="9"/>
                </a:cxn>
              </a:cxnLst>
              <a:rect l="0" t="0" r="r" b="b"/>
              <a:pathLst>
                <a:path w="114" h="507">
                  <a:moveTo>
                    <a:pt x="114" y="4"/>
                  </a:moveTo>
                  <a:lnTo>
                    <a:pt x="114" y="4"/>
                  </a:lnTo>
                  <a:lnTo>
                    <a:pt x="114" y="2"/>
                  </a:lnTo>
                  <a:lnTo>
                    <a:pt x="113" y="1"/>
                  </a:lnTo>
                  <a:lnTo>
                    <a:pt x="111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6" y="1"/>
                  </a:lnTo>
                  <a:lnTo>
                    <a:pt x="105" y="2"/>
                  </a:lnTo>
                  <a:lnTo>
                    <a:pt x="105" y="4"/>
                  </a:lnTo>
                  <a:lnTo>
                    <a:pt x="105" y="4"/>
                  </a:lnTo>
                  <a:lnTo>
                    <a:pt x="104" y="38"/>
                  </a:lnTo>
                  <a:lnTo>
                    <a:pt x="100" y="71"/>
                  </a:lnTo>
                  <a:lnTo>
                    <a:pt x="94" y="104"/>
                  </a:lnTo>
                  <a:lnTo>
                    <a:pt x="88" y="137"/>
                  </a:lnTo>
                  <a:lnTo>
                    <a:pt x="81" y="170"/>
                  </a:lnTo>
                  <a:lnTo>
                    <a:pt x="74" y="203"/>
                  </a:lnTo>
                  <a:lnTo>
                    <a:pt x="58" y="268"/>
                  </a:lnTo>
                  <a:lnTo>
                    <a:pt x="58" y="268"/>
                  </a:lnTo>
                  <a:lnTo>
                    <a:pt x="47" y="324"/>
                  </a:lnTo>
                  <a:lnTo>
                    <a:pt x="40" y="352"/>
                  </a:lnTo>
                  <a:lnTo>
                    <a:pt x="37" y="366"/>
                  </a:lnTo>
                  <a:lnTo>
                    <a:pt x="31" y="379"/>
                  </a:lnTo>
                  <a:lnTo>
                    <a:pt x="31" y="379"/>
                  </a:lnTo>
                  <a:lnTo>
                    <a:pt x="29" y="385"/>
                  </a:lnTo>
                  <a:lnTo>
                    <a:pt x="28" y="393"/>
                  </a:lnTo>
                  <a:lnTo>
                    <a:pt x="26" y="406"/>
                  </a:lnTo>
                  <a:lnTo>
                    <a:pt x="25" y="419"/>
                  </a:lnTo>
                  <a:lnTo>
                    <a:pt x="22" y="433"/>
                  </a:lnTo>
                  <a:lnTo>
                    <a:pt x="22" y="433"/>
                  </a:lnTo>
                  <a:lnTo>
                    <a:pt x="13" y="467"/>
                  </a:lnTo>
                  <a:lnTo>
                    <a:pt x="8" y="483"/>
                  </a:lnTo>
                  <a:lnTo>
                    <a:pt x="1" y="500"/>
                  </a:lnTo>
                  <a:lnTo>
                    <a:pt x="1" y="500"/>
                  </a:lnTo>
                  <a:lnTo>
                    <a:pt x="0" y="502"/>
                  </a:lnTo>
                  <a:lnTo>
                    <a:pt x="0" y="504"/>
                  </a:lnTo>
                  <a:lnTo>
                    <a:pt x="3" y="506"/>
                  </a:lnTo>
                  <a:lnTo>
                    <a:pt x="5" y="507"/>
                  </a:lnTo>
                  <a:lnTo>
                    <a:pt x="7" y="507"/>
                  </a:lnTo>
                  <a:lnTo>
                    <a:pt x="8" y="506"/>
                  </a:lnTo>
                  <a:lnTo>
                    <a:pt x="10" y="505"/>
                  </a:lnTo>
                  <a:lnTo>
                    <a:pt x="10" y="505"/>
                  </a:lnTo>
                  <a:lnTo>
                    <a:pt x="20" y="479"/>
                  </a:lnTo>
                  <a:lnTo>
                    <a:pt x="25" y="465"/>
                  </a:lnTo>
                  <a:lnTo>
                    <a:pt x="29" y="451"/>
                  </a:lnTo>
                  <a:lnTo>
                    <a:pt x="32" y="437"/>
                  </a:lnTo>
                  <a:lnTo>
                    <a:pt x="36" y="424"/>
                  </a:lnTo>
                  <a:lnTo>
                    <a:pt x="38" y="409"/>
                  </a:lnTo>
                  <a:lnTo>
                    <a:pt x="39" y="396"/>
                  </a:lnTo>
                  <a:lnTo>
                    <a:pt x="39" y="396"/>
                  </a:lnTo>
                  <a:lnTo>
                    <a:pt x="40" y="387"/>
                  </a:lnTo>
                  <a:lnTo>
                    <a:pt x="41" y="380"/>
                  </a:lnTo>
                  <a:lnTo>
                    <a:pt x="45" y="365"/>
                  </a:lnTo>
                  <a:lnTo>
                    <a:pt x="55" y="335"/>
                  </a:lnTo>
                  <a:lnTo>
                    <a:pt x="55" y="335"/>
                  </a:lnTo>
                  <a:lnTo>
                    <a:pt x="59" y="319"/>
                  </a:lnTo>
                  <a:lnTo>
                    <a:pt x="62" y="303"/>
                  </a:lnTo>
                  <a:lnTo>
                    <a:pt x="64" y="286"/>
                  </a:lnTo>
                  <a:lnTo>
                    <a:pt x="68" y="271"/>
                  </a:lnTo>
                  <a:lnTo>
                    <a:pt x="68" y="271"/>
                  </a:lnTo>
                  <a:lnTo>
                    <a:pt x="82" y="206"/>
                  </a:lnTo>
                  <a:lnTo>
                    <a:pt x="96" y="142"/>
                  </a:lnTo>
                  <a:lnTo>
                    <a:pt x="103" y="109"/>
                  </a:lnTo>
                  <a:lnTo>
                    <a:pt x="109" y="76"/>
                  </a:lnTo>
                  <a:lnTo>
                    <a:pt x="112" y="43"/>
                  </a:lnTo>
                  <a:lnTo>
                    <a:pt x="114" y="10"/>
                  </a:lnTo>
                  <a:lnTo>
                    <a:pt x="114" y="10"/>
                  </a:lnTo>
                  <a:lnTo>
                    <a:pt x="114" y="9"/>
                  </a:lnTo>
                  <a:lnTo>
                    <a:pt x="114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4" name="Freeform 920"/>
            <p:cNvSpPr/>
            <p:nvPr>
              <p:custDataLst>
                <p:tags r:id="rId20"/>
              </p:custDataLst>
            </p:nvPr>
          </p:nvSpPr>
          <p:spPr bwMode="auto">
            <a:xfrm>
              <a:off x="3857625" y="1504950"/>
              <a:ext cx="33338" cy="190500"/>
            </a:xfrm>
            <a:custGeom>
              <a:avLst/>
              <a:gdLst/>
              <a:ahLst/>
              <a:cxnLst>
                <a:cxn ang="0">
                  <a:pos x="54" y="2"/>
                </a:cxn>
                <a:cxn ang="0">
                  <a:pos x="48" y="11"/>
                </a:cxn>
                <a:cxn ang="0">
                  <a:pos x="45" y="24"/>
                </a:cxn>
                <a:cxn ang="0">
                  <a:pos x="46" y="44"/>
                </a:cxn>
                <a:cxn ang="0">
                  <a:pos x="46" y="50"/>
                </a:cxn>
                <a:cxn ang="0">
                  <a:pos x="42" y="74"/>
                </a:cxn>
                <a:cxn ang="0">
                  <a:pos x="31" y="123"/>
                </a:cxn>
                <a:cxn ang="0">
                  <a:pos x="29" y="147"/>
                </a:cxn>
                <a:cxn ang="0">
                  <a:pos x="28" y="162"/>
                </a:cxn>
                <a:cxn ang="0">
                  <a:pos x="24" y="206"/>
                </a:cxn>
                <a:cxn ang="0">
                  <a:pos x="13" y="265"/>
                </a:cxn>
                <a:cxn ang="0">
                  <a:pos x="11" y="275"/>
                </a:cxn>
                <a:cxn ang="0">
                  <a:pos x="9" y="306"/>
                </a:cxn>
                <a:cxn ang="0">
                  <a:pos x="8" y="319"/>
                </a:cxn>
                <a:cxn ang="0">
                  <a:pos x="0" y="354"/>
                </a:cxn>
                <a:cxn ang="0">
                  <a:pos x="0" y="356"/>
                </a:cxn>
                <a:cxn ang="0">
                  <a:pos x="4" y="360"/>
                </a:cxn>
                <a:cxn ang="0">
                  <a:pos x="7" y="360"/>
                </a:cxn>
                <a:cxn ang="0">
                  <a:pos x="9" y="357"/>
                </a:cxn>
                <a:cxn ang="0">
                  <a:pos x="16" y="325"/>
                </a:cxn>
                <a:cxn ang="0">
                  <a:pos x="19" y="292"/>
                </a:cxn>
                <a:cxn ang="0">
                  <a:pos x="20" y="280"/>
                </a:cxn>
                <a:cxn ang="0">
                  <a:pos x="27" y="240"/>
                </a:cxn>
                <a:cxn ang="0">
                  <a:pos x="35" y="201"/>
                </a:cxn>
                <a:cxn ang="0">
                  <a:pos x="37" y="188"/>
                </a:cxn>
                <a:cxn ang="0">
                  <a:pos x="38" y="161"/>
                </a:cxn>
                <a:cxn ang="0">
                  <a:pos x="40" y="133"/>
                </a:cxn>
                <a:cxn ang="0">
                  <a:pos x="44" y="109"/>
                </a:cxn>
                <a:cxn ang="0">
                  <a:pos x="50" y="85"/>
                </a:cxn>
                <a:cxn ang="0">
                  <a:pos x="57" y="53"/>
                </a:cxn>
                <a:cxn ang="0">
                  <a:pos x="57" y="43"/>
                </a:cxn>
                <a:cxn ang="0">
                  <a:pos x="56" y="24"/>
                </a:cxn>
                <a:cxn ang="0">
                  <a:pos x="56" y="15"/>
                </a:cxn>
                <a:cxn ang="0">
                  <a:pos x="60" y="8"/>
                </a:cxn>
                <a:cxn ang="0">
                  <a:pos x="62" y="7"/>
                </a:cxn>
                <a:cxn ang="0">
                  <a:pos x="62" y="3"/>
                </a:cxn>
                <a:cxn ang="0">
                  <a:pos x="58" y="0"/>
                </a:cxn>
                <a:cxn ang="0">
                  <a:pos x="54" y="2"/>
                </a:cxn>
              </a:cxnLst>
              <a:rect l="0" t="0" r="r" b="b"/>
              <a:pathLst>
                <a:path w="62" h="360">
                  <a:moveTo>
                    <a:pt x="54" y="2"/>
                  </a:moveTo>
                  <a:lnTo>
                    <a:pt x="54" y="2"/>
                  </a:lnTo>
                  <a:lnTo>
                    <a:pt x="50" y="6"/>
                  </a:lnTo>
                  <a:lnTo>
                    <a:pt x="48" y="11"/>
                  </a:lnTo>
                  <a:lnTo>
                    <a:pt x="46" y="17"/>
                  </a:lnTo>
                  <a:lnTo>
                    <a:pt x="45" y="24"/>
                  </a:lnTo>
                  <a:lnTo>
                    <a:pt x="46" y="38"/>
                  </a:lnTo>
                  <a:lnTo>
                    <a:pt x="46" y="44"/>
                  </a:lnTo>
                  <a:lnTo>
                    <a:pt x="46" y="50"/>
                  </a:lnTo>
                  <a:lnTo>
                    <a:pt x="46" y="50"/>
                  </a:lnTo>
                  <a:lnTo>
                    <a:pt x="44" y="62"/>
                  </a:lnTo>
                  <a:lnTo>
                    <a:pt x="42" y="74"/>
                  </a:lnTo>
                  <a:lnTo>
                    <a:pt x="36" y="99"/>
                  </a:lnTo>
                  <a:lnTo>
                    <a:pt x="31" y="123"/>
                  </a:lnTo>
                  <a:lnTo>
                    <a:pt x="29" y="135"/>
                  </a:lnTo>
                  <a:lnTo>
                    <a:pt x="29" y="147"/>
                  </a:lnTo>
                  <a:lnTo>
                    <a:pt x="29" y="147"/>
                  </a:lnTo>
                  <a:lnTo>
                    <a:pt x="28" y="162"/>
                  </a:lnTo>
                  <a:lnTo>
                    <a:pt x="27" y="177"/>
                  </a:lnTo>
                  <a:lnTo>
                    <a:pt x="24" y="206"/>
                  </a:lnTo>
                  <a:lnTo>
                    <a:pt x="19" y="236"/>
                  </a:lnTo>
                  <a:lnTo>
                    <a:pt x="13" y="265"/>
                  </a:lnTo>
                  <a:lnTo>
                    <a:pt x="13" y="265"/>
                  </a:lnTo>
                  <a:lnTo>
                    <a:pt x="11" y="275"/>
                  </a:lnTo>
                  <a:lnTo>
                    <a:pt x="10" y="286"/>
                  </a:lnTo>
                  <a:lnTo>
                    <a:pt x="9" y="306"/>
                  </a:lnTo>
                  <a:lnTo>
                    <a:pt x="9" y="306"/>
                  </a:lnTo>
                  <a:lnTo>
                    <a:pt x="8" y="319"/>
                  </a:lnTo>
                  <a:lnTo>
                    <a:pt x="5" y="331"/>
                  </a:lnTo>
                  <a:lnTo>
                    <a:pt x="0" y="354"/>
                  </a:lnTo>
                  <a:lnTo>
                    <a:pt x="0" y="354"/>
                  </a:lnTo>
                  <a:lnTo>
                    <a:pt x="0" y="356"/>
                  </a:lnTo>
                  <a:lnTo>
                    <a:pt x="1" y="358"/>
                  </a:lnTo>
                  <a:lnTo>
                    <a:pt x="4" y="360"/>
                  </a:lnTo>
                  <a:lnTo>
                    <a:pt x="6" y="360"/>
                  </a:lnTo>
                  <a:lnTo>
                    <a:pt x="7" y="360"/>
                  </a:lnTo>
                  <a:lnTo>
                    <a:pt x="8" y="359"/>
                  </a:lnTo>
                  <a:lnTo>
                    <a:pt x="9" y="357"/>
                  </a:lnTo>
                  <a:lnTo>
                    <a:pt x="9" y="357"/>
                  </a:lnTo>
                  <a:lnTo>
                    <a:pt x="16" y="325"/>
                  </a:lnTo>
                  <a:lnTo>
                    <a:pt x="18" y="309"/>
                  </a:lnTo>
                  <a:lnTo>
                    <a:pt x="19" y="292"/>
                  </a:lnTo>
                  <a:lnTo>
                    <a:pt x="19" y="292"/>
                  </a:lnTo>
                  <a:lnTo>
                    <a:pt x="20" y="280"/>
                  </a:lnTo>
                  <a:lnTo>
                    <a:pt x="22" y="266"/>
                  </a:lnTo>
                  <a:lnTo>
                    <a:pt x="27" y="240"/>
                  </a:lnTo>
                  <a:lnTo>
                    <a:pt x="33" y="215"/>
                  </a:lnTo>
                  <a:lnTo>
                    <a:pt x="35" y="201"/>
                  </a:lnTo>
                  <a:lnTo>
                    <a:pt x="37" y="188"/>
                  </a:lnTo>
                  <a:lnTo>
                    <a:pt x="37" y="188"/>
                  </a:lnTo>
                  <a:lnTo>
                    <a:pt x="38" y="174"/>
                  </a:lnTo>
                  <a:lnTo>
                    <a:pt x="38" y="161"/>
                  </a:lnTo>
                  <a:lnTo>
                    <a:pt x="39" y="146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4" y="109"/>
                  </a:lnTo>
                  <a:lnTo>
                    <a:pt x="50" y="85"/>
                  </a:lnTo>
                  <a:lnTo>
                    <a:pt x="50" y="85"/>
                  </a:lnTo>
                  <a:lnTo>
                    <a:pt x="55" y="65"/>
                  </a:lnTo>
                  <a:lnTo>
                    <a:pt x="57" y="53"/>
                  </a:lnTo>
                  <a:lnTo>
                    <a:pt x="57" y="43"/>
                  </a:lnTo>
                  <a:lnTo>
                    <a:pt x="57" y="43"/>
                  </a:lnTo>
                  <a:lnTo>
                    <a:pt x="56" y="34"/>
                  </a:lnTo>
                  <a:lnTo>
                    <a:pt x="56" y="24"/>
                  </a:lnTo>
                  <a:lnTo>
                    <a:pt x="56" y="19"/>
                  </a:lnTo>
                  <a:lnTo>
                    <a:pt x="56" y="15"/>
                  </a:lnTo>
                  <a:lnTo>
                    <a:pt x="58" y="11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2" y="7"/>
                  </a:lnTo>
                  <a:lnTo>
                    <a:pt x="62" y="5"/>
                  </a:lnTo>
                  <a:lnTo>
                    <a:pt x="62" y="3"/>
                  </a:lnTo>
                  <a:lnTo>
                    <a:pt x="61" y="2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4" y="2"/>
                  </a:lnTo>
                  <a:lnTo>
                    <a:pt x="54" y="2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5" name="Freeform 921"/>
            <p:cNvSpPr/>
            <p:nvPr>
              <p:custDataLst>
                <p:tags r:id="rId21"/>
              </p:custDataLst>
            </p:nvPr>
          </p:nvSpPr>
          <p:spPr bwMode="auto">
            <a:xfrm>
              <a:off x="3883025" y="1544638"/>
              <a:ext cx="22225" cy="130175"/>
            </a:xfrm>
            <a:custGeom>
              <a:avLst/>
              <a:gdLst/>
              <a:ahLst/>
              <a:cxnLst>
                <a:cxn ang="0">
                  <a:pos x="33" y="4"/>
                </a:cxn>
                <a:cxn ang="0">
                  <a:pos x="33" y="4"/>
                </a:cxn>
                <a:cxn ang="0">
                  <a:pos x="33" y="37"/>
                </a:cxn>
                <a:cxn ang="0">
                  <a:pos x="29" y="69"/>
                </a:cxn>
                <a:cxn ang="0">
                  <a:pos x="25" y="101"/>
                </a:cxn>
                <a:cxn ang="0">
                  <a:pos x="23" y="117"/>
                </a:cxn>
                <a:cxn ang="0">
                  <a:pos x="19" y="133"/>
                </a:cxn>
                <a:cxn ang="0">
                  <a:pos x="19" y="133"/>
                </a:cxn>
                <a:cxn ang="0">
                  <a:pos x="13" y="156"/>
                </a:cxn>
                <a:cxn ang="0">
                  <a:pos x="11" y="167"/>
                </a:cxn>
                <a:cxn ang="0">
                  <a:pos x="10" y="179"/>
                </a:cxn>
                <a:cxn ang="0">
                  <a:pos x="10" y="179"/>
                </a:cxn>
                <a:cxn ang="0">
                  <a:pos x="8" y="194"/>
                </a:cxn>
                <a:cxn ang="0">
                  <a:pos x="5" y="210"/>
                </a:cxn>
                <a:cxn ang="0">
                  <a:pos x="2" y="225"/>
                </a:cxn>
                <a:cxn ang="0">
                  <a:pos x="0" y="242"/>
                </a:cxn>
                <a:cxn ang="0">
                  <a:pos x="0" y="242"/>
                </a:cxn>
                <a:cxn ang="0">
                  <a:pos x="0" y="244"/>
                </a:cxn>
                <a:cxn ang="0">
                  <a:pos x="1" y="245"/>
                </a:cxn>
                <a:cxn ang="0">
                  <a:pos x="3" y="246"/>
                </a:cxn>
                <a:cxn ang="0">
                  <a:pos x="4" y="246"/>
                </a:cxn>
                <a:cxn ang="0">
                  <a:pos x="6" y="246"/>
                </a:cxn>
                <a:cxn ang="0">
                  <a:pos x="8" y="245"/>
                </a:cxn>
                <a:cxn ang="0">
                  <a:pos x="9" y="244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11" y="227"/>
                </a:cxn>
                <a:cxn ang="0">
                  <a:pos x="14" y="214"/>
                </a:cxn>
                <a:cxn ang="0">
                  <a:pos x="17" y="199"/>
                </a:cxn>
                <a:cxn ang="0">
                  <a:pos x="18" y="193"/>
                </a:cxn>
                <a:cxn ang="0">
                  <a:pos x="18" y="186"/>
                </a:cxn>
                <a:cxn ang="0">
                  <a:pos x="18" y="186"/>
                </a:cxn>
                <a:cxn ang="0">
                  <a:pos x="19" y="177"/>
                </a:cxn>
                <a:cxn ang="0">
                  <a:pos x="20" y="169"/>
                </a:cxn>
                <a:cxn ang="0">
                  <a:pos x="24" y="152"/>
                </a:cxn>
                <a:cxn ang="0">
                  <a:pos x="28" y="135"/>
                </a:cxn>
                <a:cxn ang="0">
                  <a:pos x="32" y="119"/>
                </a:cxn>
                <a:cxn ang="0">
                  <a:pos x="32" y="119"/>
                </a:cxn>
                <a:cxn ang="0">
                  <a:pos x="37" y="90"/>
                </a:cxn>
                <a:cxn ang="0">
                  <a:pos x="40" y="62"/>
                </a:cxn>
                <a:cxn ang="0">
                  <a:pos x="42" y="33"/>
                </a:cxn>
                <a:cxn ang="0">
                  <a:pos x="42" y="4"/>
                </a:cxn>
                <a:cxn ang="0">
                  <a:pos x="42" y="4"/>
                </a:cxn>
                <a:cxn ang="0">
                  <a:pos x="42" y="2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5" y="1"/>
                </a:cxn>
                <a:cxn ang="0">
                  <a:pos x="34" y="2"/>
                </a:cxn>
                <a:cxn ang="0">
                  <a:pos x="33" y="4"/>
                </a:cxn>
                <a:cxn ang="0">
                  <a:pos x="33" y="4"/>
                </a:cxn>
              </a:cxnLst>
              <a:rect l="0" t="0" r="r" b="b"/>
              <a:pathLst>
                <a:path w="42" h="246">
                  <a:moveTo>
                    <a:pt x="33" y="4"/>
                  </a:moveTo>
                  <a:lnTo>
                    <a:pt x="33" y="4"/>
                  </a:lnTo>
                  <a:lnTo>
                    <a:pt x="33" y="37"/>
                  </a:lnTo>
                  <a:lnTo>
                    <a:pt x="29" y="69"/>
                  </a:lnTo>
                  <a:lnTo>
                    <a:pt x="25" y="101"/>
                  </a:lnTo>
                  <a:lnTo>
                    <a:pt x="23" y="117"/>
                  </a:lnTo>
                  <a:lnTo>
                    <a:pt x="19" y="133"/>
                  </a:lnTo>
                  <a:lnTo>
                    <a:pt x="19" y="133"/>
                  </a:lnTo>
                  <a:lnTo>
                    <a:pt x="13" y="156"/>
                  </a:lnTo>
                  <a:lnTo>
                    <a:pt x="11" y="167"/>
                  </a:lnTo>
                  <a:lnTo>
                    <a:pt x="10" y="179"/>
                  </a:lnTo>
                  <a:lnTo>
                    <a:pt x="10" y="179"/>
                  </a:lnTo>
                  <a:lnTo>
                    <a:pt x="8" y="194"/>
                  </a:lnTo>
                  <a:lnTo>
                    <a:pt x="5" y="210"/>
                  </a:lnTo>
                  <a:lnTo>
                    <a:pt x="2" y="225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0" y="244"/>
                  </a:lnTo>
                  <a:lnTo>
                    <a:pt x="1" y="245"/>
                  </a:lnTo>
                  <a:lnTo>
                    <a:pt x="3" y="246"/>
                  </a:lnTo>
                  <a:lnTo>
                    <a:pt x="4" y="246"/>
                  </a:lnTo>
                  <a:lnTo>
                    <a:pt x="6" y="246"/>
                  </a:lnTo>
                  <a:lnTo>
                    <a:pt x="8" y="245"/>
                  </a:lnTo>
                  <a:lnTo>
                    <a:pt x="9" y="244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11" y="227"/>
                  </a:lnTo>
                  <a:lnTo>
                    <a:pt x="14" y="214"/>
                  </a:lnTo>
                  <a:lnTo>
                    <a:pt x="17" y="199"/>
                  </a:lnTo>
                  <a:lnTo>
                    <a:pt x="18" y="193"/>
                  </a:lnTo>
                  <a:lnTo>
                    <a:pt x="18" y="186"/>
                  </a:lnTo>
                  <a:lnTo>
                    <a:pt x="18" y="186"/>
                  </a:lnTo>
                  <a:lnTo>
                    <a:pt x="19" y="177"/>
                  </a:lnTo>
                  <a:lnTo>
                    <a:pt x="20" y="169"/>
                  </a:lnTo>
                  <a:lnTo>
                    <a:pt x="24" y="152"/>
                  </a:lnTo>
                  <a:lnTo>
                    <a:pt x="28" y="135"/>
                  </a:lnTo>
                  <a:lnTo>
                    <a:pt x="32" y="119"/>
                  </a:lnTo>
                  <a:lnTo>
                    <a:pt x="32" y="119"/>
                  </a:lnTo>
                  <a:lnTo>
                    <a:pt x="37" y="90"/>
                  </a:lnTo>
                  <a:lnTo>
                    <a:pt x="40" y="62"/>
                  </a:lnTo>
                  <a:lnTo>
                    <a:pt x="42" y="33"/>
                  </a:lnTo>
                  <a:lnTo>
                    <a:pt x="42" y="4"/>
                  </a:lnTo>
                  <a:lnTo>
                    <a:pt x="42" y="4"/>
                  </a:lnTo>
                  <a:lnTo>
                    <a:pt x="42" y="2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5" y="1"/>
                  </a:lnTo>
                  <a:lnTo>
                    <a:pt x="34" y="2"/>
                  </a:lnTo>
                  <a:lnTo>
                    <a:pt x="33" y="4"/>
                  </a:lnTo>
                  <a:lnTo>
                    <a:pt x="33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6" name="Freeform 922"/>
            <p:cNvSpPr/>
            <p:nvPr>
              <p:custDataLst>
                <p:tags r:id="rId22"/>
              </p:custDataLst>
            </p:nvPr>
          </p:nvSpPr>
          <p:spPr bwMode="auto">
            <a:xfrm>
              <a:off x="3454400" y="1239838"/>
              <a:ext cx="25400" cy="6508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12"/>
                </a:cxn>
                <a:cxn ang="0">
                  <a:pos x="36" y="19"/>
                </a:cxn>
                <a:cxn ang="0">
                  <a:pos x="31" y="34"/>
                </a:cxn>
                <a:cxn ang="0">
                  <a:pos x="26" y="47"/>
                </a:cxn>
                <a:cxn ang="0">
                  <a:pos x="18" y="62"/>
                </a:cxn>
                <a:cxn ang="0">
                  <a:pos x="12" y="75"/>
                </a:cxn>
                <a:cxn ang="0">
                  <a:pos x="6" y="89"/>
                </a:cxn>
                <a:cxn ang="0">
                  <a:pos x="2" y="103"/>
                </a:cxn>
                <a:cxn ang="0">
                  <a:pos x="1" y="110"/>
                </a:cxn>
                <a:cxn ang="0">
                  <a:pos x="0" y="117"/>
                </a:cxn>
                <a:cxn ang="0">
                  <a:pos x="0" y="117"/>
                </a:cxn>
                <a:cxn ang="0">
                  <a:pos x="0" y="120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0"/>
                </a:cxn>
                <a:cxn ang="0">
                  <a:pos x="9" y="117"/>
                </a:cxn>
                <a:cxn ang="0">
                  <a:pos x="9" y="117"/>
                </a:cxn>
                <a:cxn ang="0">
                  <a:pos x="10" y="109"/>
                </a:cxn>
                <a:cxn ang="0">
                  <a:pos x="12" y="101"/>
                </a:cxn>
                <a:cxn ang="0">
                  <a:pos x="15" y="94"/>
                </a:cxn>
                <a:cxn ang="0">
                  <a:pos x="19" y="86"/>
                </a:cxn>
                <a:cxn ang="0">
                  <a:pos x="27" y="73"/>
                </a:cxn>
                <a:cxn ang="0">
                  <a:pos x="30" y="65"/>
                </a:cxn>
                <a:cxn ang="0">
                  <a:pos x="33" y="58"/>
                </a:cxn>
                <a:cxn ang="0">
                  <a:pos x="33" y="58"/>
                </a:cxn>
                <a:cxn ang="0">
                  <a:pos x="42" y="32"/>
                </a:cxn>
                <a:cxn ang="0">
                  <a:pos x="45" y="18"/>
                </a:cxn>
                <a:cxn ang="0">
                  <a:pos x="47" y="4"/>
                </a:cxn>
                <a:cxn ang="0">
                  <a:pos x="47" y="4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4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7" h="123">
                  <a:moveTo>
                    <a:pt x="38" y="4"/>
                  </a:moveTo>
                  <a:lnTo>
                    <a:pt x="38" y="4"/>
                  </a:lnTo>
                  <a:lnTo>
                    <a:pt x="37" y="12"/>
                  </a:lnTo>
                  <a:lnTo>
                    <a:pt x="36" y="19"/>
                  </a:lnTo>
                  <a:lnTo>
                    <a:pt x="31" y="34"/>
                  </a:lnTo>
                  <a:lnTo>
                    <a:pt x="26" y="47"/>
                  </a:lnTo>
                  <a:lnTo>
                    <a:pt x="18" y="62"/>
                  </a:lnTo>
                  <a:lnTo>
                    <a:pt x="12" y="75"/>
                  </a:lnTo>
                  <a:lnTo>
                    <a:pt x="6" y="89"/>
                  </a:lnTo>
                  <a:lnTo>
                    <a:pt x="2" y="103"/>
                  </a:lnTo>
                  <a:lnTo>
                    <a:pt x="1" y="110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0" y="120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0"/>
                  </a:lnTo>
                  <a:lnTo>
                    <a:pt x="9" y="117"/>
                  </a:lnTo>
                  <a:lnTo>
                    <a:pt x="9" y="117"/>
                  </a:lnTo>
                  <a:lnTo>
                    <a:pt x="10" y="109"/>
                  </a:lnTo>
                  <a:lnTo>
                    <a:pt x="12" y="101"/>
                  </a:lnTo>
                  <a:lnTo>
                    <a:pt x="15" y="94"/>
                  </a:lnTo>
                  <a:lnTo>
                    <a:pt x="19" y="86"/>
                  </a:lnTo>
                  <a:lnTo>
                    <a:pt x="27" y="73"/>
                  </a:lnTo>
                  <a:lnTo>
                    <a:pt x="30" y="65"/>
                  </a:lnTo>
                  <a:lnTo>
                    <a:pt x="33" y="58"/>
                  </a:lnTo>
                  <a:lnTo>
                    <a:pt x="33" y="58"/>
                  </a:lnTo>
                  <a:lnTo>
                    <a:pt x="42" y="32"/>
                  </a:lnTo>
                  <a:lnTo>
                    <a:pt x="45" y="18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4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7" name="Freeform 923"/>
            <p:cNvSpPr/>
            <p:nvPr>
              <p:custDataLst>
                <p:tags r:id="rId23"/>
              </p:custDataLst>
            </p:nvPr>
          </p:nvSpPr>
          <p:spPr bwMode="auto">
            <a:xfrm>
              <a:off x="3471863" y="1241425"/>
              <a:ext cx="26988" cy="77788"/>
            </a:xfrm>
            <a:custGeom>
              <a:avLst/>
              <a:gdLst/>
              <a:ahLst/>
              <a:cxnLst>
                <a:cxn ang="0">
                  <a:pos x="43" y="5"/>
                </a:cxn>
                <a:cxn ang="0">
                  <a:pos x="43" y="5"/>
                </a:cxn>
                <a:cxn ang="0">
                  <a:pos x="42" y="13"/>
                </a:cxn>
                <a:cxn ang="0">
                  <a:pos x="40" y="23"/>
                </a:cxn>
                <a:cxn ang="0">
                  <a:pos x="35" y="40"/>
                </a:cxn>
                <a:cxn ang="0">
                  <a:pos x="29" y="57"/>
                </a:cxn>
                <a:cxn ang="0">
                  <a:pos x="21" y="73"/>
                </a:cxn>
                <a:cxn ang="0">
                  <a:pos x="14" y="91"/>
                </a:cxn>
                <a:cxn ang="0">
                  <a:pos x="7" y="107"/>
                </a:cxn>
                <a:cxn ang="0">
                  <a:pos x="3" y="125"/>
                </a:cxn>
                <a:cxn ang="0">
                  <a:pos x="1" y="133"/>
                </a:cxn>
                <a:cxn ang="0">
                  <a:pos x="0" y="142"/>
                </a:cxn>
                <a:cxn ang="0">
                  <a:pos x="0" y="142"/>
                </a:cxn>
                <a:cxn ang="0">
                  <a:pos x="1" y="144"/>
                </a:cxn>
                <a:cxn ang="0">
                  <a:pos x="1" y="145"/>
                </a:cxn>
                <a:cxn ang="0">
                  <a:pos x="3" y="146"/>
                </a:cxn>
                <a:cxn ang="0">
                  <a:pos x="5" y="146"/>
                </a:cxn>
                <a:cxn ang="0">
                  <a:pos x="6" y="146"/>
                </a:cxn>
                <a:cxn ang="0">
                  <a:pos x="8" y="145"/>
                </a:cxn>
                <a:cxn ang="0">
                  <a:pos x="9" y="144"/>
                </a:cxn>
                <a:cxn ang="0">
                  <a:pos x="9" y="142"/>
                </a:cxn>
                <a:cxn ang="0">
                  <a:pos x="9" y="142"/>
                </a:cxn>
                <a:cxn ang="0">
                  <a:pos x="10" y="133"/>
                </a:cxn>
                <a:cxn ang="0">
                  <a:pos x="12" y="125"/>
                </a:cxn>
                <a:cxn ang="0">
                  <a:pos x="17" y="107"/>
                </a:cxn>
                <a:cxn ang="0">
                  <a:pos x="24" y="91"/>
                </a:cxn>
                <a:cxn ang="0">
                  <a:pos x="31" y="73"/>
                </a:cxn>
                <a:cxn ang="0">
                  <a:pos x="38" y="57"/>
                </a:cxn>
                <a:cxn ang="0">
                  <a:pos x="44" y="40"/>
                </a:cxn>
                <a:cxn ang="0">
                  <a:pos x="49" y="23"/>
                </a:cxn>
                <a:cxn ang="0">
                  <a:pos x="51" y="13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1" y="3"/>
                </a:cxn>
                <a:cxn ang="0">
                  <a:pos x="51" y="2"/>
                </a:cxn>
                <a:cxn ang="0">
                  <a:pos x="49" y="1"/>
                </a:cxn>
                <a:cxn ang="0">
                  <a:pos x="47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5"/>
                </a:cxn>
                <a:cxn ang="0">
                  <a:pos x="43" y="5"/>
                </a:cxn>
              </a:cxnLst>
              <a:rect l="0" t="0" r="r" b="b"/>
              <a:pathLst>
                <a:path w="52" h="146">
                  <a:moveTo>
                    <a:pt x="43" y="5"/>
                  </a:moveTo>
                  <a:lnTo>
                    <a:pt x="43" y="5"/>
                  </a:lnTo>
                  <a:lnTo>
                    <a:pt x="42" y="13"/>
                  </a:lnTo>
                  <a:lnTo>
                    <a:pt x="40" y="23"/>
                  </a:lnTo>
                  <a:lnTo>
                    <a:pt x="35" y="40"/>
                  </a:lnTo>
                  <a:lnTo>
                    <a:pt x="29" y="57"/>
                  </a:lnTo>
                  <a:lnTo>
                    <a:pt x="21" y="73"/>
                  </a:lnTo>
                  <a:lnTo>
                    <a:pt x="14" y="91"/>
                  </a:lnTo>
                  <a:lnTo>
                    <a:pt x="7" y="107"/>
                  </a:lnTo>
                  <a:lnTo>
                    <a:pt x="3" y="125"/>
                  </a:lnTo>
                  <a:lnTo>
                    <a:pt x="1" y="133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4"/>
                  </a:lnTo>
                  <a:lnTo>
                    <a:pt x="1" y="145"/>
                  </a:lnTo>
                  <a:lnTo>
                    <a:pt x="3" y="146"/>
                  </a:lnTo>
                  <a:lnTo>
                    <a:pt x="5" y="146"/>
                  </a:lnTo>
                  <a:lnTo>
                    <a:pt x="6" y="146"/>
                  </a:lnTo>
                  <a:lnTo>
                    <a:pt x="8" y="145"/>
                  </a:lnTo>
                  <a:lnTo>
                    <a:pt x="9" y="144"/>
                  </a:lnTo>
                  <a:lnTo>
                    <a:pt x="9" y="142"/>
                  </a:lnTo>
                  <a:lnTo>
                    <a:pt x="9" y="142"/>
                  </a:lnTo>
                  <a:lnTo>
                    <a:pt x="10" y="133"/>
                  </a:lnTo>
                  <a:lnTo>
                    <a:pt x="12" y="125"/>
                  </a:lnTo>
                  <a:lnTo>
                    <a:pt x="17" y="107"/>
                  </a:lnTo>
                  <a:lnTo>
                    <a:pt x="24" y="91"/>
                  </a:lnTo>
                  <a:lnTo>
                    <a:pt x="31" y="73"/>
                  </a:lnTo>
                  <a:lnTo>
                    <a:pt x="38" y="57"/>
                  </a:lnTo>
                  <a:lnTo>
                    <a:pt x="44" y="40"/>
                  </a:lnTo>
                  <a:lnTo>
                    <a:pt x="49" y="23"/>
                  </a:lnTo>
                  <a:lnTo>
                    <a:pt x="51" y="13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1" y="3"/>
                  </a:lnTo>
                  <a:lnTo>
                    <a:pt x="51" y="2"/>
                  </a:lnTo>
                  <a:lnTo>
                    <a:pt x="49" y="1"/>
                  </a:lnTo>
                  <a:lnTo>
                    <a:pt x="47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5"/>
                  </a:lnTo>
                  <a:lnTo>
                    <a:pt x="43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8" name="Freeform 924"/>
            <p:cNvSpPr/>
            <p:nvPr>
              <p:custDataLst>
                <p:tags r:id="rId24"/>
              </p:custDataLst>
            </p:nvPr>
          </p:nvSpPr>
          <p:spPr bwMode="auto">
            <a:xfrm>
              <a:off x="3497263" y="1241425"/>
              <a:ext cx="34925" cy="100013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54" y="12"/>
                </a:cxn>
                <a:cxn ang="0">
                  <a:pos x="50" y="20"/>
                </a:cxn>
                <a:cxn ang="0">
                  <a:pos x="47" y="31"/>
                </a:cxn>
                <a:cxn ang="0">
                  <a:pos x="45" y="42"/>
                </a:cxn>
                <a:cxn ang="0">
                  <a:pos x="30" y="86"/>
                </a:cxn>
                <a:cxn ang="0">
                  <a:pos x="24" y="99"/>
                </a:cxn>
                <a:cxn ang="0">
                  <a:pos x="12" y="128"/>
                </a:cxn>
                <a:cxn ang="0">
                  <a:pos x="9" y="138"/>
                </a:cxn>
                <a:cxn ang="0">
                  <a:pos x="7" y="149"/>
                </a:cxn>
                <a:cxn ang="0">
                  <a:pos x="6" y="167"/>
                </a:cxn>
                <a:cxn ang="0">
                  <a:pos x="4" y="179"/>
                </a:cxn>
                <a:cxn ang="0">
                  <a:pos x="1" y="182"/>
                </a:cxn>
                <a:cxn ang="0">
                  <a:pos x="0" y="185"/>
                </a:cxn>
                <a:cxn ang="0">
                  <a:pos x="1" y="188"/>
                </a:cxn>
                <a:cxn ang="0">
                  <a:pos x="6" y="189"/>
                </a:cxn>
                <a:cxn ang="0">
                  <a:pos x="9" y="189"/>
                </a:cxn>
                <a:cxn ang="0">
                  <a:pos x="15" y="179"/>
                </a:cxn>
                <a:cxn ang="0">
                  <a:pos x="16" y="167"/>
                </a:cxn>
                <a:cxn ang="0">
                  <a:pos x="15" y="159"/>
                </a:cxn>
                <a:cxn ang="0">
                  <a:pos x="17" y="142"/>
                </a:cxn>
                <a:cxn ang="0">
                  <a:pos x="25" y="119"/>
                </a:cxn>
                <a:cxn ang="0">
                  <a:pos x="32" y="103"/>
                </a:cxn>
                <a:cxn ang="0">
                  <a:pos x="42" y="80"/>
                </a:cxn>
                <a:cxn ang="0">
                  <a:pos x="49" y="58"/>
                </a:cxn>
                <a:cxn ang="0">
                  <a:pos x="57" y="30"/>
                </a:cxn>
                <a:cxn ang="0">
                  <a:pos x="59" y="24"/>
                </a:cxn>
                <a:cxn ang="0">
                  <a:pos x="64" y="12"/>
                </a:cxn>
                <a:cxn ang="0">
                  <a:pos x="66" y="6"/>
                </a:cxn>
                <a:cxn ang="0">
                  <a:pos x="65" y="2"/>
                </a:cxn>
                <a:cxn ang="0">
                  <a:pos x="61" y="0"/>
                </a:cxn>
                <a:cxn ang="0">
                  <a:pos x="58" y="2"/>
                </a:cxn>
                <a:cxn ang="0">
                  <a:pos x="57" y="4"/>
                </a:cxn>
              </a:cxnLst>
              <a:rect l="0" t="0" r="r" b="b"/>
              <a:pathLst>
                <a:path w="66" h="190">
                  <a:moveTo>
                    <a:pt x="57" y="4"/>
                  </a:moveTo>
                  <a:lnTo>
                    <a:pt x="57" y="4"/>
                  </a:lnTo>
                  <a:lnTo>
                    <a:pt x="56" y="8"/>
                  </a:lnTo>
                  <a:lnTo>
                    <a:pt x="54" y="12"/>
                  </a:lnTo>
                  <a:lnTo>
                    <a:pt x="50" y="20"/>
                  </a:lnTo>
                  <a:lnTo>
                    <a:pt x="50" y="20"/>
                  </a:lnTo>
                  <a:lnTo>
                    <a:pt x="48" y="26"/>
                  </a:lnTo>
                  <a:lnTo>
                    <a:pt x="47" y="31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5" y="71"/>
                  </a:lnTo>
                  <a:lnTo>
                    <a:pt x="30" y="86"/>
                  </a:lnTo>
                  <a:lnTo>
                    <a:pt x="24" y="99"/>
                  </a:lnTo>
                  <a:lnTo>
                    <a:pt x="24" y="99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9" y="138"/>
                  </a:lnTo>
                  <a:lnTo>
                    <a:pt x="9" y="138"/>
                  </a:lnTo>
                  <a:lnTo>
                    <a:pt x="7" y="142"/>
                  </a:lnTo>
                  <a:lnTo>
                    <a:pt x="7" y="149"/>
                  </a:lnTo>
                  <a:lnTo>
                    <a:pt x="6" y="161"/>
                  </a:lnTo>
                  <a:lnTo>
                    <a:pt x="6" y="167"/>
                  </a:lnTo>
                  <a:lnTo>
                    <a:pt x="5" y="173"/>
                  </a:lnTo>
                  <a:lnTo>
                    <a:pt x="4" y="179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0" y="184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1" y="188"/>
                  </a:lnTo>
                  <a:lnTo>
                    <a:pt x="4" y="190"/>
                  </a:lnTo>
                  <a:lnTo>
                    <a:pt x="6" y="189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13" y="184"/>
                  </a:lnTo>
                  <a:lnTo>
                    <a:pt x="15" y="179"/>
                  </a:lnTo>
                  <a:lnTo>
                    <a:pt x="16" y="173"/>
                  </a:lnTo>
                  <a:lnTo>
                    <a:pt x="16" y="167"/>
                  </a:lnTo>
                  <a:lnTo>
                    <a:pt x="16" y="167"/>
                  </a:lnTo>
                  <a:lnTo>
                    <a:pt x="15" y="159"/>
                  </a:lnTo>
                  <a:lnTo>
                    <a:pt x="16" y="151"/>
                  </a:lnTo>
                  <a:lnTo>
                    <a:pt x="17" y="142"/>
                  </a:lnTo>
                  <a:lnTo>
                    <a:pt x="19" y="134"/>
                  </a:lnTo>
                  <a:lnTo>
                    <a:pt x="25" y="119"/>
                  </a:lnTo>
                  <a:lnTo>
                    <a:pt x="32" y="103"/>
                  </a:lnTo>
                  <a:lnTo>
                    <a:pt x="32" y="103"/>
                  </a:lnTo>
                  <a:lnTo>
                    <a:pt x="37" y="92"/>
                  </a:lnTo>
                  <a:lnTo>
                    <a:pt x="42" y="80"/>
                  </a:lnTo>
                  <a:lnTo>
                    <a:pt x="49" y="58"/>
                  </a:lnTo>
                  <a:lnTo>
                    <a:pt x="49" y="58"/>
                  </a:lnTo>
                  <a:lnTo>
                    <a:pt x="53" y="44"/>
                  </a:lnTo>
                  <a:lnTo>
                    <a:pt x="57" y="30"/>
                  </a:lnTo>
                  <a:lnTo>
                    <a:pt x="57" y="30"/>
                  </a:lnTo>
                  <a:lnTo>
                    <a:pt x="59" y="24"/>
                  </a:lnTo>
                  <a:lnTo>
                    <a:pt x="62" y="18"/>
                  </a:lnTo>
                  <a:lnTo>
                    <a:pt x="64" y="12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4"/>
                  </a:lnTo>
                  <a:lnTo>
                    <a:pt x="65" y="2"/>
                  </a:lnTo>
                  <a:lnTo>
                    <a:pt x="63" y="1"/>
                  </a:lnTo>
                  <a:lnTo>
                    <a:pt x="61" y="0"/>
                  </a:lnTo>
                  <a:lnTo>
                    <a:pt x="59" y="1"/>
                  </a:lnTo>
                  <a:lnTo>
                    <a:pt x="58" y="2"/>
                  </a:lnTo>
                  <a:lnTo>
                    <a:pt x="57" y="4"/>
                  </a:lnTo>
                  <a:lnTo>
                    <a:pt x="57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9" name="Freeform 925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3362325" y="1298575"/>
              <a:ext cx="142875" cy="146050"/>
            </a:xfrm>
            <a:custGeom>
              <a:avLst/>
              <a:gdLst/>
              <a:ahLst/>
              <a:cxnLst>
                <a:cxn ang="0">
                  <a:pos x="131" y="277"/>
                </a:cxn>
                <a:cxn ang="0">
                  <a:pos x="96" y="271"/>
                </a:cxn>
                <a:cxn ang="0">
                  <a:pos x="62" y="257"/>
                </a:cxn>
                <a:cxn ang="0">
                  <a:pos x="34" y="236"/>
                </a:cxn>
                <a:cxn ang="0">
                  <a:pos x="13" y="206"/>
                </a:cxn>
                <a:cxn ang="0">
                  <a:pos x="1" y="168"/>
                </a:cxn>
                <a:cxn ang="0">
                  <a:pos x="0" y="139"/>
                </a:cxn>
                <a:cxn ang="0">
                  <a:pos x="8" y="98"/>
                </a:cxn>
                <a:cxn ang="0">
                  <a:pos x="27" y="61"/>
                </a:cxn>
                <a:cxn ang="0">
                  <a:pos x="55" y="31"/>
                </a:cxn>
                <a:cxn ang="0">
                  <a:pos x="91" y="10"/>
                </a:cxn>
                <a:cxn ang="0">
                  <a:pos x="118" y="0"/>
                </a:cxn>
                <a:cxn ang="0">
                  <a:pos x="128" y="1"/>
                </a:cxn>
                <a:cxn ang="0">
                  <a:pos x="138" y="9"/>
                </a:cxn>
                <a:cxn ang="0">
                  <a:pos x="146" y="14"/>
                </a:cxn>
                <a:cxn ang="0">
                  <a:pos x="183" y="24"/>
                </a:cxn>
                <a:cxn ang="0">
                  <a:pos x="214" y="41"/>
                </a:cxn>
                <a:cxn ang="0">
                  <a:pos x="239" y="63"/>
                </a:cxn>
                <a:cxn ang="0">
                  <a:pos x="257" y="90"/>
                </a:cxn>
                <a:cxn ang="0">
                  <a:pos x="268" y="122"/>
                </a:cxn>
                <a:cxn ang="0">
                  <a:pos x="271" y="145"/>
                </a:cxn>
                <a:cxn ang="0">
                  <a:pos x="268" y="179"/>
                </a:cxn>
                <a:cxn ang="0">
                  <a:pos x="255" y="212"/>
                </a:cxn>
                <a:cxn ang="0">
                  <a:pos x="236" y="241"/>
                </a:cxn>
                <a:cxn ang="0">
                  <a:pos x="209" y="263"/>
                </a:cxn>
                <a:cxn ang="0">
                  <a:pos x="174" y="275"/>
                </a:cxn>
                <a:cxn ang="0">
                  <a:pos x="144" y="277"/>
                </a:cxn>
                <a:cxn ang="0">
                  <a:pos x="101" y="48"/>
                </a:cxn>
                <a:cxn ang="0">
                  <a:pos x="62" y="79"/>
                </a:cxn>
                <a:cxn ang="0">
                  <a:pos x="48" y="100"/>
                </a:cxn>
                <a:cxn ang="0">
                  <a:pos x="38" y="126"/>
                </a:cxn>
                <a:cxn ang="0">
                  <a:pos x="37" y="153"/>
                </a:cxn>
                <a:cxn ang="0">
                  <a:pos x="41" y="172"/>
                </a:cxn>
                <a:cxn ang="0">
                  <a:pos x="52" y="194"/>
                </a:cxn>
                <a:cxn ang="0">
                  <a:pos x="67" y="214"/>
                </a:cxn>
                <a:cxn ang="0">
                  <a:pos x="88" y="229"/>
                </a:cxn>
                <a:cxn ang="0">
                  <a:pos x="112" y="238"/>
                </a:cxn>
                <a:cxn ang="0">
                  <a:pos x="139" y="241"/>
                </a:cxn>
                <a:cxn ang="0">
                  <a:pos x="155" y="240"/>
                </a:cxn>
                <a:cxn ang="0">
                  <a:pos x="171" y="236"/>
                </a:cxn>
                <a:cxn ang="0">
                  <a:pos x="194" y="224"/>
                </a:cxn>
                <a:cxn ang="0">
                  <a:pos x="213" y="208"/>
                </a:cxn>
                <a:cxn ang="0">
                  <a:pos x="225" y="187"/>
                </a:cxn>
                <a:cxn ang="0">
                  <a:pos x="233" y="163"/>
                </a:cxn>
                <a:cxn ang="0">
                  <a:pos x="233" y="139"/>
                </a:cxn>
                <a:cxn ang="0">
                  <a:pos x="228" y="121"/>
                </a:cxn>
                <a:cxn ang="0">
                  <a:pos x="216" y="97"/>
                </a:cxn>
                <a:cxn ang="0">
                  <a:pos x="199" y="78"/>
                </a:cxn>
                <a:cxn ang="0">
                  <a:pos x="177" y="63"/>
                </a:cxn>
                <a:cxn ang="0">
                  <a:pos x="150" y="53"/>
                </a:cxn>
                <a:cxn ang="0">
                  <a:pos x="119" y="49"/>
                </a:cxn>
                <a:cxn ang="0">
                  <a:pos x="112" y="47"/>
                </a:cxn>
              </a:cxnLst>
              <a:rect l="0" t="0" r="r" b="b"/>
              <a:pathLst>
                <a:path w="271" h="277">
                  <a:moveTo>
                    <a:pt x="144" y="277"/>
                  </a:moveTo>
                  <a:lnTo>
                    <a:pt x="144" y="277"/>
                  </a:lnTo>
                  <a:lnTo>
                    <a:pt x="131" y="277"/>
                  </a:lnTo>
                  <a:lnTo>
                    <a:pt x="120" y="276"/>
                  </a:lnTo>
                  <a:lnTo>
                    <a:pt x="108" y="274"/>
                  </a:lnTo>
                  <a:lnTo>
                    <a:pt x="96" y="271"/>
                  </a:lnTo>
                  <a:lnTo>
                    <a:pt x="85" y="267"/>
                  </a:lnTo>
                  <a:lnTo>
                    <a:pt x="73" y="263"/>
                  </a:lnTo>
                  <a:lnTo>
                    <a:pt x="62" y="257"/>
                  </a:lnTo>
                  <a:lnTo>
                    <a:pt x="53" y="251"/>
                  </a:lnTo>
                  <a:lnTo>
                    <a:pt x="42" y="244"/>
                  </a:lnTo>
                  <a:lnTo>
                    <a:pt x="34" y="236"/>
                  </a:lnTo>
                  <a:lnTo>
                    <a:pt x="26" y="226"/>
                  </a:lnTo>
                  <a:lnTo>
                    <a:pt x="19" y="217"/>
                  </a:lnTo>
                  <a:lnTo>
                    <a:pt x="13" y="206"/>
                  </a:lnTo>
                  <a:lnTo>
                    <a:pt x="7" y="194"/>
                  </a:lnTo>
                  <a:lnTo>
                    <a:pt x="3" y="181"/>
                  </a:lnTo>
                  <a:lnTo>
                    <a:pt x="1" y="168"/>
                  </a:lnTo>
                  <a:lnTo>
                    <a:pt x="1" y="168"/>
                  </a:lnTo>
                  <a:lnTo>
                    <a:pt x="0" y="153"/>
                  </a:lnTo>
                  <a:lnTo>
                    <a:pt x="0" y="139"/>
                  </a:lnTo>
                  <a:lnTo>
                    <a:pt x="1" y="125"/>
                  </a:lnTo>
                  <a:lnTo>
                    <a:pt x="4" y="112"/>
                  </a:lnTo>
                  <a:lnTo>
                    <a:pt x="8" y="98"/>
                  </a:lnTo>
                  <a:lnTo>
                    <a:pt x="14" y="86"/>
                  </a:lnTo>
                  <a:lnTo>
                    <a:pt x="20" y="74"/>
                  </a:lnTo>
                  <a:lnTo>
                    <a:pt x="27" y="61"/>
                  </a:lnTo>
                  <a:lnTo>
                    <a:pt x="35" y="51"/>
                  </a:lnTo>
                  <a:lnTo>
                    <a:pt x="45" y="41"/>
                  </a:lnTo>
                  <a:lnTo>
                    <a:pt x="55" y="31"/>
                  </a:lnTo>
                  <a:lnTo>
                    <a:pt x="66" y="23"/>
                  </a:lnTo>
                  <a:lnTo>
                    <a:pt x="78" y="16"/>
                  </a:lnTo>
                  <a:lnTo>
                    <a:pt x="91" y="10"/>
                  </a:lnTo>
                  <a:lnTo>
                    <a:pt x="103" y="4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8" y="1"/>
                  </a:lnTo>
                  <a:lnTo>
                    <a:pt x="132" y="2"/>
                  </a:lnTo>
                  <a:lnTo>
                    <a:pt x="135" y="5"/>
                  </a:lnTo>
                  <a:lnTo>
                    <a:pt x="138" y="9"/>
                  </a:lnTo>
                  <a:lnTo>
                    <a:pt x="141" y="13"/>
                  </a:lnTo>
                  <a:lnTo>
                    <a:pt x="146" y="14"/>
                  </a:lnTo>
                  <a:lnTo>
                    <a:pt x="146" y="14"/>
                  </a:lnTo>
                  <a:lnTo>
                    <a:pt x="158" y="17"/>
                  </a:lnTo>
                  <a:lnTo>
                    <a:pt x="171" y="20"/>
                  </a:lnTo>
                  <a:lnTo>
                    <a:pt x="183" y="24"/>
                  </a:lnTo>
                  <a:lnTo>
                    <a:pt x="193" y="29"/>
                  </a:lnTo>
                  <a:lnTo>
                    <a:pt x="204" y="34"/>
                  </a:lnTo>
                  <a:lnTo>
                    <a:pt x="214" y="41"/>
                  </a:lnTo>
                  <a:lnTo>
                    <a:pt x="223" y="48"/>
                  </a:lnTo>
                  <a:lnTo>
                    <a:pt x="232" y="55"/>
                  </a:lnTo>
                  <a:lnTo>
                    <a:pt x="239" y="63"/>
                  </a:lnTo>
                  <a:lnTo>
                    <a:pt x="246" y="72"/>
                  </a:lnTo>
                  <a:lnTo>
                    <a:pt x="252" y="81"/>
                  </a:lnTo>
                  <a:lnTo>
                    <a:pt x="257" y="90"/>
                  </a:lnTo>
                  <a:lnTo>
                    <a:pt x="261" y="100"/>
                  </a:lnTo>
                  <a:lnTo>
                    <a:pt x="266" y="111"/>
                  </a:lnTo>
                  <a:lnTo>
                    <a:pt x="268" y="122"/>
                  </a:lnTo>
                  <a:lnTo>
                    <a:pt x="270" y="134"/>
                  </a:lnTo>
                  <a:lnTo>
                    <a:pt x="270" y="134"/>
                  </a:lnTo>
                  <a:lnTo>
                    <a:pt x="271" y="145"/>
                  </a:lnTo>
                  <a:lnTo>
                    <a:pt x="271" y="156"/>
                  </a:lnTo>
                  <a:lnTo>
                    <a:pt x="270" y="168"/>
                  </a:lnTo>
                  <a:lnTo>
                    <a:pt x="268" y="179"/>
                  </a:lnTo>
                  <a:lnTo>
                    <a:pt x="265" y="190"/>
                  </a:lnTo>
                  <a:lnTo>
                    <a:pt x="260" y="202"/>
                  </a:lnTo>
                  <a:lnTo>
                    <a:pt x="255" y="212"/>
                  </a:lnTo>
                  <a:lnTo>
                    <a:pt x="250" y="222"/>
                  </a:lnTo>
                  <a:lnTo>
                    <a:pt x="243" y="232"/>
                  </a:lnTo>
                  <a:lnTo>
                    <a:pt x="236" y="241"/>
                  </a:lnTo>
                  <a:lnTo>
                    <a:pt x="227" y="249"/>
                  </a:lnTo>
                  <a:lnTo>
                    <a:pt x="218" y="256"/>
                  </a:lnTo>
                  <a:lnTo>
                    <a:pt x="209" y="263"/>
                  </a:lnTo>
                  <a:lnTo>
                    <a:pt x="197" y="268"/>
                  </a:lnTo>
                  <a:lnTo>
                    <a:pt x="186" y="272"/>
                  </a:lnTo>
                  <a:lnTo>
                    <a:pt x="174" y="275"/>
                  </a:lnTo>
                  <a:lnTo>
                    <a:pt x="174" y="275"/>
                  </a:lnTo>
                  <a:lnTo>
                    <a:pt x="159" y="277"/>
                  </a:lnTo>
                  <a:lnTo>
                    <a:pt x="144" y="277"/>
                  </a:lnTo>
                  <a:lnTo>
                    <a:pt x="144" y="277"/>
                  </a:lnTo>
                  <a:close/>
                  <a:moveTo>
                    <a:pt x="101" y="48"/>
                  </a:moveTo>
                  <a:lnTo>
                    <a:pt x="101" y="48"/>
                  </a:lnTo>
                  <a:lnTo>
                    <a:pt x="87" y="56"/>
                  </a:lnTo>
                  <a:lnTo>
                    <a:pt x="73" y="66"/>
                  </a:lnTo>
                  <a:lnTo>
                    <a:pt x="62" y="79"/>
                  </a:lnTo>
                  <a:lnTo>
                    <a:pt x="57" y="86"/>
                  </a:lnTo>
                  <a:lnTo>
                    <a:pt x="52" y="93"/>
                  </a:lnTo>
                  <a:lnTo>
                    <a:pt x="48" y="100"/>
                  </a:lnTo>
                  <a:lnTo>
                    <a:pt x="44" y="109"/>
                  </a:lnTo>
                  <a:lnTo>
                    <a:pt x="40" y="117"/>
                  </a:lnTo>
                  <a:lnTo>
                    <a:pt x="38" y="126"/>
                  </a:lnTo>
                  <a:lnTo>
                    <a:pt x="37" y="135"/>
                  </a:lnTo>
                  <a:lnTo>
                    <a:pt x="36" y="144"/>
                  </a:lnTo>
                  <a:lnTo>
                    <a:pt x="37" y="153"/>
                  </a:lnTo>
                  <a:lnTo>
                    <a:pt x="38" y="163"/>
                  </a:lnTo>
                  <a:lnTo>
                    <a:pt x="38" y="163"/>
                  </a:lnTo>
                  <a:lnTo>
                    <a:pt x="41" y="172"/>
                  </a:lnTo>
                  <a:lnTo>
                    <a:pt x="44" y="180"/>
                  </a:lnTo>
                  <a:lnTo>
                    <a:pt x="48" y="187"/>
                  </a:lnTo>
                  <a:lnTo>
                    <a:pt x="52" y="194"/>
                  </a:lnTo>
                  <a:lnTo>
                    <a:pt x="56" y="202"/>
                  </a:lnTo>
                  <a:lnTo>
                    <a:pt x="62" y="208"/>
                  </a:lnTo>
                  <a:lnTo>
                    <a:pt x="67" y="214"/>
                  </a:lnTo>
                  <a:lnTo>
                    <a:pt x="73" y="219"/>
                  </a:lnTo>
                  <a:lnTo>
                    <a:pt x="81" y="224"/>
                  </a:lnTo>
                  <a:lnTo>
                    <a:pt x="88" y="229"/>
                  </a:lnTo>
                  <a:lnTo>
                    <a:pt x="95" y="232"/>
                  </a:lnTo>
                  <a:lnTo>
                    <a:pt x="103" y="235"/>
                  </a:lnTo>
                  <a:lnTo>
                    <a:pt x="112" y="238"/>
                  </a:lnTo>
                  <a:lnTo>
                    <a:pt x="121" y="239"/>
                  </a:lnTo>
                  <a:lnTo>
                    <a:pt x="129" y="241"/>
                  </a:lnTo>
                  <a:lnTo>
                    <a:pt x="139" y="241"/>
                  </a:lnTo>
                  <a:lnTo>
                    <a:pt x="139" y="241"/>
                  </a:lnTo>
                  <a:lnTo>
                    <a:pt x="147" y="241"/>
                  </a:lnTo>
                  <a:lnTo>
                    <a:pt x="155" y="240"/>
                  </a:lnTo>
                  <a:lnTo>
                    <a:pt x="163" y="238"/>
                  </a:lnTo>
                  <a:lnTo>
                    <a:pt x="171" y="236"/>
                  </a:lnTo>
                  <a:lnTo>
                    <a:pt x="171" y="236"/>
                  </a:lnTo>
                  <a:lnTo>
                    <a:pt x="179" y="233"/>
                  </a:lnTo>
                  <a:lnTo>
                    <a:pt x="187" y="229"/>
                  </a:lnTo>
                  <a:lnTo>
                    <a:pt x="194" y="224"/>
                  </a:lnTo>
                  <a:lnTo>
                    <a:pt x="201" y="219"/>
                  </a:lnTo>
                  <a:lnTo>
                    <a:pt x="207" y="214"/>
                  </a:lnTo>
                  <a:lnTo>
                    <a:pt x="213" y="208"/>
                  </a:lnTo>
                  <a:lnTo>
                    <a:pt x="217" y="202"/>
                  </a:lnTo>
                  <a:lnTo>
                    <a:pt x="222" y="194"/>
                  </a:lnTo>
                  <a:lnTo>
                    <a:pt x="225" y="187"/>
                  </a:lnTo>
                  <a:lnTo>
                    <a:pt x="228" y="180"/>
                  </a:lnTo>
                  <a:lnTo>
                    <a:pt x="230" y="172"/>
                  </a:lnTo>
                  <a:lnTo>
                    <a:pt x="233" y="163"/>
                  </a:lnTo>
                  <a:lnTo>
                    <a:pt x="234" y="155"/>
                  </a:lnTo>
                  <a:lnTo>
                    <a:pt x="234" y="147"/>
                  </a:lnTo>
                  <a:lnTo>
                    <a:pt x="233" y="139"/>
                  </a:lnTo>
                  <a:lnTo>
                    <a:pt x="230" y="130"/>
                  </a:lnTo>
                  <a:lnTo>
                    <a:pt x="230" y="130"/>
                  </a:lnTo>
                  <a:lnTo>
                    <a:pt x="228" y="121"/>
                  </a:lnTo>
                  <a:lnTo>
                    <a:pt x="225" y="113"/>
                  </a:lnTo>
                  <a:lnTo>
                    <a:pt x="221" y="105"/>
                  </a:lnTo>
                  <a:lnTo>
                    <a:pt x="216" y="97"/>
                  </a:lnTo>
                  <a:lnTo>
                    <a:pt x="212" y="90"/>
                  </a:lnTo>
                  <a:lnTo>
                    <a:pt x="206" y="84"/>
                  </a:lnTo>
                  <a:lnTo>
                    <a:pt x="199" y="78"/>
                  </a:lnTo>
                  <a:lnTo>
                    <a:pt x="192" y="73"/>
                  </a:lnTo>
                  <a:lnTo>
                    <a:pt x="185" y="67"/>
                  </a:lnTo>
                  <a:lnTo>
                    <a:pt x="177" y="63"/>
                  </a:lnTo>
                  <a:lnTo>
                    <a:pt x="168" y="59"/>
                  </a:lnTo>
                  <a:lnTo>
                    <a:pt x="160" y="56"/>
                  </a:lnTo>
                  <a:lnTo>
                    <a:pt x="150" y="53"/>
                  </a:lnTo>
                  <a:lnTo>
                    <a:pt x="141" y="51"/>
                  </a:lnTo>
                  <a:lnTo>
                    <a:pt x="129" y="50"/>
                  </a:lnTo>
                  <a:lnTo>
                    <a:pt x="119" y="49"/>
                  </a:lnTo>
                  <a:lnTo>
                    <a:pt x="119" y="49"/>
                  </a:lnTo>
                  <a:lnTo>
                    <a:pt x="115" y="49"/>
                  </a:lnTo>
                  <a:lnTo>
                    <a:pt x="112" y="47"/>
                  </a:lnTo>
                  <a:lnTo>
                    <a:pt x="107" y="45"/>
                  </a:lnTo>
                  <a:lnTo>
                    <a:pt x="101" y="48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10" name="Freeform 926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3282950" y="1227138"/>
              <a:ext cx="644525" cy="642938"/>
            </a:xfrm>
            <a:custGeom>
              <a:avLst/>
              <a:gdLst/>
              <a:ahLst/>
              <a:cxnLst>
                <a:cxn ang="0">
                  <a:pos x="653" y="1206"/>
                </a:cxn>
                <a:cxn ang="0">
                  <a:pos x="563" y="1160"/>
                </a:cxn>
                <a:cxn ang="0">
                  <a:pos x="550" y="1153"/>
                </a:cxn>
                <a:cxn ang="0">
                  <a:pos x="236" y="832"/>
                </a:cxn>
                <a:cxn ang="0">
                  <a:pos x="143" y="731"/>
                </a:cxn>
                <a:cxn ang="0">
                  <a:pos x="77" y="679"/>
                </a:cxn>
                <a:cxn ang="0">
                  <a:pos x="72" y="657"/>
                </a:cxn>
                <a:cxn ang="0">
                  <a:pos x="40" y="570"/>
                </a:cxn>
                <a:cxn ang="0">
                  <a:pos x="11" y="425"/>
                </a:cxn>
                <a:cxn ang="0">
                  <a:pos x="1" y="212"/>
                </a:cxn>
                <a:cxn ang="0">
                  <a:pos x="10" y="196"/>
                </a:cxn>
                <a:cxn ang="0">
                  <a:pos x="19" y="182"/>
                </a:cxn>
                <a:cxn ang="0">
                  <a:pos x="110" y="81"/>
                </a:cxn>
                <a:cxn ang="0">
                  <a:pos x="210" y="10"/>
                </a:cxn>
                <a:cxn ang="0">
                  <a:pos x="228" y="8"/>
                </a:cxn>
                <a:cxn ang="0">
                  <a:pos x="242" y="2"/>
                </a:cxn>
                <a:cxn ang="0">
                  <a:pos x="419" y="2"/>
                </a:cxn>
                <a:cxn ang="0">
                  <a:pos x="599" y="26"/>
                </a:cxn>
                <a:cxn ang="0">
                  <a:pos x="638" y="36"/>
                </a:cxn>
                <a:cxn ang="0">
                  <a:pos x="656" y="46"/>
                </a:cxn>
                <a:cxn ang="0">
                  <a:pos x="887" y="256"/>
                </a:cxn>
                <a:cxn ang="0">
                  <a:pos x="1107" y="475"/>
                </a:cxn>
                <a:cxn ang="0">
                  <a:pos x="1167" y="525"/>
                </a:cxn>
                <a:cxn ang="0">
                  <a:pos x="1185" y="553"/>
                </a:cxn>
                <a:cxn ang="0">
                  <a:pos x="1215" y="644"/>
                </a:cxn>
                <a:cxn ang="0">
                  <a:pos x="1218" y="725"/>
                </a:cxn>
                <a:cxn ang="0">
                  <a:pos x="1194" y="798"/>
                </a:cxn>
                <a:cxn ang="0">
                  <a:pos x="1193" y="817"/>
                </a:cxn>
                <a:cxn ang="0">
                  <a:pos x="1109" y="909"/>
                </a:cxn>
                <a:cxn ang="0">
                  <a:pos x="862" y="1146"/>
                </a:cxn>
                <a:cxn ang="0">
                  <a:pos x="853" y="1157"/>
                </a:cxn>
                <a:cxn ang="0">
                  <a:pos x="761" y="1206"/>
                </a:cxn>
                <a:cxn ang="0">
                  <a:pos x="231" y="43"/>
                </a:cxn>
                <a:cxn ang="0">
                  <a:pos x="137" y="108"/>
                </a:cxn>
                <a:cxn ang="0">
                  <a:pos x="54" y="198"/>
                </a:cxn>
                <a:cxn ang="0">
                  <a:pos x="40" y="216"/>
                </a:cxn>
                <a:cxn ang="0">
                  <a:pos x="45" y="400"/>
                </a:cxn>
                <a:cxn ang="0">
                  <a:pos x="68" y="529"/>
                </a:cxn>
                <a:cxn ang="0">
                  <a:pos x="105" y="637"/>
                </a:cxn>
                <a:cxn ang="0">
                  <a:pos x="112" y="658"/>
                </a:cxn>
                <a:cxn ang="0">
                  <a:pos x="181" y="718"/>
                </a:cxn>
                <a:cxn ang="0">
                  <a:pos x="294" y="841"/>
                </a:cxn>
                <a:cxn ang="0">
                  <a:pos x="585" y="1129"/>
                </a:cxn>
                <a:cxn ang="0">
                  <a:pos x="633" y="1159"/>
                </a:cxn>
                <a:cxn ang="0">
                  <a:pos x="706" y="1177"/>
                </a:cxn>
                <a:cxn ang="0">
                  <a:pos x="765" y="1165"/>
                </a:cxn>
                <a:cxn ang="0">
                  <a:pos x="823" y="1131"/>
                </a:cxn>
                <a:cxn ang="0">
                  <a:pos x="865" y="1090"/>
                </a:cxn>
                <a:cxn ang="0">
                  <a:pos x="1140" y="817"/>
                </a:cxn>
                <a:cxn ang="0">
                  <a:pos x="1147" y="803"/>
                </a:cxn>
                <a:cxn ang="0">
                  <a:pos x="1177" y="736"/>
                </a:cxn>
                <a:cxn ang="0">
                  <a:pos x="1179" y="657"/>
                </a:cxn>
                <a:cxn ang="0">
                  <a:pos x="1148" y="564"/>
                </a:cxn>
                <a:cxn ang="0">
                  <a:pos x="1140" y="556"/>
                </a:cxn>
                <a:cxn ang="0">
                  <a:pos x="894" y="335"/>
                </a:cxn>
                <a:cxn ang="0">
                  <a:pos x="627" y="72"/>
                </a:cxn>
                <a:cxn ang="0">
                  <a:pos x="558" y="57"/>
                </a:cxn>
                <a:cxn ang="0">
                  <a:pos x="377" y="39"/>
                </a:cxn>
                <a:cxn ang="0">
                  <a:pos x="236" y="40"/>
                </a:cxn>
              </a:cxnLst>
              <a:rect l="0" t="0" r="r" b="b"/>
              <a:pathLst>
                <a:path w="1220" h="1215">
                  <a:moveTo>
                    <a:pt x="706" y="1215"/>
                  </a:moveTo>
                  <a:lnTo>
                    <a:pt x="706" y="1215"/>
                  </a:lnTo>
                  <a:lnTo>
                    <a:pt x="688" y="1214"/>
                  </a:lnTo>
                  <a:lnTo>
                    <a:pt x="671" y="1211"/>
                  </a:lnTo>
                  <a:lnTo>
                    <a:pt x="653" y="1206"/>
                  </a:lnTo>
                  <a:lnTo>
                    <a:pt x="636" y="1200"/>
                  </a:lnTo>
                  <a:lnTo>
                    <a:pt x="617" y="1193"/>
                  </a:lnTo>
                  <a:lnTo>
                    <a:pt x="599" y="1184"/>
                  </a:lnTo>
                  <a:lnTo>
                    <a:pt x="581" y="1172"/>
                  </a:lnTo>
                  <a:lnTo>
                    <a:pt x="563" y="1160"/>
                  </a:lnTo>
                  <a:lnTo>
                    <a:pt x="561" y="1158"/>
                  </a:lnTo>
                  <a:lnTo>
                    <a:pt x="558" y="1158"/>
                  </a:lnTo>
                  <a:lnTo>
                    <a:pt x="558" y="1158"/>
                  </a:lnTo>
                  <a:lnTo>
                    <a:pt x="554" y="1156"/>
                  </a:lnTo>
                  <a:lnTo>
                    <a:pt x="550" y="1153"/>
                  </a:lnTo>
                  <a:lnTo>
                    <a:pt x="307" y="910"/>
                  </a:lnTo>
                  <a:lnTo>
                    <a:pt x="307" y="910"/>
                  </a:lnTo>
                  <a:lnTo>
                    <a:pt x="290" y="891"/>
                  </a:lnTo>
                  <a:lnTo>
                    <a:pt x="271" y="872"/>
                  </a:lnTo>
                  <a:lnTo>
                    <a:pt x="236" y="832"/>
                  </a:lnTo>
                  <a:lnTo>
                    <a:pt x="236" y="832"/>
                  </a:lnTo>
                  <a:lnTo>
                    <a:pt x="200" y="790"/>
                  </a:lnTo>
                  <a:lnTo>
                    <a:pt x="181" y="771"/>
                  </a:lnTo>
                  <a:lnTo>
                    <a:pt x="163" y="751"/>
                  </a:lnTo>
                  <a:lnTo>
                    <a:pt x="143" y="731"/>
                  </a:lnTo>
                  <a:lnTo>
                    <a:pt x="123" y="714"/>
                  </a:lnTo>
                  <a:lnTo>
                    <a:pt x="102" y="697"/>
                  </a:lnTo>
                  <a:lnTo>
                    <a:pt x="80" y="682"/>
                  </a:lnTo>
                  <a:lnTo>
                    <a:pt x="80" y="682"/>
                  </a:lnTo>
                  <a:lnTo>
                    <a:pt x="77" y="679"/>
                  </a:lnTo>
                  <a:lnTo>
                    <a:pt x="74" y="677"/>
                  </a:lnTo>
                  <a:lnTo>
                    <a:pt x="72" y="670"/>
                  </a:lnTo>
                  <a:lnTo>
                    <a:pt x="71" y="665"/>
                  </a:lnTo>
                  <a:lnTo>
                    <a:pt x="71" y="661"/>
                  </a:lnTo>
                  <a:lnTo>
                    <a:pt x="72" y="657"/>
                  </a:lnTo>
                  <a:lnTo>
                    <a:pt x="71" y="654"/>
                  </a:lnTo>
                  <a:lnTo>
                    <a:pt x="71" y="654"/>
                  </a:lnTo>
                  <a:lnTo>
                    <a:pt x="59" y="626"/>
                  </a:lnTo>
                  <a:lnTo>
                    <a:pt x="49" y="598"/>
                  </a:lnTo>
                  <a:lnTo>
                    <a:pt x="40" y="570"/>
                  </a:lnTo>
                  <a:lnTo>
                    <a:pt x="32" y="541"/>
                  </a:lnTo>
                  <a:lnTo>
                    <a:pt x="25" y="512"/>
                  </a:lnTo>
                  <a:lnTo>
                    <a:pt x="19" y="483"/>
                  </a:lnTo>
                  <a:lnTo>
                    <a:pt x="15" y="453"/>
                  </a:lnTo>
                  <a:lnTo>
                    <a:pt x="11" y="425"/>
                  </a:lnTo>
                  <a:lnTo>
                    <a:pt x="7" y="396"/>
                  </a:lnTo>
                  <a:lnTo>
                    <a:pt x="4" y="368"/>
                  </a:lnTo>
                  <a:lnTo>
                    <a:pt x="1" y="312"/>
                  </a:lnTo>
                  <a:lnTo>
                    <a:pt x="0" y="259"/>
                  </a:lnTo>
                  <a:lnTo>
                    <a:pt x="1" y="212"/>
                  </a:lnTo>
                  <a:lnTo>
                    <a:pt x="1" y="212"/>
                  </a:lnTo>
                  <a:lnTo>
                    <a:pt x="1" y="207"/>
                  </a:lnTo>
                  <a:lnTo>
                    <a:pt x="3" y="202"/>
                  </a:lnTo>
                  <a:lnTo>
                    <a:pt x="6" y="198"/>
                  </a:lnTo>
                  <a:lnTo>
                    <a:pt x="10" y="196"/>
                  </a:lnTo>
                  <a:lnTo>
                    <a:pt x="14" y="193"/>
                  </a:lnTo>
                  <a:lnTo>
                    <a:pt x="16" y="188"/>
                  </a:lnTo>
                  <a:lnTo>
                    <a:pt x="16" y="188"/>
                  </a:lnTo>
                  <a:lnTo>
                    <a:pt x="17" y="185"/>
                  </a:lnTo>
                  <a:lnTo>
                    <a:pt x="19" y="182"/>
                  </a:lnTo>
                  <a:lnTo>
                    <a:pt x="19" y="182"/>
                  </a:lnTo>
                  <a:lnTo>
                    <a:pt x="41" y="154"/>
                  </a:lnTo>
                  <a:lnTo>
                    <a:pt x="63" y="127"/>
                  </a:lnTo>
                  <a:lnTo>
                    <a:pt x="86" y="103"/>
                  </a:lnTo>
                  <a:lnTo>
                    <a:pt x="110" y="81"/>
                  </a:lnTo>
                  <a:lnTo>
                    <a:pt x="135" y="60"/>
                  </a:lnTo>
                  <a:lnTo>
                    <a:pt x="159" y="41"/>
                  </a:lnTo>
                  <a:lnTo>
                    <a:pt x="185" y="25"/>
                  </a:lnTo>
                  <a:lnTo>
                    <a:pt x="210" y="10"/>
                  </a:lnTo>
                  <a:lnTo>
                    <a:pt x="210" y="10"/>
                  </a:lnTo>
                  <a:lnTo>
                    <a:pt x="215" y="8"/>
                  </a:lnTo>
                  <a:lnTo>
                    <a:pt x="219" y="7"/>
                  </a:lnTo>
                  <a:lnTo>
                    <a:pt x="219" y="7"/>
                  </a:lnTo>
                  <a:lnTo>
                    <a:pt x="222" y="8"/>
                  </a:lnTo>
                  <a:lnTo>
                    <a:pt x="228" y="8"/>
                  </a:lnTo>
                  <a:lnTo>
                    <a:pt x="232" y="5"/>
                  </a:lnTo>
                  <a:lnTo>
                    <a:pt x="232" y="5"/>
                  </a:lnTo>
                  <a:lnTo>
                    <a:pt x="236" y="3"/>
                  </a:lnTo>
                  <a:lnTo>
                    <a:pt x="242" y="2"/>
                  </a:lnTo>
                  <a:lnTo>
                    <a:pt x="242" y="2"/>
                  </a:lnTo>
                  <a:lnTo>
                    <a:pt x="291" y="0"/>
                  </a:lnTo>
                  <a:lnTo>
                    <a:pt x="335" y="0"/>
                  </a:lnTo>
                  <a:lnTo>
                    <a:pt x="335" y="0"/>
                  </a:lnTo>
                  <a:lnTo>
                    <a:pt x="377" y="0"/>
                  </a:lnTo>
                  <a:lnTo>
                    <a:pt x="419" y="2"/>
                  </a:lnTo>
                  <a:lnTo>
                    <a:pt x="458" y="5"/>
                  </a:lnTo>
                  <a:lnTo>
                    <a:pt x="495" y="8"/>
                  </a:lnTo>
                  <a:lnTo>
                    <a:pt x="531" y="13"/>
                  </a:lnTo>
                  <a:lnTo>
                    <a:pt x="566" y="20"/>
                  </a:lnTo>
                  <a:lnTo>
                    <a:pt x="599" y="26"/>
                  </a:lnTo>
                  <a:lnTo>
                    <a:pt x="631" y="34"/>
                  </a:lnTo>
                  <a:lnTo>
                    <a:pt x="631" y="34"/>
                  </a:lnTo>
                  <a:lnTo>
                    <a:pt x="634" y="35"/>
                  </a:lnTo>
                  <a:lnTo>
                    <a:pt x="636" y="36"/>
                  </a:lnTo>
                  <a:lnTo>
                    <a:pt x="638" y="36"/>
                  </a:lnTo>
                  <a:lnTo>
                    <a:pt x="638" y="36"/>
                  </a:lnTo>
                  <a:lnTo>
                    <a:pt x="642" y="36"/>
                  </a:lnTo>
                  <a:lnTo>
                    <a:pt x="646" y="38"/>
                  </a:lnTo>
                  <a:lnTo>
                    <a:pt x="656" y="46"/>
                  </a:lnTo>
                  <a:lnTo>
                    <a:pt x="656" y="46"/>
                  </a:lnTo>
                  <a:lnTo>
                    <a:pt x="697" y="80"/>
                  </a:lnTo>
                  <a:lnTo>
                    <a:pt x="736" y="114"/>
                  </a:lnTo>
                  <a:lnTo>
                    <a:pt x="775" y="149"/>
                  </a:lnTo>
                  <a:lnTo>
                    <a:pt x="812" y="184"/>
                  </a:lnTo>
                  <a:lnTo>
                    <a:pt x="887" y="256"/>
                  </a:lnTo>
                  <a:lnTo>
                    <a:pt x="958" y="328"/>
                  </a:lnTo>
                  <a:lnTo>
                    <a:pt x="958" y="328"/>
                  </a:lnTo>
                  <a:lnTo>
                    <a:pt x="1008" y="379"/>
                  </a:lnTo>
                  <a:lnTo>
                    <a:pt x="1057" y="428"/>
                  </a:lnTo>
                  <a:lnTo>
                    <a:pt x="1107" y="475"/>
                  </a:lnTo>
                  <a:lnTo>
                    <a:pt x="1156" y="521"/>
                  </a:lnTo>
                  <a:lnTo>
                    <a:pt x="1159" y="524"/>
                  </a:lnTo>
                  <a:lnTo>
                    <a:pt x="1163" y="524"/>
                  </a:lnTo>
                  <a:lnTo>
                    <a:pt x="1163" y="524"/>
                  </a:lnTo>
                  <a:lnTo>
                    <a:pt x="1167" y="525"/>
                  </a:lnTo>
                  <a:lnTo>
                    <a:pt x="1171" y="527"/>
                  </a:lnTo>
                  <a:lnTo>
                    <a:pt x="1173" y="529"/>
                  </a:lnTo>
                  <a:lnTo>
                    <a:pt x="1175" y="533"/>
                  </a:lnTo>
                  <a:lnTo>
                    <a:pt x="1175" y="533"/>
                  </a:lnTo>
                  <a:lnTo>
                    <a:pt x="1185" y="553"/>
                  </a:lnTo>
                  <a:lnTo>
                    <a:pt x="1193" y="571"/>
                  </a:lnTo>
                  <a:lnTo>
                    <a:pt x="1201" y="590"/>
                  </a:lnTo>
                  <a:lnTo>
                    <a:pt x="1207" y="607"/>
                  </a:lnTo>
                  <a:lnTo>
                    <a:pt x="1211" y="626"/>
                  </a:lnTo>
                  <a:lnTo>
                    <a:pt x="1215" y="644"/>
                  </a:lnTo>
                  <a:lnTo>
                    <a:pt x="1218" y="660"/>
                  </a:lnTo>
                  <a:lnTo>
                    <a:pt x="1220" y="677"/>
                  </a:lnTo>
                  <a:lnTo>
                    <a:pt x="1220" y="693"/>
                  </a:lnTo>
                  <a:lnTo>
                    <a:pt x="1220" y="710"/>
                  </a:lnTo>
                  <a:lnTo>
                    <a:pt x="1218" y="725"/>
                  </a:lnTo>
                  <a:lnTo>
                    <a:pt x="1216" y="741"/>
                  </a:lnTo>
                  <a:lnTo>
                    <a:pt x="1212" y="755"/>
                  </a:lnTo>
                  <a:lnTo>
                    <a:pt x="1208" y="771"/>
                  </a:lnTo>
                  <a:lnTo>
                    <a:pt x="1202" y="785"/>
                  </a:lnTo>
                  <a:lnTo>
                    <a:pt x="1194" y="798"/>
                  </a:lnTo>
                  <a:lnTo>
                    <a:pt x="1192" y="804"/>
                  </a:lnTo>
                  <a:lnTo>
                    <a:pt x="1193" y="809"/>
                  </a:lnTo>
                  <a:lnTo>
                    <a:pt x="1193" y="809"/>
                  </a:lnTo>
                  <a:lnTo>
                    <a:pt x="1194" y="813"/>
                  </a:lnTo>
                  <a:lnTo>
                    <a:pt x="1193" y="817"/>
                  </a:lnTo>
                  <a:lnTo>
                    <a:pt x="1191" y="821"/>
                  </a:lnTo>
                  <a:lnTo>
                    <a:pt x="1188" y="826"/>
                  </a:lnTo>
                  <a:lnTo>
                    <a:pt x="1188" y="826"/>
                  </a:lnTo>
                  <a:lnTo>
                    <a:pt x="1147" y="869"/>
                  </a:lnTo>
                  <a:lnTo>
                    <a:pt x="1109" y="909"/>
                  </a:lnTo>
                  <a:lnTo>
                    <a:pt x="1070" y="948"/>
                  </a:lnTo>
                  <a:lnTo>
                    <a:pt x="1031" y="985"/>
                  </a:lnTo>
                  <a:lnTo>
                    <a:pt x="952" y="1062"/>
                  </a:lnTo>
                  <a:lnTo>
                    <a:pt x="862" y="1146"/>
                  </a:lnTo>
                  <a:lnTo>
                    <a:pt x="862" y="1146"/>
                  </a:lnTo>
                  <a:lnTo>
                    <a:pt x="858" y="1151"/>
                  </a:lnTo>
                  <a:lnTo>
                    <a:pt x="857" y="1152"/>
                  </a:lnTo>
                  <a:lnTo>
                    <a:pt x="857" y="1152"/>
                  </a:lnTo>
                  <a:lnTo>
                    <a:pt x="853" y="1157"/>
                  </a:lnTo>
                  <a:lnTo>
                    <a:pt x="853" y="1157"/>
                  </a:lnTo>
                  <a:lnTo>
                    <a:pt x="834" y="1170"/>
                  </a:lnTo>
                  <a:lnTo>
                    <a:pt x="815" y="1182"/>
                  </a:lnTo>
                  <a:lnTo>
                    <a:pt x="798" y="1192"/>
                  </a:lnTo>
                  <a:lnTo>
                    <a:pt x="779" y="1200"/>
                  </a:lnTo>
                  <a:lnTo>
                    <a:pt x="761" y="1206"/>
                  </a:lnTo>
                  <a:lnTo>
                    <a:pt x="743" y="1211"/>
                  </a:lnTo>
                  <a:lnTo>
                    <a:pt x="724" y="1214"/>
                  </a:lnTo>
                  <a:lnTo>
                    <a:pt x="706" y="1215"/>
                  </a:lnTo>
                  <a:lnTo>
                    <a:pt x="706" y="1215"/>
                  </a:lnTo>
                  <a:close/>
                  <a:moveTo>
                    <a:pt x="231" y="43"/>
                  </a:moveTo>
                  <a:lnTo>
                    <a:pt x="231" y="43"/>
                  </a:lnTo>
                  <a:lnTo>
                    <a:pt x="206" y="57"/>
                  </a:lnTo>
                  <a:lnTo>
                    <a:pt x="182" y="72"/>
                  </a:lnTo>
                  <a:lnTo>
                    <a:pt x="159" y="90"/>
                  </a:lnTo>
                  <a:lnTo>
                    <a:pt x="137" y="108"/>
                  </a:lnTo>
                  <a:lnTo>
                    <a:pt x="114" y="129"/>
                  </a:lnTo>
                  <a:lnTo>
                    <a:pt x="93" y="151"/>
                  </a:lnTo>
                  <a:lnTo>
                    <a:pt x="73" y="175"/>
                  </a:lnTo>
                  <a:lnTo>
                    <a:pt x="54" y="198"/>
                  </a:lnTo>
                  <a:lnTo>
                    <a:pt x="54" y="198"/>
                  </a:lnTo>
                  <a:lnTo>
                    <a:pt x="50" y="202"/>
                  </a:lnTo>
                  <a:lnTo>
                    <a:pt x="46" y="205"/>
                  </a:lnTo>
                  <a:lnTo>
                    <a:pt x="40" y="208"/>
                  </a:lnTo>
                  <a:lnTo>
                    <a:pt x="40" y="216"/>
                  </a:lnTo>
                  <a:lnTo>
                    <a:pt x="40" y="216"/>
                  </a:lnTo>
                  <a:lnTo>
                    <a:pt x="39" y="280"/>
                  </a:lnTo>
                  <a:lnTo>
                    <a:pt x="40" y="311"/>
                  </a:lnTo>
                  <a:lnTo>
                    <a:pt x="41" y="342"/>
                  </a:lnTo>
                  <a:lnTo>
                    <a:pt x="43" y="371"/>
                  </a:lnTo>
                  <a:lnTo>
                    <a:pt x="45" y="400"/>
                  </a:lnTo>
                  <a:lnTo>
                    <a:pt x="49" y="427"/>
                  </a:lnTo>
                  <a:lnTo>
                    <a:pt x="52" y="453"/>
                  </a:lnTo>
                  <a:lnTo>
                    <a:pt x="56" y="479"/>
                  </a:lnTo>
                  <a:lnTo>
                    <a:pt x="61" y="504"/>
                  </a:lnTo>
                  <a:lnTo>
                    <a:pt x="68" y="529"/>
                  </a:lnTo>
                  <a:lnTo>
                    <a:pt x="74" y="552"/>
                  </a:lnTo>
                  <a:lnTo>
                    <a:pt x="80" y="574"/>
                  </a:lnTo>
                  <a:lnTo>
                    <a:pt x="88" y="596"/>
                  </a:lnTo>
                  <a:lnTo>
                    <a:pt x="96" y="618"/>
                  </a:lnTo>
                  <a:lnTo>
                    <a:pt x="105" y="637"/>
                  </a:lnTo>
                  <a:lnTo>
                    <a:pt x="105" y="637"/>
                  </a:lnTo>
                  <a:lnTo>
                    <a:pt x="107" y="642"/>
                  </a:lnTo>
                  <a:lnTo>
                    <a:pt x="107" y="648"/>
                  </a:lnTo>
                  <a:lnTo>
                    <a:pt x="107" y="654"/>
                  </a:lnTo>
                  <a:lnTo>
                    <a:pt x="112" y="658"/>
                  </a:lnTo>
                  <a:lnTo>
                    <a:pt x="112" y="658"/>
                  </a:lnTo>
                  <a:lnTo>
                    <a:pt x="131" y="671"/>
                  </a:lnTo>
                  <a:lnTo>
                    <a:pt x="148" y="686"/>
                  </a:lnTo>
                  <a:lnTo>
                    <a:pt x="165" y="701"/>
                  </a:lnTo>
                  <a:lnTo>
                    <a:pt x="181" y="718"/>
                  </a:lnTo>
                  <a:lnTo>
                    <a:pt x="213" y="751"/>
                  </a:lnTo>
                  <a:lnTo>
                    <a:pt x="243" y="785"/>
                  </a:lnTo>
                  <a:lnTo>
                    <a:pt x="243" y="785"/>
                  </a:lnTo>
                  <a:lnTo>
                    <a:pt x="276" y="822"/>
                  </a:lnTo>
                  <a:lnTo>
                    <a:pt x="294" y="841"/>
                  </a:lnTo>
                  <a:lnTo>
                    <a:pt x="311" y="859"/>
                  </a:lnTo>
                  <a:lnTo>
                    <a:pt x="579" y="1127"/>
                  </a:lnTo>
                  <a:lnTo>
                    <a:pt x="582" y="1128"/>
                  </a:lnTo>
                  <a:lnTo>
                    <a:pt x="582" y="1128"/>
                  </a:lnTo>
                  <a:lnTo>
                    <a:pt x="585" y="1129"/>
                  </a:lnTo>
                  <a:lnTo>
                    <a:pt x="588" y="1131"/>
                  </a:lnTo>
                  <a:lnTo>
                    <a:pt x="588" y="1131"/>
                  </a:lnTo>
                  <a:lnTo>
                    <a:pt x="604" y="1142"/>
                  </a:lnTo>
                  <a:lnTo>
                    <a:pt x="618" y="1152"/>
                  </a:lnTo>
                  <a:lnTo>
                    <a:pt x="633" y="1159"/>
                  </a:lnTo>
                  <a:lnTo>
                    <a:pt x="647" y="1165"/>
                  </a:lnTo>
                  <a:lnTo>
                    <a:pt x="662" y="1170"/>
                  </a:lnTo>
                  <a:lnTo>
                    <a:pt x="677" y="1174"/>
                  </a:lnTo>
                  <a:lnTo>
                    <a:pt x="691" y="1177"/>
                  </a:lnTo>
                  <a:lnTo>
                    <a:pt x="706" y="1177"/>
                  </a:lnTo>
                  <a:lnTo>
                    <a:pt x="706" y="1177"/>
                  </a:lnTo>
                  <a:lnTo>
                    <a:pt x="720" y="1177"/>
                  </a:lnTo>
                  <a:lnTo>
                    <a:pt x="735" y="1174"/>
                  </a:lnTo>
                  <a:lnTo>
                    <a:pt x="750" y="1170"/>
                  </a:lnTo>
                  <a:lnTo>
                    <a:pt x="765" y="1165"/>
                  </a:lnTo>
                  <a:lnTo>
                    <a:pt x="779" y="1159"/>
                  </a:lnTo>
                  <a:lnTo>
                    <a:pt x="794" y="1152"/>
                  </a:lnTo>
                  <a:lnTo>
                    <a:pt x="808" y="1142"/>
                  </a:lnTo>
                  <a:lnTo>
                    <a:pt x="823" y="1131"/>
                  </a:lnTo>
                  <a:lnTo>
                    <a:pt x="823" y="1131"/>
                  </a:lnTo>
                  <a:lnTo>
                    <a:pt x="824" y="1130"/>
                  </a:lnTo>
                  <a:lnTo>
                    <a:pt x="825" y="1130"/>
                  </a:lnTo>
                  <a:lnTo>
                    <a:pt x="826" y="1129"/>
                  </a:lnTo>
                  <a:lnTo>
                    <a:pt x="865" y="1090"/>
                  </a:lnTo>
                  <a:lnTo>
                    <a:pt x="865" y="1090"/>
                  </a:lnTo>
                  <a:lnTo>
                    <a:pt x="934" y="1017"/>
                  </a:lnTo>
                  <a:lnTo>
                    <a:pt x="1002" y="949"/>
                  </a:lnTo>
                  <a:lnTo>
                    <a:pt x="1069" y="883"/>
                  </a:lnTo>
                  <a:lnTo>
                    <a:pt x="1105" y="850"/>
                  </a:lnTo>
                  <a:lnTo>
                    <a:pt x="1140" y="817"/>
                  </a:lnTo>
                  <a:lnTo>
                    <a:pt x="1143" y="815"/>
                  </a:lnTo>
                  <a:lnTo>
                    <a:pt x="1144" y="811"/>
                  </a:lnTo>
                  <a:lnTo>
                    <a:pt x="1144" y="811"/>
                  </a:lnTo>
                  <a:lnTo>
                    <a:pt x="1145" y="807"/>
                  </a:lnTo>
                  <a:lnTo>
                    <a:pt x="1147" y="803"/>
                  </a:lnTo>
                  <a:lnTo>
                    <a:pt x="1147" y="803"/>
                  </a:lnTo>
                  <a:lnTo>
                    <a:pt x="1157" y="786"/>
                  </a:lnTo>
                  <a:lnTo>
                    <a:pt x="1165" y="770"/>
                  </a:lnTo>
                  <a:lnTo>
                    <a:pt x="1173" y="753"/>
                  </a:lnTo>
                  <a:lnTo>
                    <a:pt x="1177" y="736"/>
                  </a:lnTo>
                  <a:lnTo>
                    <a:pt x="1180" y="720"/>
                  </a:lnTo>
                  <a:lnTo>
                    <a:pt x="1182" y="703"/>
                  </a:lnTo>
                  <a:lnTo>
                    <a:pt x="1182" y="688"/>
                  </a:lnTo>
                  <a:lnTo>
                    <a:pt x="1181" y="672"/>
                  </a:lnTo>
                  <a:lnTo>
                    <a:pt x="1179" y="657"/>
                  </a:lnTo>
                  <a:lnTo>
                    <a:pt x="1176" y="642"/>
                  </a:lnTo>
                  <a:lnTo>
                    <a:pt x="1173" y="628"/>
                  </a:lnTo>
                  <a:lnTo>
                    <a:pt x="1169" y="614"/>
                  </a:lnTo>
                  <a:lnTo>
                    <a:pt x="1158" y="588"/>
                  </a:lnTo>
                  <a:lnTo>
                    <a:pt x="1148" y="564"/>
                  </a:lnTo>
                  <a:lnTo>
                    <a:pt x="1146" y="560"/>
                  </a:lnTo>
                  <a:lnTo>
                    <a:pt x="1143" y="558"/>
                  </a:lnTo>
                  <a:lnTo>
                    <a:pt x="1143" y="558"/>
                  </a:lnTo>
                  <a:lnTo>
                    <a:pt x="1140" y="556"/>
                  </a:lnTo>
                  <a:lnTo>
                    <a:pt x="1140" y="556"/>
                  </a:lnTo>
                  <a:lnTo>
                    <a:pt x="1089" y="514"/>
                  </a:lnTo>
                  <a:lnTo>
                    <a:pt x="1039" y="471"/>
                  </a:lnTo>
                  <a:lnTo>
                    <a:pt x="991" y="427"/>
                  </a:lnTo>
                  <a:lnTo>
                    <a:pt x="942" y="381"/>
                  </a:lnTo>
                  <a:lnTo>
                    <a:pt x="894" y="335"/>
                  </a:lnTo>
                  <a:lnTo>
                    <a:pt x="846" y="289"/>
                  </a:lnTo>
                  <a:lnTo>
                    <a:pt x="752" y="196"/>
                  </a:lnTo>
                  <a:lnTo>
                    <a:pt x="752" y="196"/>
                  </a:lnTo>
                  <a:lnTo>
                    <a:pt x="629" y="75"/>
                  </a:lnTo>
                  <a:lnTo>
                    <a:pt x="627" y="72"/>
                  </a:lnTo>
                  <a:lnTo>
                    <a:pt x="623" y="72"/>
                  </a:lnTo>
                  <a:lnTo>
                    <a:pt x="622" y="71"/>
                  </a:lnTo>
                  <a:lnTo>
                    <a:pt x="622" y="71"/>
                  </a:lnTo>
                  <a:lnTo>
                    <a:pt x="590" y="64"/>
                  </a:lnTo>
                  <a:lnTo>
                    <a:pt x="558" y="57"/>
                  </a:lnTo>
                  <a:lnTo>
                    <a:pt x="525" y="52"/>
                  </a:lnTo>
                  <a:lnTo>
                    <a:pt x="491" y="46"/>
                  </a:lnTo>
                  <a:lnTo>
                    <a:pt x="455" y="43"/>
                  </a:lnTo>
                  <a:lnTo>
                    <a:pt x="417" y="40"/>
                  </a:lnTo>
                  <a:lnTo>
                    <a:pt x="377" y="39"/>
                  </a:lnTo>
                  <a:lnTo>
                    <a:pt x="336" y="38"/>
                  </a:lnTo>
                  <a:lnTo>
                    <a:pt x="336" y="38"/>
                  </a:lnTo>
                  <a:lnTo>
                    <a:pt x="291" y="39"/>
                  </a:lnTo>
                  <a:lnTo>
                    <a:pt x="241" y="40"/>
                  </a:lnTo>
                  <a:lnTo>
                    <a:pt x="236" y="40"/>
                  </a:lnTo>
                  <a:lnTo>
                    <a:pt x="232" y="42"/>
                  </a:lnTo>
                  <a:lnTo>
                    <a:pt x="232" y="42"/>
                  </a:lnTo>
                  <a:lnTo>
                    <a:pt x="231" y="43"/>
                  </a:lnTo>
                  <a:lnTo>
                    <a:pt x="231" y="43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11" name="Freeform 927"/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3424238" y="1154113"/>
              <a:ext cx="557213" cy="225425"/>
            </a:xfrm>
            <a:custGeom>
              <a:avLst/>
              <a:gdLst/>
              <a:ahLst/>
              <a:cxnLst>
                <a:cxn ang="0">
                  <a:pos x="77" y="421"/>
                </a:cxn>
                <a:cxn ang="0">
                  <a:pos x="65" y="420"/>
                </a:cxn>
                <a:cxn ang="0">
                  <a:pos x="28" y="385"/>
                </a:cxn>
                <a:cxn ang="0">
                  <a:pos x="2" y="324"/>
                </a:cxn>
                <a:cxn ang="0">
                  <a:pos x="1" y="253"/>
                </a:cxn>
                <a:cxn ang="0">
                  <a:pos x="3" y="188"/>
                </a:cxn>
                <a:cxn ang="0">
                  <a:pos x="40" y="100"/>
                </a:cxn>
                <a:cxn ang="0">
                  <a:pos x="87" y="65"/>
                </a:cxn>
                <a:cxn ang="0">
                  <a:pos x="160" y="37"/>
                </a:cxn>
                <a:cxn ang="0">
                  <a:pos x="250" y="24"/>
                </a:cxn>
                <a:cxn ang="0">
                  <a:pos x="311" y="37"/>
                </a:cxn>
                <a:cxn ang="0">
                  <a:pos x="412" y="72"/>
                </a:cxn>
                <a:cxn ang="0">
                  <a:pos x="529" y="127"/>
                </a:cxn>
                <a:cxn ang="0">
                  <a:pos x="587" y="70"/>
                </a:cxn>
                <a:cxn ang="0">
                  <a:pos x="661" y="29"/>
                </a:cxn>
                <a:cxn ang="0">
                  <a:pos x="790" y="1"/>
                </a:cxn>
                <a:cxn ang="0">
                  <a:pos x="894" y="10"/>
                </a:cxn>
                <a:cxn ang="0">
                  <a:pos x="971" y="35"/>
                </a:cxn>
                <a:cxn ang="0">
                  <a:pos x="1030" y="87"/>
                </a:cxn>
                <a:cxn ang="0">
                  <a:pos x="1052" y="163"/>
                </a:cxn>
                <a:cxn ang="0">
                  <a:pos x="1025" y="252"/>
                </a:cxn>
                <a:cxn ang="0">
                  <a:pos x="951" y="306"/>
                </a:cxn>
                <a:cxn ang="0">
                  <a:pos x="871" y="326"/>
                </a:cxn>
                <a:cxn ang="0">
                  <a:pos x="769" y="315"/>
                </a:cxn>
                <a:cxn ang="0">
                  <a:pos x="623" y="246"/>
                </a:cxn>
                <a:cxn ang="0">
                  <a:pos x="524" y="190"/>
                </a:cxn>
                <a:cxn ang="0">
                  <a:pos x="479" y="259"/>
                </a:cxn>
                <a:cxn ang="0">
                  <a:pos x="458" y="261"/>
                </a:cxn>
                <a:cxn ang="0">
                  <a:pos x="451" y="244"/>
                </a:cxn>
                <a:cxn ang="0">
                  <a:pos x="504" y="162"/>
                </a:cxn>
                <a:cxn ang="0">
                  <a:pos x="394" y="95"/>
                </a:cxn>
                <a:cxn ang="0">
                  <a:pos x="310" y="68"/>
                </a:cxn>
                <a:cxn ang="0">
                  <a:pos x="213" y="57"/>
                </a:cxn>
                <a:cxn ang="0">
                  <a:pos x="142" y="76"/>
                </a:cxn>
                <a:cxn ang="0">
                  <a:pos x="89" y="99"/>
                </a:cxn>
                <a:cxn ang="0">
                  <a:pos x="47" y="159"/>
                </a:cxn>
                <a:cxn ang="0">
                  <a:pos x="30" y="231"/>
                </a:cxn>
                <a:cxn ang="0">
                  <a:pos x="41" y="335"/>
                </a:cxn>
                <a:cxn ang="0">
                  <a:pos x="65" y="372"/>
                </a:cxn>
                <a:cxn ang="0">
                  <a:pos x="101" y="397"/>
                </a:cxn>
                <a:cxn ang="0">
                  <a:pos x="117" y="394"/>
                </a:cxn>
                <a:cxn ang="0">
                  <a:pos x="127" y="410"/>
                </a:cxn>
                <a:cxn ang="0">
                  <a:pos x="112" y="425"/>
                </a:cxn>
                <a:cxn ang="0">
                  <a:pos x="819" y="29"/>
                </a:cxn>
                <a:cxn ang="0">
                  <a:pos x="736" y="41"/>
                </a:cxn>
                <a:cxn ang="0">
                  <a:pos x="628" y="80"/>
                </a:cxn>
                <a:cxn ang="0">
                  <a:pos x="550" y="152"/>
                </a:cxn>
                <a:cxn ang="0">
                  <a:pos x="632" y="213"/>
                </a:cxn>
                <a:cxn ang="0">
                  <a:pos x="723" y="264"/>
                </a:cxn>
                <a:cxn ang="0">
                  <a:pos x="808" y="289"/>
                </a:cxn>
                <a:cxn ang="0">
                  <a:pos x="922" y="285"/>
                </a:cxn>
                <a:cxn ang="0">
                  <a:pos x="994" y="243"/>
                </a:cxn>
                <a:cxn ang="0">
                  <a:pos x="1021" y="169"/>
                </a:cxn>
                <a:cxn ang="0">
                  <a:pos x="1014" y="119"/>
                </a:cxn>
                <a:cxn ang="0">
                  <a:pos x="991" y="91"/>
                </a:cxn>
                <a:cxn ang="0">
                  <a:pos x="938" y="55"/>
                </a:cxn>
                <a:cxn ang="0">
                  <a:pos x="849" y="32"/>
                </a:cxn>
              </a:cxnLst>
              <a:rect l="0" t="0" r="r" b="b"/>
              <a:pathLst>
                <a:path w="1052" h="426">
                  <a:moveTo>
                    <a:pt x="96" y="426"/>
                  </a:moveTo>
                  <a:lnTo>
                    <a:pt x="96" y="426"/>
                  </a:lnTo>
                  <a:lnTo>
                    <a:pt x="90" y="425"/>
                  </a:lnTo>
                  <a:lnTo>
                    <a:pt x="85" y="425"/>
                  </a:lnTo>
                  <a:lnTo>
                    <a:pt x="80" y="423"/>
                  </a:lnTo>
                  <a:lnTo>
                    <a:pt x="77" y="421"/>
                  </a:lnTo>
                  <a:lnTo>
                    <a:pt x="74" y="418"/>
                  </a:lnTo>
                  <a:lnTo>
                    <a:pt x="68" y="423"/>
                  </a:lnTo>
                  <a:lnTo>
                    <a:pt x="68" y="421"/>
                  </a:lnTo>
                  <a:lnTo>
                    <a:pt x="68" y="421"/>
                  </a:lnTo>
                  <a:lnTo>
                    <a:pt x="65" y="420"/>
                  </a:lnTo>
                  <a:lnTo>
                    <a:pt x="65" y="420"/>
                  </a:lnTo>
                  <a:lnTo>
                    <a:pt x="59" y="417"/>
                  </a:lnTo>
                  <a:lnTo>
                    <a:pt x="53" y="413"/>
                  </a:lnTo>
                  <a:lnTo>
                    <a:pt x="53" y="413"/>
                  </a:lnTo>
                  <a:lnTo>
                    <a:pt x="44" y="405"/>
                  </a:lnTo>
                  <a:lnTo>
                    <a:pt x="36" y="396"/>
                  </a:lnTo>
                  <a:lnTo>
                    <a:pt x="28" y="385"/>
                  </a:lnTo>
                  <a:lnTo>
                    <a:pt x="21" y="373"/>
                  </a:lnTo>
                  <a:lnTo>
                    <a:pt x="14" y="361"/>
                  </a:lnTo>
                  <a:lnTo>
                    <a:pt x="9" y="349"/>
                  </a:lnTo>
                  <a:lnTo>
                    <a:pt x="5" y="336"/>
                  </a:lnTo>
                  <a:lnTo>
                    <a:pt x="2" y="324"/>
                  </a:lnTo>
                  <a:lnTo>
                    <a:pt x="2" y="324"/>
                  </a:lnTo>
                  <a:lnTo>
                    <a:pt x="0" y="313"/>
                  </a:lnTo>
                  <a:lnTo>
                    <a:pt x="0" y="300"/>
                  </a:lnTo>
                  <a:lnTo>
                    <a:pt x="0" y="275"/>
                  </a:lnTo>
                  <a:lnTo>
                    <a:pt x="0" y="275"/>
                  </a:lnTo>
                  <a:lnTo>
                    <a:pt x="1" y="253"/>
                  </a:lnTo>
                  <a:lnTo>
                    <a:pt x="1" y="253"/>
                  </a:lnTo>
                  <a:lnTo>
                    <a:pt x="1" y="234"/>
                  </a:lnTo>
                  <a:lnTo>
                    <a:pt x="1" y="234"/>
                  </a:lnTo>
                  <a:lnTo>
                    <a:pt x="0" y="210"/>
                  </a:lnTo>
                  <a:lnTo>
                    <a:pt x="1" y="198"/>
                  </a:lnTo>
                  <a:lnTo>
                    <a:pt x="3" y="188"/>
                  </a:lnTo>
                  <a:lnTo>
                    <a:pt x="3" y="188"/>
                  </a:lnTo>
                  <a:lnTo>
                    <a:pt x="8" y="166"/>
                  </a:lnTo>
                  <a:lnTo>
                    <a:pt x="13" y="153"/>
                  </a:lnTo>
                  <a:lnTo>
                    <a:pt x="18" y="139"/>
                  </a:lnTo>
                  <a:lnTo>
                    <a:pt x="25" y="126"/>
                  </a:lnTo>
                  <a:lnTo>
                    <a:pt x="32" y="112"/>
                  </a:lnTo>
                  <a:lnTo>
                    <a:pt x="40" y="100"/>
                  </a:lnTo>
                  <a:lnTo>
                    <a:pt x="44" y="95"/>
                  </a:lnTo>
                  <a:lnTo>
                    <a:pt x="49" y="89"/>
                  </a:lnTo>
                  <a:lnTo>
                    <a:pt x="49" y="89"/>
                  </a:lnTo>
                  <a:lnTo>
                    <a:pt x="62" y="80"/>
                  </a:lnTo>
                  <a:lnTo>
                    <a:pt x="73" y="72"/>
                  </a:lnTo>
                  <a:lnTo>
                    <a:pt x="87" y="65"/>
                  </a:lnTo>
                  <a:lnTo>
                    <a:pt x="100" y="58"/>
                  </a:lnTo>
                  <a:lnTo>
                    <a:pt x="114" y="53"/>
                  </a:lnTo>
                  <a:lnTo>
                    <a:pt x="127" y="47"/>
                  </a:lnTo>
                  <a:lnTo>
                    <a:pt x="156" y="38"/>
                  </a:lnTo>
                  <a:lnTo>
                    <a:pt x="160" y="37"/>
                  </a:lnTo>
                  <a:lnTo>
                    <a:pt x="160" y="37"/>
                  </a:lnTo>
                  <a:lnTo>
                    <a:pt x="180" y="31"/>
                  </a:lnTo>
                  <a:lnTo>
                    <a:pt x="198" y="27"/>
                  </a:lnTo>
                  <a:lnTo>
                    <a:pt x="218" y="24"/>
                  </a:lnTo>
                  <a:lnTo>
                    <a:pt x="236" y="24"/>
                  </a:lnTo>
                  <a:lnTo>
                    <a:pt x="236" y="24"/>
                  </a:lnTo>
                  <a:lnTo>
                    <a:pt x="250" y="24"/>
                  </a:lnTo>
                  <a:lnTo>
                    <a:pt x="262" y="25"/>
                  </a:lnTo>
                  <a:lnTo>
                    <a:pt x="275" y="27"/>
                  </a:lnTo>
                  <a:lnTo>
                    <a:pt x="287" y="31"/>
                  </a:lnTo>
                  <a:lnTo>
                    <a:pt x="287" y="31"/>
                  </a:lnTo>
                  <a:lnTo>
                    <a:pt x="309" y="36"/>
                  </a:lnTo>
                  <a:lnTo>
                    <a:pt x="311" y="37"/>
                  </a:lnTo>
                  <a:lnTo>
                    <a:pt x="311" y="37"/>
                  </a:lnTo>
                  <a:lnTo>
                    <a:pt x="338" y="44"/>
                  </a:lnTo>
                  <a:lnTo>
                    <a:pt x="362" y="51"/>
                  </a:lnTo>
                  <a:lnTo>
                    <a:pt x="387" y="60"/>
                  </a:lnTo>
                  <a:lnTo>
                    <a:pt x="400" y="66"/>
                  </a:lnTo>
                  <a:lnTo>
                    <a:pt x="412" y="72"/>
                  </a:lnTo>
                  <a:lnTo>
                    <a:pt x="412" y="72"/>
                  </a:lnTo>
                  <a:lnTo>
                    <a:pt x="438" y="85"/>
                  </a:lnTo>
                  <a:lnTo>
                    <a:pt x="464" y="100"/>
                  </a:lnTo>
                  <a:lnTo>
                    <a:pt x="513" y="130"/>
                  </a:lnTo>
                  <a:lnTo>
                    <a:pt x="523" y="136"/>
                  </a:lnTo>
                  <a:lnTo>
                    <a:pt x="529" y="127"/>
                  </a:lnTo>
                  <a:lnTo>
                    <a:pt x="529" y="127"/>
                  </a:lnTo>
                  <a:lnTo>
                    <a:pt x="540" y="113"/>
                  </a:lnTo>
                  <a:lnTo>
                    <a:pt x="551" y="101"/>
                  </a:lnTo>
                  <a:lnTo>
                    <a:pt x="563" y="89"/>
                  </a:lnTo>
                  <a:lnTo>
                    <a:pt x="574" y="79"/>
                  </a:lnTo>
                  <a:lnTo>
                    <a:pt x="587" y="70"/>
                  </a:lnTo>
                  <a:lnTo>
                    <a:pt x="599" y="60"/>
                  </a:lnTo>
                  <a:lnTo>
                    <a:pt x="611" y="52"/>
                  </a:lnTo>
                  <a:lnTo>
                    <a:pt x="625" y="45"/>
                  </a:lnTo>
                  <a:lnTo>
                    <a:pt x="625" y="45"/>
                  </a:lnTo>
                  <a:lnTo>
                    <a:pt x="642" y="37"/>
                  </a:lnTo>
                  <a:lnTo>
                    <a:pt x="661" y="29"/>
                  </a:lnTo>
                  <a:lnTo>
                    <a:pt x="680" y="23"/>
                  </a:lnTo>
                  <a:lnTo>
                    <a:pt x="698" y="18"/>
                  </a:lnTo>
                  <a:lnTo>
                    <a:pt x="734" y="10"/>
                  </a:lnTo>
                  <a:lnTo>
                    <a:pt x="767" y="4"/>
                  </a:lnTo>
                  <a:lnTo>
                    <a:pt x="767" y="4"/>
                  </a:lnTo>
                  <a:lnTo>
                    <a:pt x="790" y="1"/>
                  </a:lnTo>
                  <a:lnTo>
                    <a:pt x="813" y="0"/>
                  </a:lnTo>
                  <a:lnTo>
                    <a:pt x="813" y="0"/>
                  </a:lnTo>
                  <a:lnTo>
                    <a:pt x="826" y="0"/>
                  </a:lnTo>
                  <a:lnTo>
                    <a:pt x="841" y="1"/>
                  </a:lnTo>
                  <a:lnTo>
                    <a:pt x="868" y="5"/>
                  </a:lnTo>
                  <a:lnTo>
                    <a:pt x="894" y="10"/>
                  </a:lnTo>
                  <a:lnTo>
                    <a:pt x="922" y="16"/>
                  </a:lnTo>
                  <a:lnTo>
                    <a:pt x="922" y="16"/>
                  </a:lnTo>
                  <a:lnTo>
                    <a:pt x="935" y="19"/>
                  </a:lnTo>
                  <a:lnTo>
                    <a:pt x="947" y="23"/>
                  </a:lnTo>
                  <a:lnTo>
                    <a:pt x="959" y="28"/>
                  </a:lnTo>
                  <a:lnTo>
                    <a:pt x="971" y="35"/>
                  </a:lnTo>
                  <a:lnTo>
                    <a:pt x="982" y="42"/>
                  </a:lnTo>
                  <a:lnTo>
                    <a:pt x="994" y="49"/>
                  </a:lnTo>
                  <a:lnTo>
                    <a:pt x="1004" y="57"/>
                  </a:lnTo>
                  <a:lnTo>
                    <a:pt x="1013" y="67"/>
                  </a:lnTo>
                  <a:lnTo>
                    <a:pt x="1022" y="77"/>
                  </a:lnTo>
                  <a:lnTo>
                    <a:pt x="1030" y="87"/>
                  </a:lnTo>
                  <a:lnTo>
                    <a:pt x="1037" y="99"/>
                  </a:lnTo>
                  <a:lnTo>
                    <a:pt x="1043" y="110"/>
                  </a:lnTo>
                  <a:lnTo>
                    <a:pt x="1047" y="122"/>
                  </a:lnTo>
                  <a:lnTo>
                    <a:pt x="1050" y="135"/>
                  </a:lnTo>
                  <a:lnTo>
                    <a:pt x="1052" y="148"/>
                  </a:lnTo>
                  <a:lnTo>
                    <a:pt x="1052" y="163"/>
                  </a:lnTo>
                  <a:lnTo>
                    <a:pt x="1052" y="163"/>
                  </a:lnTo>
                  <a:lnTo>
                    <a:pt x="1050" y="183"/>
                  </a:lnTo>
                  <a:lnTo>
                    <a:pt x="1047" y="203"/>
                  </a:lnTo>
                  <a:lnTo>
                    <a:pt x="1041" y="221"/>
                  </a:lnTo>
                  <a:lnTo>
                    <a:pt x="1034" y="237"/>
                  </a:lnTo>
                  <a:lnTo>
                    <a:pt x="1025" y="252"/>
                  </a:lnTo>
                  <a:lnTo>
                    <a:pt x="1014" y="264"/>
                  </a:lnTo>
                  <a:lnTo>
                    <a:pt x="1003" y="275"/>
                  </a:lnTo>
                  <a:lnTo>
                    <a:pt x="991" y="285"/>
                  </a:lnTo>
                  <a:lnTo>
                    <a:pt x="978" y="293"/>
                  </a:lnTo>
                  <a:lnTo>
                    <a:pt x="965" y="300"/>
                  </a:lnTo>
                  <a:lnTo>
                    <a:pt x="951" y="306"/>
                  </a:lnTo>
                  <a:lnTo>
                    <a:pt x="938" y="311"/>
                  </a:lnTo>
                  <a:lnTo>
                    <a:pt x="924" y="316"/>
                  </a:lnTo>
                  <a:lnTo>
                    <a:pt x="912" y="320"/>
                  </a:lnTo>
                  <a:lnTo>
                    <a:pt x="887" y="324"/>
                  </a:lnTo>
                  <a:lnTo>
                    <a:pt x="887" y="324"/>
                  </a:lnTo>
                  <a:lnTo>
                    <a:pt x="871" y="326"/>
                  </a:lnTo>
                  <a:lnTo>
                    <a:pt x="854" y="327"/>
                  </a:lnTo>
                  <a:lnTo>
                    <a:pt x="854" y="327"/>
                  </a:lnTo>
                  <a:lnTo>
                    <a:pt x="841" y="326"/>
                  </a:lnTo>
                  <a:lnTo>
                    <a:pt x="827" y="325"/>
                  </a:lnTo>
                  <a:lnTo>
                    <a:pt x="799" y="321"/>
                  </a:lnTo>
                  <a:lnTo>
                    <a:pt x="769" y="315"/>
                  </a:lnTo>
                  <a:lnTo>
                    <a:pt x="740" y="305"/>
                  </a:lnTo>
                  <a:lnTo>
                    <a:pt x="711" y="294"/>
                  </a:lnTo>
                  <a:lnTo>
                    <a:pt x="681" y="281"/>
                  </a:lnTo>
                  <a:lnTo>
                    <a:pt x="652" y="265"/>
                  </a:lnTo>
                  <a:lnTo>
                    <a:pt x="623" y="246"/>
                  </a:lnTo>
                  <a:lnTo>
                    <a:pt x="623" y="246"/>
                  </a:lnTo>
                  <a:lnTo>
                    <a:pt x="597" y="229"/>
                  </a:lnTo>
                  <a:lnTo>
                    <a:pt x="571" y="209"/>
                  </a:lnTo>
                  <a:lnTo>
                    <a:pt x="571" y="209"/>
                  </a:lnTo>
                  <a:lnTo>
                    <a:pt x="541" y="187"/>
                  </a:lnTo>
                  <a:lnTo>
                    <a:pt x="531" y="179"/>
                  </a:lnTo>
                  <a:lnTo>
                    <a:pt x="524" y="190"/>
                  </a:lnTo>
                  <a:lnTo>
                    <a:pt x="524" y="190"/>
                  </a:lnTo>
                  <a:lnTo>
                    <a:pt x="500" y="227"/>
                  </a:lnTo>
                  <a:lnTo>
                    <a:pt x="500" y="227"/>
                  </a:lnTo>
                  <a:lnTo>
                    <a:pt x="482" y="256"/>
                  </a:lnTo>
                  <a:lnTo>
                    <a:pt x="482" y="256"/>
                  </a:lnTo>
                  <a:lnTo>
                    <a:pt x="479" y="259"/>
                  </a:lnTo>
                  <a:lnTo>
                    <a:pt x="476" y="262"/>
                  </a:lnTo>
                  <a:lnTo>
                    <a:pt x="473" y="263"/>
                  </a:lnTo>
                  <a:lnTo>
                    <a:pt x="469" y="263"/>
                  </a:lnTo>
                  <a:lnTo>
                    <a:pt x="469" y="263"/>
                  </a:lnTo>
                  <a:lnTo>
                    <a:pt x="464" y="263"/>
                  </a:lnTo>
                  <a:lnTo>
                    <a:pt x="458" y="261"/>
                  </a:lnTo>
                  <a:lnTo>
                    <a:pt x="455" y="258"/>
                  </a:lnTo>
                  <a:lnTo>
                    <a:pt x="452" y="254"/>
                  </a:lnTo>
                  <a:lnTo>
                    <a:pt x="452" y="254"/>
                  </a:lnTo>
                  <a:lnTo>
                    <a:pt x="451" y="251"/>
                  </a:lnTo>
                  <a:lnTo>
                    <a:pt x="450" y="247"/>
                  </a:lnTo>
                  <a:lnTo>
                    <a:pt x="451" y="244"/>
                  </a:lnTo>
                  <a:lnTo>
                    <a:pt x="453" y="240"/>
                  </a:lnTo>
                  <a:lnTo>
                    <a:pt x="453" y="240"/>
                  </a:lnTo>
                  <a:lnTo>
                    <a:pt x="474" y="208"/>
                  </a:lnTo>
                  <a:lnTo>
                    <a:pt x="474" y="208"/>
                  </a:lnTo>
                  <a:lnTo>
                    <a:pt x="498" y="172"/>
                  </a:lnTo>
                  <a:lnTo>
                    <a:pt x="504" y="162"/>
                  </a:lnTo>
                  <a:lnTo>
                    <a:pt x="477" y="144"/>
                  </a:lnTo>
                  <a:lnTo>
                    <a:pt x="477" y="144"/>
                  </a:lnTo>
                  <a:lnTo>
                    <a:pt x="445" y="123"/>
                  </a:lnTo>
                  <a:lnTo>
                    <a:pt x="429" y="113"/>
                  </a:lnTo>
                  <a:lnTo>
                    <a:pt x="412" y="104"/>
                  </a:lnTo>
                  <a:lnTo>
                    <a:pt x="394" y="95"/>
                  </a:lnTo>
                  <a:lnTo>
                    <a:pt x="377" y="86"/>
                  </a:lnTo>
                  <a:lnTo>
                    <a:pt x="359" y="80"/>
                  </a:lnTo>
                  <a:lnTo>
                    <a:pt x="343" y="75"/>
                  </a:lnTo>
                  <a:lnTo>
                    <a:pt x="335" y="74"/>
                  </a:lnTo>
                  <a:lnTo>
                    <a:pt x="335" y="74"/>
                  </a:lnTo>
                  <a:lnTo>
                    <a:pt x="310" y="68"/>
                  </a:lnTo>
                  <a:lnTo>
                    <a:pt x="284" y="63"/>
                  </a:lnTo>
                  <a:lnTo>
                    <a:pt x="256" y="58"/>
                  </a:lnTo>
                  <a:lnTo>
                    <a:pt x="243" y="57"/>
                  </a:lnTo>
                  <a:lnTo>
                    <a:pt x="229" y="57"/>
                  </a:lnTo>
                  <a:lnTo>
                    <a:pt x="229" y="57"/>
                  </a:lnTo>
                  <a:lnTo>
                    <a:pt x="213" y="57"/>
                  </a:lnTo>
                  <a:lnTo>
                    <a:pt x="196" y="59"/>
                  </a:lnTo>
                  <a:lnTo>
                    <a:pt x="182" y="64"/>
                  </a:lnTo>
                  <a:lnTo>
                    <a:pt x="167" y="68"/>
                  </a:lnTo>
                  <a:lnTo>
                    <a:pt x="167" y="68"/>
                  </a:lnTo>
                  <a:lnTo>
                    <a:pt x="156" y="72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28" y="81"/>
                  </a:lnTo>
                  <a:lnTo>
                    <a:pt x="115" y="86"/>
                  </a:lnTo>
                  <a:lnTo>
                    <a:pt x="101" y="91"/>
                  </a:lnTo>
                  <a:lnTo>
                    <a:pt x="89" y="99"/>
                  </a:lnTo>
                  <a:lnTo>
                    <a:pt x="89" y="99"/>
                  </a:lnTo>
                  <a:lnTo>
                    <a:pt x="81" y="106"/>
                  </a:lnTo>
                  <a:lnTo>
                    <a:pt x="74" y="112"/>
                  </a:lnTo>
                  <a:lnTo>
                    <a:pt x="68" y="119"/>
                  </a:lnTo>
                  <a:lnTo>
                    <a:pt x="63" y="127"/>
                  </a:lnTo>
                  <a:lnTo>
                    <a:pt x="55" y="143"/>
                  </a:lnTo>
                  <a:lnTo>
                    <a:pt x="47" y="159"/>
                  </a:lnTo>
                  <a:lnTo>
                    <a:pt x="44" y="166"/>
                  </a:lnTo>
                  <a:lnTo>
                    <a:pt x="44" y="166"/>
                  </a:lnTo>
                  <a:lnTo>
                    <a:pt x="40" y="175"/>
                  </a:lnTo>
                  <a:lnTo>
                    <a:pt x="37" y="184"/>
                  </a:lnTo>
                  <a:lnTo>
                    <a:pt x="33" y="207"/>
                  </a:lnTo>
                  <a:lnTo>
                    <a:pt x="30" y="231"/>
                  </a:lnTo>
                  <a:lnTo>
                    <a:pt x="29" y="256"/>
                  </a:lnTo>
                  <a:lnTo>
                    <a:pt x="30" y="281"/>
                  </a:lnTo>
                  <a:lnTo>
                    <a:pt x="33" y="304"/>
                  </a:lnTo>
                  <a:lnTo>
                    <a:pt x="35" y="316"/>
                  </a:lnTo>
                  <a:lnTo>
                    <a:pt x="38" y="326"/>
                  </a:lnTo>
                  <a:lnTo>
                    <a:pt x="41" y="335"/>
                  </a:lnTo>
                  <a:lnTo>
                    <a:pt x="45" y="344"/>
                  </a:lnTo>
                  <a:lnTo>
                    <a:pt x="45" y="344"/>
                  </a:lnTo>
                  <a:lnTo>
                    <a:pt x="49" y="353"/>
                  </a:lnTo>
                  <a:lnTo>
                    <a:pt x="55" y="360"/>
                  </a:lnTo>
                  <a:lnTo>
                    <a:pt x="60" y="366"/>
                  </a:lnTo>
                  <a:lnTo>
                    <a:pt x="65" y="372"/>
                  </a:lnTo>
                  <a:lnTo>
                    <a:pt x="71" y="378"/>
                  </a:lnTo>
                  <a:lnTo>
                    <a:pt x="77" y="382"/>
                  </a:lnTo>
                  <a:lnTo>
                    <a:pt x="92" y="391"/>
                  </a:lnTo>
                  <a:lnTo>
                    <a:pt x="92" y="391"/>
                  </a:lnTo>
                  <a:lnTo>
                    <a:pt x="97" y="394"/>
                  </a:lnTo>
                  <a:lnTo>
                    <a:pt x="101" y="397"/>
                  </a:lnTo>
                  <a:lnTo>
                    <a:pt x="108" y="390"/>
                  </a:lnTo>
                  <a:lnTo>
                    <a:pt x="109" y="393"/>
                  </a:lnTo>
                  <a:lnTo>
                    <a:pt x="109" y="393"/>
                  </a:lnTo>
                  <a:lnTo>
                    <a:pt x="112" y="393"/>
                  </a:lnTo>
                  <a:lnTo>
                    <a:pt x="112" y="393"/>
                  </a:lnTo>
                  <a:lnTo>
                    <a:pt x="117" y="394"/>
                  </a:lnTo>
                  <a:lnTo>
                    <a:pt x="121" y="395"/>
                  </a:lnTo>
                  <a:lnTo>
                    <a:pt x="123" y="397"/>
                  </a:lnTo>
                  <a:lnTo>
                    <a:pt x="125" y="400"/>
                  </a:lnTo>
                  <a:lnTo>
                    <a:pt x="127" y="405"/>
                  </a:lnTo>
                  <a:lnTo>
                    <a:pt x="127" y="410"/>
                  </a:lnTo>
                  <a:lnTo>
                    <a:pt x="127" y="410"/>
                  </a:lnTo>
                  <a:lnTo>
                    <a:pt x="127" y="413"/>
                  </a:lnTo>
                  <a:lnTo>
                    <a:pt x="125" y="419"/>
                  </a:lnTo>
                  <a:lnTo>
                    <a:pt x="123" y="421"/>
                  </a:lnTo>
                  <a:lnTo>
                    <a:pt x="121" y="423"/>
                  </a:lnTo>
                  <a:lnTo>
                    <a:pt x="117" y="425"/>
                  </a:lnTo>
                  <a:lnTo>
                    <a:pt x="112" y="425"/>
                  </a:lnTo>
                  <a:lnTo>
                    <a:pt x="112" y="425"/>
                  </a:lnTo>
                  <a:lnTo>
                    <a:pt x="103" y="426"/>
                  </a:lnTo>
                  <a:lnTo>
                    <a:pt x="103" y="426"/>
                  </a:lnTo>
                  <a:lnTo>
                    <a:pt x="96" y="426"/>
                  </a:lnTo>
                  <a:lnTo>
                    <a:pt x="96" y="426"/>
                  </a:lnTo>
                  <a:close/>
                  <a:moveTo>
                    <a:pt x="819" y="29"/>
                  </a:moveTo>
                  <a:lnTo>
                    <a:pt x="819" y="29"/>
                  </a:lnTo>
                  <a:lnTo>
                    <a:pt x="805" y="31"/>
                  </a:lnTo>
                  <a:lnTo>
                    <a:pt x="788" y="32"/>
                  </a:lnTo>
                  <a:lnTo>
                    <a:pt x="771" y="34"/>
                  </a:lnTo>
                  <a:lnTo>
                    <a:pt x="754" y="37"/>
                  </a:lnTo>
                  <a:lnTo>
                    <a:pt x="736" y="41"/>
                  </a:lnTo>
                  <a:lnTo>
                    <a:pt x="717" y="46"/>
                  </a:lnTo>
                  <a:lnTo>
                    <a:pt x="675" y="58"/>
                  </a:lnTo>
                  <a:lnTo>
                    <a:pt x="675" y="58"/>
                  </a:lnTo>
                  <a:lnTo>
                    <a:pt x="659" y="65"/>
                  </a:lnTo>
                  <a:lnTo>
                    <a:pt x="643" y="72"/>
                  </a:lnTo>
                  <a:lnTo>
                    <a:pt x="628" y="80"/>
                  </a:lnTo>
                  <a:lnTo>
                    <a:pt x="613" y="90"/>
                  </a:lnTo>
                  <a:lnTo>
                    <a:pt x="599" y="101"/>
                  </a:lnTo>
                  <a:lnTo>
                    <a:pt x="586" y="113"/>
                  </a:lnTo>
                  <a:lnTo>
                    <a:pt x="572" y="127"/>
                  </a:lnTo>
                  <a:lnTo>
                    <a:pt x="559" y="142"/>
                  </a:lnTo>
                  <a:lnTo>
                    <a:pt x="550" y="152"/>
                  </a:lnTo>
                  <a:lnTo>
                    <a:pt x="562" y="160"/>
                  </a:lnTo>
                  <a:lnTo>
                    <a:pt x="562" y="160"/>
                  </a:lnTo>
                  <a:lnTo>
                    <a:pt x="582" y="174"/>
                  </a:lnTo>
                  <a:lnTo>
                    <a:pt x="602" y="190"/>
                  </a:lnTo>
                  <a:lnTo>
                    <a:pt x="602" y="190"/>
                  </a:lnTo>
                  <a:lnTo>
                    <a:pt x="632" y="213"/>
                  </a:lnTo>
                  <a:lnTo>
                    <a:pt x="648" y="224"/>
                  </a:lnTo>
                  <a:lnTo>
                    <a:pt x="664" y="234"/>
                  </a:lnTo>
                  <a:lnTo>
                    <a:pt x="664" y="234"/>
                  </a:lnTo>
                  <a:lnTo>
                    <a:pt x="688" y="246"/>
                  </a:lnTo>
                  <a:lnTo>
                    <a:pt x="704" y="255"/>
                  </a:lnTo>
                  <a:lnTo>
                    <a:pt x="723" y="264"/>
                  </a:lnTo>
                  <a:lnTo>
                    <a:pt x="744" y="272"/>
                  </a:lnTo>
                  <a:lnTo>
                    <a:pt x="765" y="279"/>
                  </a:lnTo>
                  <a:lnTo>
                    <a:pt x="787" y="286"/>
                  </a:lnTo>
                  <a:lnTo>
                    <a:pt x="797" y="288"/>
                  </a:lnTo>
                  <a:lnTo>
                    <a:pt x="808" y="289"/>
                  </a:lnTo>
                  <a:lnTo>
                    <a:pt x="808" y="289"/>
                  </a:lnTo>
                  <a:lnTo>
                    <a:pt x="834" y="291"/>
                  </a:lnTo>
                  <a:lnTo>
                    <a:pt x="859" y="292"/>
                  </a:lnTo>
                  <a:lnTo>
                    <a:pt x="859" y="292"/>
                  </a:lnTo>
                  <a:lnTo>
                    <a:pt x="882" y="291"/>
                  </a:lnTo>
                  <a:lnTo>
                    <a:pt x="903" y="289"/>
                  </a:lnTo>
                  <a:lnTo>
                    <a:pt x="922" y="285"/>
                  </a:lnTo>
                  <a:lnTo>
                    <a:pt x="940" y="279"/>
                  </a:lnTo>
                  <a:lnTo>
                    <a:pt x="955" y="273"/>
                  </a:lnTo>
                  <a:lnTo>
                    <a:pt x="970" y="265"/>
                  </a:lnTo>
                  <a:lnTo>
                    <a:pt x="983" y="255"/>
                  </a:lnTo>
                  <a:lnTo>
                    <a:pt x="994" y="243"/>
                  </a:lnTo>
                  <a:lnTo>
                    <a:pt x="994" y="243"/>
                  </a:lnTo>
                  <a:lnTo>
                    <a:pt x="1001" y="233"/>
                  </a:lnTo>
                  <a:lnTo>
                    <a:pt x="1007" y="222"/>
                  </a:lnTo>
                  <a:lnTo>
                    <a:pt x="1012" y="209"/>
                  </a:lnTo>
                  <a:lnTo>
                    <a:pt x="1016" y="197"/>
                  </a:lnTo>
                  <a:lnTo>
                    <a:pt x="1019" y="182"/>
                  </a:lnTo>
                  <a:lnTo>
                    <a:pt x="1021" y="169"/>
                  </a:lnTo>
                  <a:lnTo>
                    <a:pt x="1021" y="156"/>
                  </a:lnTo>
                  <a:lnTo>
                    <a:pt x="1020" y="142"/>
                  </a:lnTo>
                  <a:lnTo>
                    <a:pt x="1020" y="142"/>
                  </a:lnTo>
                  <a:lnTo>
                    <a:pt x="1019" y="134"/>
                  </a:lnTo>
                  <a:lnTo>
                    <a:pt x="1016" y="127"/>
                  </a:lnTo>
                  <a:lnTo>
                    <a:pt x="1014" y="119"/>
                  </a:lnTo>
                  <a:lnTo>
                    <a:pt x="1010" y="113"/>
                  </a:lnTo>
                  <a:lnTo>
                    <a:pt x="1007" y="107"/>
                  </a:lnTo>
                  <a:lnTo>
                    <a:pt x="1002" y="101"/>
                  </a:lnTo>
                  <a:lnTo>
                    <a:pt x="997" y="96"/>
                  </a:lnTo>
                  <a:lnTo>
                    <a:pt x="991" y="91"/>
                  </a:lnTo>
                  <a:lnTo>
                    <a:pt x="991" y="91"/>
                  </a:lnTo>
                  <a:lnTo>
                    <a:pt x="973" y="79"/>
                  </a:lnTo>
                  <a:lnTo>
                    <a:pt x="973" y="79"/>
                  </a:lnTo>
                  <a:lnTo>
                    <a:pt x="956" y="67"/>
                  </a:lnTo>
                  <a:lnTo>
                    <a:pt x="947" y="60"/>
                  </a:lnTo>
                  <a:lnTo>
                    <a:pt x="938" y="55"/>
                  </a:lnTo>
                  <a:lnTo>
                    <a:pt x="938" y="55"/>
                  </a:lnTo>
                  <a:lnTo>
                    <a:pt x="926" y="50"/>
                  </a:lnTo>
                  <a:lnTo>
                    <a:pt x="914" y="46"/>
                  </a:lnTo>
                  <a:lnTo>
                    <a:pt x="889" y="39"/>
                  </a:lnTo>
                  <a:lnTo>
                    <a:pt x="865" y="35"/>
                  </a:lnTo>
                  <a:lnTo>
                    <a:pt x="849" y="32"/>
                  </a:lnTo>
                  <a:lnTo>
                    <a:pt x="849" y="32"/>
                  </a:lnTo>
                  <a:lnTo>
                    <a:pt x="834" y="31"/>
                  </a:lnTo>
                  <a:lnTo>
                    <a:pt x="819" y="29"/>
                  </a:lnTo>
                  <a:lnTo>
                    <a:pt x="819" y="29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15974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59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415F97-27B3-4FBC-B96B-FD7239698916}" type="slidenum">
              <a:rPr lang="en-US" altLang="zh-CN" sz="790"/>
              <a:pPr/>
              <a:t>18</a:t>
            </a:fld>
            <a:endParaRPr lang="en-US" altLang="zh-CN" sz="790"/>
          </a:p>
        </p:txBody>
      </p:sp>
      <p:sp>
        <p:nvSpPr>
          <p:cNvPr id="159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773555"/>
            <a:ext cx="8095615" cy="4351020"/>
          </a:xfrm>
        </p:spPr>
        <p:txBody>
          <a:bodyPr>
            <a:noAutofit/>
          </a:bodyPr>
          <a:lstStyle/>
          <a:p>
            <a:pPr fontAlgn="auto">
              <a:lnSpc>
                <a:spcPct val="100000"/>
              </a:lnSpc>
              <a:spcBef>
                <a:spcPts val="1800"/>
              </a:spcBef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Initialize a forest of trees, each tree being a single node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Build a priority queue of edges with priority being lowest cost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  <a:buFontTx/>
              <a:buNone/>
            </a:pPr>
            <a:r>
              <a:rPr lang="en-US" altLang="zh-CN" sz="1800" dirty="0">
                <a:solidFill>
                  <a:srgbClr val="263AF8"/>
                </a:solidFill>
                <a:ea typeface="宋体" panose="02010600030101010101" pitchFamily="2" charset="-122"/>
              </a:rPr>
              <a:t>Repeat until |V| -1 edges have been accepted {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  <a:buFontTx/>
              <a:buNone/>
            </a:pPr>
            <a:r>
              <a:rPr lang="en-US" altLang="zh-CN" sz="1800" dirty="0">
                <a:solidFill>
                  <a:srgbClr val="CC0000"/>
                </a:solidFill>
                <a:ea typeface="宋体" panose="02010600030101010101" pitchFamily="2" charset="-122"/>
              </a:rPr>
              <a:t>	</a:t>
            </a:r>
            <a:r>
              <a:rPr lang="en-US" altLang="zh-CN" sz="1800" dirty="0" err="1">
                <a:solidFill>
                  <a:srgbClr val="263AF8"/>
                </a:solidFill>
                <a:ea typeface="宋体" panose="02010600030101010101" pitchFamily="2" charset="-122"/>
              </a:rPr>
              <a:t>Deletemin</a:t>
            </a:r>
            <a:r>
              <a:rPr lang="en-US" altLang="zh-CN" sz="1800" dirty="0">
                <a:solidFill>
                  <a:srgbClr val="263AF8"/>
                </a:solidFill>
                <a:ea typeface="宋体" panose="02010600030101010101" pitchFamily="2" charset="-122"/>
              </a:rPr>
              <a:t> edge from priority queue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  <a:buFontTx/>
              <a:buNone/>
            </a:pPr>
            <a:r>
              <a:rPr lang="en-US" altLang="zh-CN" sz="1800" dirty="0">
                <a:solidFill>
                  <a:srgbClr val="CC0000"/>
                </a:solidFill>
                <a:ea typeface="宋体" panose="02010600030101010101" pitchFamily="2" charset="-122"/>
              </a:rPr>
              <a:t>	</a:t>
            </a:r>
            <a:r>
              <a:rPr lang="en-US" altLang="zh-CN" sz="1800" dirty="0">
                <a:solidFill>
                  <a:srgbClr val="263AF8"/>
                </a:solidFill>
                <a:ea typeface="宋体" panose="02010600030101010101" pitchFamily="2" charset="-122"/>
              </a:rPr>
              <a:t>If it forms a cycle then discard it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  <a:buFontTx/>
              <a:buNone/>
            </a:pPr>
            <a:r>
              <a:rPr lang="en-US" altLang="zh-CN" sz="1800" dirty="0">
                <a:solidFill>
                  <a:srgbClr val="263AF8"/>
                </a:solidFill>
                <a:ea typeface="宋体" panose="02010600030101010101" pitchFamily="2" charset="-122"/>
              </a:rPr>
              <a:t>  else accept the edge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– It will join 2 existing trees yielding a larger tree and reducing the forest by one tree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  <a:buFontTx/>
              <a:buNone/>
            </a:pPr>
            <a:r>
              <a:rPr lang="en-US" altLang="zh-CN" sz="1800" dirty="0">
                <a:solidFill>
                  <a:srgbClr val="263AF8"/>
                </a:solidFill>
                <a:ea typeface="宋体" panose="02010600030101010101" pitchFamily="2" charset="-122"/>
              </a:rPr>
              <a:t>}</a:t>
            </a:r>
          </a:p>
          <a:p>
            <a:pPr fontAlgn="auto">
              <a:lnSpc>
                <a:spcPct val="100000"/>
              </a:lnSpc>
              <a:spcBef>
                <a:spcPts val="1800"/>
              </a:spcBef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The accepted edges form the minimum spanning tree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CC5236-5281-4422-9A9E-EC3FE2F7BA1E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455803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Detecting Cycles</a:t>
            </a:r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607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60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1C1375-A5E1-412C-8508-8390581A0E20}" type="slidenum">
              <a:rPr lang="en-US" altLang="zh-CN" sz="790"/>
              <a:pPr/>
              <a:t>19</a:t>
            </a:fld>
            <a:endParaRPr lang="en-US" altLang="zh-CN" sz="790"/>
          </a:p>
        </p:txBody>
      </p:sp>
      <p:sp>
        <p:nvSpPr>
          <p:cNvPr id="1607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1975" y="2044065"/>
            <a:ext cx="7886700" cy="372618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If the edge to be added (</a:t>
            </a:r>
            <a:r>
              <a:rPr lang="en-US" altLang="zh-CN" dirty="0" err="1">
                <a:ea typeface="宋体" panose="02010600030101010101" pitchFamily="2" charset="-122"/>
              </a:rPr>
              <a:t>u,v</a:t>
            </a:r>
            <a:r>
              <a:rPr lang="en-US" altLang="zh-CN" dirty="0">
                <a:ea typeface="宋体" panose="02010600030101010101" pitchFamily="2" charset="-122"/>
              </a:rPr>
              <a:t>) is such that vertices u and v belong to the same tree, then by adding (</a:t>
            </a:r>
            <a:r>
              <a:rPr lang="en-US" altLang="zh-CN" dirty="0" err="1">
                <a:ea typeface="宋体" panose="02010600030101010101" pitchFamily="2" charset="-122"/>
              </a:rPr>
              <a:t>u,v</a:t>
            </a:r>
            <a:r>
              <a:rPr lang="en-US" altLang="zh-CN" dirty="0">
                <a:ea typeface="宋体" panose="02010600030101010101" pitchFamily="2" charset="-122"/>
              </a:rPr>
              <a:t>) you would form a cycle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Therefore to check, 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Find(u)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and 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Find(v)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If they are the same discard (</a:t>
            </a:r>
            <a:r>
              <a:rPr lang="en-US" altLang="zh-CN" dirty="0" err="1">
                <a:ea typeface="宋体" panose="02010600030101010101" pitchFamily="2" charset="-122"/>
              </a:rPr>
              <a:t>u,v</a:t>
            </a:r>
            <a:r>
              <a:rPr lang="en-US" altLang="zh-CN" dirty="0">
                <a:ea typeface="宋体" panose="02010600030101010101" pitchFamily="2" charset="-122"/>
              </a:rPr>
              <a:t>) 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If they are different 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Union(Find(u),Find(v))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0BC634-295A-4463-A447-04BF2F394950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grpSp>
        <p:nvGrpSpPr>
          <p:cNvPr id="7" name="组合 6"/>
          <p:cNvGrpSpPr/>
          <p:nvPr/>
        </p:nvGrpSpPr>
        <p:grpSpPr>
          <a:xfrm>
            <a:off x="7877175" y="5426075"/>
            <a:ext cx="925830" cy="751840"/>
            <a:chOff x="6683" y="6632"/>
            <a:chExt cx="467" cy="379"/>
          </a:xfrm>
          <a:solidFill>
            <a:schemeClr val="accent1">
              <a:alpha val="21000"/>
            </a:schemeClr>
          </a:solidFill>
        </p:grpSpPr>
        <p:sp>
          <p:nvSpPr>
            <p:cNvPr id="1241" name="Freeform 377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6686" y="6632"/>
              <a:ext cx="464" cy="218"/>
            </a:xfrm>
            <a:custGeom>
              <a:avLst/>
              <a:gdLst>
                <a:gd name="T0" fmla="*/ 2 w 486"/>
                <a:gd name="T1" fmla="*/ 152 h 228"/>
                <a:gd name="T2" fmla="*/ 163 w 486"/>
                <a:gd name="T3" fmla="*/ 20 h 228"/>
                <a:gd name="T4" fmla="*/ 286 w 486"/>
                <a:gd name="T5" fmla="*/ 16 h 228"/>
                <a:gd name="T6" fmla="*/ 353 w 486"/>
                <a:gd name="T7" fmla="*/ 38 h 228"/>
                <a:gd name="T8" fmla="*/ 396 w 486"/>
                <a:gd name="T9" fmla="*/ 62 h 228"/>
                <a:gd name="T10" fmla="*/ 404 w 486"/>
                <a:gd name="T11" fmla="*/ 67 h 228"/>
                <a:gd name="T12" fmla="*/ 414 w 486"/>
                <a:gd name="T13" fmla="*/ 75 h 228"/>
                <a:gd name="T14" fmla="*/ 417 w 486"/>
                <a:gd name="T15" fmla="*/ 74 h 228"/>
                <a:gd name="T16" fmla="*/ 421 w 486"/>
                <a:gd name="T17" fmla="*/ 65 h 228"/>
                <a:gd name="T18" fmla="*/ 424 w 486"/>
                <a:gd name="T19" fmla="*/ 64 h 228"/>
                <a:gd name="T20" fmla="*/ 435 w 486"/>
                <a:gd name="T21" fmla="*/ 32 h 228"/>
                <a:gd name="T22" fmla="*/ 459 w 486"/>
                <a:gd name="T23" fmla="*/ 102 h 228"/>
                <a:gd name="T24" fmla="*/ 471 w 486"/>
                <a:gd name="T25" fmla="*/ 144 h 228"/>
                <a:gd name="T26" fmla="*/ 472 w 486"/>
                <a:gd name="T27" fmla="*/ 165 h 228"/>
                <a:gd name="T28" fmla="*/ 475 w 486"/>
                <a:gd name="T29" fmla="*/ 180 h 228"/>
                <a:gd name="T30" fmla="*/ 470 w 486"/>
                <a:gd name="T31" fmla="*/ 185 h 228"/>
                <a:gd name="T32" fmla="*/ 429 w 486"/>
                <a:gd name="T33" fmla="*/ 194 h 228"/>
                <a:gd name="T34" fmla="*/ 412 w 486"/>
                <a:gd name="T35" fmla="*/ 196 h 228"/>
                <a:gd name="T36" fmla="*/ 404 w 486"/>
                <a:gd name="T37" fmla="*/ 198 h 228"/>
                <a:gd name="T38" fmla="*/ 342 w 486"/>
                <a:gd name="T39" fmla="*/ 218 h 228"/>
                <a:gd name="T40" fmla="*/ 340 w 486"/>
                <a:gd name="T41" fmla="*/ 219 h 228"/>
                <a:gd name="T42" fmla="*/ 365 w 486"/>
                <a:gd name="T43" fmla="*/ 156 h 228"/>
                <a:gd name="T44" fmla="*/ 365 w 486"/>
                <a:gd name="T45" fmla="*/ 150 h 228"/>
                <a:gd name="T46" fmla="*/ 349 w 486"/>
                <a:gd name="T47" fmla="*/ 135 h 228"/>
                <a:gd name="T48" fmla="*/ 347 w 486"/>
                <a:gd name="T49" fmla="*/ 130 h 228"/>
                <a:gd name="T50" fmla="*/ 138 w 486"/>
                <a:gd name="T51" fmla="*/ 90 h 228"/>
                <a:gd name="T52" fmla="*/ 51 w 486"/>
                <a:gd name="T53" fmla="*/ 115 h 228"/>
                <a:gd name="T54" fmla="*/ 1 w 486"/>
                <a:gd name="T55" fmla="*/ 162 h 228"/>
                <a:gd name="T56" fmla="*/ 1 w 486"/>
                <a:gd name="T57" fmla="*/ 162 h 228"/>
                <a:gd name="T58" fmla="*/ 60 w 486"/>
                <a:gd name="T59" fmla="*/ 120 h 228"/>
                <a:gd name="T60" fmla="*/ 140 w 486"/>
                <a:gd name="T61" fmla="*/ 98 h 228"/>
                <a:gd name="T62" fmla="*/ 341 w 486"/>
                <a:gd name="T63" fmla="*/ 137 h 228"/>
                <a:gd name="T64" fmla="*/ 357 w 486"/>
                <a:gd name="T65" fmla="*/ 153 h 228"/>
                <a:gd name="T66" fmla="*/ 333 w 486"/>
                <a:gd name="T67" fmla="*/ 223 h 228"/>
                <a:gd name="T68" fmla="*/ 337 w 486"/>
                <a:gd name="T69" fmla="*/ 227 h 228"/>
                <a:gd name="T70" fmla="*/ 388 w 486"/>
                <a:gd name="T71" fmla="*/ 210 h 228"/>
                <a:gd name="T72" fmla="*/ 423 w 486"/>
                <a:gd name="T73" fmla="*/ 204 h 228"/>
                <a:gd name="T74" fmla="*/ 480 w 486"/>
                <a:gd name="T75" fmla="*/ 190 h 228"/>
                <a:gd name="T76" fmla="*/ 481 w 486"/>
                <a:gd name="T77" fmla="*/ 193 h 228"/>
                <a:gd name="T78" fmla="*/ 482 w 486"/>
                <a:gd name="T79" fmla="*/ 193 h 228"/>
                <a:gd name="T80" fmla="*/ 482 w 486"/>
                <a:gd name="T81" fmla="*/ 189 h 228"/>
                <a:gd name="T82" fmla="*/ 485 w 486"/>
                <a:gd name="T83" fmla="*/ 187 h 228"/>
                <a:gd name="T84" fmla="*/ 486 w 486"/>
                <a:gd name="T85" fmla="*/ 183 h 228"/>
                <a:gd name="T86" fmla="*/ 484 w 486"/>
                <a:gd name="T87" fmla="*/ 177 h 228"/>
                <a:gd name="T88" fmla="*/ 469 w 486"/>
                <a:gd name="T89" fmla="*/ 104 h 228"/>
                <a:gd name="T90" fmla="*/ 438 w 486"/>
                <a:gd name="T91" fmla="*/ 9 h 228"/>
                <a:gd name="T92" fmla="*/ 429 w 486"/>
                <a:gd name="T93" fmla="*/ 9 h 228"/>
                <a:gd name="T94" fmla="*/ 420 w 486"/>
                <a:gd name="T95" fmla="*/ 45 h 228"/>
                <a:gd name="T96" fmla="*/ 420 w 486"/>
                <a:gd name="T97" fmla="*/ 46 h 228"/>
                <a:gd name="T98" fmla="*/ 420 w 486"/>
                <a:gd name="T99" fmla="*/ 47 h 228"/>
                <a:gd name="T100" fmla="*/ 418 w 486"/>
                <a:gd name="T101" fmla="*/ 53 h 228"/>
                <a:gd name="T102" fmla="*/ 413 w 486"/>
                <a:gd name="T103" fmla="*/ 60 h 228"/>
                <a:gd name="T104" fmla="*/ 412 w 486"/>
                <a:gd name="T105" fmla="*/ 59 h 228"/>
                <a:gd name="T106" fmla="*/ 353 w 486"/>
                <a:gd name="T107" fmla="*/ 28 h 228"/>
                <a:gd name="T108" fmla="*/ 283 w 486"/>
                <a:gd name="T109" fmla="*/ 8 h 228"/>
                <a:gd name="T110" fmla="*/ 158 w 486"/>
                <a:gd name="T111" fmla="*/ 14 h 228"/>
                <a:gd name="T112" fmla="*/ 0 w 486"/>
                <a:gd name="T113" fmla="*/ 151 h 228"/>
                <a:gd name="T114" fmla="*/ 2 w 486"/>
                <a:gd name="T115" fmla="*/ 152 h 228"/>
                <a:gd name="T116" fmla="*/ 414 w 486"/>
                <a:gd name="T117" fmla="*/ 69 h 228"/>
                <a:gd name="T118" fmla="*/ 412 w 486"/>
                <a:gd name="T119" fmla="*/ 68 h 228"/>
                <a:gd name="T120" fmla="*/ 413 w 486"/>
                <a:gd name="T121" fmla="*/ 68 h 228"/>
                <a:gd name="T122" fmla="*/ 415 w 486"/>
                <a:gd name="T123" fmla="*/ 67 h 228"/>
                <a:gd name="T124" fmla="*/ 414 w 486"/>
                <a:gd name="T125" fmla="*/ 6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86" h="228">
                  <a:moveTo>
                    <a:pt x="2" y="152"/>
                  </a:moveTo>
                  <a:cubicBezTo>
                    <a:pt x="26" y="80"/>
                    <a:pt x="94" y="39"/>
                    <a:pt x="163" y="20"/>
                  </a:cubicBezTo>
                  <a:cubicBezTo>
                    <a:pt x="204" y="10"/>
                    <a:pt x="245" y="9"/>
                    <a:pt x="286" y="16"/>
                  </a:cubicBezTo>
                  <a:cubicBezTo>
                    <a:pt x="309" y="21"/>
                    <a:pt x="332" y="27"/>
                    <a:pt x="353" y="38"/>
                  </a:cubicBezTo>
                  <a:cubicBezTo>
                    <a:pt x="367" y="45"/>
                    <a:pt x="381" y="55"/>
                    <a:pt x="396" y="62"/>
                  </a:cubicBezTo>
                  <a:cubicBezTo>
                    <a:pt x="398" y="64"/>
                    <a:pt x="401" y="66"/>
                    <a:pt x="404" y="67"/>
                  </a:cubicBezTo>
                  <a:cubicBezTo>
                    <a:pt x="407" y="69"/>
                    <a:pt x="410" y="72"/>
                    <a:pt x="414" y="75"/>
                  </a:cubicBezTo>
                  <a:cubicBezTo>
                    <a:pt x="415" y="75"/>
                    <a:pt x="416" y="75"/>
                    <a:pt x="417" y="74"/>
                  </a:cubicBezTo>
                  <a:cubicBezTo>
                    <a:pt x="419" y="71"/>
                    <a:pt x="420" y="68"/>
                    <a:pt x="421" y="65"/>
                  </a:cubicBezTo>
                  <a:cubicBezTo>
                    <a:pt x="422" y="65"/>
                    <a:pt x="423" y="65"/>
                    <a:pt x="424" y="64"/>
                  </a:cubicBezTo>
                  <a:cubicBezTo>
                    <a:pt x="430" y="56"/>
                    <a:pt x="433" y="44"/>
                    <a:pt x="435" y="32"/>
                  </a:cubicBezTo>
                  <a:cubicBezTo>
                    <a:pt x="443" y="55"/>
                    <a:pt x="451" y="78"/>
                    <a:pt x="459" y="102"/>
                  </a:cubicBezTo>
                  <a:cubicBezTo>
                    <a:pt x="463" y="116"/>
                    <a:pt x="467" y="130"/>
                    <a:pt x="471" y="144"/>
                  </a:cubicBezTo>
                  <a:cubicBezTo>
                    <a:pt x="471" y="151"/>
                    <a:pt x="471" y="158"/>
                    <a:pt x="472" y="165"/>
                  </a:cubicBezTo>
                  <a:cubicBezTo>
                    <a:pt x="472" y="170"/>
                    <a:pt x="473" y="175"/>
                    <a:pt x="475" y="180"/>
                  </a:cubicBezTo>
                  <a:cubicBezTo>
                    <a:pt x="476" y="184"/>
                    <a:pt x="473" y="184"/>
                    <a:pt x="470" y="185"/>
                  </a:cubicBezTo>
                  <a:cubicBezTo>
                    <a:pt x="457" y="190"/>
                    <a:pt x="443" y="192"/>
                    <a:pt x="429" y="194"/>
                  </a:cubicBezTo>
                  <a:cubicBezTo>
                    <a:pt x="424" y="194"/>
                    <a:pt x="418" y="195"/>
                    <a:pt x="412" y="196"/>
                  </a:cubicBezTo>
                  <a:cubicBezTo>
                    <a:pt x="409" y="197"/>
                    <a:pt x="407" y="197"/>
                    <a:pt x="404" y="198"/>
                  </a:cubicBezTo>
                  <a:cubicBezTo>
                    <a:pt x="382" y="202"/>
                    <a:pt x="360" y="206"/>
                    <a:pt x="342" y="218"/>
                  </a:cubicBezTo>
                  <a:cubicBezTo>
                    <a:pt x="341" y="218"/>
                    <a:pt x="341" y="218"/>
                    <a:pt x="340" y="219"/>
                  </a:cubicBezTo>
                  <a:cubicBezTo>
                    <a:pt x="340" y="197"/>
                    <a:pt x="349" y="171"/>
                    <a:pt x="365" y="156"/>
                  </a:cubicBezTo>
                  <a:cubicBezTo>
                    <a:pt x="366" y="154"/>
                    <a:pt x="366" y="152"/>
                    <a:pt x="365" y="150"/>
                  </a:cubicBezTo>
                  <a:cubicBezTo>
                    <a:pt x="360" y="145"/>
                    <a:pt x="355" y="139"/>
                    <a:pt x="349" y="135"/>
                  </a:cubicBezTo>
                  <a:cubicBezTo>
                    <a:pt x="349" y="134"/>
                    <a:pt x="349" y="132"/>
                    <a:pt x="347" y="130"/>
                  </a:cubicBezTo>
                  <a:cubicBezTo>
                    <a:pt x="288" y="87"/>
                    <a:pt x="208" y="78"/>
                    <a:pt x="138" y="90"/>
                  </a:cubicBezTo>
                  <a:cubicBezTo>
                    <a:pt x="108" y="95"/>
                    <a:pt x="79" y="104"/>
                    <a:pt x="51" y="115"/>
                  </a:cubicBezTo>
                  <a:cubicBezTo>
                    <a:pt x="32" y="124"/>
                    <a:pt x="5" y="138"/>
                    <a:pt x="1" y="162"/>
                  </a:cubicBezTo>
                  <a:cubicBezTo>
                    <a:pt x="1" y="162"/>
                    <a:pt x="1" y="162"/>
                    <a:pt x="1" y="162"/>
                  </a:cubicBezTo>
                  <a:cubicBezTo>
                    <a:pt x="13" y="140"/>
                    <a:pt x="39" y="129"/>
                    <a:pt x="60" y="120"/>
                  </a:cubicBezTo>
                  <a:cubicBezTo>
                    <a:pt x="86" y="110"/>
                    <a:pt x="113" y="103"/>
                    <a:pt x="140" y="98"/>
                  </a:cubicBezTo>
                  <a:cubicBezTo>
                    <a:pt x="208" y="86"/>
                    <a:pt x="285" y="96"/>
                    <a:pt x="341" y="137"/>
                  </a:cubicBezTo>
                  <a:cubicBezTo>
                    <a:pt x="345" y="143"/>
                    <a:pt x="351" y="148"/>
                    <a:pt x="357" y="153"/>
                  </a:cubicBezTo>
                  <a:cubicBezTo>
                    <a:pt x="341" y="171"/>
                    <a:pt x="332" y="200"/>
                    <a:pt x="333" y="223"/>
                  </a:cubicBezTo>
                  <a:cubicBezTo>
                    <a:pt x="333" y="226"/>
                    <a:pt x="335" y="228"/>
                    <a:pt x="337" y="227"/>
                  </a:cubicBezTo>
                  <a:cubicBezTo>
                    <a:pt x="355" y="222"/>
                    <a:pt x="371" y="215"/>
                    <a:pt x="388" y="210"/>
                  </a:cubicBezTo>
                  <a:cubicBezTo>
                    <a:pt x="400" y="208"/>
                    <a:pt x="412" y="206"/>
                    <a:pt x="423" y="204"/>
                  </a:cubicBezTo>
                  <a:cubicBezTo>
                    <a:pt x="441" y="201"/>
                    <a:pt x="464" y="201"/>
                    <a:pt x="480" y="190"/>
                  </a:cubicBezTo>
                  <a:cubicBezTo>
                    <a:pt x="481" y="191"/>
                    <a:pt x="481" y="192"/>
                    <a:pt x="481" y="193"/>
                  </a:cubicBezTo>
                  <a:cubicBezTo>
                    <a:pt x="481" y="193"/>
                    <a:pt x="482" y="193"/>
                    <a:pt x="482" y="193"/>
                  </a:cubicBezTo>
                  <a:cubicBezTo>
                    <a:pt x="482" y="191"/>
                    <a:pt x="482" y="190"/>
                    <a:pt x="482" y="189"/>
                  </a:cubicBezTo>
                  <a:cubicBezTo>
                    <a:pt x="483" y="188"/>
                    <a:pt x="484" y="188"/>
                    <a:pt x="485" y="187"/>
                  </a:cubicBezTo>
                  <a:cubicBezTo>
                    <a:pt x="486" y="186"/>
                    <a:pt x="486" y="184"/>
                    <a:pt x="486" y="183"/>
                  </a:cubicBezTo>
                  <a:cubicBezTo>
                    <a:pt x="485" y="181"/>
                    <a:pt x="484" y="179"/>
                    <a:pt x="484" y="177"/>
                  </a:cubicBezTo>
                  <a:cubicBezTo>
                    <a:pt x="485" y="153"/>
                    <a:pt x="475" y="125"/>
                    <a:pt x="469" y="104"/>
                  </a:cubicBezTo>
                  <a:cubicBezTo>
                    <a:pt x="460" y="72"/>
                    <a:pt x="448" y="41"/>
                    <a:pt x="438" y="9"/>
                  </a:cubicBezTo>
                  <a:cubicBezTo>
                    <a:pt x="437" y="5"/>
                    <a:pt x="430" y="4"/>
                    <a:pt x="429" y="9"/>
                  </a:cubicBezTo>
                  <a:cubicBezTo>
                    <a:pt x="427" y="22"/>
                    <a:pt x="423" y="34"/>
                    <a:pt x="420" y="45"/>
                  </a:cubicBezTo>
                  <a:cubicBezTo>
                    <a:pt x="420" y="46"/>
                    <a:pt x="420" y="46"/>
                    <a:pt x="420" y="46"/>
                  </a:cubicBezTo>
                  <a:cubicBezTo>
                    <a:pt x="420" y="46"/>
                    <a:pt x="420" y="46"/>
                    <a:pt x="420" y="47"/>
                  </a:cubicBezTo>
                  <a:cubicBezTo>
                    <a:pt x="419" y="49"/>
                    <a:pt x="419" y="51"/>
                    <a:pt x="418" y="53"/>
                  </a:cubicBezTo>
                  <a:cubicBezTo>
                    <a:pt x="417" y="56"/>
                    <a:pt x="415" y="58"/>
                    <a:pt x="413" y="60"/>
                  </a:cubicBezTo>
                  <a:cubicBezTo>
                    <a:pt x="413" y="60"/>
                    <a:pt x="412" y="59"/>
                    <a:pt x="412" y="59"/>
                  </a:cubicBezTo>
                  <a:cubicBezTo>
                    <a:pt x="392" y="49"/>
                    <a:pt x="373" y="38"/>
                    <a:pt x="353" y="28"/>
                  </a:cubicBezTo>
                  <a:cubicBezTo>
                    <a:pt x="331" y="17"/>
                    <a:pt x="307" y="12"/>
                    <a:pt x="283" y="8"/>
                  </a:cubicBezTo>
                  <a:cubicBezTo>
                    <a:pt x="241" y="0"/>
                    <a:pt x="199" y="3"/>
                    <a:pt x="158" y="14"/>
                  </a:cubicBezTo>
                  <a:cubicBezTo>
                    <a:pt x="88" y="33"/>
                    <a:pt x="21" y="78"/>
                    <a:pt x="0" y="151"/>
                  </a:cubicBezTo>
                  <a:cubicBezTo>
                    <a:pt x="0" y="152"/>
                    <a:pt x="1" y="152"/>
                    <a:pt x="2" y="152"/>
                  </a:cubicBezTo>
                  <a:close/>
                  <a:moveTo>
                    <a:pt x="414" y="69"/>
                  </a:moveTo>
                  <a:cubicBezTo>
                    <a:pt x="413" y="69"/>
                    <a:pt x="412" y="68"/>
                    <a:pt x="412" y="68"/>
                  </a:cubicBezTo>
                  <a:cubicBezTo>
                    <a:pt x="412" y="68"/>
                    <a:pt x="413" y="68"/>
                    <a:pt x="413" y="68"/>
                  </a:cubicBezTo>
                  <a:cubicBezTo>
                    <a:pt x="414" y="67"/>
                    <a:pt x="414" y="67"/>
                    <a:pt x="415" y="67"/>
                  </a:cubicBezTo>
                  <a:cubicBezTo>
                    <a:pt x="414" y="68"/>
                    <a:pt x="414" y="68"/>
                    <a:pt x="414" y="6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42" name="Freeform 378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683" y="6795"/>
              <a:ext cx="467" cy="216"/>
            </a:xfrm>
            <a:custGeom>
              <a:avLst/>
              <a:gdLst>
                <a:gd name="T0" fmla="*/ 2 w 490"/>
                <a:gd name="T1" fmla="*/ 40 h 227"/>
                <a:gd name="T2" fmla="*/ 364 w 490"/>
                <a:gd name="T3" fmla="*/ 185 h 227"/>
                <a:gd name="T4" fmla="*/ 136 w 490"/>
                <a:gd name="T5" fmla="*/ 16 h 227"/>
                <a:gd name="T6" fmla="*/ 421 w 490"/>
                <a:gd name="T7" fmla="*/ 155 h 227"/>
                <a:gd name="T8" fmla="*/ 41 w 490"/>
                <a:gd name="T9" fmla="*/ 166 h 227"/>
                <a:gd name="T10" fmla="*/ 40 w 490"/>
                <a:gd name="T11" fmla="*/ 111 h 227"/>
                <a:gd name="T12" fmla="*/ 144 w 490"/>
                <a:gd name="T13" fmla="*/ 19 h 227"/>
                <a:gd name="T14" fmla="*/ 379 w 490"/>
                <a:gd name="T15" fmla="*/ 132 h 227"/>
                <a:gd name="T16" fmla="*/ 52 w 490"/>
                <a:gd name="T17" fmla="*/ 166 h 227"/>
                <a:gd name="T18" fmla="*/ 94 w 490"/>
                <a:gd name="T19" fmla="*/ 102 h 227"/>
                <a:gd name="T20" fmla="*/ 227 w 490"/>
                <a:gd name="T21" fmla="*/ 137 h 227"/>
                <a:gd name="T22" fmla="*/ 108 w 490"/>
                <a:gd name="T23" fmla="*/ 165 h 227"/>
                <a:gd name="T24" fmla="*/ 80 w 490"/>
                <a:gd name="T25" fmla="*/ 63 h 227"/>
                <a:gd name="T26" fmla="*/ 105 w 490"/>
                <a:gd name="T27" fmla="*/ 38 h 227"/>
                <a:gd name="T28" fmla="*/ 77 w 490"/>
                <a:gd name="T29" fmla="*/ 91 h 227"/>
                <a:gd name="T30" fmla="*/ 45 w 490"/>
                <a:gd name="T31" fmla="*/ 60 h 227"/>
                <a:gd name="T32" fmla="*/ 80 w 490"/>
                <a:gd name="T33" fmla="*/ 112 h 227"/>
                <a:gd name="T34" fmla="*/ 156 w 490"/>
                <a:gd name="T35" fmla="*/ 129 h 227"/>
                <a:gd name="T36" fmla="*/ 226 w 490"/>
                <a:gd name="T37" fmla="*/ 175 h 227"/>
                <a:gd name="T38" fmla="*/ 244 w 490"/>
                <a:gd name="T39" fmla="*/ 177 h 227"/>
                <a:gd name="T40" fmla="*/ 300 w 490"/>
                <a:gd name="T41" fmla="*/ 154 h 227"/>
                <a:gd name="T42" fmla="*/ 169 w 490"/>
                <a:gd name="T43" fmla="*/ 147 h 227"/>
                <a:gd name="T44" fmla="*/ 115 w 490"/>
                <a:gd name="T45" fmla="*/ 145 h 227"/>
                <a:gd name="T46" fmla="*/ 199 w 490"/>
                <a:gd name="T47" fmla="*/ 170 h 227"/>
                <a:gd name="T48" fmla="*/ 181 w 490"/>
                <a:gd name="T49" fmla="*/ 145 h 227"/>
                <a:gd name="T50" fmla="*/ 102 w 490"/>
                <a:gd name="T51" fmla="*/ 137 h 227"/>
                <a:gd name="T52" fmla="*/ 85 w 490"/>
                <a:gd name="T53" fmla="*/ 118 h 227"/>
                <a:gd name="T54" fmla="*/ 102 w 490"/>
                <a:gd name="T55" fmla="*/ 148 h 227"/>
                <a:gd name="T56" fmla="*/ 173 w 490"/>
                <a:gd name="T57" fmla="*/ 167 h 227"/>
                <a:gd name="T58" fmla="*/ 361 w 490"/>
                <a:gd name="T59" fmla="*/ 157 h 227"/>
                <a:gd name="T60" fmla="*/ 375 w 490"/>
                <a:gd name="T61" fmla="*/ 160 h 227"/>
                <a:gd name="T62" fmla="*/ 329 w 490"/>
                <a:gd name="T63" fmla="*/ 160 h 227"/>
                <a:gd name="T64" fmla="*/ 195 w 490"/>
                <a:gd name="T65" fmla="*/ 144 h 227"/>
                <a:gd name="T66" fmla="*/ 133 w 490"/>
                <a:gd name="T67" fmla="*/ 122 h 227"/>
                <a:gd name="T68" fmla="*/ 104 w 490"/>
                <a:gd name="T69" fmla="*/ 110 h 227"/>
                <a:gd name="T70" fmla="*/ 124 w 490"/>
                <a:gd name="T71" fmla="*/ 30 h 227"/>
                <a:gd name="T72" fmla="*/ 41 w 490"/>
                <a:gd name="T73" fmla="*/ 55 h 227"/>
                <a:gd name="T74" fmla="*/ 54 w 490"/>
                <a:gd name="T75" fmla="*/ 99 h 227"/>
                <a:gd name="T76" fmla="*/ 53 w 490"/>
                <a:gd name="T77" fmla="*/ 139 h 227"/>
                <a:gd name="T78" fmla="*/ 89 w 490"/>
                <a:gd name="T79" fmla="*/ 153 h 227"/>
                <a:gd name="T80" fmla="*/ 149 w 490"/>
                <a:gd name="T81" fmla="*/ 175 h 227"/>
                <a:gd name="T82" fmla="*/ 202 w 490"/>
                <a:gd name="T83" fmla="*/ 188 h 227"/>
                <a:gd name="T84" fmla="*/ 266 w 490"/>
                <a:gd name="T85" fmla="*/ 194 h 227"/>
                <a:gd name="T86" fmla="*/ 336 w 490"/>
                <a:gd name="T87" fmla="*/ 170 h 227"/>
                <a:gd name="T88" fmla="*/ 443 w 490"/>
                <a:gd name="T89" fmla="*/ 121 h 227"/>
                <a:gd name="T90" fmla="*/ 307 w 490"/>
                <a:gd name="T91" fmla="*/ 142 h 227"/>
                <a:gd name="T92" fmla="*/ 195 w 490"/>
                <a:gd name="T93" fmla="*/ 131 h 227"/>
                <a:gd name="T94" fmla="*/ 133 w 490"/>
                <a:gd name="T95" fmla="*/ 104 h 227"/>
                <a:gd name="T96" fmla="*/ 118 w 490"/>
                <a:gd name="T97" fmla="*/ 66 h 227"/>
                <a:gd name="T98" fmla="*/ 75 w 490"/>
                <a:gd name="T99" fmla="*/ 31 h 227"/>
                <a:gd name="T100" fmla="*/ 44 w 490"/>
                <a:gd name="T101" fmla="*/ 112 h 227"/>
                <a:gd name="T102" fmla="*/ 78 w 490"/>
                <a:gd name="T103" fmla="*/ 156 h 227"/>
                <a:gd name="T104" fmla="*/ 199 w 490"/>
                <a:gd name="T105" fmla="*/ 192 h 227"/>
                <a:gd name="T106" fmla="*/ 311 w 490"/>
                <a:gd name="T107" fmla="*/ 201 h 227"/>
                <a:gd name="T108" fmla="*/ 456 w 490"/>
                <a:gd name="T109" fmla="*/ 108 h 227"/>
                <a:gd name="T110" fmla="*/ 388 w 490"/>
                <a:gd name="T111" fmla="*/ 131 h 227"/>
                <a:gd name="T112" fmla="*/ 125 w 490"/>
                <a:gd name="T113" fmla="*/ 94 h 227"/>
                <a:gd name="T114" fmla="*/ 16 w 490"/>
                <a:gd name="T115" fmla="*/ 84 h 227"/>
                <a:gd name="T116" fmla="*/ 38 w 490"/>
                <a:gd name="T117" fmla="*/ 126 h 227"/>
                <a:gd name="T118" fmla="*/ 72 w 490"/>
                <a:gd name="T119" fmla="*/ 161 h 227"/>
                <a:gd name="T120" fmla="*/ 364 w 490"/>
                <a:gd name="T121" fmla="*/ 194 h 227"/>
                <a:gd name="T122" fmla="*/ 138 w 490"/>
                <a:gd name="T123" fmla="*/ 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0" h="227">
                  <a:moveTo>
                    <a:pt x="486" y="68"/>
                  </a:moveTo>
                  <a:cubicBezTo>
                    <a:pt x="486" y="67"/>
                    <a:pt x="486" y="67"/>
                    <a:pt x="486" y="66"/>
                  </a:cubicBezTo>
                  <a:cubicBezTo>
                    <a:pt x="486" y="66"/>
                    <a:pt x="486" y="66"/>
                    <a:pt x="486" y="66"/>
                  </a:cubicBezTo>
                  <a:cubicBezTo>
                    <a:pt x="479" y="78"/>
                    <a:pt x="468" y="87"/>
                    <a:pt x="457" y="93"/>
                  </a:cubicBezTo>
                  <a:cubicBezTo>
                    <a:pt x="456" y="93"/>
                    <a:pt x="456" y="93"/>
                    <a:pt x="456" y="93"/>
                  </a:cubicBezTo>
                  <a:cubicBezTo>
                    <a:pt x="456" y="94"/>
                    <a:pt x="456" y="94"/>
                    <a:pt x="456" y="94"/>
                  </a:cubicBezTo>
                  <a:cubicBezTo>
                    <a:pt x="453" y="96"/>
                    <a:pt x="449" y="97"/>
                    <a:pt x="446" y="99"/>
                  </a:cubicBezTo>
                  <a:cubicBezTo>
                    <a:pt x="446" y="99"/>
                    <a:pt x="446" y="99"/>
                    <a:pt x="446" y="99"/>
                  </a:cubicBezTo>
                  <a:cubicBezTo>
                    <a:pt x="446" y="97"/>
                    <a:pt x="443" y="97"/>
                    <a:pt x="443" y="98"/>
                  </a:cubicBezTo>
                  <a:cubicBezTo>
                    <a:pt x="443" y="99"/>
                    <a:pt x="443" y="100"/>
                    <a:pt x="443" y="101"/>
                  </a:cubicBezTo>
                  <a:cubicBezTo>
                    <a:pt x="441" y="102"/>
                    <a:pt x="438" y="103"/>
                    <a:pt x="436" y="103"/>
                  </a:cubicBezTo>
                  <a:cubicBezTo>
                    <a:pt x="436" y="102"/>
                    <a:pt x="436" y="101"/>
                    <a:pt x="436" y="100"/>
                  </a:cubicBezTo>
                  <a:cubicBezTo>
                    <a:pt x="436" y="100"/>
                    <a:pt x="436" y="100"/>
                    <a:pt x="436" y="100"/>
                  </a:cubicBezTo>
                  <a:cubicBezTo>
                    <a:pt x="435" y="102"/>
                    <a:pt x="435" y="103"/>
                    <a:pt x="435" y="104"/>
                  </a:cubicBezTo>
                  <a:cubicBezTo>
                    <a:pt x="432" y="105"/>
                    <a:pt x="429" y="107"/>
                    <a:pt x="426" y="108"/>
                  </a:cubicBezTo>
                  <a:cubicBezTo>
                    <a:pt x="401" y="118"/>
                    <a:pt x="374" y="125"/>
                    <a:pt x="346" y="130"/>
                  </a:cubicBezTo>
                  <a:cubicBezTo>
                    <a:pt x="344" y="130"/>
                    <a:pt x="341" y="131"/>
                    <a:pt x="339" y="131"/>
                  </a:cubicBezTo>
                  <a:cubicBezTo>
                    <a:pt x="318" y="132"/>
                    <a:pt x="298" y="134"/>
                    <a:pt x="278" y="134"/>
                  </a:cubicBezTo>
                  <a:cubicBezTo>
                    <a:pt x="233" y="132"/>
                    <a:pt x="189" y="120"/>
                    <a:pt x="153" y="96"/>
                  </a:cubicBezTo>
                  <a:cubicBezTo>
                    <a:pt x="154" y="94"/>
                    <a:pt x="151" y="92"/>
                    <a:pt x="149" y="94"/>
                  </a:cubicBezTo>
                  <a:cubicBezTo>
                    <a:pt x="149" y="94"/>
                    <a:pt x="149" y="94"/>
                    <a:pt x="149" y="94"/>
                  </a:cubicBezTo>
                  <a:cubicBezTo>
                    <a:pt x="148" y="93"/>
                    <a:pt x="147" y="92"/>
                    <a:pt x="146" y="91"/>
                  </a:cubicBezTo>
                  <a:cubicBezTo>
                    <a:pt x="142" y="84"/>
                    <a:pt x="136" y="80"/>
                    <a:pt x="130" y="74"/>
                  </a:cubicBezTo>
                  <a:cubicBezTo>
                    <a:pt x="146" y="57"/>
                    <a:pt x="155" y="28"/>
                    <a:pt x="154" y="4"/>
                  </a:cubicBezTo>
                  <a:cubicBezTo>
                    <a:pt x="154" y="2"/>
                    <a:pt x="152" y="0"/>
                    <a:pt x="149" y="1"/>
                  </a:cubicBezTo>
                  <a:cubicBezTo>
                    <a:pt x="132" y="6"/>
                    <a:pt x="115" y="12"/>
                    <a:pt x="98" y="18"/>
                  </a:cubicBezTo>
                  <a:cubicBezTo>
                    <a:pt x="87" y="20"/>
                    <a:pt x="75" y="22"/>
                    <a:pt x="64" y="24"/>
                  </a:cubicBezTo>
                  <a:cubicBezTo>
                    <a:pt x="46" y="27"/>
                    <a:pt x="22" y="27"/>
                    <a:pt x="6" y="37"/>
                  </a:cubicBezTo>
                  <a:cubicBezTo>
                    <a:pt x="6" y="37"/>
                    <a:pt x="6" y="36"/>
                    <a:pt x="6" y="35"/>
                  </a:cubicBezTo>
                  <a:cubicBezTo>
                    <a:pt x="6" y="35"/>
                    <a:pt x="5" y="35"/>
                    <a:pt x="5" y="35"/>
                  </a:cubicBezTo>
                  <a:cubicBezTo>
                    <a:pt x="5" y="36"/>
                    <a:pt x="5" y="38"/>
                    <a:pt x="4" y="39"/>
                  </a:cubicBezTo>
                  <a:cubicBezTo>
                    <a:pt x="4" y="39"/>
                    <a:pt x="3" y="40"/>
                    <a:pt x="2" y="40"/>
                  </a:cubicBezTo>
                  <a:cubicBezTo>
                    <a:pt x="1" y="41"/>
                    <a:pt x="0" y="44"/>
                    <a:pt x="1" y="45"/>
                  </a:cubicBezTo>
                  <a:cubicBezTo>
                    <a:pt x="2" y="47"/>
                    <a:pt x="2" y="49"/>
                    <a:pt x="3" y="50"/>
                  </a:cubicBezTo>
                  <a:cubicBezTo>
                    <a:pt x="2" y="75"/>
                    <a:pt x="12" y="102"/>
                    <a:pt x="18" y="123"/>
                  </a:cubicBezTo>
                  <a:cubicBezTo>
                    <a:pt x="27" y="155"/>
                    <a:pt x="39" y="186"/>
                    <a:pt x="49" y="218"/>
                  </a:cubicBezTo>
                  <a:cubicBezTo>
                    <a:pt x="50" y="222"/>
                    <a:pt x="57" y="223"/>
                    <a:pt x="58" y="218"/>
                  </a:cubicBezTo>
                  <a:cubicBezTo>
                    <a:pt x="59" y="206"/>
                    <a:pt x="63" y="194"/>
                    <a:pt x="66" y="182"/>
                  </a:cubicBezTo>
                  <a:cubicBezTo>
                    <a:pt x="67" y="182"/>
                    <a:pt x="67" y="182"/>
                    <a:pt x="67" y="182"/>
                  </a:cubicBezTo>
                  <a:cubicBezTo>
                    <a:pt x="67" y="182"/>
                    <a:pt x="67" y="181"/>
                    <a:pt x="67" y="181"/>
                  </a:cubicBezTo>
                  <a:cubicBezTo>
                    <a:pt x="67" y="180"/>
                    <a:pt x="67" y="179"/>
                    <a:pt x="67" y="179"/>
                  </a:cubicBezTo>
                  <a:cubicBezTo>
                    <a:pt x="68" y="178"/>
                    <a:pt x="69" y="177"/>
                    <a:pt x="70" y="177"/>
                  </a:cubicBezTo>
                  <a:cubicBezTo>
                    <a:pt x="71" y="176"/>
                    <a:pt x="70" y="175"/>
                    <a:pt x="69" y="175"/>
                  </a:cubicBezTo>
                  <a:cubicBezTo>
                    <a:pt x="69" y="175"/>
                    <a:pt x="68" y="175"/>
                    <a:pt x="68" y="176"/>
                  </a:cubicBezTo>
                  <a:cubicBezTo>
                    <a:pt x="68" y="175"/>
                    <a:pt x="68" y="175"/>
                    <a:pt x="68" y="174"/>
                  </a:cubicBezTo>
                  <a:cubicBezTo>
                    <a:pt x="70" y="172"/>
                    <a:pt x="71" y="169"/>
                    <a:pt x="74" y="168"/>
                  </a:cubicBezTo>
                  <a:cubicBezTo>
                    <a:pt x="74" y="168"/>
                    <a:pt x="75" y="168"/>
                    <a:pt x="75" y="169"/>
                  </a:cubicBezTo>
                  <a:cubicBezTo>
                    <a:pt x="95" y="179"/>
                    <a:pt x="114" y="190"/>
                    <a:pt x="134" y="200"/>
                  </a:cubicBezTo>
                  <a:cubicBezTo>
                    <a:pt x="155" y="211"/>
                    <a:pt x="180" y="216"/>
                    <a:pt x="204" y="220"/>
                  </a:cubicBezTo>
                  <a:cubicBezTo>
                    <a:pt x="246" y="227"/>
                    <a:pt x="288" y="225"/>
                    <a:pt x="329" y="213"/>
                  </a:cubicBezTo>
                  <a:cubicBezTo>
                    <a:pt x="335" y="212"/>
                    <a:pt x="341" y="210"/>
                    <a:pt x="346" y="208"/>
                  </a:cubicBezTo>
                  <a:cubicBezTo>
                    <a:pt x="347" y="208"/>
                    <a:pt x="347" y="209"/>
                    <a:pt x="348" y="209"/>
                  </a:cubicBezTo>
                  <a:cubicBezTo>
                    <a:pt x="350" y="208"/>
                    <a:pt x="352" y="207"/>
                    <a:pt x="353" y="206"/>
                  </a:cubicBezTo>
                  <a:cubicBezTo>
                    <a:pt x="385" y="194"/>
                    <a:pt x="415" y="177"/>
                    <a:pt x="439" y="154"/>
                  </a:cubicBezTo>
                  <a:cubicBezTo>
                    <a:pt x="444" y="151"/>
                    <a:pt x="448" y="147"/>
                    <a:pt x="452" y="142"/>
                  </a:cubicBezTo>
                  <a:cubicBezTo>
                    <a:pt x="462" y="132"/>
                    <a:pt x="469" y="119"/>
                    <a:pt x="475" y="106"/>
                  </a:cubicBezTo>
                  <a:cubicBezTo>
                    <a:pt x="475" y="105"/>
                    <a:pt x="476" y="105"/>
                    <a:pt x="476" y="104"/>
                  </a:cubicBezTo>
                  <a:cubicBezTo>
                    <a:pt x="477" y="103"/>
                    <a:pt x="477" y="103"/>
                    <a:pt x="478" y="102"/>
                  </a:cubicBezTo>
                  <a:cubicBezTo>
                    <a:pt x="479" y="102"/>
                    <a:pt x="479" y="100"/>
                    <a:pt x="478" y="99"/>
                  </a:cubicBezTo>
                  <a:cubicBezTo>
                    <a:pt x="481" y="93"/>
                    <a:pt x="484" y="86"/>
                    <a:pt x="486" y="80"/>
                  </a:cubicBezTo>
                  <a:cubicBezTo>
                    <a:pt x="487" y="77"/>
                    <a:pt x="488" y="73"/>
                    <a:pt x="489" y="70"/>
                  </a:cubicBezTo>
                  <a:cubicBezTo>
                    <a:pt x="490" y="68"/>
                    <a:pt x="487" y="66"/>
                    <a:pt x="486" y="68"/>
                  </a:cubicBezTo>
                  <a:close/>
                  <a:moveTo>
                    <a:pt x="360" y="195"/>
                  </a:moveTo>
                  <a:cubicBezTo>
                    <a:pt x="362" y="192"/>
                    <a:pt x="363" y="188"/>
                    <a:pt x="364" y="185"/>
                  </a:cubicBezTo>
                  <a:cubicBezTo>
                    <a:pt x="365" y="185"/>
                    <a:pt x="365" y="185"/>
                    <a:pt x="366" y="184"/>
                  </a:cubicBezTo>
                  <a:cubicBezTo>
                    <a:pt x="364" y="188"/>
                    <a:pt x="363" y="192"/>
                    <a:pt x="361" y="195"/>
                  </a:cubicBezTo>
                  <a:cubicBezTo>
                    <a:pt x="361" y="195"/>
                    <a:pt x="360" y="195"/>
                    <a:pt x="360" y="195"/>
                  </a:cubicBezTo>
                  <a:close/>
                  <a:moveTo>
                    <a:pt x="346" y="201"/>
                  </a:moveTo>
                  <a:cubicBezTo>
                    <a:pt x="347" y="198"/>
                    <a:pt x="348" y="196"/>
                    <a:pt x="349" y="193"/>
                  </a:cubicBezTo>
                  <a:cubicBezTo>
                    <a:pt x="351" y="192"/>
                    <a:pt x="353" y="191"/>
                    <a:pt x="355" y="190"/>
                  </a:cubicBezTo>
                  <a:cubicBezTo>
                    <a:pt x="353" y="193"/>
                    <a:pt x="352" y="196"/>
                    <a:pt x="350" y="199"/>
                  </a:cubicBezTo>
                  <a:cubicBezTo>
                    <a:pt x="349" y="200"/>
                    <a:pt x="347" y="200"/>
                    <a:pt x="346" y="201"/>
                  </a:cubicBezTo>
                  <a:close/>
                  <a:moveTo>
                    <a:pt x="322" y="208"/>
                  </a:moveTo>
                  <a:cubicBezTo>
                    <a:pt x="320" y="208"/>
                    <a:pt x="317" y="209"/>
                    <a:pt x="315" y="209"/>
                  </a:cubicBezTo>
                  <a:cubicBezTo>
                    <a:pt x="315" y="209"/>
                    <a:pt x="315" y="208"/>
                    <a:pt x="316" y="208"/>
                  </a:cubicBezTo>
                  <a:cubicBezTo>
                    <a:pt x="318" y="207"/>
                    <a:pt x="320" y="206"/>
                    <a:pt x="322" y="205"/>
                  </a:cubicBezTo>
                  <a:cubicBezTo>
                    <a:pt x="322" y="205"/>
                    <a:pt x="323" y="205"/>
                    <a:pt x="323" y="205"/>
                  </a:cubicBezTo>
                  <a:cubicBezTo>
                    <a:pt x="323" y="206"/>
                    <a:pt x="323" y="207"/>
                    <a:pt x="322" y="208"/>
                  </a:cubicBezTo>
                  <a:close/>
                  <a:moveTo>
                    <a:pt x="174" y="205"/>
                  </a:moveTo>
                  <a:cubicBezTo>
                    <a:pt x="175" y="205"/>
                    <a:pt x="176" y="204"/>
                    <a:pt x="176" y="203"/>
                  </a:cubicBezTo>
                  <a:cubicBezTo>
                    <a:pt x="181" y="204"/>
                    <a:pt x="185" y="204"/>
                    <a:pt x="189" y="204"/>
                  </a:cubicBezTo>
                  <a:cubicBezTo>
                    <a:pt x="188" y="206"/>
                    <a:pt x="187" y="207"/>
                    <a:pt x="186" y="208"/>
                  </a:cubicBezTo>
                  <a:cubicBezTo>
                    <a:pt x="182" y="207"/>
                    <a:pt x="178" y="206"/>
                    <a:pt x="174" y="205"/>
                  </a:cubicBezTo>
                  <a:close/>
                  <a:moveTo>
                    <a:pt x="159" y="201"/>
                  </a:moveTo>
                  <a:cubicBezTo>
                    <a:pt x="164" y="202"/>
                    <a:pt x="169" y="202"/>
                    <a:pt x="174" y="203"/>
                  </a:cubicBezTo>
                  <a:cubicBezTo>
                    <a:pt x="173" y="204"/>
                    <a:pt x="172" y="204"/>
                    <a:pt x="172" y="205"/>
                  </a:cubicBezTo>
                  <a:cubicBezTo>
                    <a:pt x="168" y="203"/>
                    <a:pt x="163" y="202"/>
                    <a:pt x="159" y="201"/>
                  </a:cubicBezTo>
                  <a:close/>
                  <a:moveTo>
                    <a:pt x="147" y="9"/>
                  </a:moveTo>
                  <a:cubicBezTo>
                    <a:pt x="147" y="14"/>
                    <a:pt x="146" y="18"/>
                    <a:pt x="145" y="23"/>
                  </a:cubicBezTo>
                  <a:cubicBezTo>
                    <a:pt x="145" y="23"/>
                    <a:pt x="145" y="22"/>
                    <a:pt x="145" y="22"/>
                  </a:cubicBezTo>
                  <a:cubicBezTo>
                    <a:pt x="145" y="18"/>
                    <a:pt x="146" y="14"/>
                    <a:pt x="147" y="10"/>
                  </a:cubicBezTo>
                  <a:cubicBezTo>
                    <a:pt x="147" y="9"/>
                    <a:pt x="146" y="9"/>
                    <a:pt x="146" y="9"/>
                  </a:cubicBezTo>
                  <a:cubicBezTo>
                    <a:pt x="146" y="12"/>
                    <a:pt x="145" y="15"/>
                    <a:pt x="144" y="18"/>
                  </a:cubicBezTo>
                  <a:cubicBezTo>
                    <a:pt x="144" y="17"/>
                    <a:pt x="144" y="16"/>
                    <a:pt x="143" y="16"/>
                  </a:cubicBezTo>
                  <a:cubicBezTo>
                    <a:pt x="141" y="16"/>
                    <a:pt x="139" y="17"/>
                    <a:pt x="138" y="17"/>
                  </a:cubicBezTo>
                  <a:cubicBezTo>
                    <a:pt x="137" y="17"/>
                    <a:pt x="137" y="16"/>
                    <a:pt x="136" y="16"/>
                  </a:cubicBezTo>
                  <a:cubicBezTo>
                    <a:pt x="137" y="15"/>
                    <a:pt x="138" y="14"/>
                    <a:pt x="138" y="14"/>
                  </a:cubicBezTo>
                  <a:cubicBezTo>
                    <a:pt x="141" y="12"/>
                    <a:pt x="143" y="11"/>
                    <a:pt x="145" y="10"/>
                  </a:cubicBezTo>
                  <a:cubicBezTo>
                    <a:pt x="146" y="9"/>
                    <a:pt x="146" y="9"/>
                    <a:pt x="147" y="9"/>
                  </a:cubicBezTo>
                  <a:close/>
                  <a:moveTo>
                    <a:pt x="140" y="44"/>
                  </a:moveTo>
                  <a:cubicBezTo>
                    <a:pt x="139" y="43"/>
                    <a:pt x="139" y="43"/>
                    <a:pt x="138" y="42"/>
                  </a:cubicBezTo>
                  <a:cubicBezTo>
                    <a:pt x="141" y="36"/>
                    <a:pt x="143" y="29"/>
                    <a:pt x="144" y="23"/>
                  </a:cubicBezTo>
                  <a:cubicBezTo>
                    <a:pt x="145" y="23"/>
                    <a:pt x="145" y="23"/>
                    <a:pt x="145" y="24"/>
                  </a:cubicBezTo>
                  <a:cubicBezTo>
                    <a:pt x="144" y="30"/>
                    <a:pt x="142" y="37"/>
                    <a:pt x="140" y="44"/>
                  </a:cubicBezTo>
                  <a:close/>
                  <a:moveTo>
                    <a:pt x="131" y="61"/>
                  </a:moveTo>
                  <a:cubicBezTo>
                    <a:pt x="130" y="61"/>
                    <a:pt x="130" y="60"/>
                    <a:pt x="129" y="60"/>
                  </a:cubicBezTo>
                  <a:cubicBezTo>
                    <a:pt x="130" y="60"/>
                    <a:pt x="130" y="59"/>
                    <a:pt x="130" y="59"/>
                  </a:cubicBezTo>
                  <a:cubicBezTo>
                    <a:pt x="131" y="59"/>
                    <a:pt x="132" y="58"/>
                    <a:pt x="133" y="57"/>
                  </a:cubicBezTo>
                  <a:cubicBezTo>
                    <a:pt x="133" y="58"/>
                    <a:pt x="132" y="60"/>
                    <a:pt x="131" y="61"/>
                  </a:cubicBezTo>
                  <a:close/>
                  <a:moveTo>
                    <a:pt x="135" y="90"/>
                  </a:moveTo>
                  <a:cubicBezTo>
                    <a:pt x="134" y="93"/>
                    <a:pt x="133" y="96"/>
                    <a:pt x="132" y="98"/>
                  </a:cubicBezTo>
                  <a:cubicBezTo>
                    <a:pt x="130" y="97"/>
                    <a:pt x="129" y="96"/>
                    <a:pt x="127" y="95"/>
                  </a:cubicBezTo>
                  <a:cubicBezTo>
                    <a:pt x="129" y="93"/>
                    <a:pt x="131" y="91"/>
                    <a:pt x="133" y="89"/>
                  </a:cubicBezTo>
                  <a:cubicBezTo>
                    <a:pt x="134" y="89"/>
                    <a:pt x="134" y="90"/>
                    <a:pt x="135" y="90"/>
                  </a:cubicBezTo>
                  <a:close/>
                  <a:moveTo>
                    <a:pt x="185" y="122"/>
                  </a:moveTo>
                  <a:cubicBezTo>
                    <a:pt x="185" y="122"/>
                    <a:pt x="184" y="123"/>
                    <a:pt x="184" y="123"/>
                  </a:cubicBezTo>
                  <a:cubicBezTo>
                    <a:pt x="182" y="122"/>
                    <a:pt x="179" y="121"/>
                    <a:pt x="177" y="120"/>
                  </a:cubicBezTo>
                  <a:cubicBezTo>
                    <a:pt x="177" y="120"/>
                    <a:pt x="177" y="119"/>
                    <a:pt x="177" y="119"/>
                  </a:cubicBezTo>
                  <a:cubicBezTo>
                    <a:pt x="180" y="120"/>
                    <a:pt x="182" y="121"/>
                    <a:pt x="185" y="122"/>
                  </a:cubicBezTo>
                  <a:close/>
                  <a:moveTo>
                    <a:pt x="451" y="133"/>
                  </a:moveTo>
                  <a:cubicBezTo>
                    <a:pt x="451" y="130"/>
                    <a:pt x="452" y="127"/>
                    <a:pt x="453" y="124"/>
                  </a:cubicBezTo>
                  <a:cubicBezTo>
                    <a:pt x="456" y="122"/>
                    <a:pt x="458" y="119"/>
                    <a:pt x="460" y="117"/>
                  </a:cubicBezTo>
                  <a:cubicBezTo>
                    <a:pt x="459" y="119"/>
                    <a:pt x="459" y="120"/>
                    <a:pt x="458" y="122"/>
                  </a:cubicBezTo>
                  <a:cubicBezTo>
                    <a:pt x="456" y="126"/>
                    <a:pt x="453" y="130"/>
                    <a:pt x="451" y="133"/>
                  </a:cubicBezTo>
                  <a:close/>
                  <a:moveTo>
                    <a:pt x="413" y="163"/>
                  </a:moveTo>
                  <a:cubicBezTo>
                    <a:pt x="414" y="160"/>
                    <a:pt x="415" y="156"/>
                    <a:pt x="416" y="153"/>
                  </a:cubicBezTo>
                  <a:cubicBezTo>
                    <a:pt x="419" y="151"/>
                    <a:pt x="422" y="148"/>
                    <a:pt x="425" y="146"/>
                  </a:cubicBezTo>
                  <a:cubicBezTo>
                    <a:pt x="424" y="149"/>
                    <a:pt x="423" y="152"/>
                    <a:pt x="421" y="155"/>
                  </a:cubicBezTo>
                  <a:cubicBezTo>
                    <a:pt x="421" y="156"/>
                    <a:pt x="422" y="157"/>
                    <a:pt x="423" y="156"/>
                  </a:cubicBezTo>
                  <a:cubicBezTo>
                    <a:pt x="427" y="154"/>
                    <a:pt x="429" y="147"/>
                    <a:pt x="430" y="142"/>
                  </a:cubicBezTo>
                  <a:cubicBezTo>
                    <a:pt x="431" y="141"/>
                    <a:pt x="432" y="140"/>
                    <a:pt x="433" y="139"/>
                  </a:cubicBezTo>
                  <a:cubicBezTo>
                    <a:pt x="432" y="143"/>
                    <a:pt x="431" y="147"/>
                    <a:pt x="431" y="151"/>
                  </a:cubicBezTo>
                  <a:cubicBezTo>
                    <a:pt x="425" y="156"/>
                    <a:pt x="419" y="159"/>
                    <a:pt x="413" y="163"/>
                  </a:cubicBezTo>
                  <a:close/>
                  <a:moveTo>
                    <a:pt x="402" y="170"/>
                  </a:moveTo>
                  <a:cubicBezTo>
                    <a:pt x="402" y="167"/>
                    <a:pt x="403" y="165"/>
                    <a:pt x="404" y="162"/>
                  </a:cubicBezTo>
                  <a:cubicBezTo>
                    <a:pt x="406" y="161"/>
                    <a:pt x="407" y="160"/>
                    <a:pt x="409" y="159"/>
                  </a:cubicBezTo>
                  <a:cubicBezTo>
                    <a:pt x="407" y="162"/>
                    <a:pt x="406" y="164"/>
                    <a:pt x="405" y="167"/>
                  </a:cubicBezTo>
                  <a:cubicBezTo>
                    <a:pt x="404" y="168"/>
                    <a:pt x="403" y="169"/>
                    <a:pt x="402" y="170"/>
                  </a:cubicBezTo>
                  <a:close/>
                  <a:moveTo>
                    <a:pt x="236" y="216"/>
                  </a:moveTo>
                  <a:cubicBezTo>
                    <a:pt x="231" y="215"/>
                    <a:pt x="227" y="215"/>
                    <a:pt x="222" y="214"/>
                  </a:cubicBezTo>
                  <a:cubicBezTo>
                    <a:pt x="224" y="211"/>
                    <a:pt x="225" y="208"/>
                    <a:pt x="227" y="204"/>
                  </a:cubicBezTo>
                  <a:cubicBezTo>
                    <a:pt x="233" y="204"/>
                    <a:pt x="238" y="204"/>
                    <a:pt x="243" y="203"/>
                  </a:cubicBezTo>
                  <a:cubicBezTo>
                    <a:pt x="241" y="207"/>
                    <a:pt x="239" y="210"/>
                    <a:pt x="237" y="214"/>
                  </a:cubicBezTo>
                  <a:cubicBezTo>
                    <a:pt x="237" y="214"/>
                    <a:pt x="236" y="215"/>
                    <a:pt x="236" y="216"/>
                  </a:cubicBezTo>
                  <a:close/>
                  <a:moveTo>
                    <a:pt x="199" y="199"/>
                  </a:moveTo>
                  <a:cubicBezTo>
                    <a:pt x="201" y="197"/>
                    <a:pt x="203" y="195"/>
                    <a:pt x="204" y="193"/>
                  </a:cubicBezTo>
                  <a:cubicBezTo>
                    <a:pt x="206" y="193"/>
                    <a:pt x="207" y="193"/>
                    <a:pt x="209" y="194"/>
                  </a:cubicBezTo>
                  <a:cubicBezTo>
                    <a:pt x="210" y="194"/>
                    <a:pt x="212" y="194"/>
                    <a:pt x="213" y="194"/>
                  </a:cubicBezTo>
                  <a:cubicBezTo>
                    <a:pt x="212" y="196"/>
                    <a:pt x="211" y="198"/>
                    <a:pt x="210" y="199"/>
                  </a:cubicBezTo>
                  <a:cubicBezTo>
                    <a:pt x="206" y="199"/>
                    <a:pt x="203" y="199"/>
                    <a:pt x="199" y="199"/>
                  </a:cubicBezTo>
                  <a:close/>
                  <a:moveTo>
                    <a:pt x="55" y="181"/>
                  </a:moveTo>
                  <a:cubicBezTo>
                    <a:pt x="55" y="181"/>
                    <a:pt x="54" y="181"/>
                    <a:pt x="54" y="181"/>
                  </a:cubicBezTo>
                  <a:cubicBezTo>
                    <a:pt x="54" y="182"/>
                    <a:pt x="54" y="182"/>
                    <a:pt x="53" y="182"/>
                  </a:cubicBezTo>
                  <a:cubicBezTo>
                    <a:pt x="54" y="179"/>
                    <a:pt x="54" y="176"/>
                    <a:pt x="55" y="173"/>
                  </a:cubicBezTo>
                  <a:cubicBezTo>
                    <a:pt x="55" y="173"/>
                    <a:pt x="55" y="173"/>
                    <a:pt x="55" y="172"/>
                  </a:cubicBezTo>
                  <a:cubicBezTo>
                    <a:pt x="56" y="170"/>
                    <a:pt x="57" y="167"/>
                    <a:pt x="58" y="164"/>
                  </a:cubicBezTo>
                  <a:cubicBezTo>
                    <a:pt x="58" y="164"/>
                    <a:pt x="59" y="164"/>
                    <a:pt x="59" y="164"/>
                  </a:cubicBezTo>
                  <a:cubicBezTo>
                    <a:pt x="57" y="169"/>
                    <a:pt x="56" y="175"/>
                    <a:pt x="55" y="181"/>
                  </a:cubicBezTo>
                  <a:close/>
                  <a:moveTo>
                    <a:pt x="46" y="179"/>
                  </a:moveTo>
                  <a:cubicBezTo>
                    <a:pt x="44" y="175"/>
                    <a:pt x="43" y="170"/>
                    <a:pt x="41" y="166"/>
                  </a:cubicBezTo>
                  <a:cubicBezTo>
                    <a:pt x="43" y="166"/>
                    <a:pt x="45" y="166"/>
                    <a:pt x="47" y="166"/>
                  </a:cubicBezTo>
                  <a:cubicBezTo>
                    <a:pt x="46" y="168"/>
                    <a:pt x="46" y="170"/>
                    <a:pt x="46" y="172"/>
                  </a:cubicBezTo>
                  <a:cubicBezTo>
                    <a:pt x="45" y="175"/>
                    <a:pt x="49" y="176"/>
                    <a:pt x="50" y="173"/>
                  </a:cubicBezTo>
                  <a:cubicBezTo>
                    <a:pt x="50" y="171"/>
                    <a:pt x="50" y="170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0" y="173"/>
                    <a:pt x="49" y="177"/>
                    <a:pt x="49" y="181"/>
                  </a:cubicBezTo>
                  <a:cubicBezTo>
                    <a:pt x="48" y="180"/>
                    <a:pt x="47" y="180"/>
                    <a:pt x="46" y="179"/>
                  </a:cubicBezTo>
                  <a:cubicBezTo>
                    <a:pt x="46" y="179"/>
                    <a:pt x="46" y="179"/>
                    <a:pt x="46" y="179"/>
                  </a:cubicBezTo>
                  <a:close/>
                  <a:moveTo>
                    <a:pt x="38" y="148"/>
                  </a:moveTo>
                  <a:cubicBezTo>
                    <a:pt x="38" y="144"/>
                    <a:pt x="39" y="140"/>
                    <a:pt x="40" y="136"/>
                  </a:cubicBezTo>
                  <a:cubicBezTo>
                    <a:pt x="41" y="135"/>
                    <a:pt x="43" y="135"/>
                    <a:pt x="45" y="135"/>
                  </a:cubicBezTo>
                  <a:cubicBezTo>
                    <a:pt x="47" y="138"/>
                    <a:pt x="50" y="140"/>
                    <a:pt x="52" y="143"/>
                  </a:cubicBezTo>
                  <a:cubicBezTo>
                    <a:pt x="50" y="149"/>
                    <a:pt x="49" y="154"/>
                    <a:pt x="48" y="160"/>
                  </a:cubicBezTo>
                  <a:cubicBezTo>
                    <a:pt x="45" y="155"/>
                    <a:pt x="42" y="151"/>
                    <a:pt x="38" y="148"/>
                  </a:cubicBezTo>
                  <a:close/>
                  <a:moveTo>
                    <a:pt x="34" y="143"/>
                  </a:moveTo>
                  <a:cubicBezTo>
                    <a:pt x="33" y="142"/>
                    <a:pt x="33" y="141"/>
                    <a:pt x="32" y="139"/>
                  </a:cubicBezTo>
                  <a:cubicBezTo>
                    <a:pt x="32" y="139"/>
                    <a:pt x="33" y="139"/>
                    <a:pt x="33" y="138"/>
                  </a:cubicBezTo>
                  <a:cubicBezTo>
                    <a:pt x="33" y="137"/>
                    <a:pt x="33" y="137"/>
                    <a:pt x="33" y="136"/>
                  </a:cubicBezTo>
                  <a:cubicBezTo>
                    <a:pt x="34" y="136"/>
                    <a:pt x="34" y="136"/>
                    <a:pt x="35" y="136"/>
                  </a:cubicBezTo>
                  <a:cubicBezTo>
                    <a:pt x="34" y="139"/>
                    <a:pt x="34" y="141"/>
                    <a:pt x="34" y="144"/>
                  </a:cubicBezTo>
                  <a:cubicBezTo>
                    <a:pt x="34" y="143"/>
                    <a:pt x="34" y="143"/>
                    <a:pt x="34" y="143"/>
                  </a:cubicBezTo>
                  <a:close/>
                  <a:moveTo>
                    <a:pt x="40" y="107"/>
                  </a:moveTo>
                  <a:cubicBezTo>
                    <a:pt x="42" y="103"/>
                    <a:pt x="44" y="99"/>
                    <a:pt x="46" y="94"/>
                  </a:cubicBezTo>
                  <a:cubicBezTo>
                    <a:pt x="46" y="94"/>
                    <a:pt x="47" y="94"/>
                    <a:pt x="48" y="94"/>
                  </a:cubicBezTo>
                  <a:cubicBezTo>
                    <a:pt x="49" y="95"/>
                    <a:pt x="50" y="97"/>
                    <a:pt x="51" y="98"/>
                  </a:cubicBezTo>
                  <a:cubicBezTo>
                    <a:pt x="49" y="101"/>
                    <a:pt x="48" y="105"/>
                    <a:pt x="46" y="109"/>
                  </a:cubicBezTo>
                  <a:cubicBezTo>
                    <a:pt x="45" y="109"/>
                    <a:pt x="44" y="110"/>
                    <a:pt x="43" y="110"/>
                  </a:cubicBezTo>
                  <a:cubicBezTo>
                    <a:pt x="42" y="109"/>
                    <a:pt x="41" y="108"/>
                    <a:pt x="40" y="107"/>
                  </a:cubicBezTo>
                  <a:close/>
                  <a:moveTo>
                    <a:pt x="40" y="111"/>
                  </a:moveTo>
                  <a:cubicBezTo>
                    <a:pt x="39" y="111"/>
                    <a:pt x="39" y="111"/>
                    <a:pt x="39" y="111"/>
                  </a:cubicBezTo>
                  <a:cubicBezTo>
                    <a:pt x="39" y="111"/>
                    <a:pt x="39" y="111"/>
                    <a:pt x="39" y="110"/>
                  </a:cubicBezTo>
                  <a:cubicBezTo>
                    <a:pt x="39" y="111"/>
                    <a:pt x="40" y="111"/>
                    <a:pt x="40" y="111"/>
                  </a:cubicBezTo>
                  <a:close/>
                  <a:moveTo>
                    <a:pt x="22" y="82"/>
                  </a:moveTo>
                  <a:cubicBezTo>
                    <a:pt x="26" y="82"/>
                    <a:pt x="30" y="81"/>
                    <a:pt x="34" y="80"/>
                  </a:cubicBezTo>
                  <a:cubicBezTo>
                    <a:pt x="32" y="85"/>
                    <a:pt x="30" y="91"/>
                    <a:pt x="28" y="96"/>
                  </a:cubicBezTo>
                  <a:cubicBezTo>
                    <a:pt x="25" y="94"/>
                    <a:pt x="23" y="92"/>
                    <a:pt x="21" y="90"/>
                  </a:cubicBezTo>
                  <a:cubicBezTo>
                    <a:pt x="21" y="90"/>
                    <a:pt x="21" y="90"/>
                    <a:pt x="20" y="90"/>
                  </a:cubicBezTo>
                  <a:cubicBezTo>
                    <a:pt x="21" y="87"/>
                    <a:pt x="21" y="85"/>
                    <a:pt x="22" y="82"/>
                  </a:cubicBezTo>
                  <a:close/>
                  <a:moveTo>
                    <a:pt x="20" y="45"/>
                  </a:moveTo>
                  <a:cubicBezTo>
                    <a:pt x="19" y="48"/>
                    <a:pt x="18" y="50"/>
                    <a:pt x="17" y="53"/>
                  </a:cubicBezTo>
                  <a:cubicBezTo>
                    <a:pt x="16" y="52"/>
                    <a:pt x="14" y="51"/>
                    <a:pt x="13" y="50"/>
                  </a:cubicBezTo>
                  <a:cubicBezTo>
                    <a:pt x="12" y="49"/>
                    <a:pt x="12" y="48"/>
                    <a:pt x="12" y="48"/>
                  </a:cubicBezTo>
                  <a:cubicBezTo>
                    <a:pt x="11" y="44"/>
                    <a:pt x="13" y="44"/>
                    <a:pt x="17" y="43"/>
                  </a:cubicBezTo>
                  <a:cubicBezTo>
                    <a:pt x="17" y="42"/>
                    <a:pt x="18" y="42"/>
                    <a:pt x="18" y="42"/>
                  </a:cubicBezTo>
                  <a:cubicBezTo>
                    <a:pt x="22" y="43"/>
                    <a:pt x="26" y="43"/>
                    <a:pt x="30" y="42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0" y="49"/>
                    <a:pt x="28" y="54"/>
                    <a:pt x="26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7"/>
                    <a:pt x="20" y="55"/>
                    <a:pt x="18" y="53"/>
                  </a:cubicBezTo>
                  <a:cubicBezTo>
                    <a:pt x="19" y="51"/>
                    <a:pt x="20" y="48"/>
                    <a:pt x="21" y="46"/>
                  </a:cubicBezTo>
                  <a:cubicBezTo>
                    <a:pt x="21" y="45"/>
                    <a:pt x="20" y="45"/>
                    <a:pt x="20" y="45"/>
                  </a:cubicBezTo>
                  <a:close/>
                  <a:moveTo>
                    <a:pt x="134" y="16"/>
                  </a:moveTo>
                  <a:cubicBezTo>
                    <a:pt x="135" y="16"/>
                    <a:pt x="135" y="16"/>
                    <a:pt x="135" y="16"/>
                  </a:cubicBezTo>
                  <a:cubicBezTo>
                    <a:pt x="135" y="16"/>
                    <a:pt x="135" y="17"/>
                    <a:pt x="134" y="17"/>
                  </a:cubicBezTo>
                  <a:cubicBezTo>
                    <a:pt x="133" y="17"/>
                    <a:pt x="131" y="18"/>
                    <a:pt x="129" y="18"/>
                  </a:cubicBezTo>
                  <a:cubicBezTo>
                    <a:pt x="131" y="17"/>
                    <a:pt x="133" y="16"/>
                    <a:pt x="134" y="16"/>
                  </a:cubicBezTo>
                  <a:close/>
                  <a:moveTo>
                    <a:pt x="135" y="15"/>
                  </a:moveTo>
                  <a:cubicBezTo>
                    <a:pt x="135" y="15"/>
                    <a:pt x="136" y="15"/>
                    <a:pt x="137" y="14"/>
                  </a:cubicBezTo>
                  <a:cubicBezTo>
                    <a:pt x="136" y="15"/>
                    <a:pt x="136" y="15"/>
                    <a:pt x="136" y="16"/>
                  </a:cubicBezTo>
                  <a:cubicBezTo>
                    <a:pt x="135" y="16"/>
                    <a:pt x="135" y="15"/>
                    <a:pt x="135" y="15"/>
                  </a:cubicBezTo>
                  <a:close/>
                  <a:moveTo>
                    <a:pt x="144" y="21"/>
                  </a:moveTo>
                  <a:cubicBezTo>
                    <a:pt x="143" y="21"/>
                    <a:pt x="143" y="20"/>
                    <a:pt x="142" y="20"/>
                  </a:cubicBezTo>
                  <a:cubicBezTo>
                    <a:pt x="143" y="20"/>
                    <a:pt x="143" y="20"/>
                    <a:pt x="143" y="20"/>
                  </a:cubicBezTo>
                  <a:cubicBezTo>
                    <a:pt x="144" y="20"/>
                    <a:pt x="144" y="19"/>
                    <a:pt x="144" y="19"/>
                  </a:cubicBezTo>
                  <a:cubicBezTo>
                    <a:pt x="144" y="20"/>
                    <a:pt x="144" y="21"/>
                    <a:pt x="144" y="21"/>
                  </a:cubicBezTo>
                  <a:close/>
                  <a:moveTo>
                    <a:pt x="144" y="22"/>
                  </a:moveTo>
                  <a:cubicBezTo>
                    <a:pt x="142" y="27"/>
                    <a:pt x="140" y="33"/>
                    <a:pt x="138" y="38"/>
                  </a:cubicBezTo>
                  <a:cubicBezTo>
                    <a:pt x="138" y="37"/>
                    <a:pt x="137" y="36"/>
                    <a:pt x="136" y="37"/>
                  </a:cubicBezTo>
                  <a:cubicBezTo>
                    <a:pt x="135" y="37"/>
                    <a:pt x="134" y="37"/>
                    <a:pt x="133" y="38"/>
                  </a:cubicBezTo>
                  <a:cubicBezTo>
                    <a:pt x="131" y="36"/>
                    <a:pt x="130" y="35"/>
                    <a:pt x="128" y="34"/>
                  </a:cubicBezTo>
                  <a:cubicBezTo>
                    <a:pt x="132" y="31"/>
                    <a:pt x="136" y="29"/>
                    <a:pt x="141" y="27"/>
                  </a:cubicBezTo>
                  <a:cubicBezTo>
                    <a:pt x="143" y="25"/>
                    <a:pt x="141" y="22"/>
                    <a:pt x="138" y="23"/>
                  </a:cubicBezTo>
                  <a:cubicBezTo>
                    <a:pt x="135" y="25"/>
                    <a:pt x="131" y="27"/>
                    <a:pt x="128" y="29"/>
                  </a:cubicBezTo>
                  <a:cubicBezTo>
                    <a:pt x="129" y="27"/>
                    <a:pt x="130" y="25"/>
                    <a:pt x="132" y="23"/>
                  </a:cubicBezTo>
                  <a:cubicBezTo>
                    <a:pt x="135" y="22"/>
                    <a:pt x="138" y="21"/>
                    <a:pt x="142" y="20"/>
                  </a:cubicBezTo>
                  <a:cubicBezTo>
                    <a:pt x="142" y="21"/>
                    <a:pt x="143" y="21"/>
                    <a:pt x="144" y="22"/>
                  </a:cubicBezTo>
                  <a:close/>
                  <a:moveTo>
                    <a:pt x="129" y="56"/>
                  </a:moveTo>
                  <a:cubicBezTo>
                    <a:pt x="128" y="56"/>
                    <a:pt x="127" y="57"/>
                    <a:pt x="126" y="57"/>
                  </a:cubicBezTo>
                  <a:cubicBezTo>
                    <a:pt x="123" y="55"/>
                    <a:pt x="120" y="52"/>
                    <a:pt x="117" y="48"/>
                  </a:cubicBezTo>
                  <a:cubicBezTo>
                    <a:pt x="117" y="48"/>
                    <a:pt x="118" y="47"/>
                    <a:pt x="118" y="47"/>
                  </a:cubicBezTo>
                  <a:cubicBezTo>
                    <a:pt x="123" y="45"/>
                    <a:pt x="129" y="43"/>
                    <a:pt x="134" y="41"/>
                  </a:cubicBezTo>
                  <a:cubicBezTo>
                    <a:pt x="135" y="42"/>
                    <a:pt x="135" y="42"/>
                    <a:pt x="136" y="43"/>
                  </a:cubicBezTo>
                  <a:cubicBezTo>
                    <a:pt x="134" y="47"/>
                    <a:pt x="132" y="52"/>
                    <a:pt x="129" y="56"/>
                  </a:cubicBezTo>
                  <a:close/>
                  <a:moveTo>
                    <a:pt x="298" y="142"/>
                  </a:moveTo>
                  <a:cubicBezTo>
                    <a:pt x="298" y="143"/>
                    <a:pt x="297" y="144"/>
                    <a:pt x="297" y="145"/>
                  </a:cubicBezTo>
                  <a:cubicBezTo>
                    <a:pt x="294" y="145"/>
                    <a:pt x="291" y="146"/>
                    <a:pt x="287" y="146"/>
                  </a:cubicBezTo>
                  <a:cubicBezTo>
                    <a:pt x="288" y="146"/>
                    <a:pt x="288" y="146"/>
                    <a:pt x="288" y="146"/>
                  </a:cubicBezTo>
                  <a:cubicBezTo>
                    <a:pt x="288" y="143"/>
                    <a:pt x="286" y="142"/>
                    <a:pt x="284" y="144"/>
                  </a:cubicBezTo>
                  <a:cubicBezTo>
                    <a:pt x="284" y="145"/>
                    <a:pt x="283" y="146"/>
                    <a:pt x="283" y="147"/>
                  </a:cubicBezTo>
                  <a:cubicBezTo>
                    <a:pt x="280" y="148"/>
                    <a:pt x="278" y="148"/>
                    <a:pt x="276" y="148"/>
                  </a:cubicBezTo>
                  <a:cubicBezTo>
                    <a:pt x="276" y="146"/>
                    <a:pt x="277" y="144"/>
                    <a:pt x="277" y="142"/>
                  </a:cubicBezTo>
                  <a:cubicBezTo>
                    <a:pt x="284" y="143"/>
                    <a:pt x="291" y="143"/>
                    <a:pt x="298" y="142"/>
                  </a:cubicBezTo>
                  <a:close/>
                  <a:moveTo>
                    <a:pt x="387" y="132"/>
                  </a:moveTo>
                  <a:cubicBezTo>
                    <a:pt x="387" y="132"/>
                    <a:pt x="387" y="133"/>
                    <a:pt x="386" y="133"/>
                  </a:cubicBezTo>
                  <a:cubicBezTo>
                    <a:pt x="384" y="134"/>
                    <a:pt x="381" y="135"/>
                    <a:pt x="378" y="135"/>
                  </a:cubicBezTo>
                  <a:cubicBezTo>
                    <a:pt x="378" y="134"/>
                    <a:pt x="379" y="133"/>
                    <a:pt x="379" y="132"/>
                  </a:cubicBezTo>
                  <a:cubicBezTo>
                    <a:pt x="382" y="132"/>
                    <a:pt x="384" y="132"/>
                    <a:pt x="387" y="132"/>
                  </a:cubicBezTo>
                  <a:close/>
                  <a:moveTo>
                    <a:pt x="385" y="137"/>
                  </a:moveTo>
                  <a:cubicBezTo>
                    <a:pt x="384" y="137"/>
                    <a:pt x="384" y="138"/>
                    <a:pt x="384" y="139"/>
                  </a:cubicBezTo>
                  <a:cubicBezTo>
                    <a:pt x="381" y="139"/>
                    <a:pt x="379" y="140"/>
                    <a:pt x="377" y="141"/>
                  </a:cubicBezTo>
                  <a:cubicBezTo>
                    <a:pt x="377" y="140"/>
                    <a:pt x="377" y="139"/>
                    <a:pt x="377" y="139"/>
                  </a:cubicBezTo>
                  <a:cubicBezTo>
                    <a:pt x="380" y="138"/>
                    <a:pt x="382" y="137"/>
                    <a:pt x="385" y="137"/>
                  </a:cubicBezTo>
                  <a:close/>
                  <a:moveTo>
                    <a:pt x="274" y="211"/>
                  </a:moveTo>
                  <a:cubicBezTo>
                    <a:pt x="276" y="207"/>
                    <a:pt x="277" y="203"/>
                    <a:pt x="278" y="199"/>
                  </a:cubicBezTo>
                  <a:cubicBezTo>
                    <a:pt x="281" y="199"/>
                    <a:pt x="284" y="198"/>
                    <a:pt x="287" y="198"/>
                  </a:cubicBezTo>
                  <a:cubicBezTo>
                    <a:pt x="286" y="202"/>
                    <a:pt x="285" y="205"/>
                    <a:pt x="285" y="209"/>
                  </a:cubicBezTo>
                  <a:cubicBezTo>
                    <a:pt x="281" y="210"/>
                    <a:pt x="278" y="210"/>
                    <a:pt x="274" y="211"/>
                  </a:cubicBezTo>
                  <a:close/>
                  <a:moveTo>
                    <a:pt x="235" y="191"/>
                  </a:moveTo>
                  <a:cubicBezTo>
                    <a:pt x="237" y="189"/>
                    <a:pt x="238" y="186"/>
                    <a:pt x="239" y="184"/>
                  </a:cubicBezTo>
                  <a:cubicBezTo>
                    <a:pt x="244" y="184"/>
                    <a:pt x="249" y="184"/>
                    <a:pt x="255" y="184"/>
                  </a:cubicBezTo>
                  <a:cubicBezTo>
                    <a:pt x="253" y="186"/>
                    <a:pt x="252" y="188"/>
                    <a:pt x="251" y="190"/>
                  </a:cubicBezTo>
                  <a:cubicBezTo>
                    <a:pt x="245" y="190"/>
                    <a:pt x="240" y="191"/>
                    <a:pt x="235" y="191"/>
                  </a:cubicBezTo>
                  <a:close/>
                  <a:moveTo>
                    <a:pt x="227" y="199"/>
                  </a:moveTo>
                  <a:cubicBezTo>
                    <a:pt x="228" y="198"/>
                    <a:pt x="228" y="196"/>
                    <a:pt x="229" y="195"/>
                  </a:cubicBezTo>
                  <a:cubicBezTo>
                    <a:pt x="229" y="195"/>
                    <a:pt x="230" y="195"/>
                    <a:pt x="230" y="195"/>
                  </a:cubicBezTo>
                  <a:cubicBezTo>
                    <a:pt x="229" y="196"/>
                    <a:pt x="228" y="198"/>
                    <a:pt x="228" y="199"/>
                  </a:cubicBezTo>
                  <a:cubicBezTo>
                    <a:pt x="227" y="199"/>
                    <a:pt x="227" y="199"/>
                    <a:pt x="227" y="199"/>
                  </a:cubicBezTo>
                  <a:close/>
                  <a:moveTo>
                    <a:pt x="225" y="204"/>
                  </a:moveTo>
                  <a:cubicBezTo>
                    <a:pt x="223" y="208"/>
                    <a:pt x="222" y="211"/>
                    <a:pt x="220" y="214"/>
                  </a:cubicBezTo>
                  <a:cubicBezTo>
                    <a:pt x="218" y="214"/>
                    <a:pt x="217" y="214"/>
                    <a:pt x="215" y="213"/>
                  </a:cubicBezTo>
                  <a:cubicBezTo>
                    <a:pt x="218" y="211"/>
                    <a:pt x="220" y="208"/>
                    <a:pt x="223" y="205"/>
                  </a:cubicBezTo>
                  <a:cubicBezTo>
                    <a:pt x="223" y="205"/>
                    <a:pt x="224" y="205"/>
                    <a:pt x="225" y="204"/>
                  </a:cubicBezTo>
                  <a:close/>
                  <a:moveTo>
                    <a:pt x="159" y="196"/>
                  </a:moveTo>
                  <a:cubicBezTo>
                    <a:pt x="157" y="195"/>
                    <a:pt x="155" y="195"/>
                    <a:pt x="152" y="194"/>
                  </a:cubicBezTo>
                  <a:cubicBezTo>
                    <a:pt x="155" y="191"/>
                    <a:pt x="159" y="187"/>
                    <a:pt x="162" y="183"/>
                  </a:cubicBezTo>
                  <a:cubicBezTo>
                    <a:pt x="164" y="184"/>
                    <a:pt x="167" y="184"/>
                    <a:pt x="170" y="185"/>
                  </a:cubicBezTo>
                  <a:cubicBezTo>
                    <a:pt x="166" y="189"/>
                    <a:pt x="163" y="192"/>
                    <a:pt x="159" y="196"/>
                  </a:cubicBezTo>
                  <a:close/>
                  <a:moveTo>
                    <a:pt x="52" y="166"/>
                  </a:moveTo>
                  <a:cubicBezTo>
                    <a:pt x="52" y="166"/>
                    <a:pt x="51" y="166"/>
                    <a:pt x="51" y="166"/>
                  </a:cubicBezTo>
                  <a:cubicBezTo>
                    <a:pt x="51" y="166"/>
                    <a:pt x="52" y="166"/>
                    <a:pt x="52" y="166"/>
                  </a:cubicBezTo>
                  <a:cubicBezTo>
                    <a:pt x="52" y="166"/>
                    <a:pt x="52" y="166"/>
                    <a:pt x="52" y="166"/>
                  </a:cubicBezTo>
                  <a:close/>
                  <a:moveTo>
                    <a:pt x="52" y="163"/>
                  </a:moveTo>
                  <a:cubicBezTo>
                    <a:pt x="53" y="158"/>
                    <a:pt x="54" y="153"/>
                    <a:pt x="56" y="148"/>
                  </a:cubicBezTo>
                  <a:cubicBezTo>
                    <a:pt x="56" y="149"/>
                    <a:pt x="57" y="150"/>
                    <a:pt x="57" y="150"/>
                  </a:cubicBezTo>
                  <a:cubicBezTo>
                    <a:pt x="55" y="154"/>
                    <a:pt x="54" y="159"/>
                    <a:pt x="52" y="163"/>
                  </a:cubicBezTo>
                  <a:cubicBezTo>
                    <a:pt x="52" y="163"/>
                    <a:pt x="52" y="163"/>
                    <a:pt x="52" y="163"/>
                  </a:cubicBezTo>
                  <a:close/>
                  <a:moveTo>
                    <a:pt x="57" y="144"/>
                  </a:moveTo>
                  <a:cubicBezTo>
                    <a:pt x="58" y="141"/>
                    <a:pt x="59" y="138"/>
                    <a:pt x="59" y="136"/>
                  </a:cubicBezTo>
                  <a:cubicBezTo>
                    <a:pt x="60" y="137"/>
                    <a:pt x="62" y="138"/>
                    <a:pt x="63" y="140"/>
                  </a:cubicBezTo>
                  <a:cubicBezTo>
                    <a:pt x="61" y="142"/>
                    <a:pt x="60" y="144"/>
                    <a:pt x="59" y="146"/>
                  </a:cubicBezTo>
                  <a:cubicBezTo>
                    <a:pt x="58" y="145"/>
                    <a:pt x="58" y="145"/>
                    <a:pt x="57" y="144"/>
                  </a:cubicBezTo>
                  <a:close/>
                  <a:moveTo>
                    <a:pt x="37" y="42"/>
                  </a:moveTo>
                  <a:cubicBezTo>
                    <a:pt x="42" y="42"/>
                    <a:pt x="47" y="41"/>
                    <a:pt x="52" y="40"/>
                  </a:cubicBezTo>
                  <a:cubicBezTo>
                    <a:pt x="50" y="45"/>
                    <a:pt x="48" y="49"/>
                    <a:pt x="45" y="53"/>
                  </a:cubicBezTo>
                  <a:cubicBezTo>
                    <a:pt x="44" y="54"/>
                    <a:pt x="43" y="54"/>
                    <a:pt x="42" y="54"/>
                  </a:cubicBezTo>
                  <a:cubicBezTo>
                    <a:pt x="39" y="52"/>
                    <a:pt x="37" y="49"/>
                    <a:pt x="35" y="47"/>
                  </a:cubicBezTo>
                  <a:cubicBezTo>
                    <a:pt x="35" y="45"/>
                    <a:pt x="36" y="44"/>
                    <a:pt x="37" y="42"/>
                  </a:cubicBezTo>
                  <a:close/>
                  <a:moveTo>
                    <a:pt x="33" y="44"/>
                  </a:moveTo>
                  <a:cubicBezTo>
                    <a:pt x="32" y="43"/>
                    <a:pt x="32" y="43"/>
                    <a:pt x="31" y="42"/>
                  </a:cubicBezTo>
                  <a:cubicBezTo>
                    <a:pt x="32" y="42"/>
                    <a:pt x="33" y="42"/>
                    <a:pt x="33" y="42"/>
                  </a:cubicBezTo>
                  <a:cubicBezTo>
                    <a:pt x="33" y="43"/>
                    <a:pt x="33" y="43"/>
                    <a:pt x="33" y="44"/>
                  </a:cubicBezTo>
                  <a:close/>
                  <a:moveTo>
                    <a:pt x="61" y="39"/>
                  </a:moveTo>
                  <a:cubicBezTo>
                    <a:pt x="63" y="42"/>
                    <a:pt x="65" y="45"/>
                    <a:pt x="68" y="48"/>
                  </a:cubicBezTo>
                  <a:cubicBezTo>
                    <a:pt x="68" y="48"/>
                    <a:pt x="67" y="48"/>
                    <a:pt x="67" y="48"/>
                  </a:cubicBezTo>
                  <a:cubicBezTo>
                    <a:pt x="61" y="50"/>
                    <a:pt x="55" y="51"/>
                    <a:pt x="48" y="53"/>
                  </a:cubicBezTo>
                  <a:cubicBezTo>
                    <a:pt x="50" y="49"/>
                    <a:pt x="52" y="44"/>
                    <a:pt x="54" y="40"/>
                  </a:cubicBezTo>
                  <a:cubicBezTo>
                    <a:pt x="56" y="40"/>
                    <a:pt x="59" y="39"/>
                    <a:pt x="61" y="39"/>
                  </a:cubicBezTo>
                  <a:close/>
                  <a:moveTo>
                    <a:pt x="96" y="102"/>
                  </a:moveTo>
                  <a:cubicBezTo>
                    <a:pt x="96" y="102"/>
                    <a:pt x="96" y="102"/>
                    <a:pt x="96" y="102"/>
                  </a:cubicBezTo>
                  <a:cubicBezTo>
                    <a:pt x="96" y="101"/>
                    <a:pt x="94" y="101"/>
                    <a:pt x="94" y="102"/>
                  </a:cubicBezTo>
                  <a:cubicBezTo>
                    <a:pt x="93" y="101"/>
                    <a:pt x="93" y="101"/>
                    <a:pt x="92" y="100"/>
                  </a:cubicBezTo>
                  <a:cubicBezTo>
                    <a:pt x="93" y="98"/>
                    <a:pt x="93" y="97"/>
                    <a:pt x="94" y="95"/>
                  </a:cubicBezTo>
                  <a:cubicBezTo>
                    <a:pt x="95" y="95"/>
                    <a:pt x="95" y="95"/>
                    <a:pt x="95" y="95"/>
                  </a:cubicBezTo>
                  <a:cubicBezTo>
                    <a:pt x="97" y="95"/>
                    <a:pt x="97" y="93"/>
                    <a:pt x="96" y="92"/>
                  </a:cubicBezTo>
                  <a:cubicBezTo>
                    <a:pt x="97" y="89"/>
                    <a:pt x="99" y="86"/>
                    <a:pt x="101" y="83"/>
                  </a:cubicBezTo>
                  <a:cubicBezTo>
                    <a:pt x="101" y="84"/>
                    <a:pt x="101" y="84"/>
                    <a:pt x="102" y="84"/>
                  </a:cubicBezTo>
                  <a:cubicBezTo>
                    <a:pt x="102" y="84"/>
                    <a:pt x="103" y="83"/>
                    <a:pt x="103" y="83"/>
                  </a:cubicBezTo>
                  <a:cubicBezTo>
                    <a:pt x="102" y="82"/>
                    <a:pt x="102" y="82"/>
                    <a:pt x="101" y="81"/>
                  </a:cubicBezTo>
                  <a:cubicBezTo>
                    <a:pt x="103" y="79"/>
                    <a:pt x="104" y="76"/>
                    <a:pt x="106" y="73"/>
                  </a:cubicBezTo>
                  <a:cubicBezTo>
                    <a:pt x="109" y="71"/>
                    <a:pt x="113" y="69"/>
                    <a:pt x="116" y="67"/>
                  </a:cubicBezTo>
                  <a:cubicBezTo>
                    <a:pt x="117" y="68"/>
                    <a:pt x="119" y="69"/>
                    <a:pt x="120" y="70"/>
                  </a:cubicBezTo>
                  <a:cubicBezTo>
                    <a:pt x="113" y="81"/>
                    <a:pt x="104" y="92"/>
                    <a:pt x="96" y="102"/>
                  </a:cubicBezTo>
                  <a:close/>
                  <a:moveTo>
                    <a:pt x="156" y="117"/>
                  </a:moveTo>
                  <a:cubicBezTo>
                    <a:pt x="159" y="118"/>
                    <a:pt x="161" y="119"/>
                    <a:pt x="163" y="120"/>
                  </a:cubicBezTo>
                  <a:cubicBezTo>
                    <a:pt x="162" y="121"/>
                    <a:pt x="160" y="123"/>
                    <a:pt x="159" y="124"/>
                  </a:cubicBezTo>
                  <a:cubicBezTo>
                    <a:pt x="157" y="123"/>
                    <a:pt x="154" y="122"/>
                    <a:pt x="152" y="121"/>
                  </a:cubicBezTo>
                  <a:cubicBezTo>
                    <a:pt x="153" y="119"/>
                    <a:pt x="155" y="118"/>
                    <a:pt x="156" y="117"/>
                  </a:cubicBezTo>
                  <a:close/>
                  <a:moveTo>
                    <a:pt x="204" y="145"/>
                  </a:moveTo>
                  <a:cubicBezTo>
                    <a:pt x="206" y="145"/>
                    <a:pt x="208" y="146"/>
                    <a:pt x="210" y="146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07" y="147"/>
                    <a:pt x="204" y="146"/>
                    <a:pt x="201" y="145"/>
                  </a:cubicBezTo>
                  <a:cubicBezTo>
                    <a:pt x="201" y="145"/>
                    <a:pt x="201" y="144"/>
                    <a:pt x="202" y="144"/>
                  </a:cubicBezTo>
                  <a:cubicBezTo>
                    <a:pt x="203" y="144"/>
                    <a:pt x="203" y="144"/>
                    <a:pt x="204" y="145"/>
                  </a:cubicBezTo>
                  <a:close/>
                  <a:moveTo>
                    <a:pt x="223" y="149"/>
                  </a:moveTo>
                  <a:cubicBezTo>
                    <a:pt x="222" y="150"/>
                    <a:pt x="222" y="152"/>
                    <a:pt x="221" y="153"/>
                  </a:cubicBezTo>
                  <a:cubicBezTo>
                    <a:pt x="218" y="153"/>
                    <a:pt x="215" y="152"/>
                    <a:pt x="212" y="152"/>
                  </a:cubicBezTo>
                  <a:cubicBezTo>
                    <a:pt x="213" y="150"/>
                    <a:pt x="213" y="149"/>
                    <a:pt x="214" y="147"/>
                  </a:cubicBezTo>
                  <a:cubicBezTo>
                    <a:pt x="217" y="148"/>
                    <a:pt x="220" y="148"/>
                    <a:pt x="223" y="149"/>
                  </a:cubicBezTo>
                  <a:close/>
                  <a:moveTo>
                    <a:pt x="216" y="143"/>
                  </a:moveTo>
                  <a:cubicBezTo>
                    <a:pt x="217" y="141"/>
                    <a:pt x="217" y="138"/>
                    <a:pt x="218" y="136"/>
                  </a:cubicBezTo>
                  <a:cubicBezTo>
                    <a:pt x="221" y="136"/>
                    <a:pt x="224" y="137"/>
                    <a:pt x="227" y="137"/>
                  </a:cubicBezTo>
                  <a:cubicBezTo>
                    <a:pt x="226" y="140"/>
                    <a:pt x="225" y="142"/>
                    <a:pt x="224" y="145"/>
                  </a:cubicBezTo>
                  <a:cubicBezTo>
                    <a:pt x="221" y="144"/>
                    <a:pt x="219" y="144"/>
                    <a:pt x="216" y="143"/>
                  </a:cubicBezTo>
                  <a:close/>
                  <a:moveTo>
                    <a:pt x="245" y="152"/>
                  </a:moveTo>
                  <a:cubicBezTo>
                    <a:pt x="245" y="153"/>
                    <a:pt x="245" y="153"/>
                    <a:pt x="244" y="154"/>
                  </a:cubicBezTo>
                  <a:cubicBezTo>
                    <a:pt x="244" y="154"/>
                    <a:pt x="243" y="154"/>
                    <a:pt x="243" y="154"/>
                  </a:cubicBezTo>
                  <a:cubicBezTo>
                    <a:pt x="240" y="154"/>
                    <a:pt x="237" y="154"/>
                    <a:pt x="234" y="154"/>
                  </a:cubicBezTo>
                  <a:cubicBezTo>
                    <a:pt x="234" y="153"/>
                    <a:pt x="234" y="152"/>
                    <a:pt x="235" y="151"/>
                  </a:cubicBezTo>
                  <a:cubicBezTo>
                    <a:pt x="238" y="151"/>
                    <a:pt x="242" y="152"/>
                    <a:pt x="245" y="152"/>
                  </a:cubicBezTo>
                  <a:close/>
                  <a:moveTo>
                    <a:pt x="236" y="147"/>
                  </a:moveTo>
                  <a:cubicBezTo>
                    <a:pt x="238" y="144"/>
                    <a:pt x="239" y="141"/>
                    <a:pt x="241" y="138"/>
                  </a:cubicBezTo>
                  <a:cubicBezTo>
                    <a:pt x="244" y="139"/>
                    <a:pt x="247" y="139"/>
                    <a:pt x="250" y="140"/>
                  </a:cubicBezTo>
                  <a:cubicBezTo>
                    <a:pt x="249" y="143"/>
                    <a:pt x="248" y="146"/>
                    <a:pt x="247" y="148"/>
                  </a:cubicBezTo>
                  <a:cubicBezTo>
                    <a:pt x="243" y="148"/>
                    <a:pt x="240" y="148"/>
                    <a:pt x="236" y="147"/>
                  </a:cubicBezTo>
                  <a:close/>
                  <a:moveTo>
                    <a:pt x="292" y="186"/>
                  </a:moveTo>
                  <a:cubicBezTo>
                    <a:pt x="288" y="187"/>
                    <a:pt x="285" y="187"/>
                    <a:pt x="282" y="187"/>
                  </a:cubicBezTo>
                  <a:cubicBezTo>
                    <a:pt x="283" y="185"/>
                    <a:pt x="283" y="184"/>
                    <a:pt x="284" y="182"/>
                  </a:cubicBezTo>
                  <a:cubicBezTo>
                    <a:pt x="284" y="182"/>
                    <a:pt x="284" y="181"/>
                    <a:pt x="285" y="181"/>
                  </a:cubicBezTo>
                  <a:cubicBezTo>
                    <a:pt x="288" y="181"/>
                    <a:pt x="291" y="180"/>
                    <a:pt x="294" y="180"/>
                  </a:cubicBezTo>
                  <a:cubicBezTo>
                    <a:pt x="293" y="182"/>
                    <a:pt x="292" y="184"/>
                    <a:pt x="292" y="186"/>
                  </a:cubicBezTo>
                  <a:close/>
                  <a:moveTo>
                    <a:pt x="155" y="177"/>
                  </a:moveTo>
                  <a:cubicBezTo>
                    <a:pt x="156" y="176"/>
                    <a:pt x="156" y="176"/>
                    <a:pt x="156" y="175"/>
                  </a:cubicBezTo>
                  <a:cubicBezTo>
                    <a:pt x="158" y="175"/>
                    <a:pt x="160" y="176"/>
                    <a:pt x="161" y="176"/>
                  </a:cubicBezTo>
                  <a:cubicBezTo>
                    <a:pt x="161" y="177"/>
                    <a:pt x="161" y="177"/>
                    <a:pt x="160" y="178"/>
                  </a:cubicBezTo>
                  <a:cubicBezTo>
                    <a:pt x="159" y="178"/>
                    <a:pt x="157" y="177"/>
                    <a:pt x="155" y="177"/>
                  </a:cubicBezTo>
                  <a:close/>
                  <a:moveTo>
                    <a:pt x="160" y="169"/>
                  </a:moveTo>
                  <a:cubicBezTo>
                    <a:pt x="161" y="167"/>
                    <a:pt x="162" y="165"/>
                    <a:pt x="164" y="163"/>
                  </a:cubicBezTo>
                  <a:cubicBezTo>
                    <a:pt x="165" y="164"/>
                    <a:pt x="167" y="164"/>
                    <a:pt x="169" y="165"/>
                  </a:cubicBezTo>
                  <a:cubicBezTo>
                    <a:pt x="167" y="167"/>
                    <a:pt x="166" y="169"/>
                    <a:pt x="165" y="171"/>
                  </a:cubicBezTo>
                  <a:cubicBezTo>
                    <a:pt x="163" y="170"/>
                    <a:pt x="162" y="170"/>
                    <a:pt x="160" y="169"/>
                  </a:cubicBezTo>
                  <a:close/>
                  <a:moveTo>
                    <a:pt x="119" y="168"/>
                  </a:moveTo>
                  <a:cubicBezTo>
                    <a:pt x="117" y="167"/>
                    <a:pt x="114" y="167"/>
                    <a:pt x="111" y="166"/>
                  </a:cubicBezTo>
                  <a:cubicBezTo>
                    <a:pt x="110" y="166"/>
                    <a:pt x="109" y="165"/>
                    <a:pt x="108" y="165"/>
                  </a:cubicBezTo>
                  <a:cubicBezTo>
                    <a:pt x="110" y="162"/>
                    <a:pt x="111" y="160"/>
                    <a:pt x="112" y="159"/>
                  </a:cubicBezTo>
                  <a:cubicBezTo>
                    <a:pt x="113" y="158"/>
                    <a:pt x="113" y="157"/>
                    <a:pt x="114" y="156"/>
                  </a:cubicBezTo>
                  <a:cubicBezTo>
                    <a:pt x="117" y="158"/>
                    <a:pt x="120" y="160"/>
                    <a:pt x="123" y="161"/>
                  </a:cubicBezTo>
                  <a:cubicBezTo>
                    <a:pt x="122" y="163"/>
                    <a:pt x="121" y="165"/>
                    <a:pt x="120" y="166"/>
                  </a:cubicBezTo>
                  <a:cubicBezTo>
                    <a:pt x="120" y="167"/>
                    <a:pt x="120" y="168"/>
                    <a:pt x="119" y="168"/>
                  </a:cubicBezTo>
                  <a:close/>
                  <a:moveTo>
                    <a:pt x="102" y="162"/>
                  </a:moveTo>
                  <a:cubicBezTo>
                    <a:pt x="105" y="159"/>
                    <a:pt x="107" y="156"/>
                    <a:pt x="109" y="153"/>
                  </a:cubicBezTo>
                  <a:cubicBezTo>
                    <a:pt x="109" y="153"/>
                    <a:pt x="109" y="153"/>
                    <a:pt x="110" y="153"/>
                  </a:cubicBezTo>
                  <a:cubicBezTo>
                    <a:pt x="108" y="157"/>
                    <a:pt x="106" y="160"/>
                    <a:pt x="104" y="163"/>
                  </a:cubicBezTo>
                  <a:cubicBezTo>
                    <a:pt x="103" y="162"/>
                    <a:pt x="103" y="162"/>
                    <a:pt x="102" y="162"/>
                  </a:cubicBezTo>
                  <a:close/>
                  <a:moveTo>
                    <a:pt x="76" y="142"/>
                  </a:moveTo>
                  <a:cubicBezTo>
                    <a:pt x="75" y="142"/>
                    <a:pt x="75" y="141"/>
                    <a:pt x="74" y="140"/>
                  </a:cubicBezTo>
                  <a:cubicBezTo>
                    <a:pt x="75" y="138"/>
                    <a:pt x="77" y="135"/>
                    <a:pt x="78" y="133"/>
                  </a:cubicBezTo>
                  <a:cubicBezTo>
                    <a:pt x="79" y="134"/>
                    <a:pt x="79" y="135"/>
                    <a:pt x="80" y="136"/>
                  </a:cubicBezTo>
                  <a:cubicBezTo>
                    <a:pt x="78" y="138"/>
                    <a:pt x="77" y="140"/>
                    <a:pt x="76" y="142"/>
                  </a:cubicBezTo>
                  <a:close/>
                  <a:moveTo>
                    <a:pt x="61" y="130"/>
                  </a:moveTo>
                  <a:cubicBezTo>
                    <a:pt x="63" y="129"/>
                    <a:pt x="64" y="129"/>
                    <a:pt x="65" y="129"/>
                  </a:cubicBezTo>
                  <a:cubicBezTo>
                    <a:pt x="66" y="130"/>
                    <a:pt x="67" y="131"/>
                    <a:pt x="67" y="132"/>
                  </a:cubicBezTo>
                  <a:cubicBezTo>
                    <a:pt x="66" y="133"/>
                    <a:pt x="66" y="135"/>
                    <a:pt x="65" y="136"/>
                  </a:cubicBezTo>
                  <a:cubicBezTo>
                    <a:pt x="64" y="134"/>
                    <a:pt x="62" y="133"/>
                    <a:pt x="61" y="131"/>
                  </a:cubicBezTo>
                  <a:cubicBezTo>
                    <a:pt x="61" y="131"/>
                    <a:pt x="61" y="130"/>
                    <a:pt x="61" y="130"/>
                  </a:cubicBezTo>
                  <a:close/>
                  <a:moveTo>
                    <a:pt x="66" y="128"/>
                  </a:moveTo>
                  <a:cubicBezTo>
                    <a:pt x="68" y="128"/>
                    <a:pt x="69" y="127"/>
                    <a:pt x="71" y="127"/>
                  </a:cubicBezTo>
                  <a:cubicBezTo>
                    <a:pt x="70" y="128"/>
                    <a:pt x="69" y="129"/>
                    <a:pt x="68" y="131"/>
                  </a:cubicBezTo>
                  <a:cubicBezTo>
                    <a:pt x="67" y="130"/>
                    <a:pt x="67" y="129"/>
                    <a:pt x="66" y="128"/>
                  </a:cubicBezTo>
                  <a:close/>
                  <a:moveTo>
                    <a:pt x="38" y="79"/>
                  </a:moveTo>
                  <a:cubicBezTo>
                    <a:pt x="39" y="79"/>
                    <a:pt x="41" y="78"/>
                    <a:pt x="42" y="78"/>
                  </a:cubicBezTo>
                  <a:cubicBezTo>
                    <a:pt x="44" y="80"/>
                    <a:pt x="46" y="83"/>
                    <a:pt x="47" y="85"/>
                  </a:cubicBezTo>
                  <a:cubicBezTo>
                    <a:pt x="47" y="86"/>
                    <a:pt x="46" y="88"/>
                    <a:pt x="45" y="89"/>
                  </a:cubicBezTo>
                  <a:cubicBezTo>
                    <a:pt x="42" y="87"/>
                    <a:pt x="40" y="84"/>
                    <a:pt x="37" y="81"/>
                  </a:cubicBezTo>
                  <a:cubicBezTo>
                    <a:pt x="37" y="81"/>
                    <a:pt x="37" y="80"/>
                    <a:pt x="38" y="79"/>
                  </a:cubicBezTo>
                  <a:close/>
                  <a:moveTo>
                    <a:pt x="80" y="63"/>
                  </a:moveTo>
                  <a:cubicBezTo>
                    <a:pt x="81" y="65"/>
                    <a:pt x="83" y="67"/>
                    <a:pt x="84" y="69"/>
                  </a:cubicBezTo>
                  <a:cubicBezTo>
                    <a:pt x="82" y="73"/>
                    <a:pt x="80" y="77"/>
                    <a:pt x="78" y="81"/>
                  </a:cubicBezTo>
                  <a:cubicBezTo>
                    <a:pt x="76" y="82"/>
                    <a:pt x="74" y="83"/>
                    <a:pt x="72" y="83"/>
                  </a:cubicBezTo>
                  <a:cubicBezTo>
                    <a:pt x="70" y="81"/>
                    <a:pt x="67" y="79"/>
                    <a:pt x="65" y="77"/>
                  </a:cubicBezTo>
                  <a:cubicBezTo>
                    <a:pt x="66" y="74"/>
                    <a:pt x="68" y="71"/>
                    <a:pt x="69" y="68"/>
                  </a:cubicBezTo>
                  <a:cubicBezTo>
                    <a:pt x="73" y="66"/>
                    <a:pt x="76" y="65"/>
                    <a:pt x="80" y="63"/>
                  </a:cubicBezTo>
                  <a:close/>
                  <a:moveTo>
                    <a:pt x="71" y="64"/>
                  </a:moveTo>
                  <a:cubicBezTo>
                    <a:pt x="73" y="62"/>
                    <a:pt x="74" y="59"/>
                    <a:pt x="75" y="57"/>
                  </a:cubicBezTo>
                  <a:cubicBezTo>
                    <a:pt x="76" y="58"/>
                    <a:pt x="77" y="60"/>
                    <a:pt x="78" y="61"/>
                  </a:cubicBezTo>
                  <a:cubicBezTo>
                    <a:pt x="76" y="62"/>
                    <a:pt x="74" y="63"/>
                    <a:pt x="71" y="64"/>
                  </a:cubicBezTo>
                  <a:close/>
                  <a:moveTo>
                    <a:pt x="102" y="44"/>
                  </a:moveTo>
                  <a:cubicBezTo>
                    <a:pt x="105" y="43"/>
                    <a:pt x="108" y="42"/>
                    <a:pt x="111" y="41"/>
                  </a:cubicBezTo>
                  <a:cubicBezTo>
                    <a:pt x="112" y="42"/>
                    <a:pt x="112" y="43"/>
                    <a:pt x="113" y="45"/>
                  </a:cubicBezTo>
                  <a:cubicBezTo>
                    <a:pt x="108" y="47"/>
                    <a:pt x="103" y="49"/>
                    <a:pt x="99" y="51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9" y="48"/>
                    <a:pt x="100" y="46"/>
                    <a:pt x="102" y="44"/>
                  </a:cubicBezTo>
                  <a:close/>
                  <a:moveTo>
                    <a:pt x="96" y="49"/>
                  </a:moveTo>
                  <a:cubicBezTo>
                    <a:pt x="95" y="48"/>
                    <a:pt x="94" y="47"/>
                    <a:pt x="93" y="47"/>
                  </a:cubicBezTo>
                  <a:cubicBezTo>
                    <a:pt x="95" y="46"/>
                    <a:pt x="97" y="46"/>
                    <a:pt x="99" y="45"/>
                  </a:cubicBezTo>
                  <a:cubicBezTo>
                    <a:pt x="98" y="46"/>
                    <a:pt x="97" y="48"/>
                    <a:pt x="96" y="49"/>
                  </a:cubicBezTo>
                  <a:close/>
                  <a:moveTo>
                    <a:pt x="101" y="30"/>
                  </a:moveTo>
                  <a:cubicBezTo>
                    <a:pt x="104" y="29"/>
                    <a:pt x="107" y="28"/>
                    <a:pt x="110" y="28"/>
                  </a:cubicBezTo>
                  <a:cubicBezTo>
                    <a:pt x="109" y="30"/>
                    <a:pt x="107" y="32"/>
                    <a:pt x="106" y="34"/>
                  </a:cubicBezTo>
                  <a:cubicBezTo>
                    <a:pt x="104" y="33"/>
                    <a:pt x="103" y="31"/>
                    <a:pt x="101" y="30"/>
                  </a:cubicBezTo>
                  <a:close/>
                  <a:moveTo>
                    <a:pt x="111" y="27"/>
                  </a:moveTo>
                  <a:cubicBezTo>
                    <a:pt x="113" y="27"/>
                    <a:pt x="115" y="26"/>
                    <a:pt x="117" y="26"/>
                  </a:cubicBezTo>
                  <a:cubicBezTo>
                    <a:pt x="119" y="28"/>
                    <a:pt x="121" y="29"/>
                    <a:pt x="123" y="31"/>
                  </a:cubicBezTo>
                  <a:cubicBezTo>
                    <a:pt x="118" y="33"/>
                    <a:pt x="113" y="35"/>
                    <a:pt x="108" y="37"/>
                  </a:cubicBezTo>
                  <a:cubicBezTo>
                    <a:pt x="108" y="36"/>
                    <a:pt x="107" y="36"/>
                    <a:pt x="107" y="35"/>
                  </a:cubicBezTo>
                  <a:cubicBezTo>
                    <a:pt x="108" y="33"/>
                    <a:pt x="110" y="30"/>
                    <a:pt x="111" y="27"/>
                  </a:cubicBezTo>
                  <a:close/>
                  <a:moveTo>
                    <a:pt x="108" y="37"/>
                  </a:moveTo>
                  <a:cubicBezTo>
                    <a:pt x="107" y="37"/>
                    <a:pt x="106" y="38"/>
                    <a:pt x="105" y="38"/>
                  </a:cubicBezTo>
                  <a:cubicBezTo>
                    <a:pt x="106" y="37"/>
                    <a:pt x="106" y="36"/>
                    <a:pt x="106" y="36"/>
                  </a:cubicBezTo>
                  <a:cubicBezTo>
                    <a:pt x="107" y="36"/>
                    <a:pt x="107" y="37"/>
                    <a:pt x="108" y="37"/>
                  </a:cubicBezTo>
                  <a:close/>
                  <a:moveTo>
                    <a:pt x="114" y="48"/>
                  </a:moveTo>
                  <a:cubicBezTo>
                    <a:pt x="112" y="52"/>
                    <a:pt x="110" y="56"/>
                    <a:pt x="109" y="59"/>
                  </a:cubicBezTo>
                  <a:cubicBezTo>
                    <a:pt x="106" y="57"/>
                    <a:pt x="104" y="55"/>
                    <a:pt x="102" y="54"/>
                  </a:cubicBezTo>
                  <a:cubicBezTo>
                    <a:pt x="106" y="52"/>
                    <a:pt x="110" y="50"/>
                    <a:pt x="114" y="48"/>
                  </a:cubicBezTo>
                  <a:close/>
                  <a:moveTo>
                    <a:pt x="98" y="51"/>
                  </a:moveTo>
                  <a:cubicBezTo>
                    <a:pt x="98" y="51"/>
                    <a:pt x="98" y="52"/>
                    <a:pt x="97" y="52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98" y="51"/>
                    <a:pt x="98" y="51"/>
                    <a:pt x="98" y="51"/>
                  </a:cubicBezTo>
                  <a:close/>
                  <a:moveTo>
                    <a:pt x="101" y="54"/>
                  </a:moveTo>
                  <a:cubicBezTo>
                    <a:pt x="103" y="56"/>
                    <a:pt x="106" y="58"/>
                    <a:pt x="108" y="60"/>
                  </a:cubicBezTo>
                  <a:cubicBezTo>
                    <a:pt x="107" y="63"/>
                    <a:pt x="106" y="65"/>
                    <a:pt x="104" y="68"/>
                  </a:cubicBezTo>
                  <a:cubicBezTo>
                    <a:pt x="101" y="70"/>
                    <a:pt x="97" y="72"/>
                    <a:pt x="93" y="73"/>
                  </a:cubicBezTo>
                  <a:cubicBezTo>
                    <a:pt x="91" y="72"/>
                    <a:pt x="90" y="70"/>
                    <a:pt x="88" y="69"/>
                  </a:cubicBezTo>
                  <a:cubicBezTo>
                    <a:pt x="90" y="65"/>
                    <a:pt x="92" y="61"/>
                    <a:pt x="95" y="57"/>
                  </a:cubicBezTo>
                  <a:cubicBezTo>
                    <a:pt x="97" y="56"/>
                    <a:pt x="99" y="55"/>
                    <a:pt x="101" y="54"/>
                  </a:cubicBezTo>
                  <a:close/>
                  <a:moveTo>
                    <a:pt x="92" y="92"/>
                  </a:moveTo>
                  <a:cubicBezTo>
                    <a:pt x="89" y="92"/>
                    <a:pt x="86" y="93"/>
                    <a:pt x="84" y="93"/>
                  </a:cubicBezTo>
                  <a:cubicBezTo>
                    <a:pt x="82" y="92"/>
                    <a:pt x="80" y="90"/>
                    <a:pt x="78" y="89"/>
                  </a:cubicBezTo>
                  <a:cubicBezTo>
                    <a:pt x="79" y="87"/>
                    <a:pt x="80" y="85"/>
                    <a:pt x="81" y="84"/>
                  </a:cubicBezTo>
                  <a:cubicBezTo>
                    <a:pt x="85" y="82"/>
                    <a:pt x="89" y="80"/>
                    <a:pt x="94" y="78"/>
                  </a:cubicBezTo>
                  <a:cubicBezTo>
                    <a:pt x="95" y="79"/>
                    <a:pt x="96" y="80"/>
                    <a:pt x="98" y="81"/>
                  </a:cubicBezTo>
                  <a:cubicBezTo>
                    <a:pt x="96" y="85"/>
                    <a:pt x="94" y="89"/>
                    <a:pt x="92" y="92"/>
                  </a:cubicBezTo>
                  <a:close/>
                  <a:moveTo>
                    <a:pt x="89" y="98"/>
                  </a:moveTo>
                  <a:cubicBezTo>
                    <a:pt x="88" y="97"/>
                    <a:pt x="87" y="96"/>
                    <a:pt x="87" y="96"/>
                  </a:cubicBezTo>
                  <a:cubicBezTo>
                    <a:pt x="88" y="96"/>
                    <a:pt x="89" y="95"/>
                    <a:pt x="90" y="95"/>
                  </a:cubicBezTo>
                  <a:cubicBezTo>
                    <a:pt x="90" y="95"/>
                    <a:pt x="90" y="95"/>
                    <a:pt x="90" y="95"/>
                  </a:cubicBezTo>
                  <a:cubicBezTo>
                    <a:pt x="90" y="96"/>
                    <a:pt x="89" y="97"/>
                    <a:pt x="89" y="98"/>
                  </a:cubicBezTo>
                  <a:close/>
                  <a:moveTo>
                    <a:pt x="81" y="94"/>
                  </a:moveTo>
                  <a:cubicBezTo>
                    <a:pt x="79" y="94"/>
                    <a:pt x="77" y="95"/>
                    <a:pt x="75" y="96"/>
                  </a:cubicBezTo>
                  <a:cubicBezTo>
                    <a:pt x="76" y="94"/>
                    <a:pt x="77" y="92"/>
                    <a:pt x="77" y="91"/>
                  </a:cubicBezTo>
                  <a:cubicBezTo>
                    <a:pt x="79" y="92"/>
                    <a:pt x="80" y="93"/>
                    <a:pt x="81" y="94"/>
                  </a:cubicBezTo>
                  <a:close/>
                  <a:moveTo>
                    <a:pt x="83" y="78"/>
                  </a:moveTo>
                  <a:cubicBezTo>
                    <a:pt x="85" y="76"/>
                    <a:pt x="86" y="74"/>
                    <a:pt x="87" y="71"/>
                  </a:cubicBezTo>
                  <a:cubicBezTo>
                    <a:pt x="88" y="73"/>
                    <a:pt x="89" y="74"/>
                    <a:pt x="90" y="75"/>
                  </a:cubicBezTo>
                  <a:cubicBezTo>
                    <a:pt x="88" y="76"/>
                    <a:pt x="86" y="77"/>
                    <a:pt x="83" y="78"/>
                  </a:cubicBezTo>
                  <a:close/>
                  <a:moveTo>
                    <a:pt x="97" y="77"/>
                  </a:moveTo>
                  <a:cubicBezTo>
                    <a:pt x="98" y="76"/>
                    <a:pt x="99" y="76"/>
                    <a:pt x="101" y="75"/>
                  </a:cubicBezTo>
                  <a:cubicBezTo>
                    <a:pt x="100" y="76"/>
                    <a:pt x="99" y="78"/>
                    <a:pt x="99" y="79"/>
                  </a:cubicBezTo>
                  <a:cubicBezTo>
                    <a:pt x="98" y="78"/>
                    <a:pt x="98" y="78"/>
                    <a:pt x="97" y="77"/>
                  </a:cubicBezTo>
                  <a:close/>
                  <a:moveTo>
                    <a:pt x="86" y="66"/>
                  </a:moveTo>
                  <a:cubicBezTo>
                    <a:pt x="84" y="65"/>
                    <a:pt x="83" y="64"/>
                    <a:pt x="82" y="63"/>
                  </a:cubicBezTo>
                  <a:cubicBezTo>
                    <a:pt x="82" y="63"/>
                    <a:pt x="82" y="63"/>
                    <a:pt x="82" y="63"/>
                  </a:cubicBezTo>
                  <a:cubicBezTo>
                    <a:pt x="85" y="61"/>
                    <a:pt x="87" y="60"/>
                    <a:pt x="90" y="59"/>
                  </a:cubicBezTo>
                  <a:cubicBezTo>
                    <a:pt x="89" y="61"/>
                    <a:pt x="87" y="64"/>
                    <a:pt x="86" y="66"/>
                  </a:cubicBezTo>
                  <a:close/>
                  <a:moveTo>
                    <a:pt x="70" y="84"/>
                  </a:moveTo>
                  <a:cubicBezTo>
                    <a:pt x="66" y="86"/>
                    <a:pt x="63" y="87"/>
                    <a:pt x="59" y="88"/>
                  </a:cubicBezTo>
                  <a:cubicBezTo>
                    <a:pt x="61" y="85"/>
                    <a:pt x="63" y="82"/>
                    <a:pt x="64" y="79"/>
                  </a:cubicBezTo>
                  <a:cubicBezTo>
                    <a:pt x="66" y="81"/>
                    <a:pt x="68" y="82"/>
                    <a:pt x="70" y="84"/>
                  </a:cubicBezTo>
                  <a:close/>
                  <a:moveTo>
                    <a:pt x="62" y="75"/>
                  </a:moveTo>
                  <a:cubicBezTo>
                    <a:pt x="61" y="74"/>
                    <a:pt x="60" y="73"/>
                    <a:pt x="59" y="72"/>
                  </a:cubicBezTo>
                  <a:cubicBezTo>
                    <a:pt x="61" y="71"/>
                    <a:pt x="63" y="71"/>
                    <a:pt x="65" y="70"/>
                  </a:cubicBezTo>
                  <a:cubicBezTo>
                    <a:pt x="64" y="71"/>
                    <a:pt x="63" y="73"/>
                    <a:pt x="62" y="75"/>
                  </a:cubicBezTo>
                  <a:close/>
                  <a:moveTo>
                    <a:pt x="46" y="57"/>
                  </a:moveTo>
                  <a:cubicBezTo>
                    <a:pt x="53" y="56"/>
                    <a:pt x="59" y="55"/>
                    <a:pt x="65" y="54"/>
                  </a:cubicBezTo>
                  <a:cubicBezTo>
                    <a:pt x="62" y="59"/>
                    <a:pt x="59" y="64"/>
                    <a:pt x="56" y="69"/>
                  </a:cubicBezTo>
                  <a:cubicBezTo>
                    <a:pt x="53" y="66"/>
                    <a:pt x="49" y="62"/>
                    <a:pt x="46" y="59"/>
                  </a:cubicBezTo>
                  <a:cubicBezTo>
                    <a:pt x="46" y="58"/>
                    <a:pt x="46" y="58"/>
                    <a:pt x="46" y="57"/>
                  </a:cubicBezTo>
                  <a:close/>
                  <a:moveTo>
                    <a:pt x="55" y="70"/>
                  </a:moveTo>
                  <a:cubicBezTo>
                    <a:pt x="55" y="71"/>
                    <a:pt x="55" y="71"/>
                    <a:pt x="55" y="71"/>
                  </a:cubicBezTo>
                  <a:cubicBezTo>
                    <a:pt x="51" y="73"/>
                    <a:pt x="47" y="74"/>
                    <a:pt x="43" y="76"/>
                  </a:cubicBezTo>
                  <a:cubicBezTo>
                    <a:pt x="42" y="74"/>
                    <a:pt x="41" y="73"/>
                    <a:pt x="40" y="72"/>
                  </a:cubicBezTo>
                  <a:cubicBezTo>
                    <a:pt x="42" y="68"/>
                    <a:pt x="44" y="64"/>
                    <a:pt x="45" y="60"/>
                  </a:cubicBezTo>
                  <a:cubicBezTo>
                    <a:pt x="49" y="63"/>
                    <a:pt x="52" y="67"/>
                    <a:pt x="55" y="70"/>
                  </a:cubicBezTo>
                  <a:close/>
                  <a:moveTo>
                    <a:pt x="41" y="76"/>
                  </a:moveTo>
                  <a:cubicBezTo>
                    <a:pt x="40" y="77"/>
                    <a:pt x="39" y="77"/>
                    <a:pt x="39" y="77"/>
                  </a:cubicBezTo>
                  <a:cubicBezTo>
                    <a:pt x="39" y="76"/>
                    <a:pt x="39" y="75"/>
                    <a:pt x="39" y="75"/>
                  </a:cubicBezTo>
                  <a:cubicBezTo>
                    <a:pt x="40" y="75"/>
                    <a:pt x="40" y="76"/>
                    <a:pt x="41" y="76"/>
                  </a:cubicBezTo>
                  <a:close/>
                  <a:moveTo>
                    <a:pt x="45" y="77"/>
                  </a:moveTo>
                  <a:cubicBezTo>
                    <a:pt x="47" y="76"/>
                    <a:pt x="50" y="75"/>
                    <a:pt x="53" y="74"/>
                  </a:cubicBezTo>
                  <a:cubicBezTo>
                    <a:pt x="52" y="77"/>
                    <a:pt x="50" y="80"/>
                    <a:pt x="49" y="82"/>
                  </a:cubicBezTo>
                  <a:cubicBezTo>
                    <a:pt x="47" y="81"/>
                    <a:pt x="46" y="79"/>
                    <a:pt x="45" y="77"/>
                  </a:cubicBezTo>
                  <a:close/>
                  <a:moveTo>
                    <a:pt x="56" y="73"/>
                  </a:moveTo>
                  <a:cubicBezTo>
                    <a:pt x="56" y="73"/>
                    <a:pt x="57" y="73"/>
                    <a:pt x="58" y="73"/>
                  </a:cubicBezTo>
                  <a:cubicBezTo>
                    <a:pt x="59" y="74"/>
                    <a:pt x="60" y="75"/>
                    <a:pt x="62" y="76"/>
                  </a:cubicBezTo>
                  <a:cubicBezTo>
                    <a:pt x="59" y="81"/>
                    <a:pt x="57" y="85"/>
                    <a:pt x="55" y="90"/>
                  </a:cubicBezTo>
                  <a:cubicBezTo>
                    <a:pt x="55" y="90"/>
                    <a:pt x="55" y="90"/>
                    <a:pt x="55" y="90"/>
                  </a:cubicBezTo>
                  <a:cubicBezTo>
                    <a:pt x="54" y="88"/>
                    <a:pt x="52" y="87"/>
                    <a:pt x="51" y="86"/>
                  </a:cubicBezTo>
                  <a:cubicBezTo>
                    <a:pt x="51" y="85"/>
                    <a:pt x="51" y="85"/>
                    <a:pt x="50" y="84"/>
                  </a:cubicBezTo>
                  <a:cubicBezTo>
                    <a:pt x="52" y="81"/>
                    <a:pt x="54" y="77"/>
                    <a:pt x="56" y="73"/>
                  </a:cubicBezTo>
                  <a:close/>
                  <a:moveTo>
                    <a:pt x="58" y="91"/>
                  </a:moveTo>
                  <a:cubicBezTo>
                    <a:pt x="63" y="90"/>
                    <a:pt x="68" y="88"/>
                    <a:pt x="73" y="87"/>
                  </a:cubicBezTo>
                  <a:cubicBezTo>
                    <a:pt x="73" y="87"/>
                    <a:pt x="74" y="87"/>
                    <a:pt x="74" y="88"/>
                  </a:cubicBezTo>
                  <a:cubicBezTo>
                    <a:pt x="72" y="91"/>
                    <a:pt x="71" y="95"/>
                    <a:pt x="69" y="98"/>
                  </a:cubicBezTo>
                  <a:cubicBezTo>
                    <a:pt x="67" y="99"/>
                    <a:pt x="65" y="100"/>
                    <a:pt x="64" y="101"/>
                  </a:cubicBezTo>
                  <a:cubicBezTo>
                    <a:pt x="62" y="98"/>
                    <a:pt x="59" y="96"/>
                    <a:pt x="57" y="93"/>
                  </a:cubicBezTo>
                  <a:cubicBezTo>
                    <a:pt x="57" y="92"/>
                    <a:pt x="58" y="92"/>
                    <a:pt x="58" y="91"/>
                  </a:cubicBezTo>
                  <a:close/>
                  <a:moveTo>
                    <a:pt x="67" y="102"/>
                  </a:moveTo>
                  <a:cubicBezTo>
                    <a:pt x="67" y="102"/>
                    <a:pt x="67" y="103"/>
                    <a:pt x="66" y="104"/>
                  </a:cubicBezTo>
                  <a:cubicBezTo>
                    <a:pt x="66" y="103"/>
                    <a:pt x="66" y="103"/>
                    <a:pt x="65" y="102"/>
                  </a:cubicBezTo>
                  <a:cubicBezTo>
                    <a:pt x="66" y="102"/>
                    <a:pt x="67" y="102"/>
                    <a:pt x="67" y="102"/>
                  </a:cubicBezTo>
                  <a:close/>
                  <a:moveTo>
                    <a:pt x="73" y="99"/>
                  </a:moveTo>
                  <a:cubicBezTo>
                    <a:pt x="77" y="98"/>
                    <a:pt x="80" y="97"/>
                    <a:pt x="84" y="96"/>
                  </a:cubicBezTo>
                  <a:cubicBezTo>
                    <a:pt x="85" y="97"/>
                    <a:pt x="86" y="99"/>
                    <a:pt x="88" y="100"/>
                  </a:cubicBezTo>
                  <a:cubicBezTo>
                    <a:pt x="85" y="104"/>
                    <a:pt x="83" y="108"/>
                    <a:pt x="80" y="112"/>
                  </a:cubicBezTo>
                  <a:cubicBezTo>
                    <a:pt x="79" y="112"/>
                    <a:pt x="79" y="111"/>
                    <a:pt x="79" y="111"/>
                  </a:cubicBezTo>
                  <a:cubicBezTo>
                    <a:pt x="78" y="110"/>
                    <a:pt x="78" y="110"/>
                    <a:pt x="78" y="111"/>
                  </a:cubicBezTo>
                  <a:cubicBezTo>
                    <a:pt x="78" y="112"/>
                    <a:pt x="79" y="112"/>
                    <a:pt x="79" y="113"/>
                  </a:cubicBezTo>
                  <a:cubicBezTo>
                    <a:pt x="79" y="114"/>
                    <a:pt x="78" y="115"/>
                    <a:pt x="78" y="116"/>
                  </a:cubicBezTo>
                  <a:cubicBezTo>
                    <a:pt x="75" y="113"/>
                    <a:pt x="72" y="110"/>
                    <a:pt x="70" y="108"/>
                  </a:cubicBezTo>
                  <a:cubicBezTo>
                    <a:pt x="71" y="105"/>
                    <a:pt x="72" y="102"/>
                    <a:pt x="73" y="99"/>
                  </a:cubicBezTo>
                  <a:close/>
                  <a:moveTo>
                    <a:pt x="98" y="110"/>
                  </a:moveTo>
                  <a:cubicBezTo>
                    <a:pt x="97" y="112"/>
                    <a:pt x="95" y="114"/>
                    <a:pt x="94" y="116"/>
                  </a:cubicBezTo>
                  <a:cubicBezTo>
                    <a:pt x="92" y="116"/>
                    <a:pt x="91" y="116"/>
                    <a:pt x="89" y="117"/>
                  </a:cubicBezTo>
                  <a:cubicBezTo>
                    <a:pt x="92" y="113"/>
                    <a:pt x="94" y="110"/>
                    <a:pt x="97" y="107"/>
                  </a:cubicBezTo>
                  <a:cubicBezTo>
                    <a:pt x="97" y="107"/>
                    <a:pt x="97" y="107"/>
                    <a:pt x="97" y="107"/>
                  </a:cubicBezTo>
                  <a:cubicBezTo>
                    <a:pt x="97" y="108"/>
                    <a:pt x="98" y="109"/>
                    <a:pt x="98" y="110"/>
                  </a:cubicBezTo>
                  <a:close/>
                  <a:moveTo>
                    <a:pt x="106" y="121"/>
                  </a:moveTo>
                  <a:cubicBezTo>
                    <a:pt x="103" y="125"/>
                    <a:pt x="101" y="129"/>
                    <a:pt x="99" y="133"/>
                  </a:cubicBezTo>
                  <a:cubicBezTo>
                    <a:pt x="99" y="133"/>
                    <a:pt x="98" y="133"/>
                    <a:pt x="98" y="132"/>
                  </a:cubicBezTo>
                  <a:cubicBezTo>
                    <a:pt x="99" y="130"/>
                    <a:pt x="101" y="129"/>
                    <a:pt x="102" y="127"/>
                  </a:cubicBezTo>
                  <a:cubicBezTo>
                    <a:pt x="103" y="125"/>
                    <a:pt x="104" y="123"/>
                    <a:pt x="105" y="121"/>
                  </a:cubicBezTo>
                  <a:cubicBezTo>
                    <a:pt x="105" y="121"/>
                    <a:pt x="105" y="121"/>
                    <a:pt x="106" y="121"/>
                  </a:cubicBezTo>
                  <a:close/>
                  <a:moveTo>
                    <a:pt x="107" y="119"/>
                  </a:moveTo>
                  <a:cubicBezTo>
                    <a:pt x="107" y="118"/>
                    <a:pt x="108" y="117"/>
                    <a:pt x="108" y="116"/>
                  </a:cubicBezTo>
                  <a:cubicBezTo>
                    <a:pt x="109" y="116"/>
                    <a:pt x="109" y="116"/>
                    <a:pt x="109" y="116"/>
                  </a:cubicBezTo>
                  <a:cubicBezTo>
                    <a:pt x="108" y="117"/>
                    <a:pt x="107" y="118"/>
                    <a:pt x="107" y="119"/>
                  </a:cubicBezTo>
                  <a:cubicBezTo>
                    <a:pt x="107" y="119"/>
                    <a:pt x="107" y="119"/>
                    <a:pt x="107" y="119"/>
                  </a:cubicBezTo>
                  <a:close/>
                  <a:moveTo>
                    <a:pt x="170" y="128"/>
                  </a:moveTo>
                  <a:cubicBezTo>
                    <a:pt x="167" y="127"/>
                    <a:pt x="164" y="126"/>
                    <a:pt x="160" y="125"/>
                  </a:cubicBezTo>
                  <a:cubicBezTo>
                    <a:pt x="161" y="123"/>
                    <a:pt x="163" y="122"/>
                    <a:pt x="164" y="120"/>
                  </a:cubicBezTo>
                  <a:cubicBezTo>
                    <a:pt x="167" y="122"/>
                    <a:pt x="170" y="123"/>
                    <a:pt x="172" y="124"/>
                  </a:cubicBezTo>
                  <a:cubicBezTo>
                    <a:pt x="172" y="126"/>
                    <a:pt x="171" y="127"/>
                    <a:pt x="170" y="128"/>
                  </a:cubicBezTo>
                  <a:close/>
                  <a:moveTo>
                    <a:pt x="167" y="133"/>
                  </a:moveTo>
                  <a:cubicBezTo>
                    <a:pt x="167" y="133"/>
                    <a:pt x="167" y="134"/>
                    <a:pt x="166" y="134"/>
                  </a:cubicBezTo>
                  <a:cubicBezTo>
                    <a:pt x="164" y="133"/>
                    <a:pt x="161" y="131"/>
                    <a:pt x="158" y="130"/>
                  </a:cubicBezTo>
                  <a:cubicBezTo>
                    <a:pt x="158" y="130"/>
                    <a:pt x="157" y="130"/>
                    <a:pt x="156" y="129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60" y="130"/>
                    <a:pt x="163" y="132"/>
                    <a:pt x="167" y="133"/>
                  </a:cubicBezTo>
                  <a:close/>
                  <a:moveTo>
                    <a:pt x="164" y="137"/>
                  </a:moveTo>
                  <a:cubicBezTo>
                    <a:pt x="164" y="138"/>
                    <a:pt x="164" y="138"/>
                    <a:pt x="164" y="138"/>
                  </a:cubicBezTo>
                  <a:cubicBezTo>
                    <a:pt x="160" y="136"/>
                    <a:pt x="157" y="135"/>
                    <a:pt x="154" y="133"/>
                  </a:cubicBezTo>
                  <a:cubicBezTo>
                    <a:pt x="154" y="133"/>
                    <a:pt x="154" y="132"/>
                    <a:pt x="154" y="132"/>
                  </a:cubicBezTo>
                  <a:cubicBezTo>
                    <a:pt x="157" y="134"/>
                    <a:pt x="161" y="136"/>
                    <a:pt x="164" y="137"/>
                  </a:cubicBezTo>
                  <a:close/>
                  <a:moveTo>
                    <a:pt x="208" y="152"/>
                  </a:moveTo>
                  <a:cubicBezTo>
                    <a:pt x="206" y="152"/>
                    <a:pt x="205" y="151"/>
                    <a:pt x="204" y="151"/>
                  </a:cubicBezTo>
                  <a:cubicBezTo>
                    <a:pt x="202" y="151"/>
                    <a:pt x="200" y="151"/>
                    <a:pt x="198" y="150"/>
                  </a:cubicBezTo>
                  <a:cubicBezTo>
                    <a:pt x="198" y="150"/>
                    <a:pt x="198" y="150"/>
                    <a:pt x="198" y="149"/>
                  </a:cubicBezTo>
                  <a:cubicBezTo>
                    <a:pt x="202" y="150"/>
                    <a:pt x="205" y="150"/>
                    <a:pt x="209" y="150"/>
                  </a:cubicBezTo>
                  <a:cubicBezTo>
                    <a:pt x="208" y="150"/>
                    <a:pt x="208" y="151"/>
                    <a:pt x="208" y="152"/>
                  </a:cubicBezTo>
                  <a:close/>
                  <a:moveTo>
                    <a:pt x="125" y="132"/>
                  </a:move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4" y="132"/>
                  </a:cubicBez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5" y="132"/>
                  </a:cubicBezTo>
                  <a:close/>
                  <a:moveTo>
                    <a:pt x="226" y="165"/>
                  </a:moveTo>
                  <a:cubicBezTo>
                    <a:pt x="225" y="168"/>
                    <a:pt x="224" y="171"/>
                    <a:pt x="222" y="174"/>
                  </a:cubicBezTo>
                  <a:cubicBezTo>
                    <a:pt x="220" y="174"/>
                    <a:pt x="218" y="174"/>
                    <a:pt x="216" y="173"/>
                  </a:cubicBezTo>
                  <a:cubicBezTo>
                    <a:pt x="218" y="170"/>
                    <a:pt x="219" y="167"/>
                    <a:pt x="221" y="164"/>
                  </a:cubicBezTo>
                  <a:cubicBezTo>
                    <a:pt x="222" y="164"/>
                    <a:pt x="224" y="164"/>
                    <a:pt x="226" y="165"/>
                  </a:cubicBezTo>
                  <a:close/>
                  <a:moveTo>
                    <a:pt x="222" y="159"/>
                  </a:moveTo>
                  <a:cubicBezTo>
                    <a:pt x="223" y="159"/>
                    <a:pt x="223" y="158"/>
                    <a:pt x="223" y="158"/>
                  </a:cubicBezTo>
                  <a:cubicBezTo>
                    <a:pt x="225" y="158"/>
                    <a:pt x="227" y="158"/>
                    <a:pt x="229" y="158"/>
                  </a:cubicBezTo>
                  <a:cubicBezTo>
                    <a:pt x="229" y="159"/>
                    <a:pt x="228" y="160"/>
                    <a:pt x="228" y="160"/>
                  </a:cubicBezTo>
                  <a:cubicBezTo>
                    <a:pt x="226" y="160"/>
                    <a:pt x="224" y="160"/>
                    <a:pt x="222" y="159"/>
                  </a:cubicBezTo>
                  <a:close/>
                  <a:moveTo>
                    <a:pt x="229" y="165"/>
                  </a:moveTo>
                  <a:cubicBezTo>
                    <a:pt x="232" y="165"/>
                    <a:pt x="236" y="166"/>
                    <a:pt x="239" y="166"/>
                  </a:cubicBezTo>
                  <a:cubicBezTo>
                    <a:pt x="237" y="169"/>
                    <a:pt x="235" y="173"/>
                    <a:pt x="233" y="176"/>
                  </a:cubicBezTo>
                  <a:cubicBezTo>
                    <a:pt x="231" y="176"/>
                    <a:pt x="228" y="175"/>
                    <a:pt x="226" y="175"/>
                  </a:cubicBezTo>
                  <a:cubicBezTo>
                    <a:pt x="227" y="172"/>
                    <a:pt x="228" y="168"/>
                    <a:pt x="229" y="165"/>
                  </a:cubicBezTo>
                  <a:close/>
                  <a:moveTo>
                    <a:pt x="244" y="166"/>
                  </a:moveTo>
                  <a:cubicBezTo>
                    <a:pt x="245" y="166"/>
                    <a:pt x="246" y="166"/>
                    <a:pt x="247" y="167"/>
                  </a:cubicBezTo>
                  <a:cubicBezTo>
                    <a:pt x="244" y="170"/>
                    <a:pt x="242" y="173"/>
                    <a:pt x="240" y="177"/>
                  </a:cubicBezTo>
                  <a:cubicBezTo>
                    <a:pt x="240" y="177"/>
                    <a:pt x="240" y="177"/>
                    <a:pt x="239" y="177"/>
                  </a:cubicBezTo>
                  <a:cubicBezTo>
                    <a:pt x="241" y="173"/>
                    <a:pt x="242" y="170"/>
                    <a:pt x="244" y="166"/>
                  </a:cubicBezTo>
                  <a:close/>
                  <a:moveTo>
                    <a:pt x="277" y="159"/>
                  </a:moveTo>
                  <a:cubicBezTo>
                    <a:pt x="276" y="161"/>
                    <a:pt x="276" y="162"/>
                    <a:pt x="275" y="164"/>
                  </a:cubicBezTo>
                  <a:cubicBezTo>
                    <a:pt x="273" y="164"/>
                    <a:pt x="272" y="164"/>
                    <a:pt x="270" y="163"/>
                  </a:cubicBezTo>
                  <a:cubicBezTo>
                    <a:pt x="271" y="162"/>
                    <a:pt x="271" y="161"/>
                    <a:pt x="272" y="159"/>
                  </a:cubicBezTo>
                  <a:cubicBezTo>
                    <a:pt x="273" y="159"/>
                    <a:pt x="275" y="159"/>
                    <a:pt x="277" y="159"/>
                  </a:cubicBezTo>
                  <a:close/>
                  <a:moveTo>
                    <a:pt x="297" y="163"/>
                  </a:moveTo>
                  <a:cubicBezTo>
                    <a:pt x="295" y="163"/>
                    <a:pt x="293" y="163"/>
                    <a:pt x="290" y="164"/>
                  </a:cubicBezTo>
                  <a:cubicBezTo>
                    <a:pt x="291" y="162"/>
                    <a:pt x="292" y="160"/>
                    <a:pt x="292" y="159"/>
                  </a:cubicBezTo>
                  <a:cubicBezTo>
                    <a:pt x="294" y="159"/>
                    <a:pt x="297" y="159"/>
                    <a:pt x="299" y="158"/>
                  </a:cubicBezTo>
                  <a:cubicBezTo>
                    <a:pt x="298" y="160"/>
                    <a:pt x="298" y="162"/>
                    <a:pt x="297" y="163"/>
                  </a:cubicBezTo>
                  <a:close/>
                  <a:moveTo>
                    <a:pt x="287" y="164"/>
                  </a:moveTo>
                  <a:cubicBezTo>
                    <a:pt x="285" y="164"/>
                    <a:pt x="283" y="164"/>
                    <a:pt x="281" y="164"/>
                  </a:cubicBezTo>
                  <a:cubicBezTo>
                    <a:pt x="282" y="162"/>
                    <a:pt x="282" y="161"/>
                    <a:pt x="283" y="159"/>
                  </a:cubicBezTo>
                  <a:cubicBezTo>
                    <a:pt x="285" y="159"/>
                    <a:pt x="287" y="159"/>
                    <a:pt x="289" y="159"/>
                  </a:cubicBezTo>
                  <a:cubicBezTo>
                    <a:pt x="289" y="160"/>
                    <a:pt x="288" y="162"/>
                    <a:pt x="287" y="164"/>
                  </a:cubicBezTo>
                  <a:close/>
                  <a:moveTo>
                    <a:pt x="265" y="163"/>
                  </a:moveTo>
                  <a:cubicBezTo>
                    <a:pt x="264" y="163"/>
                    <a:pt x="263" y="163"/>
                    <a:pt x="263" y="163"/>
                  </a:cubicBezTo>
                  <a:cubicBezTo>
                    <a:pt x="259" y="163"/>
                    <a:pt x="256" y="163"/>
                    <a:pt x="253" y="163"/>
                  </a:cubicBezTo>
                  <a:cubicBezTo>
                    <a:pt x="254" y="161"/>
                    <a:pt x="255" y="160"/>
                    <a:pt x="256" y="159"/>
                  </a:cubicBezTo>
                  <a:cubicBezTo>
                    <a:pt x="259" y="159"/>
                    <a:pt x="263" y="159"/>
                    <a:pt x="267" y="159"/>
                  </a:cubicBezTo>
                  <a:cubicBezTo>
                    <a:pt x="267" y="161"/>
                    <a:pt x="266" y="162"/>
                    <a:pt x="265" y="163"/>
                  </a:cubicBezTo>
                  <a:close/>
                  <a:moveTo>
                    <a:pt x="259" y="167"/>
                  </a:moveTo>
                  <a:cubicBezTo>
                    <a:pt x="261" y="167"/>
                    <a:pt x="262" y="167"/>
                    <a:pt x="263" y="168"/>
                  </a:cubicBezTo>
                  <a:cubicBezTo>
                    <a:pt x="262" y="170"/>
                    <a:pt x="260" y="173"/>
                    <a:pt x="259" y="176"/>
                  </a:cubicBezTo>
                  <a:cubicBezTo>
                    <a:pt x="256" y="176"/>
                    <a:pt x="253" y="176"/>
                    <a:pt x="250" y="177"/>
                  </a:cubicBezTo>
                  <a:cubicBezTo>
                    <a:pt x="248" y="177"/>
                    <a:pt x="246" y="177"/>
                    <a:pt x="244" y="177"/>
                  </a:cubicBezTo>
                  <a:cubicBezTo>
                    <a:pt x="246" y="174"/>
                    <a:pt x="248" y="170"/>
                    <a:pt x="250" y="167"/>
                  </a:cubicBezTo>
                  <a:cubicBezTo>
                    <a:pt x="253" y="167"/>
                    <a:pt x="256" y="167"/>
                    <a:pt x="259" y="167"/>
                  </a:cubicBezTo>
                  <a:close/>
                  <a:moveTo>
                    <a:pt x="268" y="168"/>
                  </a:moveTo>
                  <a:cubicBezTo>
                    <a:pt x="270" y="168"/>
                    <a:pt x="272" y="168"/>
                    <a:pt x="273" y="168"/>
                  </a:cubicBezTo>
                  <a:cubicBezTo>
                    <a:pt x="272" y="170"/>
                    <a:pt x="272" y="172"/>
                    <a:pt x="271" y="174"/>
                  </a:cubicBezTo>
                  <a:cubicBezTo>
                    <a:pt x="269" y="174"/>
                    <a:pt x="267" y="175"/>
                    <a:pt x="264" y="175"/>
                  </a:cubicBezTo>
                  <a:cubicBezTo>
                    <a:pt x="266" y="173"/>
                    <a:pt x="267" y="170"/>
                    <a:pt x="268" y="168"/>
                  </a:cubicBezTo>
                  <a:close/>
                  <a:moveTo>
                    <a:pt x="279" y="168"/>
                  </a:moveTo>
                  <a:cubicBezTo>
                    <a:pt x="281" y="168"/>
                    <a:pt x="283" y="168"/>
                    <a:pt x="285" y="168"/>
                  </a:cubicBezTo>
                  <a:cubicBezTo>
                    <a:pt x="285" y="169"/>
                    <a:pt x="284" y="170"/>
                    <a:pt x="284" y="171"/>
                  </a:cubicBezTo>
                  <a:cubicBezTo>
                    <a:pt x="282" y="172"/>
                    <a:pt x="279" y="172"/>
                    <a:pt x="277" y="173"/>
                  </a:cubicBezTo>
                  <a:cubicBezTo>
                    <a:pt x="277" y="171"/>
                    <a:pt x="278" y="169"/>
                    <a:pt x="279" y="168"/>
                  </a:cubicBezTo>
                  <a:close/>
                  <a:moveTo>
                    <a:pt x="289" y="168"/>
                  </a:moveTo>
                  <a:cubicBezTo>
                    <a:pt x="291" y="167"/>
                    <a:pt x="294" y="167"/>
                    <a:pt x="297" y="167"/>
                  </a:cubicBezTo>
                  <a:cubicBezTo>
                    <a:pt x="297" y="167"/>
                    <a:pt x="297" y="168"/>
                    <a:pt x="296" y="168"/>
                  </a:cubicBezTo>
                  <a:cubicBezTo>
                    <a:pt x="294" y="169"/>
                    <a:pt x="291" y="170"/>
                    <a:pt x="288" y="170"/>
                  </a:cubicBezTo>
                  <a:cubicBezTo>
                    <a:pt x="288" y="169"/>
                    <a:pt x="289" y="168"/>
                    <a:pt x="289" y="168"/>
                  </a:cubicBezTo>
                  <a:close/>
                  <a:moveTo>
                    <a:pt x="303" y="163"/>
                  </a:moveTo>
                  <a:cubicBezTo>
                    <a:pt x="304" y="161"/>
                    <a:pt x="304" y="160"/>
                    <a:pt x="304" y="158"/>
                  </a:cubicBezTo>
                  <a:cubicBezTo>
                    <a:pt x="305" y="158"/>
                    <a:pt x="306" y="158"/>
                    <a:pt x="307" y="158"/>
                  </a:cubicBezTo>
                  <a:cubicBezTo>
                    <a:pt x="307" y="160"/>
                    <a:pt x="307" y="161"/>
                    <a:pt x="306" y="163"/>
                  </a:cubicBezTo>
                  <a:cubicBezTo>
                    <a:pt x="305" y="163"/>
                    <a:pt x="304" y="163"/>
                    <a:pt x="303" y="163"/>
                  </a:cubicBezTo>
                  <a:close/>
                  <a:moveTo>
                    <a:pt x="305" y="153"/>
                  </a:moveTo>
                  <a:cubicBezTo>
                    <a:pt x="306" y="153"/>
                    <a:pt x="306" y="152"/>
                    <a:pt x="306" y="152"/>
                  </a:cubicBezTo>
                  <a:cubicBezTo>
                    <a:pt x="307" y="151"/>
                    <a:pt x="308" y="151"/>
                    <a:pt x="309" y="151"/>
                  </a:cubicBezTo>
                  <a:cubicBezTo>
                    <a:pt x="309" y="152"/>
                    <a:pt x="309" y="152"/>
                    <a:pt x="308" y="153"/>
                  </a:cubicBezTo>
                  <a:cubicBezTo>
                    <a:pt x="307" y="153"/>
                    <a:pt x="306" y="153"/>
                    <a:pt x="305" y="153"/>
                  </a:cubicBezTo>
                  <a:close/>
                  <a:moveTo>
                    <a:pt x="300" y="154"/>
                  </a:moveTo>
                  <a:cubicBezTo>
                    <a:pt x="298" y="154"/>
                    <a:pt x="296" y="154"/>
                    <a:pt x="295" y="154"/>
                  </a:cubicBezTo>
                  <a:cubicBezTo>
                    <a:pt x="295" y="154"/>
                    <a:pt x="295" y="153"/>
                    <a:pt x="295" y="153"/>
                  </a:cubicBezTo>
                  <a:cubicBezTo>
                    <a:pt x="297" y="153"/>
                    <a:pt x="298" y="153"/>
                    <a:pt x="300" y="152"/>
                  </a:cubicBezTo>
                  <a:cubicBezTo>
                    <a:pt x="300" y="153"/>
                    <a:pt x="300" y="153"/>
                    <a:pt x="300" y="154"/>
                  </a:cubicBezTo>
                  <a:close/>
                  <a:moveTo>
                    <a:pt x="292" y="154"/>
                  </a:moveTo>
                  <a:cubicBezTo>
                    <a:pt x="291" y="154"/>
                    <a:pt x="291" y="154"/>
                    <a:pt x="290" y="154"/>
                  </a:cubicBezTo>
                  <a:cubicBezTo>
                    <a:pt x="289" y="154"/>
                    <a:pt x="287" y="154"/>
                    <a:pt x="285" y="154"/>
                  </a:cubicBezTo>
                  <a:cubicBezTo>
                    <a:pt x="285" y="154"/>
                    <a:pt x="285" y="154"/>
                    <a:pt x="285" y="154"/>
                  </a:cubicBezTo>
                  <a:cubicBezTo>
                    <a:pt x="287" y="154"/>
                    <a:pt x="290" y="154"/>
                    <a:pt x="292" y="153"/>
                  </a:cubicBezTo>
                  <a:cubicBezTo>
                    <a:pt x="292" y="154"/>
                    <a:pt x="292" y="154"/>
                    <a:pt x="292" y="154"/>
                  </a:cubicBezTo>
                  <a:close/>
                  <a:moveTo>
                    <a:pt x="251" y="159"/>
                  </a:moveTo>
                  <a:cubicBezTo>
                    <a:pt x="251" y="160"/>
                    <a:pt x="250" y="161"/>
                    <a:pt x="249" y="162"/>
                  </a:cubicBezTo>
                  <a:cubicBezTo>
                    <a:pt x="248" y="162"/>
                    <a:pt x="247" y="162"/>
                    <a:pt x="246" y="162"/>
                  </a:cubicBezTo>
                  <a:cubicBezTo>
                    <a:pt x="246" y="161"/>
                    <a:pt x="246" y="160"/>
                    <a:pt x="247" y="159"/>
                  </a:cubicBezTo>
                  <a:cubicBezTo>
                    <a:pt x="248" y="159"/>
                    <a:pt x="250" y="159"/>
                    <a:pt x="251" y="159"/>
                  </a:cubicBezTo>
                  <a:close/>
                  <a:moveTo>
                    <a:pt x="241" y="162"/>
                  </a:moveTo>
                  <a:cubicBezTo>
                    <a:pt x="238" y="161"/>
                    <a:pt x="234" y="161"/>
                    <a:pt x="231" y="161"/>
                  </a:cubicBezTo>
                  <a:cubicBezTo>
                    <a:pt x="231" y="160"/>
                    <a:pt x="232" y="159"/>
                    <a:pt x="232" y="158"/>
                  </a:cubicBezTo>
                  <a:cubicBezTo>
                    <a:pt x="235" y="159"/>
                    <a:pt x="239" y="159"/>
                    <a:pt x="242" y="159"/>
                  </a:cubicBezTo>
                  <a:cubicBezTo>
                    <a:pt x="242" y="160"/>
                    <a:pt x="241" y="161"/>
                    <a:pt x="241" y="162"/>
                  </a:cubicBezTo>
                  <a:close/>
                  <a:moveTo>
                    <a:pt x="219" y="158"/>
                  </a:moveTo>
                  <a:cubicBezTo>
                    <a:pt x="219" y="158"/>
                    <a:pt x="219" y="158"/>
                    <a:pt x="219" y="159"/>
                  </a:cubicBezTo>
                  <a:cubicBezTo>
                    <a:pt x="216" y="158"/>
                    <a:pt x="213" y="158"/>
                    <a:pt x="210" y="157"/>
                  </a:cubicBezTo>
                  <a:cubicBezTo>
                    <a:pt x="210" y="157"/>
                    <a:pt x="210" y="157"/>
                    <a:pt x="210" y="157"/>
                  </a:cubicBezTo>
                  <a:cubicBezTo>
                    <a:pt x="212" y="157"/>
                    <a:pt x="214" y="157"/>
                    <a:pt x="216" y="157"/>
                  </a:cubicBezTo>
                  <a:cubicBezTo>
                    <a:pt x="217" y="157"/>
                    <a:pt x="218" y="157"/>
                    <a:pt x="219" y="158"/>
                  </a:cubicBezTo>
                  <a:close/>
                  <a:moveTo>
                    <a:pt x="206" y="157"/>
                  </a:moveTo>
                  <a:cubicBezTo>
                    <a:pt x="204" y="156"/>
                    <a:pt x="203" y="156"/>
                    <a:pt x="201" y="156"/>
                  </a:cubicBezTo>
                  <a:cubicBezTo>
                    <a:pt x="203" y="156"/>
                    <a:pt x="204" y="156"/>
                    <a:pt x="206" y="156"/>
                  </a:cubicBezTo>
                  <a:cubicBezTo>
                    <a:pt x="206" y="156"/>
                    <a:pt x="206" y="157"/>
                    <a:pt x="206" y="157"/>
                  </a:cubicBezTo>
                  <a:close/>
                  <a:moveTo>
                    <a:pt x="169" y="147"/>
                  </a:moveTo>
                  <a:cubicBezTo>
                    <a:pt x="169" y="147"/>
                    <a:pt x="169" y="147"/>
                    <a:pt x="168" y="147"/>
                  </a:cubicBezTo>
                  <a:cubicBezTo>
                    <a:pt x="166" y="146"/>
                    <a:pt x="164" y="146"/>
                    <a:pt x="163" y="145"/>
                  </a:cubicBezTo>
                  <a:cubicBezTo>
                    <a:pt x="163" y="145"/>
                    <a:pt x="163" y="145"/>
                    <a:pt x="163" y="144"/>
                  </a:cubicBezTo>
                  <a:cubicBezTo>
                    <a:pt x="165" y="145"/>
                    <a:pt x="168" y="146"/>
                    <a:pt x="170" y="147"/>
                  </a:cubicBezTo>
                  <a:cubicBezTo>
                    <a:pt x="170" y="147"/>
                    <a:pt x="170" y="147"/>
                    <a:pt x="169" y="147"/>
                  </a:cubicBezTo>
                  <a:close/>
                  <a:moveTo>
                    <a:pt x="143" y="143"/>
                  </a:moveTo>
                  <a:cubicBezTo>
                    <a:pt x="143" y="143"/>
                    <a:pt x="142" y="143"/>
                    <a:pt x="142" y="143"/>
                  </a:cubicBezTo>
                  <a:cubicBezTo>
                    <a:pt x="141" y="143"/>
                    <a:pt x="139" y="143"/>
                    <a:pt x="138" y="142"/>
                  </a:cubicBezTo>
                  <a:cubicBezTo>
                    <a:pt x="138" y="142"/>
                    <a:pt x="138" y="141"/>
                    <a:pt x="139" y="141"/>
                  </a:cubicBezTo>
                  <a:cubicBezTo>
                    <a:pt x="140" y="142"/>
                    <a:pt x="142" y="142"/>
                    <a:pt x="143" y="143"/>
                  </a:cubicBezTo>
                  <a:cubicBezTo>
                    <a:pt x="143" y="143"/>
                    <a:pt x="143" y="143"/>
                    <a:pt x="143" y="143"/>
                  </a:cubicBezTo>
                  <a:close/>
                  <a:moveTo>
                    <a:pt x="135" y="141"/>
                  </a:moveTo>
                  <a:cubicBezTo>
                    <a:pt x="135" y="141"/>
                    <a:pt x="134" y="141"/>
                    <a:pt x="134" y="142"/>
                  </a:cubicBezTo>
                  <a:cubicBezTo>
                    <a:pt x="133" y="141"/>
                    <a:pt x="131" y="141"/>
                    <a:pt x="130" y="141"/>
                  </a:cubicBezTo>
                  <a:cubicBezTo>
                    <a:pt x="129" y="140"/>
                    <a:pt x="127" y="139"/>
                    <a:pt x="126" y="138"/>
                  </a:cubicBezTo>
                  <a:cubicBezTo>
                    <a:pt x="126" y="137"/>
                    <a:pt x="126" y="137"/>
                    <a:pt x="127" y="136"/>
                  </a:cubicBezTo>
                  <a:cubicBezTo>
                    <a:pt x="128" y="136"/>
                    <a:pt x="129" y="136"/>
                    <a:pt x="131" y="136"/>
                  </a:cubicBezTo>
                  <a:cubicBezTo>
                    <a:pt x="132" y="137"/>
                    <a:pt x="134" y="138"/>
                    <a:pt x="136" y="139"/>
                  </a:cubicBezTo>
                  <a:cubicBezTo>
                    <a:pt x="135" y="140"/>
                    <a:pt x="135" y="140"/>
                    <a:pt x="135" y="141"/>
                  </a:cubicBezTo>
                  <a:close/>
                  <a:moveTo>
                    <a:pt x="118" y="135"/>
                  </a:moveTo>
                  <a:cubicBezTo>
                    <a:pt x="118" y="135"/>
                    <a:pt x="118" y="135"/>
                    <a:pt x="118" y="135"/>
                  </a:cubicBezTo>
                  <a:cubicBezTo>
                    <a:pt x="117" y="136"/>
                    <a:pt x="116" y="137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7"/>
                    <a:pt x="117" y="136"/>
                    <a:pt x="118" y="135"/>
                  </a:cubicBezTo>
                  <a:close/>
                  <a:moveTo>
                    <a:pt x="101" y="139"/>
                  </a:moveTo>
                  <a:cubicBezTo>
                    <a:pt x="101" y="139"/>
                    <a:pt x="101" y="139"/>
                    <a:pt x="101" y="140"/>
                  </a:cubicBezTo>
                  <a:cubicBezTo>
                    <a:pt x="103" y="141"/>
                    <a:pt x="104" y="142"/>
                    <a:pt x="106" y="144"/>
                  </a:cubicBezTo>
                  <a:cubicBezTo>
                    <a:pt x="105" y="144"/>
                    <a:pt x="105" y="145"/>
                    <a:pt x="105" y="145"/>
                  </a:cubicBezTo>
                  <a:cubicBezTo>
                    <a:pt x="102" y="144"/>
                    <a:pt x="99" y="143"/>
                    <a:pt x="96" y="142"/>
                  </a:cubicBezTo>
                  <a:cubicBezTo>
                    <a:pt x="97" y="140"/>
                    <a:pt x="98" y="139"/>
                    <a:pt x="99" y="137"/>
                  </a:cubicBezTo>
                  <a:cubicBezTo>
                    <a:pt x="100" y="138"/>
                    <a:pt x="100" y="139"/>
                    <a:pt x="101" y="139"/>
                  </a:cubicBezTo>
                  <a:close/>
                  <a:moveTo>
                    <a:pt x="115" y="145"/>
                  </a:moveTo>
                  <a:cubicBezTo>
                    <a:pt x="115" y="144"/>
                    <a:pt x="115" y="144"/>
                    <a:pt x="116" y="144"/>
                  </a:cubicBezTo>
                  <a:cubicBezTo>
                    <a:pt x="116" y="144"/>
                    <a:pt x="116" y="144"/>
                    <a:pt x="116" y="144"/>
                  </a:cubicBezTo>
                  <a:cubicBezTo>
                    <a:pt x="115" y="146"/>
                    <a:pt x="114" y="147"/>
                    <a:pt x="113" y="149"/>
                  </a:cubicBezTo>
                  <a:cubicBezTo>
                    <a:pt x="113" y="149"/>
                    <a:pt x="112" y="149"/>
                    <a:pt x="112" y="149"/>
                  </a:cubicBezTo>
                  <a:cubicBezTo>
                    <a:pt x="113" y="147"/>
                    <a:pt x="114" y="146"/>
                    <a:pt x="115" y="145"/>
                  </a:cubicBezTo>
                  <a:close/>
                  <a:moveTo>
                    <a:pt x="120" y="139"/>
                  </a:moveTo>
                  <a:cubicBezTo>
                    <a:pt x="120" y="138"/>
                    <a:pt x="120" y="138"/>
                    <a:pt x="121" y="137"/>
                  </a:cubicBezTo>
                  <a:cubicBezTo>
                    <a:pt x="121" y="137"/>
                    <a:pt x="121" y="137"/>
                    <a:pt x="121" y="138"/>
                  </a:cubicBezTo>
                  <a:cubicBezTo>
                    <a:pt x="120" y="138"/>
                    <a:pt x="120" y="138"/>
                    <a:pt x="120" y="139"/>
                  </a:cubicBezTo>
                  <a:cubicBezTo>
                    <a:pt x="120" y="139"/>
                    <a:pt x="120" y="139"/>
                    <a:pt x="120" y="139"/>
                  </a:cubicBezTo>
                  <a:close/>
                  <a:moveTo>
                    <a:pt x="144" y="148"/>
                  </a:moveTo>
                  <a:cubicBezTo>
                    <a:pt x="144" y="148"/>
                    <a:pt x="144" y="148"/>
                    <a:pt x="145" y="148"/>
                  </a:cubicBezTo>
                  <a:cubicBezTo>
                    <a:pt x="148" y="149"/>
                    <a:pt x="152" y="149"/>
                    <a:pt x="156" y="150"/>
                  </a:cubicBezTo>
                  <a:cubicBezTo>
                    <a:pt x="155" y="151"/>
                    <a:pt x="154" y="153"/>
                    <a:pt x="153" y="154"/>
                  </a:cubicBezTo>
                  <a:cubicBezTo>
                    <a:pt x="150" y="152"/>
                    <a:pt x="147" y="151"/>
                    <a:pt x="143" y="149"/>
                  </a:cubicBezTo>
                  <a:cubicBezTo>
                    <a:pt x="144" y="149"/>
                    <a:pt x="144" y="148"/>
                    <a:pt x="144" y="148"/>
                  </a:cubicBezTo>
                  <a:close/>
                  <a:moveTo>
                    <a:pt x="159" y="151"/>
                  </a:moveTo>
                  <a:cubicBezTo>
                    <a:pt x="161" y="151"/>
                    <a:pt x="163" y="151"/>
                    <a:pt x="164" y="151"/>
                  </a:cubicBezTo>
                  <a:cubicBezTo>
                    <a:pt x="165" y="151"/>
                    <a:pt x="166" y="152"/>
                    <a:pt x="166" y="152"/>
                  </a:cubicBezTo>
                  <a:cubicBezTo>
                    <a:pt x="165" y="154"/>
                    <a:pt x="164" y="156"/>
                    <a:pt x="162" y="158"/>
                  </a:cubicBezTo>
                  <a:cubicBezTo>
                    <a:pt x="160" y="157"/>
                    <a:pt x="158" y="156"/>
                    <a:pt x="157" y="155"/>
                  </a:cubicBezTo>
                  <a:cubicBezTo>
                    <a:pt x="157" y="154"/>
                    <a:pt x="158" y="152"/>
                    <a:pt x="159" y="151"/>
                  </a:cubicBezTo>
                  <a:close/>
                  <a:moveTo>
                    <a:pt x="170" y="153"/>
                  </a:moveTo>
                  <a:cubicBezTo>
                    <a:pt x="172" y="154"/>
                    <a:pt x="173" y="154"/>
                    <a:pt x="174" y="154"/>
                  </a:cubicBezTo>
                  <a:cubicBezTo>
                    <a:pt x="175" y="154"/>
                    <a:pt x="175" y="155"/>
                    <a:pt x="175" y="155"/>
                  </a:cubicBezTo>
                  <a:cubicBezTo>
                    <a:pt x="175" y="155"/>
                    <a:pt x="175" y="155"/>
                    <a:pt x="175" y="155"/>
                  </a:cubicBezTo>
                  <a:cubicBezTo>
                    <a:pt x="174" y="157"/>
                    <a:pt x="172" y="159"/>
                    <a:pt x="171" y="161"/>
                  </a:cubicBezTo>
                  <a:cubicBezTo>
                    <a:pt x="169" y="161"/>
                    <a:pt x="168" y="160"/>
                    <a:pt x="166" y="159"/>
                  </a:cubicBezTo>
                  <a:cubicBezTo>
                    <a:pt x="168" y="157"/>
                    <a:pt x="169" y="155"/>
                    <a:pt x="170" y="153"/>
                  </a:cubicBezTo>
                  <a:close/>
                  <a:moveTo>
                    <a:pt x="180" y="156"/>
                  </a:moveTo>
                  <a:cubicBezTo>
                    <a:pt x="182" y="157"/>
                    <a:pt x="185" y="157"/>
                    <a:pt x="187" y="158"/>
                  </a:cubicBezTo>
                  <a:cubicBezTo>
                    <a:pt x="186" y="160"/>
                    <a:pt x="184" y="163"/>
                    <a:pt x="183" y="165"/>
                  </a:cubicBezTo>
                  <a:cubicBezTo>
                    <a:pt x="181" y="164"/>
                    <a:pt x="178" y="164"/>
                    <a:pt x="176" y="163"/>
                  </a:cubicBezTo>
                  <a:cubicBezTo>
                    <a:pt x="177" y="160"/>
                    <a:pt x="179" y="158"/>
                    <a:pt x="180" y="156"/>
                  </a:cubicBezTo>
                  <a:close/>
                  <a:moveTo>
                    <a:pt x="193" y="159"/>
                  </a:moveTo>
                  <a:cubicBezTo>
                    <a:pt x="196" y="160"/>
                    <a:pt x="200" y="161"/>
                    <a:pt x="204" y="161"/>
                  </a:cubicBezTo>
                  <a:cubicBezTo>
                    <a:pt x="202" y="164"/>
                    <a:pt x="201" y="167"/>
                    <a:pt x="199" y="170"/>
                  </a:cubicBezTo>
                  <a:cubicBezTo>
                    <a:pt x="196" y="169"/>
                    <a:pt x="192" y="168"/>
                    <a:pt x="188" y="167"/>
                  </a:cubicBezTo>
                  <a:cubicBezTo>
                    <a:pt x="190" y="164"/>
                    <a:pt x="191" y="162"/>
                    <a:pt x="193" y="159"/>
                  </a:cubicBezTo>
                  <a:close/>
                  <a:moveTo>
                    <a:pt x="207" y="162"/>
                  </a:moveTo>
                  <a:cubicBezTo>
                    <a:pt x="210" y="163"/>
                    <a:pt x="213" y="163"/>
                    <a:pt x="216" y="163"/>
                  </a:cubicBezTo>
                  <a:cubicBezTo>
                    <a:pt x="215" y="166"/>
                    <a:pt x="213" y="169"/>
                    <a:pt x="211" y="172"/>
                  </a:cubicBezTo>
                  <a:cubicBezTo>
                    <a:pt x="209" y="172"/>
                    <a:pt x="206" y="171"/>
                    <a:pt x="203" y="171"/>
                  </a:cubicBezTo>
                  <a:cubicBezTo>
                    <a:pt x="205" y="168"/>
                    <a:pt x="206" y="165"/>
                    <a:pt x="207" y="162"/>
                  </a:cubicBezTo>
                  <a:close/>
                  <a:moveTo>
                    <a:pt x="312" y="157"/>
                  </a:moveTo>
                  <a:cubicBezTo>
                    <a:pt x="317" y="157"/>
                    <a:pt x="321" y="157"/>
                    <a:pt x="325" y="156"/>
                  </a:cubicBezTo>
                  <a:cubicBezTo>
                    <a:pt x="325" y="158"/>
                    <a:pt x="324" y="159"/>
                    <a:pt x="324" y="161"/>
                  </a:cubicBezTo>
                  <a:cubicBezTo>
                    <a:pt x="320" y="162"/>
                    <a:pt x="316" y="162"/>
                    <a:pt x="312" y="162"/>
                  </a:cubicBezTo>
                  <a:cubicBezTo>
                    <a:pt x="312" y="161"/>
                    <a:pt x="312" y="159"/>
                    <a:pt x="312" y="157"/>
                  </a:cubicBezTo>
                  <a:close/>
                  <a:moveTo>
                    <a:pt x="313" y="152"/>
                  </a:moveTo>
                  <a:cubicBezTo>
                    <a:pt x="313" y="152"/>
                    <a:pt x="313" y="151"/>
                    <a:pt x="313" y="150"/>
                  </a:cubicBezTo>
                  <a:cubicBezTo>
                    <a:pt x="318" y="150"/>
                    <a:pt x="323" y="149"/>
                    <a:pt x="327" y="148"/>
                  </a:cubicBezTo>
                  <a:cubicBezTo>
                    <a:pt x="327" y="149"/>
                    <a:pt x="327" y="150"/>
                    <a:pt x="327" y="151"/>
                  </a:cubicBezTo>
                  <a:cubicBezTo>
                    <a:pt x="322" y="152"/>
                    <a:pt x="318" y="152"/>
                    <a:pt x="313" y="152"/>
                  </a:cubicBezTo>
                  <a:close/>
                  <a:moveTo>
                    <a:pt x="325" y="145"/>
                  </a:moveTo>
                  <a:cubicBezTo>
                    <a:pt x="326" y="145"/>
                    <a:pt x="327" y="144"/>
                    <a:pt x="329" y="144"/>
                  </a:cubicBezTo>
                  <a:cubicBezTo>
                    <a:pt x="329" y="144"/>
                    <a:pt x="328" y="144"/>
                    <a:pt x="328" y="144"/>
                  </a:cubicBezTo>
                  <a:cubicBezTo>
                    <a:pt x="327" y="145"/>
                    <a:pt x="326" y="145"/>
                    <a:pt x="325" y="145"/>
                  </a:cubicBezTo>
                  <a:close/>
                  <a:moveTo>
                    <a:pt x="192" y="149"/>
                  </a:moveTo>
                  <a:cubicBezTo>
                    <a:pt x="191" y="148"/>
                    <a:pt x="190" y="148"/>
                    <a:pt x="189" y="148"/>
                  </a:cubicBezTo>
                  <a:cubicBezTo>
                    <a:pt x="188" y="148"/>
                    <a:pt x="187" y="147"/>
                    <a:pt x="186" y="147"/>
                  </a:cubicBezTo>
                  <a:cubicBezTo>
                    <a:pt x="186" y="147"/>
                    <a:pt x="186" y="147"/>
                    <a:pt x="186" y="146"/>
                  </a:cubicBezTo>
                  <a:cubicBezTo>
                    <a:pt x="188" y="147"/>
                    <a:pt x="190" y="148"/>
                    <a:pt x="193" y="148"/>
                  </a:cubicBezTo>
                  <a:cubicBezTo>
                    <a:pt x="192" y="148"/>
                    <a:pt x="192" y="149"/>
                    <a:pt x="192" y="149"/>
                  </a:cubicBezTo>
                  <a:close/>
                  <a:moveTo>
                    <a:pt x="181" y="145"/>
                  </a:moveTo>
                  <a:cubicBezTo>
                    <a:pt x="179" y="145"/>
                    <a:pt x="178" y="144"/>
                    <a:pt x="176" y="144"/>
                  </a:cubicBezTo>
                  <a:cubicBezTo>
                    <a:pt x="176" y="143"/>
                    <a:pt x="176" y="143"/>
                    <a:pt x="177" y="143"/>
                  </a:cubicBezTo>
                  <a:cubicBezTo>
                    <a:pt x="178" y="144"/>
                    <a:pt x="180" y="144"/>
                    <a:pt x="181" y="145"/>
                  </a:cubicBezTo>
                  <a:cubicBezTo>
                    <a:pt x="181" y="145"/>
                    <a:pt x="181" y="145"/>
                    <a:pt x="181" y="145"/>
                  </a:cubicBezTo>
                  <a:close/>
                  <a:moveTo>
                    <a:pt x="173" y="142"/>
                  </a:moveTo>
                  <a:cubicBezTo>
                    <a:pt x="171" y="141"/>
                    <a:pt x="168" y="140"/>
                    <a:pt x="166" y="139"/>
                  </a:cubicBezTo>
                  <a:cubicBezTo>
                    <a:pt x="166" y="139"/>
                    <a:pt x="167" y="139"/>
                    <a:pt x="167" y="139"/>
                  </a:cubicBezTo>
                  <a:cubicBezTo>
                    <a:pt x="169" y="140"/>
                    <a:pt x="171" y="141"/>
                    <a:pt x="173" y="142"/>
                  </a:cubicBezTo>
                  <a:cubicBezTo>
                    <a:pt x="173" y="142"/>
                    <a:pt x="173" y="142"/>
                    <a:pt x="173" y="142"/>
                  </a:cubicBezTo>
                  <a:close/>
                  <a:moveTo>
                    <a:pt x="160" y="143"/>
                  </a:moveTo>
                  <a:cubicBezTo>
                    <a:pt x="160" y="143"/>
                    <a:pt x="160" y="144"/>
                    <a:pt x="160" y="144"/>
                  </a:cubicBezTo>
                  <a:cubicBezTo>
                    <a:pt x="156" y="142"/>
                    <a:pt x="153" y="141"/>
                    <a:pt x="149" y="139"/>
                  </a:cubicBezTo>
                  <a:cubicBezTo>
                    <a:pt x="149" y="139"/>
                    <a:pt x="150" y="139"/>
                    <a:pt x="150" y="138"/>
                  </a:cubicBezTo>
                  <a:cubicBezTo>
                    <a:pt x="153" y="140"/>
                    <a:pt x="157" y="142"/>
                    <a:pt x="160" y="143"/>
                  </a:cubicBezTo>
                  <a:close/>
                  <a:moveTo>
                    <a:pt x="147" y="138"/>
                  </a:moveTo>
                  <a:cubicBezTo>
                    <a:pt x="146" y="138"/>
                    <a:pt x="145" y="137"/>
                    <a:pt x="144" y="137"/>
                  </a:cubicBezTo>
                  <a:cubicBezTo>
                    <a:pt x="143" y="136"/>
                    <a:pt x="143" y="136"/>
                    <a:pt x="142" y="135"/>
                  </a:cubicBezTo>
                  <a:cubicBezTo>
                    <a:pt x="142" y="135"/>
                    <a:pt x="142" y="135"/>
                    <a:pt x="142" y="134"/>
                  </a:cubicBezTo>
                  <a:cubicBezTo>
                    <a:pt x="144" y="135"/>
                    <a:pt x="146" y="136"/>
                    <a:pt x="147" y="137"/>
                  </a:cubicBezTo>
                  <a:cubicBezTo>
                    <a:pt x="147" y="137"/>
                    <a:pt x="147" y="138"/>
                    <a:pt x="147" y="138"/>
                  </a:cubicBezTo>
                  <a:close/>
                  <a:moveTo>
                    <a:pt x="139" y="134"/>
                  </a:moveTo>
                  <a:cubicBezTo>
                    <a:pt x="137" y="132"/>
                    <a:pt x="134" y="130"/>
                    <a:pt x="132" y="129"/>
                  </a:cubicBezTo>
                  <a:cubicBezTo>
                    <a:pt x="132" y="129"/>
                    <a:pt x="132" y="128"/>
                    <a:pt x="132" y="128"/>
                  </a:cubicBezTo>
                  <a:cubicBezTo>
                    <a:pt x="135" y="130"/>
                    <a:pt x="137" y="132"/>
                    <a:pt x="140" y="133"/>
                  </a:cubicBezTo>
                  <a:cubicBezTo>
                    <a:pt x="140" y="133"/>
                    <a:pt x="140" y="134"/>
                    <a:pt x="139" y="134"/>
                  </a:cubicBezTo>
                  <a:close/>
                  <a:moveTo>
                    <a:pt x="122" y="129"/>
                  </a:moveTo>
                  <a:cubicBezTo>
                    <a:pt x="122" y="129"/>
                    <a:pt x="122" y="129"/>
                    <a:pt x="122" y="130"/>
                  </a:cubicBezTo>
                  <a:cubicBezTo>
                    <a:pt x="121" y="130"/>
                    <a:pt x="121" y="130"/>
                    <a:pt x="121" y="131"/>
                  </a:cubicBezTo>
                  <a:cubicBezTo>
                    <a:pt x="121" y="131"/>
                    <a:pt x="120" y="131"/>
                    <a:pt x="120" y="130"/>
                  </a:cubicBezTo>
                  <a:cubicBezTo>
                    <a:pt x="120" y="130"/>
                    <a:pt x="121" y="129"/>
                    <a:pt x="121" y="128"/>
                  </a:cubicBezTo>
                  <a:cubicBezTo>
                    <a:pt x="122" y="129"/>
                    <a:pt x="122" y="129"/>
                    <a:pt x="122" y="129"/>
                  </a:cubicBezTo>
                  <a:close/>
                  <a:moveTo>
                    <a:pt x="111" y="128"/>
                  </a:moveTo>
                  <a:cubicBezTo>
                    <a:pt x="111" y="128"/>
                    <a:pt x="111" y="128"/>
                    <a:pt x="112" y="129"/>
                  </a:cubicBezTo>
                  <a:cubicBezTo>
                    <a:pt x="112" y="130"/>
                    <a:pt x="113" y="131"/>
                    <a:pt x="114" y="131"/>
                  </a:cubicBezTo>
                  <a:cubicBezTo>
                    <a:pt x="113" y="133"/>
                    <a:pt x="112" y="135"/>
                    <a:pt x="111" y="137"/>
                  </a:cubicBezTo>
                  <a:cubicBezTo>
                    <a:pt x="108" y="137"/>
                    <a:pt x="105" y="137"/>
                    <a:pt x="102" y="137"/>
                  </a:cubicBezTo>
                  <a:cubicBezTo>
                    <a:pt x="102" y="136"/>
                    <a:pt x="101" y="135"/>
                    <a:pt x="101" y="135"/>
                  </a:cubicBezTo>
                  <a:cubicBezTo>
                    <a:pt x="103" y="131"/>
                    <a:pt x="105" y="127"/>
                    <a:pt x="107" y="124"/>
                  </a:cubicBezTo>
                  <a:cubicBezTo>
                    <a:pt x="109" y="125"/>
                    <a:pt x="110" y="127"/>
                    <a:pt x="111" y="128"/>
                  </a:cubicBezTo>
                  <a:close/>
                  <a:moveTo>
                    <a:pt x="101" y="122"/>
                  </a:moveTo>
                  <a:cubicBezTo>
                    <a:pt x="99" y="124"/>
                    <a:pt x="97" y="127"/>
                    <a:pt x="95" y="130"/>
                  </a:cubicBezTo>
                  <a:cubicBezTo>
                    <a:pt x="94" y="128"/>
                    <a:pt x="93" y="127"/>
                    <a:pt x="92" y="126"/>
                  </a:cubicBezTo>
                  <a:cubicBezTo>
                    <a:pt x="93" y="124"/>
                    <a:pt x="95" y="122"/>
                    <a:pt x="96" y="120"/>
                  </a:cubicBezTo>
                  <a:cubicBezTo>
                    <a:pt x="97" y="120"/>
                    <a:pt x="98" y="120"/>
                    <a:pt x="99" y="120"/>
                  </a:cubicBezTo>
                  <a:cubicBezTo>
                    <a:pt x="101" y="120"/>
                    <a:pt x="101" y="116"/>
                    <a:pt x="99" y="116"/>
                  </a:cubicBezTo>
                  <a:cubicBezTo>
                    <a:pt x="100" y="115"/>
                    <a:pt x="100" y="114"/>
                    <a:pt x="101" y="114"/>
                  </a:cubicBezTo>
                  <a:cubicBezTo>
                    <a:pt x="101" y="115"/>
                    <a:pt x="102" y="117"/>
                    <a:pt x="103" y="118"/>
                  </a:cubicBezTo>
                  <a:cubicBezTo>
                    <a:pt x="102" y="119"/>
                    <a:pt x="102" y="121"/>
                    <a:pt x="101" y="122"/>
                  </a:cubicBezTo>
                  <a:close/>
                  <a:moveTo>
                    <a:pt x="81" y="134"/>
                  </a:moveTo>
                  <a:cubicBezTo>
                    <a:pt x="81" y="133"/>
                    <a:pt x="80" y="132"/>
                    <a:pt x="80" y="131"/>
                  </a:cubicBezTo>
                  <a:cubicBezTo>
                    <a:pt x="81" y="129"/>
                    <a:pt x="81" y="128"/>
                    <a:pt x="82" y="127"/>
                  </a:cubicBezTo>
                  <a:cubicBezTo>
                    <a:pt x="83" y="127"/>
                    <a:pt x="84" y="128"/>
                    <a:pt x="85" y="128"/>
                  </a:cubicBezTo>
                  <a:cubicBezTo>
                    <a:pt x="84" y="130"/>
                    <a:pt x="82" y="132"/>
                    <a:pt x="81" y="134"/>
                  </a:cubicBezTo>
                  <a:close/>
                  <a:moveTo>
                    <a:pt x="85" y="123"/>
                  </a:moveTo>
                  <a:cubicBezTo>
                    <a:pt x="85" y="123"/>
                    <a:pt x="85" y="122"/>
                    <a:pt x="86" y="122"/>
                  </a:cubicBezTo>
                  <a:cubicBezTo>
                    <a:pt x="86" y="123"/>
                    <a:pt x="87" y="124"/>
                    <a:pt x="88" y="125"/>
                  </a:cubicBezTo>
                  <a:cubicBezTo>
                    <a:pt x="87" y="125"/>
                    <a:pt x="87" y="125"/>
                    <a:pt x="87" y="125"/>
                  </a:cubicBezTo>
                  <a:cubicBezTo>
                    <a:pt x="86" y="125"/>
                    <a:pt x="86" y="124"/>
                    <a:pt x="85" y="123"/>
                  </a:cubicBezTo>
                  <a:close/>
                  <a:moveTo>
                    <a:pt x="80" y="119"/>
                  </a:moveTo>
                  <a:cubicBezTo>
                    <a:pt x="81" y="118"/>
                    <a:pt x="81" y="117"/>
                    <a:pt x="82" y="117"/>
                  </a:cubicBezTo>
                  <a:cubicBezTo>
                    <a:pt x="82" y="117"/>
                    <a:pt x="82" y="118"/>
                    <a:pt x="83" y="118"/>
                  </a:cubicBezTo>
                  <a:cubicBezTo>
                    <a:pt x="82" y="118"/>
                    <a:pt x="81" y="119"/>
                    <a:pt x="81" y="119"/>
                  </a:cubicBezTo>
                  <a:cubicBezTo>
                    <a:pt x="81" y="119"/>
                    <a:pt x="80" y="119"/>
                    <a:pt x="80" y="119"/>
                  </a:cubicBezTo>
                  <a:close/>
                  <a:moveTo>
                    <a:pt x="87" y="121"/>
                  </a:moveTo>
                  <a:cubicBezTo>
                    <a:pt x="88" y="121"/>
                    <a:pt x="89" y="121"/>
                    <a:pt x="90" y="121"/>
                  </a:cubicBezTo>
                  <a:cubicBezTo>
                    <a:pt x="90" y="121"/>
                    <a:pt x="89" y="122"/>
                    <a:pt x="89" y="123"/>
                  </a:cubicBezTo>
                  <a:cubicBezTo>
                    <a:pt x="88" y="122"/>
                    <a:pt x="88" y="122"/>
                    <a:pt x="87" y="121"/>
                  </a:cubicBezTo>
                  <a:close/>
                  <a:moveTo>
                    <a:pt x="85" y="118"/>
                  </a:moveTo>
                  <a:cubicBezTo>
                    <a:pt x="85" y="118"/>
                    <a:pt x="85" y="118"/>
                    <a:pt x="84" y="118"/>
                  </a:cubicBezTo>
                  <a:cubicBezTo>
                    <a:pt x="84" y="117"/>
                    <a:pt x="83" y="116"/>
                    <a:pt x="82" y="116"/>
                  </a:cubicBezTo>
                  <a:cubicBezTo>
                    <a:pt x="85" y="111"/>
                    <a:pt x="88" y="106"/>
                    <a:pt x="90" y="102"/>
                  </a:cubicBezTo>
                  <a:cubicBezTo>
                    <a:pt x="92" y="103"/>
                    <a:pt x="93" y="104"/>
                    <a:pt x="94" y="105"/>
                  </a:cubicBezTo>
                  <a:cubicBezTo>
                    <a:pt x="91" y="109"/>
                    <a:pt x="88" y="113"/>
                    <a:pt x="85" y="118"/>
                  </a:cubicBezTo>
                  <a:close/>
                  <a:moveTo>
                    <a:pt x="79" y="124"/>
                  </a:moveTo>
                  <a:cubicBezTo>
                    <a:pt x="79" y="124"/>
                    <a:pt x="80" y="125"/>
                    <a:pt x="80" y="125"/>
                  </a:cubicBezTo>
                  <a:cubicBezTo>
                    <a:pt x="79" y="126"/>
                    <a:pt x="79" y="127"/>
                    <a:pt x="78" y="128"/>
                  </a:cubicBezTo>
                  <a:cubicBezTo>
                    <a:pt x="78" y="127"/>
                    <a:pt x="77" y="126"/>
                    <a:pt x="77" y="125"/>
                  </a:cubicBezTo>
                  <a:cubicBezTo>
                    <a:pt x="77" y="125"/>
                    <a:pt x="77" y="125"/>
                    <a:pt x="77" y="124"/>
                  </a:cubicBezTo>
                  <a:cubicBezTo>
                    <a:pt x="78" y="124"/>
                    <a:pt x="78" y="124"/>
                    <a:pt x="79" y="124"/>
                  </a:cubicBezTo>
                  <a:close/>
                  <a:moveTo>
                    <a:pt x="75" y="128"/>
                  </a:moveTo>
                  <a:cubicBezTo>
                    <a:pt x="75" y="129"/>
                    <a:pt x="76" y="130"/>
                    <a:pt x="76" y="130"/>
                  </a:cubicBezTo>
                  <a:cubicBezTo>
                    <a:pt x="75" y="133"/>
                    <a:pt x="73" y="135"/>
                    <a:pt x="72" y="137"/>
                  </a:cubicBezTo>
                  <a:cubicBezTo>
                    <a:pt x="72" y="137"/>
                    <a:pt x="71" y="136"/>
                    <a:pt x="71" y="135"/>
                  </a:cubicBezTo>
                  <a:cubicBezTo>
                    <a:pt x="72" y="133"/>
                    <a:pt x="73" y="130"/>
                    <a:pt x="75" y="128"/>
                  </a:cubicBezTo>
                  <a:close/>
                  <a:moveTo>
                    <a:pt x="88" y="131"/>
                  </a:moveTo>
                  <a:cubicBezTo>
                    <a:pt x="89" y="131"/>
                    <a:pt x="90" y="132"/>
                    <a:pt x="91" y="132"/>
                  </a:cubicBezTo>
                  <a:cubicBezTo>
                    <a:pt x="92" y="133"/>
                    <a:pt x="93" y="131"/>
                    <a:pt x="93" y="131"/>
                  </a:cubicBezTo>
                  <a:cubicBezTo>
                    <a:pt x="92" y="130"/>
                    <a:pt x="91" y="129"/>
                    <a:pt x="90" y="128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1" y="129"/>
                    <a:pt x="92" y="131"/>
                    <a:pt x="94" y="132"/>
                  </a:cubicBezTo>
                  <a:cubicBezTo>
                    <a:pt x="91" y="135"/>
                    <a:pt x="88" y="139"/>
                    <a:pt x="85" y="143"/>
                  </a:cubicBezTo>
                  <a:cubicBezTo>
                    <a:pt x="84" y="142"/>
                    <a:pt x="83" y="141"/>
                    <a:pt x="83" y="140"/>
                  </a:cubicBezTo>
                  <a:cubicBezTo>
                    <a:pt x="84" y="137"/>
                    <a:pt x="86" y="134"/>
                    <a:pt x="88" y="131"/>
                  </a:cubicBezTo>
                  <a:close/>
                  <a:moveTo>
                    <a:pt x="97" y="135"/>
                  </a:moveTo>
                  <a:cubicBezTo>
                    <a:pt x="97" y="135"/>
                    <a:pt x="97" y="135"/>
                    <a:pt x="97" y="136"/>
                  </a:cubicBezTo>
                  <a:cubicBezTo>
                    <a:pt x="95" y="140"/>
                    <a:pt x="92" y="145"/>
                    <a:pt x="90" y="150"/>
                  </a:cubicBezTo>
                  <a:cubicBezTo>
                    <a:pt x="89" y="149"/>
                    <a:pt x="89" y="148"/>
                    <a:pt x="88" y="148"/>
                  </a:cubicBezTo>
                  <a:cubicBezTo>
                    <a:pt x="91" y="144"/>
                    <a:pt x="94" y="139"/>
                    <a:pt x="97" y="135"/>
                  </a:cubicBezTo>
                  <a:close/>
                  <a:moveTo>
                    <a:pt x="96" y="143"/>
                  </a:moveTo>
                  <a:cubicBezTo>
                    <a:pt x="98" y="144"/>
                    <a:pt x="100" y="146"/>
                    <a:pt x="102" y="148"/>
                  </a:cubicBezTo>
                  <a:cubicBezTo>
                    <a:pt x="100" y="151"/>
                    <a:pt x="98" y="154"/>
                    <a:pt x="95" y="156"/>
                  </a:cubicBezTo>
                  <a:cubicBezTo>
                    <a:pt x="94" y="155"/>
                    <a:pt x="92" y="153"/>
                    <a:pt x="91" y="151"/>
                  </a:cubicBezTo>
                  <a:cubicBezTo>
                    <a:pt x="92" y="148"/>
                    <a:pt x="94" y="145"/>
                    <a:pt x="96" y="143"/>
                  </a:cubicBezTo>
                  <a:close/>
                  <a:moveTo>
                    <a:pt x="117" y="151"/>
                  </a:moveTo>
                  <a:cubicBezTo>
                    <a:pt x="118" y="149"/>
                    <a:pt x="120" y="147"/>
                    <a:pt x="121" y="145"/>
                  </a:cubicBezTo>
                  <a:cubicBezTo>
                    <a:pt x="124" y="145"/>
                    <a:pt x="128" y="146"/>
                    <a:pt x="131" y="146"/>
                  </a:cubicBezTo>
                  <a:cubicBezTo>
                    <a:pt x="129" y="149"/>
                    <a:pt x="128" y="153"/>
                    <a:pt x="126" y="156"/>
                  </a:cubicBezTo>
                  <a:cubicBezTo>
                    <a:pt x="123" y="154"/>
                    <a:pt x="120" y="153"/>
                    <a:pt x="117" y="151"/>
                  </a:cubicBezTo>
                  <a:close/>
                  <a:moveTo>
                    <a:pt x="133" y="152"/>
                  </a:moveTo>
                  <a:cubicBezTo>
                    <a:pt x="133" y="151"/>
                    <a:pt x="134" y="149"/>
                    <a:pt x="135" y="148"/>
                  </a:cubicBezTo>
                  <a:cubicBezTo>
                    <a:pt x="136" y="149"/>
                    <a:pt x="137" y="150"/>
                    <a:pt x="138" y="150"/>
                  </a:cubicBezTo>
                  <a:cubicBezTo>
                    <a:pt x="136" y="153"/>
                    <a:pt x="135" y="156"/>
                    <a:pt x="133" y="159"/>
                  </a:cubicBezTo>
                  <a:cubicBezTo>
                    <a:pt x="132" y="159"/>
                    <a:pt x="131" y="158"/>
                    <a:pt x="130" y="158"/>
                  </a:cubicBezTo>
                  <a:cubicBezTo>
                    <a:pt x="131" y="156"/>
                    <a:pt x="132" y="154"/>
                    <a:pt x="133" y="152"/>
                  </a:cubicBezTo>
                  <a:close/>
                  <a:moveTo>
                    <a:pt x="142" y="152"/>
                  </a:moveTo>
                  <a:cubicBezTo>
                    <a:pt x="145" y="154"/>
                    <a:pt x="148" y="156"/>
                    <a:pt x="151" y="157"/>
                  </a:cubicBezTo>
                  <a:cubicBezTo>
                    <a:pt x="150" y="159"/>
                    <a:pt x="149" y="161"/>
                    <a:pt x="148" y="163"/>
                  </a:cubicBezTo>
                  <a:cubicBezTo>
                    <a:pt x="148" y="163"/>
                    <a:pt x="147" y="164"/>
                    <a:pt x="147" y="165"/>
                  </a:cubicBezTo>
                  <a:cubicBezTo>
                    <a:pt x="145" y="165"/>
                    <a:pt x="143" y="164"/>
                    <a:pt x="142" y="163"/>
                  </a:cubicBezTo>
                  <a:cubicBezTo>
                    <a:pt x="140" y="163"/>
                    <a:pt x="138" y="162"/>
                    <a:pt x="137" y="161"/>
                  </a:cubicBezTo>
                  <a:cubicBezTo>
                    <a:pt x="138" y="158"/>
                    <a:pt x="140" y="155"/>
                    <a:pt x="142" y="152"/>
                  </a:cubicBezTo>
                  <a:close/>
                  <a:moveTo>
                    <a:pt x="155" y="159"/>
                  </a:moveTo>
                  <a:cubicBezTo>
                    <a:pt x="156" y="160"/>
                    <a:pt x="158" y="161"/>
                    <a:pt x="160" y="161"/>
                  </a:cubicBezTo>
                  <a:cubicBezTo>
                    <a:pt x="159" y="163"/>
                    <a:pt x="158" y="164"/>
                    <a:pt x="157" y="165"/>
                  </a:cubicBezTo>
                  <a:cubicBezTo>
                    <a:pt x="157" y="166"/>
                    <a:pt x="156" y="167"/>
                    <a:pt x="155" y="168"/>
                  </a:cubicBezTo>
                  <a:cubicBezTo>
                    <a:pt x="154" y="168"/>
                    <a:pt x="152" y="167"/>
                    <a:pt x="151" y="167"/>
                  </a:cubicBezTo>
                  <a:cubicBezTo>
                    <a:pt x="152" y="164"/>
                    <a:pt x="153" y="162"/>
                    <a:pt x="155" y="159"/>
                  </a:cubicBezTo>
                  <a:close/>
                  <a:moveTo>
                    <a:pt x="173" y="167"/>
                  </a:moveTo>
                  <a:cubicBezTo>
                    <a:pt x="176" y="168"/>
                    <a:pt x="178" y="168"/>
                    <a:pt x="181" y="169"/>
                  </a:cubicBezTo>
                  <a:cubicBezTo>
                    <a:pt x="180" y="171"/>
                    <a:pt x="179" y="172"/>
                    <a:pt x="178" y="173"/>
                  </a:cubicBezTo>
                  <a:cubicBezTo>
                    <a:pt x="175" y="173"/>
                    <a:pt x="172" y="172"/>
                    <a:pt x="170" y="172"/>
                  </a:cubicBezTo>
                  <a:cubicBezTo>
                    <a:pt x="171" y="170"/>
                    <a:pt x="172" y="168"/>
                    <a:pt x="173" y="167"/>
                  </a:cubicBezTo>
                  <a:close/>
                  <a:moveTo>
                    <a:pt x="186" y="171"/>
                  </a:moveTo>
                  <a:cubicBezTo>
                    <a:pt x="189" y="172"/>
                    <a:pt x="193" y="173"/>
                    <a:pt x="197" y="174"/>
                  </a:cubicBezTo>
                  <a:cubicBezTo>
                    <a:pt x="197" y="175"/>
                    <a:pt x="196" y="175"/>
                    <a:pt x="196" y="176"/>
                  </a:cubicBezTo>
                  <a:cubicBezTo>
                    <a:pt x="193" y="175"/>
                    <a:pt x="191" y="175"/>
                    <a:pt x="188" y="175"/>
                  </a:cubicBezTo>
                  <a:cubicBezTo>
                    <a:pt x="187" y="175"/>
                    <a:pt x="185" y="174"/>
                    <a:pt x="184" y="174"/>
                  </a:cubicBezTo>
                  <a:cubicBezTo>
                    <a:pt x="184" y="173"/>
                    <a:pt x="185" y="172"/>
                    <a:pt x="186" y="171"/>
                  </a:cubicBezTo>
                  <a:close/>
                  <a:moveTo>
                    <a:pt x="200" y="175"/>
                  </a:moveTo>
                  <a:cubicBezTo>
                    <a:pt x="202" y="175"/>
                    <a:pt x="204" y="176"/>
                    <a:pt x="206" y="176"/>
                  </a:cubicBezTo>
                  <a:cubicBezTo>
                    <a:pt x="204" y="176"/>
                    <a:pt x="202" y="176"/>
                    <a:pt x="200" y="176"/>
                  </a:cubicBezTo>
                  <a:cubicBezTo>
                    <a:pt x="200" y="176"/>
                    <a:pt x="200" y="175"/>
                    <a:pt x="200" y="175"/>
                  </a:cubicBezTo>
                  <a:close/>
                  <a:moveTo>
                    <a:pt x="305" y="170"/>
                  </a:moveTo>
                  <a:cubicBezTo>
                    <a:pt x="305" y="170"/>
                    <a:pt x="305" y="170"/>
                    <a:pt x="305" y="170"/>
                  </a:cubicBezTo>
                  <a:cubicBezTo>
                    <a:pt x="304" y="171"/>
                    <a:pt x="304" y="171"/>
                    <a:pt x="303" y="171"/>
                  </a:cubicBezTo>
                  <a:cubicBezTo>
                    <a:pt x="304" y="170"/>
                    <a:pt x="304" y="170"/>
                    <a:pt x="305" y="170"/>
                  </a:cubicBezTo>
                  <a:close/>
                  <a:moveTo>
                    <a:pt x="311" y="166"/>
                  </a:moveTo>
                  <a:cubicBezTo>
                    <a:pt x="311" y="166"/>
                    <a:pt x="311" y="166"/>
                    <a:pt x="311" y="166"/>
                  </a:cubicBezTo>
                  <a:cubicBezTo>
                    <a:pt x="315" y="165"/>
                    <a:pt x="319" y="165"/>
                    <a:pt x="323" y="164"/>
                  </a:cubicBezTo>
                  <a:cubicBezTo>
                    <a:pt x="323" y="165"/>
                    <a:pt x="323" y="166"/>
                    <a:pt x="322" y="167"/>
                  </a:cubicBezTo>
                  <a:cubicBezTo>
                    <a:pt x="318" y="168"/>
                    <a:pt x="314" y="168"/>
                    <a:pt x="310" y="169"/>
                  </a:cubicBezTo>
                  <a:cubicBezTo>
                    <a:pt x="310" y="168"/>
                    <a:pt x="311" y="167"/>
                    <a:pt x="311" y="166"/>
                  </a:cubicBezTo>
                  <a:close/>
                  <a:moveTo>
                    <a:pt x="328" y="164"/>
                  </a:moveTo>
                  <a:cubicBezTo>
                    <a:pt x="332" y="163"/>
                    <a:pt x="335" y="163"/>
                    <a:pt x="338" y="162"/>
                  </a:cubicBezTo>
                  <a:cubicBezTo>
                    <a:pt x="338" y="162"/>
                    <a:pt x="338" y="163"/>
                    <a:pt x="338" y="163"/>
                  </a:cubicBezTo>
                  <a:cubicBezTo>
                    <a:pt x="334" y="164"/>
                    <a:pt x="331" y="165"/>
                    <a:pt x="328" y="166"/>
                  </a:cubicBezTo>
                  <a:cubicBezTo>
                    <a:pt x="328" y="165"/>
                    <a:pt x="328" y="164"/>
                    <a:pt x="328" y="164"/>
                  </a:cubicBezTo>
                  <a:close/>
                  <a:moveTo>
                    <a:pt x="342" y="161"/>
                  </a:moveTo>
                  <a:cubicBezTo>
                    <a:pt x="346" y="161"/>
                    <a:pt x="349" y="160"/>
                    <a:pt x="353" y="159"/>
                  </a:cubicBezTo>
                  <a:cubicBezTo>
                    <a:pt x="353" y="159"/>
                    <a:pt x="353" y="160"/>
                    <a:pt x="353" y="160"/>
                  </a:cubicBezTo>
                  <a:cubicBezTo>
                    <a:pt x="349" y="161"/>
                    <a:pt x="345" y="162"/>
                    <a:pt x="341" y="163"/>
                  </a:cubicBezTo>
                  <a:cubicBezTo>
                    <a:pt x="341" y="162"/>
                    <a:pt x="342" y="162"/>
                    <a:pt x="342" y="161"/>
                  </a:cubicBezTo>
                  <a:close/>
                  <a:moveTo>
                    <a:pt x="358" y="158"/>
                  </a:moveTo>
                  <a:cubicBezTo>
                    <a:pt x="359" y="158"/>
                    <a:pt x="360" y="157"/>
                    <a:pt x="361" y="157"/>
                  </a:cubicBezTo>
                  <a:cubicBezTo>
                    <a:pt x="364" y="157"/>
                    <a:pt x="366" y="156"/>
                    <a:pt x="369" y="155"/>
                  </a:cubicBezTo>
                  <a:cubicBezTo>
                    <a:pt x="369" y="155"/>
                    <a:pt x="368" y="156"/>
                    <a:pt x="368" y="156"/>
                  </a:cubicBezTo>
                  <a:cubicBezTo>
                    <a:pt x="365" y="157"/>
                    <a:pt x="361" y="158"/>
                    <a:pt x="358" y="159"/>
                  </a:cubicBezTo>
                  <a:cubicBezTo>
                    <a:pt x="358" y="158"/>
                    <a:pt x="358" y="158"/>
                    <a:pt x="358" y="158"/>
                  </a:cubicBezTo>
                  <a:close/>
                  <a:moveTo>
                    <a:pt x="374" y="154"/>
                  </a:moveTo>
                  <a:cubicBezTo>
                    <a:pt x="375" y="153"/>
                    <a:pt x="377" y="152"/>
                    <a:pt x="378" y="152"/>
                  </a:cubicBezTo>
                  <a:cubicBezTo>
                    <a:pt x="378" y="152"/>
                    <a:pt x="378" y="153"/>
                    <a:pt x="378" y="153"/>
                  </a:cubicBezTo>
                  <a:cubicBezTo>
                    <a:pt x="376" y="154"/>
                    <a:pt x="375" y="154"/>
                    <a:pt x="373" y="155"/>
                  </a:cubicBezTo>
                  <a:cubicBezTo>
                    <a:pt x="373" y="154"/>
                    <a:pt x="374" y="154"/>
                    <a:pt x="374" y="154"/>
                  </a:cubicBezTo>
                  <a:close/>
                  <a:moveTo>
                    <a:pt x="428" y="131"/>
                  </a:moveTo>
                  <a:cubicBezTo>
                    <a:pt x="426" y="132"/>
                    <a:pt x="424" y="134"/>
                    <a:pt x="422" y="135"/>
                  </a:cubicBezTo>
                  <a:cubicBezTo>
                    <a:pt x="422" y="133"/>
                    <a:pt x="423" y="131"/>
                    <a:pt x="423" y="128"/>
                  </a:cubicBezTo>
                  <a:cubicBezTo>
                    <a:pt x="425" y="127"/>
                    <a:pt x="428" y="125"/>
                    <a:pt x="430" y="124"/>
                  </a:cubicBezTo>
                  <a:cubicBezTo>
                    <a:pt x="430" y="126"/>
                    <a:pt x="429" y="128"/>
                    <a:pt x="429" y="131"/>
                  </a:cubicBezTo>
                  <a:cubicBezTo>
                    <a:pt x="429" y="131"/>
                    <a:pt x="428" y="131"/>
                    <a:pt x="428" y="131"/>
                  </a:cubicBezTo>
                  <a:close/>
                  <a:moveTo>
                    <a:pt x="417" y="138"/>
                  </a:moveTo>
                  <a:cubicBezTo>
                    <a:pt x="415" y="139"/>
                    <a:pt x="413" y="141"/>
                    <a:pt x="411" y="142"/>
                  </a:cubicBezTo>
                  <a:cubicBezTo>
                    <a:pt x="410" y="142"/>
                    <a:pt x="410" y="142"/>
                    <a:pt x="410" y="142"/>
                  </a:cubicBezTo>
                  <a:cubicBezTo>
                    <a:pt x="410" y="142"/>
                    <a:pt x="409" y="142"/>
                    <a:pt x="409" y="143"/>
                  </a:cubicBezTo>
                  <a:cubicBezTo>
                    <a:pt x="410" y="140"/>
                    <a:pt x="410" y="138"/>
                    <a:pt x="411" y="136"/>
                  </a:cubicBezTo>
                  <a:cubicBezTo>
                    <a:pt x="414" y="134"/>
                    <a:pt x="417" y="132"/>
                    <a:pt x="419" y="130"/>
                  </a:cubicBezTo>
                  <a:cubicBezTo>
                    <a:pt x="419" y="133"/>
                    <a:pt x="418" y="136"/>
                    <a:pt x="417" y="138"/>
                  </a:cubicBezTo>
                  <a:close/>
                  <a:moveTo>
                    <a:pt x="406" y="143"/>
                  </a:moveTo>
                  <a:cubicBezTo>
                    <a:pt x="406" y="142"/>
                    <a:pt x="406" y="140"/>
                    <a:pt x="407" y="138"/>
                  </a:cubicBezTo>
                  <a:cubicBezTo>
                    <a:pt x="407" y="138"/>
                    <a:pt x="407" y="138"/>
                    <a:pt x="408" y="137"/>
                  </a:cubicBezTo>
                  <a:cubicBezTo>
                    <a:pt x="407" y="139"/>
                    <a:pt x="407" y="141"/>
                    <a:pt x="406" y="143"/>
                  </a:cubicBezTo>
                  <a:close/>
                  <a:moveTo>
                    <a:pt x="397" y="147"/>
                  </a:moveTo>
                  <a:cubicBezTo>
                    <a:pt x="392" y="149"/>
                    <a:pt x="387" y="151"/>
                    <a:pt x="382" y="152"/>
                  </a:cubicBezTo>
                  <a:cubicBezTo>
                    <a:pt x="383" y="151"/>
                    <a:pt x="383" y="151"/>
                    <a:pt x="383" y="150"/>
                  </a:cubicBezTo>
                  <a:cubicBezTo>
                    <a:pt x="388" y="148"/>
                    <a:pt x="393" y="146"/>
                    <a:pt x="398" y="143"/>
                  </a:cubicBezTo>
                  <a:cubicBezTo>
                    <a:pt x="397" y="144"/>
                    <a:pt x="397" y="146"/>
                    <a:pt x="397" y="147"/>
                  </a:cubicBezTo>
                  <a:close/>
                  <a:moveTo>
                    <a:pt x="375" y="160"/>
                  </a:moveTo>
                  <a:cubicBezTo>
                    <a:pt x="375" y="160"/>
                    <a:pt x="375" y="160"/>
                    <a:pt x="375" y="161"/>
                  </a:cubicBezTo>
                  <a:cubicBezTo>
                    <a:pt x="374" y="161"/>
                    <a:pt x="373" y="162"/>
                    <a:pt x="371" y="162"/>
                  </a:cubicBezTo>
                  <a:cubicBezTo>
                    <a:pt x="372" y="162"/>
                    <a:pt x="372" y="162"/>
                    <a:pt x="372" y="161"/>
                  </a:cubicBezTo>
                  <a:cubicBezTo>
                    <a:pt x="373" y="161"/>
                    <a:pt x="374" y="160"/>
                    <a:pt x="375" y="160"/>
                  </a:cubicBezTo>
                  <a:close/>
                  <a:moveTo>
                    <a:pt x="433" y="128"/>
                  </a:moveTo>
                  <a:cubicBezTo>
                    <a:pt x="434" y="126"/>
                    <a:pt x="434" y="123"/>
                    <a:pt x="435" y="121"/>
                  </a:cubicBezTo>
                  <a:cubicBezTo>
                    <a:pt x="436" y="120"/>
                    <a:pt x="438" y="119"/>
                    <a:pt x="439" y="118"/>
                  </a:cubicBezTo>
                  <a:cubicBezTo>
                    <a:pt x="439" y="120"/>
                    <a:pt x="438" y="123"/>
                    <a:pt x="437" y="125"/>
                  </a:cubicBezTo>
                  <a:cubicBezTo>
                    <a:pt x="436" y="126"/>
                    <a:pt x="434" y="127"/>
                    <a:pt x="433" y="128"/>
                  </a:cubicBezTo>
                  <a:close/>
                  <a:moveTo>
                    <a:pt x="398" y="138"/>
                  </a:moveTo>
                  <a:cubicBezTo>
                    <a:pt x="394" y="140"/>
                    <a:pt x="390" y="142"/>
                    <a:pt x="386" y="144"/>
                  </a:cubicBezTo>
                  <a:cubicBezTo>
                    <a:pt x="386" y="144"/>
                    <a:pt x="386" y="143"/>
                    <a:pt x="387" y="142"/>
                  </a:cubicBezTo>
                  <a:cubicBezTo>
                    <a:pt x="391" y="141"/>
                    <a:pt x="395" y="139"/>
                    <a:pt x="399" y="138"/>
                  </a:cubicBezTo>
                  <a:cubicBezTo>
                    <a:pt x="399" y="138"/>
                    <a:pt x="398" y="138"/>
                    <a:pt x="398" y="138"/>
                  </a:cubicBezTo>
                  <a:close/>
                  <a:moveTo>
                    <a:pt x="380" y="147"/>
                  </a:moveTo>
                  <a:cubicBezTo>
                    <a:pt x="379" y="147"/>
                    <a:pt x="377" y="148"/>
                    <a:pt x="375" y="149"/>
                  </a:cubicBezTo>
                  <a:cubicBezTo>
                    <a:pt x="375" y="148"/>
                    <a:pt x="375" y="147"/>
                    <a:pt x="375" y="146"/>
                  </a:cubicBezTo>
                  <a:cubicBezTo>
                    <a:pt x="377" y="145"/>
                    <a:pt x="379" y="145"/>
                    <a:pt x="381" y="144"/>
                  </a:cubicBezTo>
                  <a:cubicBezTo>
                    <a:pt x="381" y="145"/>
                    <a:pt x="381" y="146"/>
                    <a:pt x="380" y="147"/>
                  </a:cubicBezTo>
                  <a:close/>
                  <a:moveTo>
                    <a:pt x="370" y="151"/>
                  </a:moveTo>
                  <a:cubicBezTo>
                    <a:pt x="369" y="151"/>
                    <a:pt x="367" y="152"/>
                    <a:pt x="366" y="152"/>
                  </a:cubicBezTo>
                  <a:cubicBezTo>
                    <a:pt x="363" y="153"/>
                    <a:pt x="361" y="153"/>
                    <a:pt x="359" y="154"/>
                  </a:cubicBezTo>
                  <a:cubicBezTo>
                    <a:pt x="359" y="153"/>
                    <a:pt x="359" y="151"/>
                    <a:pt x="360" y="150"/>
                  </a:cubicBezTo>
                  <a:cubicBezTo>
                    <a:pt x="364" y="149"/>
                    <a:pt x="368" y="148"/>
                    <a:pt x="371" y="147"/>
                  </a:cubicBezTo>
                  <a:cubicBezTo>
                    <a:pt x="371" y="148"/>
                    <a:pt x="371" y="149"/>
                    <a:pt x="370" y="151"/>
                  </a:cubicBezTo>
                  <a:close/>
                  <a:moveTo>
                    <a:pt x="354" y="155"/>
                  </a:moveTo>
                  <a:cubicBezTo>
                    <a:pt x="350" y="156"/>
                    <a:pt x="347" y="157"/>
                    <a:pt x="343" y="158"/>
                  </a:cubicBezTo>
                  <a:cubicBezTo>
                    <a:pt x="343" y="156"/>
                    <a:pt x="343" y="155"/>
                    <a:pt x="344" y="153"/>
                  </a:cubicBezTo>
                  <a:cubicBezTo>
                    <a:pt x="348" y="153"/>
                    <a:pt x="352" y="152"/>
                    <a:pt x="356" y="151"/>
                  </a:cubicBezTo>
                  <a:cubicBezTo>
                    <a:pt x="355" y="152"/>
                    <a:pt x="355" y="154"/>
                    <a:pt x="354" y="155"/>
                  </a:cubicBezTo>
                  <a:close/>
                  <a:moveTo>
                    <a:pt x="339" y="159"/>
                  </a:moveTo>
                  <a:cubicBezTo>
                    <a:pt x="336" y="159"/>
                    <a:pt x="332" y="160"/>
                    <a:pt x="329" y="160"/>
                  </a:cubicBezTo>
                  <a:cubicBezTo>
                    <a:pt x="329" y="159"/>
                    <a:pt x="330" y="157"/>
                    <a:pt x="330" y="155"/>
                  </a:cubicBezTo>
                  <a:cubicBezTo>
                    <a:pt x="333" y="155"/>
                    <a:pt x="337" y="154"/>
                    <a:pt x="341" y="154"/>
                  </a:cubicBezTo>
                  <a:cubicBezTo>
                    <a:pt x="340" y="155"/>
                    <a:pt x="340" y="157"/>
                    <a:pt x="339" y="159"/>
                  </a:cubicBezTo>
                  <a:close/>
                  <a:moveTo>
                    <a:pt x="330" y="150"/>
                  </a:moveTo>
                  <a:cubicBezTo>
                    <a:pt x="330" y="150"/>
                    <a:pt x="330" y="149"/>
                    <a:pt x="330" y="148"/>
                  </a:cubicBezTo>
                  <a:cubicBezTo>
                    <a:pt x="335" y="147"/>
                    <a:pt x="339" y="147"/>
                    <a:pt x="343" y="146"/>
                  </a:cubicBezTo>
                  <a:cubicBezTo>
                    <a:pt x="343" y="147"/>
                    <a:pt x="343" y="148"/>
                    <a:pt x="342" y="149"/>
                  </a:cubicBezTo>
                  <a:cubicBezTo>
                    <a:pt x="338" y="149"/>
                    <a:pt x="334" y="150"/>
                    <a:pt x="330" y="150"/>
                  </a:cubicBezTo>
                  <a:close/>
                  <a:moveTo>
                    <a:pt x="331" y="144"/>
                  </a:moveTo>
                  <a:cubicBezTo>
                    <a:pt x="331" y="144"/>
                    <a:pt x="331" y="144"/>
                    <a:pt x="331" y="144"/>
                  </a:cubicBezTo>
                  <a:cubicBezTo>
                    <a:pt x="335" y="142"/>
                    <a:pt x="340" y="141"/>
                    <a:pt x="345" y="139"/>
                  </a:cubicBezTo>
                  <a:cubicBezTo>
                    <a:pt x="345" y="140"/>
                    <a:pt x="345" y="141"/>
                    <a:pt x="344" y="142"/>
                  </a:cubicBezTo>
                  <a:cubicBezTo>
                    <a:pt x="340" y="143"/>
                    <a:pt x="335" y="143"/>
                    <a:pt x="331" y="144"/>
                  </a:cubicBezTo>
                  <a:close/>
                  <a:moveTo>
                    <a:pt x="260" y="153"/>
                  </a:moveTo>
                  <a:cubicBezTo>
                    <a:pt x="260" y="153"/>
                    <a:pt x="260" y="153"/>
                    <a:pt x="260" y="153"/>
                  </a:cubicBezTo>
                  <a:cubicBezTo>
                    <a:pt x="262" y="153"/>
                    <a:pt x="263" y="153"/>
                    <a:pt x="264" y="153"/>
                  </a:cubicBezTo>
                  <a:cubicBezTo>
                    <a:pt x="263" y="153"/>
                    <a:pt x="261" y="153"/>
                    <a:pt x="260" y="153"/>
                  </a:cubicBezTo>
                  <a:close/>
                  <a:moveTo>
                    <a:pt x="255" y="153"/>
                  </a:moveTo>
                  <a:cubicBezTo>
                    <a:pt x="253" y="154"/>
                    <a:pt x="251" y="154"/>
                    <a:pt x="248" y="154"/>
                  </a:cubicBezTo>
                  <a:cubicBezTo>
                    <a:pt x="249" y="153"/>
                    <a:pt x="249" y="153"/>
                    <a:pt x="249" y="152"/>
                  </a:cubicBezTo>
                  <a:cubicBezTo>
                    <a:pt x="251" y="152"/>
                    <a:pt x="253" y="152"/>
                    <a:pt x="256" y="153"/>
                  </a:cubicBezTo>
                  <a:cubicBezTo>
                    <a:pt x="256" y="153"/>
                    <a:pt x="255" y="153"/>
                    <a:pt x="255" y="153"/>
                  </a:cubicBezTo>
                  <a:close/>
                  <a:moveTo>
                    <a:pt x="231" y="153"/>
                  </a:moveTo>
                  <a:cubicBezTo>
                    <a:pt x="229" y="153"/>
                    <a:pt x="227" y="153"/>
                    <a:pt x="225" y="153"/>
                  </a:cubicBezTo>
                  <a:cubicBezTo>
                    <a:pt x="225" y="152"/>
                    <a:pt x="225" y="151"/>
                    <a:pt x="226" y="150"/>
                  </a:cubicBezTo>
                  <a:cubicBezTo>
                    <a:pt x="228" y="150"/>
                    <a:pt x="230" y="150"/>
                    <a:pt x="232" y="151"/>
                  </a:cubicBezTo>
                  <a:cubicBezTo>
                    <a:pt x="232" y="152"/>
                    <a:pt x="232" y="153"/>
                    <a:pt x="231" y="153"/>
                  </a:cubicBezTo>
                  <a:close/>
                  <a:moveTo>
                    <a:pt x="195" y="144"/>
                  </a:moveTo>
                  <a:cubicBezTo>
                    <a:pt x="193" y="143"/>
                    <a:pt x="191" y="143"/>
                    <a:pt x="188" y="142"/>
                  </a:cubicBezTo>
                  <a:cubicBezTo>
                    <a:pt x="189" y="142"/>
                    <a:pt x="189" y="141"/>
                    <a:pt x="189" y="141"/>
                  </a:cubicBezTo>
                  <a:cubicBezTo>
                    <a:pt x="192" y="141"/>
                    <a:pt x="194" y="142"/>
                    <a:pt x="196" y="142"/>
                  </a:cubicBezTo>
                  <a:cubicBezTo>
                    <a:pt x="196" y="143"/>
                    <a:pt x="195" y="144"/>
                    <a:pt x="195" y="144"/>
                  </a:cubicBezTo>
                  <a:close/>
                  <a:moveTo>
                    <a:pt x="184" y="141"/>
                  </a:moveTo>
                  <a:cubicBezTo>
                    <a:pt x="182" y="140"/>
                    <a:pt x="181" y="139"/>
                    <a:pt x="179" y="139"/>
                  </a:cubicBezTo>
                  <a:cubicBezTo>
                    <a:pt x="179" y="138"/>
                    <a:pt x="179" y="138"/>
                    <a:pt x="180" y="138"/>
                  </a:cubicBezTo>
                  <a:cubicBezTo>
                    <a:pt x="181" y="138"/>
                    <a:pt x="183" y="139"/>
                    <a:pt x="185" y="139"/>
                  </a:cubicBezTo>
                  <a:cubicBezTo>
                    <a:pt x="185" y="140"/>
                    <a:pt x="184" y="140"/>
                    <a:pt x="184" y="141"/>
                  </a:cubicBezTo>
                  <a:close/>
                  <a:moveTo>
                    <a:pt x="176" y="138"/>
                  </a:moveTo>
                  <a:cubicBezTo>
                    <a:pt x="173" y="137"/>
                    <a:pt x="171" y="136"/>
                    <a:pt x="169" y="135"/>
                  </a:cubicBezTo>
                  <a:cubicBezTo>
                    <a:pt x="169" y="135"/>
                    <a:pt x="169" y="134"/>
                    <a:pt x="169" y="134"/>
                  </a:cubicBezTo>
                  <a:cubicBezTo>
                    <a:pt x="172" y="135"/>
                    <a:pt x="174" y="136"/>
                    <a:pt x="176" y="137"/>
                  </a:cubicBezTo>
                  <a:cubicBezTo>
                    <a:pt x="176" y="137"/>
                    <a:pt x="176" y="137"/>
                    <a:pt x="176" y="138"/>
                  </a:cubicBezTo>
                  <a:close/>
                  <a:moveTo>
                    <a:pt x="172" y="129"/>
                  </a:moveTo>
                  <a:cubicBezTo>
                    <a:pt x="173" y="128"/>
                    <a:pt x="174" y="126"/>
                    <a:pt x="174" y="125"/>
                  </a:cubicBezTo>
                  <a:cubicBezTo>
                    <a:pt x="177" y="126"/>
                    <a:pt x="179" y="127"/>
                    <a:pt x="182" y="128"/>
                  </a:cubicBezTo>
                  <a:cubicBezTo>
                    <a:pt x="181" y="129"/>
                    <a:pt x="180" y="130"/>
                    <a:pt x="179" y="132"/>
                  </a:cubicBezTo>
                  <a:cubicBezTo>
                    <a:pt x="177" y="131"/>
                    <a:pt x="175" y="130"/>
                    <a:pt x="172" y="129"/>
                  </a:cubicBezTo>
                  <a:close/>
                  <a:moveTo>
                    <a:pt x="155" y="128"/>
                  </a:moveTo>
                  <a:cubicBezTo>
                    <a:pt x="155" y="128"/>
                    <a:pt x="155" y="128"/>
                    <a:pt x="154" y="128"/>
                  </a:cubicBezTo>
                  <a:cubicBezTo>
                    <a:pt x="153" y="127"/>
                    <a:pt x="150" y="126"/>
                    <a:pt x="148" y="125"/>
                  </a:cubicBezTo>
                  <a:cubicBezTo>
                    <a:pt x="149" y="125"/>
                    <a:pt x="149" y="125"/>
                    <a:pt x="149" y="124"/>
                  </a:cubicBezTo>
                  <a:cubicBezTo>
                    <a:pt x="151" y="125"/>
                    <a:pt x="153" y="127"/>
                    <a:pt x="155" y="128"/>
                  </a:cubicBezTo>
                  <a:close/>
                  <a:moveTo>
                    <a:pt x="150" y="130"/>
                  </a:moveTo>
                  <a:cubicBezTo>
                    <a:pt x="151" y="130"/>
                    <a:pt x="151" y="131"/>
                    <a:pt x="152" y="131"/>
                  </a:cubicBezTo>
                  <a:cubicBezTo>
                    <a:pt x="152" y="131"/>
                    <a:pt x="152" y="132"/>
                    <a:pt x="151" y="132"/>
                  </a:cubicBezTo>
                  <a:cubicBezTo>
                    <a:pt x="150" y="131"/>
                    <a:pt x="148" y="130"/>
                    <a:pt x="146" y="129"/>
                  </a:cubicBezTo>
                  <a:cubicBezTo>
                    <a:pt x="146" y="129"/>
                    <a:pt x="146" y="128"/>
                    <a:pt x="146" y="128"/>
                  </a:cubicBezTo>
                  <a:cubicBezTo>
                    <a:pt x="148" y="129"/>
                    <a:pt x="149" y="129"/>
                    <a:pt x="150" y="130"/>
                  </a:cubicBezTo>
                  <a:close/>
                  <a:moveTo>
                    <a:pt x="144" y="128"/>
                  </a:moveTo>
                  <a:cubicBezTo>
                    <a:pt x="141" y="126"/>
                    <a:pt x="138" y="125"/>
                    <a:pt x="136" y="124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9" y="124"/>
                    <a:pt x="142" y="126"/>
                    <a:pt x="144" y="127"/>
                  </a:cubicBezTo>
                  <a:cubicBezTo>
                    <a:pt x="144" y="127"/>
                    <a:pt x="144" y="127"/>
                    <a:pt x="144" y="128"/>
                  </a:cubicBezTo>
                  <a:close/>
                  <a:moveTo>
                    <a:pt x="133" y="122"/>
                  </a:moveTo>
                  <a:cubicBezTo>
                    <a:pt x="132" y="122"/>
                    <a:pt x="132" y="122"/>
                    <a:pt x="132" y="122"/>
                  </a:cubicBezTo>
                  <a:cubicBezTo>
                    <a:pt x="132" y="121"/>
                    <a:pt x="132" y="121"/>
                    <a:pt x="133" y="120"/>
                  </a:cubicBezTo>
                  <a:cubicBezTo>
                    <a:pt x="133" y="121"/>
                    <a:pt x="133" y="121"/>
                    <a:pt x="134" y="121"/>
                  </a:cubicBezTo>
                  <a:cubicBezTo>
                    <a:pt x="133" y="121"/>
                    <a:pt x="133" y="122"/>
                    <a:pt x="133" y="122"/>
                  </a:cubicBezTo>
                  <a:close/>
                  <a:moveTo>
                    <a:pt x="128" y="120"/>
                  </a:moveTo>
                  <a:cubicBezTo>
                    <a:pt x="127" y="120"/>
                    <a:pt x="127" y="120"/>
                    <a:pt x="126" y="119"/>
                  </a:cubicBezTo>
                  <a:cubicBezTo>
                    <a:pt x="126" y="118"/>
                    <a:pt x="127" y="118"/>
                    <a:pt x="127" y="117"/>
                  </a:cubicBezTo>
                  <a:cubicBezTo>
                    <a:pt x="128" y="117"/>
                    <a:pt x="129" y="118"/>
                    <a:pt x="130" y="118"/>
                  </a:cubicBezTo>
                  <a:cubicBezTo>
                    <a:pt x="129" y="119"/>
                    <a:pt x="129" y="120"/>
                    <a:pt x="128" y="120"/>
                  </a:cubicBezTo>
                  <a:close/>
                  <a:moveTo>
                    <a:pt x="123" y="118"/>
                  </a:moveTo>
                  <a:cubicBezTo>
                    <a:pt x="122" y="118"/>
                    <a:pt x="120" y="117"/>
                    <a:pt x="119" y="117"/>
                  </a:cubicBezTo>
                  <a:cubicBezTo>
                    <a:pt x="119" y="116"/>
                    <a:pt x="118" y="117"/>
                    <a:pt x="118" y="118"/>
                  </a:cubicBezTo>
                  <a:cubicBezTo>
                    <a:pt x="118" y="117"/>
                    <a:pt x="117" y="117"/>
                    <a:pt x="116" y="116"/>
                  </a:cubicBezTo>
                  <a:cubicBezTo>
                    <a:pt x="115" y="116"/>
                    <a:pt x="114" y="117"/>
                    <a:pt x="114" y="118"/>
                  </a:cubicBezTo>
                  <a:cubicBezTo>
                    <a:pt x="115" y="121"/>
                    <a:pt x="117" y="123"/>
                    <a:pt x="118" y="125"/>
                  </a:cubicBezTo>
                  <a:cubicBezTo>
                    <a:pt x="118" y="126"/>
                    <a:pt x="117" y="127"/>
                    <a:pt x="116" y="128"/>
                  </a:cubicBezTo>
                  <a:cubicBezTo>
                    <a:pt x="114" y="127"/>
                    <a:pt x="112" y="126"/>
                    <a:pt x="110" y="123"/>
                  </a:cubicBezTo>
                  <a:cubicBezTo>
                    <a:pt x="110" y="123"/>
                    <a:pt x="109" y="122"/>
                    <a:pt x="109" y="122"/>
                  </a:cubicBezTo>
                  <a:cubicBezTo>
                    <a:pt x="109" y="120"/>
                    <a:pt x="110" y="119"/>
                    <a:pt x="111" y="118"/>
                  </a:cubicBezTo>
                  <a:cubicBezTo>
                    <a:pt x="111" y="118"/>
                    <a:pt x="111" y="118"/>
                    <a:pt x="112" y="119"/>
                  </a:cubicBezTo>
                  <a:cubicBezTo>
                    <a:pt x="113" y="119"/>
                    <a:pt x="114" y="117"/>
                    <a:pt x="113" y="117"/>
                  </a:cubicBezTo>
                  <a:cubicBezTo>
                    <a:pt x="113" y="116"/>
                    <a:pt x="112" y="116"/>
                    <a:pt x="112" y="116"/>
                  </a:cubicBezTo>
                  <a:cubicBezTo>
                    <a:pt x="114" y="114"/>
                    <a:pt x="116" y="111"/>
                    <a:pt x="117" y="109"/>
                  </a:cubicBezTo>
                  <a:cubicBezTo>
                    <a:pt x="120" y="111"/>
                    <a:pt x="122" y="113"/>
                    <a:pt x="124" y="115"/>
                  </a:cubicBezTo>
                  <a:cubicBezTo>
                    <a:pt x="124" y="116"/>
                    <a:pt x="123" y="117"/>
                    <a:pt x="123" y="118"/>
                  </a:cubicBezTo>
                  <a:close/>
                  <a:moveTo>
                    <a:pt x="110" y="114"/>
                  </a:moveTo>
                  <a:cubicBezTo>
                    <a:pt x="110" y="114"/>
                    <a:pt x="110" y="114"/>
                    <a:pt x="110" y="114"/>
                  </a:cubicBezTo>
                  <a:cubicBezTo>
                    <a:pt x="111" y="111"/>
                    <a:pt x="113" y="108"/>
                    <a:pt x="114" y="105"/>
                  </a:cubicBezTo>
                  <a:cubicBezTo>
                    <a:pt x="115" y="105"/>
                    <a:pt x="115" y="106"/>
                    <a:pt x="115" y="106"/>
                  </a:cubicBezTo>
                  <a:cubicBezTo>
                    <a:pt x="114" y="109"/>
                    <a:pt x="112" y="112"/>
                    <a:pt x="110" y="114"/>
                  </a:cubicBezTo>
                  <a:close/>
                  <a:moveTo>
                    <a:pt x="107" y="112"/>
                  </a:moveTo>
                  <a:cubicBezTo>
                    <a:pt x="106" y="111"/>
                    <a:pt x="105" y="110"/>
                    <a:pt x="104" y="110"/>
                  </a:cubicBezTo>
                  <a:cubicBezTo>
                    <a:pt x="106" y="106"/>
                    <a:pt x="108" y="103"/>
                    <a:pt x="111" y="99"/>
                  </a:cubicBezTo>
                  <a:cubicBezTo>
                    <a:pt x="111" y="100"/>
                    <a:pt x="112" y="101"/>
                    <a:pt x="112" y="102"/>
                  </a:cubicBezTo>
                  <a:cubicBezTo>
                    <a:pt x="111" y="105"/>
                    <a:pt x="109" y="109"/>
                    <a:pt x="107" y="112"/>
                  </a:cubicBezTo>
                  <a:close/>
                  <a:moveTo>
                    <a:pt x="106" y="114"/>
                  </a:moveTo>
                  <a:cubicBezTo>
                    <a:pt x="105" y="115"/>
                    <a:pt x="105" y="115"/>
                    <a:pt x="104" y="116"/>
                  </a:cubicBezTo>
                  <a:cubicBezTo>
                    <a:pt x="103" y="115"/>
                    <a:pt x="103" y="114"/>
                    <a:pt x="102" y="112"/>
                  </a:cubicBezTo>
                  <a:cubicBezTo>
                    <a:pt x="102" y="112"/>
                    <a:pt x="102" y="112"/>
                    <a:pt x="102" y="111"/>
                  </a:cubicBezTo>
                  <a:cubicBezTo>
                    <a:pt x="103" y="112"/>
                    <a:pt x="105" y="113"/>
                    <a:pt x="106" y="114"/>
                  </a:cubicBezTo>
                  <a:close/>
                  <a:moveTo>
                    <a:pt x="109" y="66"/>
                  </a:moveTo>
                  <a:cubicBezTo>
                    <a:pt x="109" y="65"/>
                    <a:pt x="110" y="63"/>
                    <a:pt x="110" y="62"/>
                  </a:cubicBezTo>
                  <a:cubicBezTo>
                    <a:pt x="111" y="63"/>
                    <a:pt x="112" y="63"/>
                    <a:pt x="112" y="64"/>
                  </a:cubicBezTo>
                  <a:cubicBezTo>
                    <a:pt x="111" y="64"/>
                    <a:pt x="110" y="65"/>
                    <a:pt x="109" y="66"/>
                  </a:cubicBezTo>
                  <a:close/>
                  <a:moveTo>
                    <a:pt x="111" y="61"/>
                  </a:moveTo>
                  <a:cubicBezTo>
                    <a:pt x="113" y="57"/>
                    <a:pt x="115" y="53"/>
                    <a:pt x="117" y="49"/>
                  </a:cubicBezTo>
                  <a:cubicBezTo>
                    <a:pt x="119" y="52"/>
                    <a:pt x="122" y="55"/>
                    <a:pt x="125" y="58"/>
                  </a:cubicBezTo>
                  <a:cubicBezTo>
                    <a:pt x="121" y="60"/>
                    <a:pt x="117" y="61"/>
                    <a:pt x="114" y="63"/>
                  </a:cubicBezTo>
                  <a:cubicBezTo>
                    <a:pt x="113" y="63"/>
                    <a:pt x="112" y="62"/>
                    <a:pt x="111" y="61"/>
                  </a:cubicBezTo>
                  <a:close/>
                  <a:moveTo>
                    <a:pt x="114" y="44"/>
                  </a:moveTo>
                  <a:cubicBezTo>
                    <a:pt x="113" y="43"/>
                    <a:pt x="112" y="42"/>
                    <a:pt x="111" y="41"/>
                  </a:cubicBezTo>
                  <a:cubicBezTo>
                    <a:pt x="114" y="39"/>
                    <a:pt x="118" y="38"/>
                    <a:pt x="121" y="37"/>
                  </a:cubicBezTo>
                  <a:cubicBezTo>
                    <a:pt x="119" y="39"/>
                    <a:pt x="118" y="41"/>
                    <a:pt x="117" y="43"/>
                  </a:cubicBezTo>
                  <a:cubicBezTo>
                    <a:pt x="116" y="44"/>
                    <a:pt x="115" y="44"/>
                    <a:pt x="114" y="44"/>
                  </a:cubicBezTo>
                  <a:close/>
                  <a:moveTo>
                    <a:pt x="124" y="35"/>
                  </a:moveTo>
                  <a:cubicBezTo>
                    <a:pt x="125" y="35"/>
                    <a:pt x="126" y="35"/>
                    <a:pt x="126" y="34"/>
                  </a:cubicBezTo>
                  <a:cubicBezTo>
                    <a:pt x="128" y="36"/>
                    <a:pt x="129" y="37"/>
                    <a:pt x="131" y="38"/>
                  </a:cubicBezTo>
                  <a:cubicBezTo>
                    <a:pt x="127" y="39"/>
                    <a:pt x="124" y="41"/>
                    <a:pt x="120" y="42"/>
                  </a:cubicBezTo>
                  <a:cubicBezTo>
                    <a:pt x="122" y="40"/>
                    <a:pt x="123" y="38"/>
                    <a:pt x="124" y="35"/>
                  </a:cubicBezTo>
                  <a:close/>
                  <a:moveTo>
                    <a:pt x="124" y="30"/>
                  </a:moveTo>
                  <a:cubicBezTo>
                    <a:pt x="122" y="29"/>
                    <a:pt x="120" y="27"/>
                    <a:pt x="118" y="26"/>
                  </a:cubicBezTo>
                  <a:cubicBezTo>
                    <a:pt x="122" y="25"/>
                    <a:pt x="126" y="24"/>
                    <a:pt x="130" y="23"/>
                  </a:cubicBezTo>
                  <a:cubicBezTo>
                    <a:pt x="128" y="25"/>
                    <a:pt x="126" y="28"/>
                    <a:pt x="125" y="30"/>
                  </a:cubicBezTo>
                  <a:cubicBezTo>
                    <a:pt x="125" y="30"/>
                    <a:pt x="124" y="30"/>
                    <a:pt x="124" y="30"/>
                  </a:cubicBezTo>
                  <a:close/>
                  <a:moveTo>
                    <a:pt x="100" y="30"/>
                  </a:moveTo>
                  <a:cubicBezTo>
                    <a:pt x="102" y="31"/>
                    <a:pt x="104" y="33"/>
                    <a:pt x="105" y="35"/>
                  </a:cubicBezTo>
                  <a:cubicBezTo>
                    <a:pt x="105" y="36"/>
                    <a:pt x="104" y="37"/>
                    <a:pt x="103" y="39"/>
                  </a:cubicBezTo>
                  <a:cubicBezTo>
                    <a:pt x="98" y="40"/>
                    <a:pt x="93" y="42"/>
                    <a:pt x="89" y="43"/>
                  </a:cubicBezTo>
                  <a:cubicBezTo>
                    <a:pt x="87" y="42"/>
                    <a:pt x="85" y="41"/>
                    <a:pt x="84" y="39"/>
                  </a:cubicBezTo>
                  <a:cubicBezTo>
                    <a:pt x="85" y="37"/>
                    <a:pt x="86" y="35"/>
                    <a:pt x="87" y="33"/>
                  </a:cubicBezTo>
                  <a:cubicBezTo>
                    <a:pt x="91" y="32"/>
                    <a:pt x="96" y="31"/>
                    <a:pt x="100" y="30"/>
                  </a:cubicBezTo>
                  <a:close/>
                  <a:moveTo>
                    <a:pt x="88" y="43"/>
                  </a:moveTo>
                  <a:cubicBezTo>
                    <a:pt x="86" y="44"/>
                    <a:pt x="83" y="45"/>
                    <a:pt x="81" y="45"/>
                  </a:cubicBezTo>
                  <a:cubicBezTo>
                    <a:pt x="82" y="43"/>
                    <a:pt x="83" y="41"/>
                    <a:pt x="84" y="39"/>
                  </a:cubicBezTo>
                  <a:cubicBezTo>
                    <a:pt x="85" y="41"/>
                    <a:pt x="87" y="42"/>
                    <a:pt x="88" y="43"/>
                  </a:cubicBezTo>
                  <a:close/>
                  <a:moveTo>
                    <a:pt x="93" y="47"/>
                  </a:moveTo>
                  <a:cubicBezTo>
                    <a:pt x="94" y="48"/>
                    <a:pt x="95" y="49"/>
                    <a:pt x="96" y="49"/>
                  </a:cubicBezTo>
                  <a:cubicBezTo>
                    <a:pt x="95" y="51"/>
                    <a:pt x="94" y="52"/>
                    <a:pt x="93" y="54"/>
                  </a:cubicBezTo>
                  <a:cubicBezTo>
                    <a:pt x="89" y="56"/>
                    <a:pt x="84" y="58"/>
                    <a:pt x="80" y="60"/>
                  </a:cubicBezTo>
                  <a:cubicBezTo>
                    <a:pt x="78" y="59"/>
                    <a:pt x="77" y="57"/>
                    <a:pt x="76" y="56"/>
                  </a:cubicBezTo>
                  <a:cubicBezTo>
                    <a:pt x="76" y="54"/>
                    <a:pt x="77" y="52"/>
                    <a:pt x="78" y="51"/>
                  </a:cubicBezTo>
                  <a:cubicBezTo>
                    <a:pt x="83" y="49"/>
                    <a:pt x="88" y="48"/>
                    <a:pt x="93" y="47"/>
                  </a:cubicBezTo>
                  <a:close/>
                  <a:moveTo>
                    <a:pt x="74" y="54"/>
                  </a:moveTo>
                  <a:cubicBezTo>
                    <a:pt x="73" y="53"/>
                    <a:pt x="73" y="53"/>
                    <a:pt x="72" y="52"/>
                  </a:cubicBezTo>
                  <a:cubicBezTo>
                    <a:pt x="73" y="52"/>
                    <a:pt x="74" y="52"/>
                    <a:pt x="75" y="51"/>
                  </a:cubicBezTo>
                  <a:cubicBezTo>
                    <a:pt x="75" y="52"/>
                    <a:pt x="74" y="53"/>
                    <a:pt x="74" y="54"/>
                  </a:cubicBezTo>
                  <a:close/>
                  <a:moveTo>
                    <a:pt x="73" y="55"/>
                  </a:moveTo>
                  <a:cubicBezTo>
                    <a:pt x="71" y="58"/>
                    <a:pt x="69" y="62"/>
                    <a:pt x="67" y="66"/>
                  </a:cubicBezTo>
                  <a:cubicBezTo>
                    <a:pt x="64" y="67"/>
                    <a:pt x="61" y="69"/>
                    <a:pt x="57" y="70"/>
                  </a:cubicBezTo>
                  <a:cubicBezTo>
                    <a:pt x="60" y="65"/>
                    <a:pt x="63" y="59"/>
                    <a:pt x="66" y="53"/>
                  </a:cubicBezTo>
                  <a:cubicBezTo>
                    <a:pt x="68" y="53"/>
                    <a:pt x="69" y="53"/>
                    <a:pt x="71" y="52"/>
                  </a:cubicBezTo>
                  <a:cubicBezTo>
                    <a:pt x="72" y="53"/>
                    <a:pt x="73" y="54"/>
                    <a:pt x="73" y="55"/>
                  </a:cubicBezTo>
                  <a:close/>
                  <a:moveTo>
                    <a:pt x="41" y="55"/>
                  </a:moveTo>
                  <a:cubicBezTo>
                    <a:pt x="37" y="55"/>
                    <a:pt x="34" y="56"/>
                    <a:pt x="31" y="57"/>
                  </a:cubicBezTo>
                  <a:cubicBezTo>
                    <a:pt x="32" y="54"/>
                    <a:pt x="33" y="51"/>
                    <a:pt x="35" y="47"/>
                  </a:cubicBezTo>
                  <a:cubicBezTo>
                    <a:pt x="37" y="50"/>
                    <a:pt x="39" y="52"/>
                    <a:pt x="41" y="55"/>
                  </a:cubicBezTo>
                  <a:close/>
                  <a:moveTo>
                    <a:pt x="43" y="58"/>
                  </a:moveTo>
                  <a:cubicBezTo>
                    <a:pt x="42" y="62"/>
                    <a:pt x="40" y="66"/>
                    <a:pt x="38" y="70"/>
                  </a:cubicBezTo>
                  <a:cubicBezTo>
                    <a:pt x="35" y="67"/>
                    <a:pt x="32" y="64"/>
                    <a:pt x="29" y="62"/>
                  </a:cubicBezTo>
                  <a:cubicBezTo>
                    <a:pt x="29" y="61"/>
                    <a:pt x="30" y="60"/>
                    <a:pt x="30" y="60"/>
                  </a:cubicBezTo>
                  <a:cubicBezTo>
                    <a:pt x="34" y="59"/>
                    <a:pt x="39" y="58"/>
                    <a:pt x="43" y="58"/>
                  </a:cubicBezTo>
                  <a:close/>
                  <a:moveTo>
                    <a:pt x="29" y="63"/>
                  </a:moveTo>
                  <a:cubicBezTo>
                    <a:pt x="32" y="65"/>
                    <a:pt x="34" y="69"/>
                    <a:pt x="37" y="72"/>
                  </a:cubicBezTo>
                  <a:cubicBezTo>
                    <a:pt x="36" y="74"/>
                    <a:pt x="35" y="76"/>
                    <a:pt x="34" y="78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1" y="76"/>
                    <a:pt x="28" y="73"/>
                    <a:pt x="26" y="71"/>
                  </a:cubicBezTo>
                  <a:cubicBezTo>
                    <a:pt x="27" y="68"/>
                    <a:pt x="28" y="65"/>
                    <a:pt x="29" y="63"/>
                  </a:cubicBezTo>
                  <a:close/>
                  <a:moveTo>
                    <a:pt x="21" y="68"/>
                  </a:moveTo>
                  <a:cubicBezTo>
                    <a:pt x="20" y="66"/>
                    <a:pt x="18" y="65"/>
                    <a:pt x="16" y="63"/>
                  </a:cubicBezTo>
                  <a:cubicBezTo>
                    <a:pt x="16" y="63"/>
                    <a:pt x="16" y="62"/>
                    <a:pt x="16" y="62"/>
                  </a:cubicBezTo>
                  <a:cubicBezTo>
                    <a:pt x="19" y="62"/>
                    <a:pt x="22" y="61"/>
                    <a:pt x="24" y="61"/>
                  </a:cubicBezTo>
                  <a:cubicBezTo>
                    <a:pt x="23" y="63"/>
                    <a:pt x="22" y="65"/>
                    <a:pt x="21" y="68"/>
                  </a:cubicBezTo>
                  <a:close/>
                  <a:moveTo>
                    <a:pt x="44" y="90"/>
                  </a:moveTo>
                  <a:cubicBezTo>
                    <a:pt x="44" y="91"/>
                    <a:pt x="43" y="92"/>
                    <a:pt x="43" y="93"/>
                  </a:cubicBezTo>
                  <a:cubicBezTo>
                    <a:pt x="39" y="94"/>
                    <a:pt x="36" y="95"/>
                    <a:pt x="32" y="96"/>
                  </a:cubicBezTo>
                  <a:cubicBezTo>
                    <a:pt x="33" y="91"/>
                    <a:pt x="35" y="87"/>
                    <a:pt x="37" y="82"/>
                  </a:cubicBezTo>
                  <a:cubicBezTo>
                    <a:pt x="39" y="85"/>
                    <a:pt x="42" y="88"/>
                    <a:pt x="44" y="90"/>
                  </a:cubicBezTo>
                  <a:close/>
                  <a:moveTo>
                    <a:pt x="47" y="91"/>
                  </a:moveTo>
                  <a:cubicBezTo>
                    <a:pt x="48" y="90"/>
                    <a:pt x="48" y="88"/>
                    <a:pt x="49" y="87"/>
                  </a:cubicBezTo>
                  <a:cubicBezTo>
                    <a:pt x="50" y="88"/>
                    <a:pt x="51" y="90"/>
                    <a:pt x="52" y="91"/>
                  </a:cubicBezTo>
                  <a:cubicBezTo>
                    <a:pt x="50" y="91"/>
                    <a:pt x="49" y="92"/>
                    <a:pt x="48" y="92"/>
                  </a:cubicBezTo>
                  <a:cubicBezTo>
                    <a:pt x="47" y="92"/>
                    <a:pt x="47" y="91"/>
                    <a:pt x="47" y="91"/>
                  </a:cubicBezTo>
                  <a:close/>
                  <a:moveTo>
                    <a:pt x="53" y="93"/>
                  </a:moveTo>
                  <a:cubicBezTo>
                    <a:pt x="53" y="93"/>
                    <a:pt x="53" y="93"/>
                    <a:pt x="53" y="93"/>
                  </a:cubicBezTo>
                  <a:cubicBezTo>
                    <a:pt x="53" y="94"/>
                    <a:pt x="52" y="95"/>
                    <a:pt x="52" y="96"/>
                  </a:cubicBezTo>
                  <a:cubicBezTo>
                    <a:pt x="51" y="95"/>
                    <a:pt x="50" y="94"/>
                    <a:pt x="49" y="94"/>
                  </a:cubicBezTo>
                  <a:cubicBezTo>
                    <a:pt x="50" y="93"/>
                    <a:pt x="52" y="93"/>
                    <a:pt x="53" y="93"/>
                  </a:cubicBezTo>
                  <a:close/>
                  <a:moveTo>
                    <a:pt x="54" y="99"/>
                  </a:moveTo>
                  <a:cubicBezTo>
                    <a:pt x="55" y="98"/>
                    <a:pt x="55" y="97"/>
                    <a:pt x="56" y="96"/>
                  </a:cubicBezTo>
                  <a:cubicBezTo>
                    <a:pt x="57" y="98"/>
                    <a:pt x="59" y="100"/>
                    <a:pt x="60" y="102"/>
                  </a:cubicBezTo>
                  <a:cubicBezTo>
                    <a:pt x="60" y="103"/>
                    <a:pt x="59" y="103"/>
                    <a:pt x="58" y="103"/>
                  </a:cubicBezTo>
                  <a:cubicBezTo>
                    <a:pt x="57" y="102"/>
                    <a:pt x="56" y="100"/>
                    <a:pt x="54" y="99"/>
                  </a:cubicBezTo>
                  <a:close/>
                  <a:moveTo>
                    <a:pt x="56" y="104"/>
                  </a:moveTo>
                  <a:cubicBezTo>
                    <a:pt x="54" y="105"/>
                    <a:pt x="52" y="106"/>
                    <a:pt x="50" y="107"/>
                  </a:cubicBezTo>
                  <a:cubicBezTo>
                    <a:pt x="51" y="105"/>
                    <a:pt x="52" y="103"/>
                    <a:pt x="53" y="101"/>
                  </a:cubicBezTo>
                  <a:cubicBezTo>
                    <a:pt x="54" y="102"/>
                    <a:pt x="55" y="103"/>
                    <a:pt x="56" y="104"/>
                  </a:cubicBezTo>
                  <a:close/>
                  <a:moveTo>
                    <a:pt x="62" y="104"/>
                  </a:moveTo>
                  <a:cubicBezTo>
                    <a:pt x="62" y="105"/>
                    <a:pt x="63" y="107"/>
                    <a:pt x="64" y="108"/>
                  </a:cubicBezTo>
                  <a:cubicBezTo>
                    <a:pt x="64" y="108"/>
                    <a:pt x="64" y="109"/>
                    <a:pt x="64" y="109"/>
                  </a:cubicBezTo>
                  <a:cubicBezTo>
                    <a:pt x="63" y="108"/>
                    <a:pt x="61" y="106"/>
                    <a:pt x="60" y="105"/>
                  </a:cubicBezTo>
                  <a:cubicBezTo>
                    <a:pt x="60" y="105"/>
                    <a:pt x="61" y="104"/>
                    <a:pt x="62" y="104"/>
                  </a:cubicBezTo>
                  <a:close/>
                  <a:moveTo>
                    <a:pt x="68" y="112"/>
                  </a:moveTo>
                  <a:cubicBezTo>
                    <a:pt x="70" y="115"/>
                    <a:pt x="72" y="118"/>
                    <a:pt x="75" y="120"/>
                  </a:cubicBezTo>
                  <a:cubicBezTo>
                    <a:pt x="75" y="120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2" y="118"/>
                    <a:pt x="70" y="116"/>
                    <a:pt x="68" y="113"/>
                  </a:cubicBezTo>
                  <a:cubicBezTo>
                    <a:pt x="68" y="113"/>
                    <a:pt x="68" y="113"/>
                    <a:pt x="68" y="112"/>
                  </a:cubicBezTo>
                  <a:close/>
                  <a:moveTo>
                    <a:pt x="71" y="122"/>
                  </a:moveTo>
                  <a:cubicBezTo>
                    <a:pt x="69" y="123"/>
                    <a:pt x="67" y="124"/>
                    <a:pt x="65" y="125"/>
                  </a:cubicBezTo>
                  <a:cubicBezTo>
                    <a:pt x="64" y="124"/>
                    <a:pt x="64" y="124"/>
                    <a:pt x="64" y="123"/>
                  </a:cubicBezTo>
                  <a:cubicBezTo>
                    <a:pt x="65" y="121"/>
                    <a:pt x="65" y="119"/>
                    <a:pt x="66" y="117"/>
                  </a:cubicBezTo>
                  <a:cubicBezTo>
                    <a:pt x="68" y="119"/>
                    <a:pt x="69" y="120"/>
                    <a:pt x="71" y="122"/>
                  </a:cubicBezTo>
                  <a:close/>
                  <a:moveTo>
                    <a:pt x="63" y="125"/>
                  </a:moveTo>
                  <a:cubicBezTo>
                    <a:pt x="63" y="125"/>
                    <a:pt x="63" y="125"/>
                    <a:pt x="64" y="125"/>
                  </a:cubicBezTo>
                  <a:cubicBezTo>
                    <a:pt x="63" y="125"/>
                    <a:pt x="63" y="125"/>
                    <a:pt x="63" y="125"/>
                  </a:cubicBezTo>
                  <a:cubicBezTo>
                    <a:pt x="63" y="125"/>
                    <a:pt x="63" y="125"/>
                    <a:pt x="63" y="125"/>
                  </a:cubicBezTo>
                  <a:close/>
                  <a:moveTo>
                    <a:pt x="53" y="139"/>
                  </a:moveTo>
                  <a:cubicBezTo>
                    <a:pt x="52" y="137"/>
                    <a:pt x="50" y="136"/>
                    <a:pt x="49" y="134"/>
                  </a:cubicBezTo>
                  <a:cubicBezTo>
                    <a:pt x="51" y="133"/>
                    <a:pt x="53" y="133"/>
                    <a:pt x="55" y="132"/>
                  </a:cubicBezTo>
                  <a:cubicBezTo>
                    <a:pt x="54" y="134"/>
                    <a:pt x="54" y="137"/>
                    <a:pt x="53" y="139"/>
                  </a:cubicBezTo>
                  <a:close/>
                  <a:moveTo>
                    <a:pt x="66" y="144"/>
                  </a:moveTo>
                  <a:cubicBezTo>
                    <a:pt x="66" y="145"/>
                    <a:pt x="67" y="145"/>
                    <a:pt x="67" y="146"/>
                  </a:cubicBezTo>
                  <a:cubicBezTo>
                    <a:pt x="66" y="148"/>
                    <a:pt x="65" y="150"/>
                    <a:pt x="64" y="153"/>
                  </a:cubicBezTo>
                  <a:cubicBezTo>
                    <a:pt x="63" y="152"/>
                    <a:pt x="63" y="152"/>
                    <a:pt x="63" y="151"/>
                  </a:cubicBezTo>
                  <a:cubicBezTo>
                    <a:pt x="64" y="149"/>
                    <a:pt x="65" y="147"/>
                    <a:pt x="66" y="144"/>
                  </a:cubicBezTo>
                  <a:close/>
                  <a:moveTo>
                    <a:pt x="68" y="140"/>
                  </a:moveTo>
                  <a:cubicBezTo>
                    <a:pt x="69" y="139"/>
                    <a:pt x="69" y="138"/>
                    <a:pt x="70" y="137"/>
                  </a:cubicBezTo>
                  <a:cubicBezTo>
                    <a:pt x="70" y="137"/>
                    <a:pt x="71" y="138"/>
                    <a:pt x="71" y="139"/>
                  </a:cubicBezTo>
                  <a:cubicBezTo>
                    <a:pt x="71" y="140"/>
                    <a:pt x="70" y="141"/>
                    <a:pt x="69" y="142"/>
                  </a:cubicBezTo>
                  <a:cubicBezTo>
                    <a:pt x="69" y="142"/>
                    <a:pt x="68" y="141"/>
                    <a:pt x="68" y="140"/>
                  </a:cubicBezTo>
                  <a:close/>
                  <a:moveTo>
                    <a:pt x="73" y="142"/>
                  </a:moveTo>
                  <a:cubicBezTo>
                    <a:pt x="74" y="143"/>
                    <a:pt x="74" y="144"/>
                    <a:pt x="75" y="145"/>
                  </a:cubicBezTo>
                  <a:cubicBezTo>
                    <a:pt x="74" y="146"/>
                    <a:pt x="74" y="147"/>
                    <a:pt x="74" y="149"/>
                  </a:cubicBezTo>
                  <a:cubicBezTo>
                    <a:pt x="73" y="147"/>
                    <a:pt x="72" y="146"/>
                    <a:pt x="71" y="145"/>
                  </a:cubicBezTo>
                  <a:cubicBezTo>
                    <a:pt x="72" y="144"/>
                    <a:pt x="72" y="143"/>
                    <a:pt x="73" y="142"/>
                  </a:cubicBezTo>
                  <a:close/>
                  <a:moveTo>
                    <a:pt x="77" y="155"/>
                  </a:moveTo>
                  <a:cubicBezTo>
                    <a:pt x="77" y="155"/>
                    <a:pt x="77" y="155"/>
                    <a:pt x="77" y="155"/>
                  </a:cubicBezTo>
                  <a:cubicBezTo>
                    <a:pt x="77" y="155"/>
                    <a:pt x="77" y="155"/>
                    <a:pt x="77" y="155"/>
                  </a:cubicBezTo>
                  <a:cubicBezTo>
                    <a:pt x="77" y="153"/>
                    <a:pt x="78" y="151"/>
                    <a:pt x="79" y="149"/>
                  </a:cubicBezTo>
                  <a:cubicBezTo>
                    <a:pt x="79" y="149"/>
                    <a:pt x="79" y="150"/>
                    <a:pt x="80" y="150"/>
                  </a:cubicBezTo>
                  <a:cubicBezTo>
                    <a:pt x="79" y="152"/>
                    <a:pt x="78" y="153"/>
                    <a:pt x="77" y="155"/>
                  </a:cubicBezTo>
                  <a:close/>
                  <a:moveTo>
                    <a:pt x="80" y="146"/>
                  </a:moveTo>
                  <a:cubicBezTo>
                    <a:pt x="80" y="144"/>
                    <a:pt x="81" y="142"/>
                    <a:pt x="82" y="140"/>
                  </a:cubicBezTo>
                  <a:cubicBezTo>
                    <a:pt x="83" y="141"/>
                    <a:pt x="84" y="143"/>
                    <a:pt x="84" y="144"/>
                  </a:cubicBezTo>
                  <a:cubicBezTo>
                    <a:pt x="83" y="145"/>
                    <a:pt x="82" y="147"/>
                    <a:pt x="81" y="148"/>
                  </a:cubicBezTo>
                  <a:cubicBezTo>
                    <a:pt x="81" y="148"/>
                    <a:pt x="80" y="147"/>
                    <a:pt x="80" y="146"/>
                  </a:cubicBezTo>
                  <a:close/>
                  <a:moveTo>
                    <a:pt x="87" y="149"/>
                  </a:moveTo>
                  <a:cubicBezTo>
                    <a:pt x="88" y="150"/>
                    <a:pt x="88" y="151"/>
                    <a:pt x="88" y="152"/>
                  </a:cubicBezTo>
                  <a:cubicBezTo>
                    <a:pt x="88" y="152"/>
                    <a:pt x="88" y="153"/>
                    <a:pt x="88" y="153"/>
                  </a:cubicBezTo>
                  <a:cubicBezTo>
                    <a:pt x="87" y="153"/>
                    <a:pt x="86" y="152"/>
                    <a:pt x="85" y="151"/>
                  </a:cubicBezTo>
                  <a:cubicBezTo>
                    <a:pt x="86" y="151"/>
                    <a:pt x="86" y="150"/>
                    <a:pt x="87" y="149"/>
                  </a:cubicBezTo>
                  <a:close/>
                  <a:moveTo>
                    <a:pt x="89" y="153"/>
                  </a:moveTo>
                  <a:cubicBezTo>
                    <a:pt x="90" y="154"/>
                    <a:pt x="91" y="155"/>
                    <a:pt x="92" y="156"/>
                  </a:cubicBezTo>
                  <a:cubicBezTo>
                    <a:pt x="91" y="156"/>
                    <a:pt x="90" y="155"/>
                    <a:pt x="89" y="154"/>
                  </a:cubicBezTo>
                  <a:cubicBezTo>
                    <a:pt x="89" y="154"/>
                    <a:pt x="89" y="154"/>
                    <a:pt x="89" y="153"/>
                  </a:cubicBezTo>
                  <a:close/>
                  <a:moveTo>
                    <a:pt x="99" y="164"/>
                  </a:moveTo>
                  <a:cubicBezTo>
                    <a:pt x="100" y="165"/>
                    <a:pt x="101" y="165"/>
                    <a:pt x="102" y="166"/>
                  </a:cubicBezTo>
                  <a:cubicBezTo>
                    <a:pt x="101" y="167"/>
                    <a:pt x="100" y="169"/>
                    <a:pt x="99" y="170"/>
                  </a:cubicBezTo>
                  <a:cubicBezTo>
                    <a:pt x="98" y="169"/>
                    <a:pt x="96" y="169"/>
                    <a:pt x="94" y="168"/>
                  </a:cubicBezTo>
                  <a:cubicBezTo>
                    <a:pt x="96" y="167"/>
                    <a:pt x="98" y="166"/>
                    <a:pt x="99" y="164"/>
                  </a:cubicBezTo>
                  <a:close/>
                  <a:moveTo>
                    <a:pt x="103" y="172"/>
                  </a:moveTo>
                  <a:cubicBezTo>
                    <a:pt x="104" y="171"/>
                    <a:pt x="105" y="169"/>
                    <a:pt x="106" y="168"/>
                  </a:cubicBezTo>
                  <a:cubicBezTo>
                    <a:pt x="110" y="170"/>
                    <a:pt x="113" y="171"/>
                    <a:pt x="117" y="172"/>
                  </a:cubicBezTo>
                  <a:cubicBezTo>
                    <a:pt x="116" y="174"/>
                    <a:pt x="115" y="177"/>
                    <a:pt x="115" y="179"/>
                  </a:cubicBezTo>
                  <a:cubicBezTo>
                    <a:pt x="111" y="177"/>
                    <a:pt x="107" y="175"/>
                    <a:pt x="103" y="172"/>
                  </a:cubicBezTo>
                  <a:cubicBezTo>
                    <a:pt x="103" y="172"/>
                    <a:pt x="103" y="172"/>
                    <a:pt x="103" y="172"/>
                  </a:cubicBezTo>
                  <a:close/>
                  <a:moveTo>
                    <a:pt x="123" y="174"/>
                  </a:moveTo>
                  <a:cubicBezTo>
                    <a:pt x="123" y="174"/>
                    <a:pt x="124" y="174"/>
                    <a:pt x="125" y="174"/>
                  </a:cubicBezTo>
                  <a:cubicBezTo>
                    <a:pt x="124" y="177"/>
                    <a:pt x="122" y="180"/>
                    <a:pt x="121" y="183"/>
                  </a:cubicBezTo>
                  <a:cubicBezTo>
                    <a:pt x="120" y="182"/>
                    <a:pt x="119" y="182"/>
                    <a:pt x="118" y="181"/>
                  </a:cubicBezTo>
                  <a:cubicBezTo>
                    <a:pt x="120" y="179"/>
                    <a:pt x="121" y="176"/>
                    <a:pt x="123" y="174"/>
                  </a:cubicBezTo>
                  <a:close/>
                  <a:moveTo>
                    <a:pt x="125" y="170"/>
                  </a:moveTo>
                  <a:cubicBezTo>
                    <a:pt x="125" y="168"/>
                    <a:pt x="126" y="166"/>
                    <a:pt x="127" y="163"/>
                  </a:cubicBezTo>
                  <a:cubicBezTo>
                    <a:pt x="128" y="164"/>
                    <a:pt x="129" y="164"/>
                    <a:pt x="130" y="165"/>
                  </a:cubicBezTo>
                  <a:cubicBezTo>
                    <a:pt x="129" y="167"/>
                    <a:pt x="128" y="168"/>
                    <a:pt x="127" y="170"/>
                  </a:cubicBezTo>
                  <a:cubicBezTo>
                    <a:pt x="126" y="170"/>
                    <a:pt x="125" y="170"/>
                    <a:pt x="125" y="170"/>
                  </a:cubicBezTo>
                  <a:close/>
                  <a:moveTo>
                    <a:pt x="134" y="167"/>
                  </a:moveTo>
                  <a:cubicBezTo>
                    <a:pt x="137" y="168"/>
                    <a:pt x="140" y="169"/>
                    <a:pt x="144" y="171"/>
                  </a:cubicBezTo>
                  <a:cubicBezTo>
                    <a:pt x="143" y="172"/>
                    <a:pt x="143" y="173"/>
                    <a:pt x="142" y="174"/>
                  </a:cubicBezTo>
                  <a:cubicBezTo>
                    <a:pt x="139" y="173"/>
                    <a:pt x="135" y="172"/>
                    <a:pt x="132" y="171"/>
                  </a:cubicBezTo>
                  <a:cubicBezTo>
                    <a:pt x="132" y="170"/>
                    <a:pt x="133" y="168"/>
                    <a:pt x="134" y="167"/>
                  </a:cubicBezTo>
                  <a:close/>
                  <a:moveTo>
                    <a:pt x="149" y="172"/>
                  </a:moveTo>
                  <a:cubicBezTo>
                    <a:pt x="150" y="173"/>
                    <a:pt x="150" y="173"/>
                    <a:pt x="151" y="173"/>
                  </a:cubicBezTo>
                  <a:cubicBezTo>
                    <a:pt x="150" y="174"/>
                    <a:pt x="150" y="175"/>
                    <a:pt x="149" y="175"/>
                  </a:cubicBezTo>
                  <a:cubicBezTo>
                    <a:pt x="149" y="175"/>
                    <a:pt x="148" y="175"/>
                    <a:pt x="148" y="175"/>
                  </a:cubicBezTo>
                  <a:cubicBezTo>
                    <a:pt x="148" y="174"/>
                    <a:pt x="148" y="173"/>
                    <a:pt x="149" y="172"/>
                  </a:cubicBezTo>
                  <a:close/>
                  <a:moveTo>
                    <a:pt x="147" y="179"/>
                  </a:moveTo>
                  <a:cubicBezTo>
                    <a:pt x="146" y="180"/>
                    <a:pt x="146" y="180"/>
                    <a:pt x="146" y="181"/>
                  </a:cubicBezTo>
                  <a:cubicBezTo>
                    <a:pt x="146" y="180"/>
                    <a:pt x="146" y="180"/>
                    <a:pt x="146" y="179"/>
                  </a:cubicBezTo>
                  <a:cubicBezTo>
                    <a:pt x="147" y="179"/>
                    <a:pt x="147" y="179"/>
                    <a:pt x="147" y="179"/>
                  </a:cubicBezTo>
                  <a:close/>
                  <a:moveTo>
                    <a:pt x="142" y="187"/>
                  </a:moveTo>
                  <a:cubicBezTo>
                    <a:pt x="142" y="189"/>
                    <a:pt x="141" y="190"/>
                    <a:pt x="141" y="192"/>
                  </a:cubicBezTo>
                  <a:cubicBezTo>
                    <a:pt x="140" y="191"/>
                    <a:pt x="139" y="191"/>
                    <a:pt x="138" y="191"/>
                  </a:cubicBezTo>
                  <a:cubicBezTo>
                    <a:pt x="139" y="191"/>
                    <a:pt x="139" y="191"/>
                    <a:pt x="139" y="191"/>
                  </a:cubicBezTo>
                  <a:cubicBezTo>
                    <a:pt x="140" y="190"/>
                    <a:pt x="141" y="188"/>
                    <a:pt x="142" y="187"/>
                  </a:cubicBezTo>
                  <a:close/>
                  <a:moveTo>
                    <a:pt x="151" y="184"/>
                  </a:moveTo>
                  <a:cubicBezTo>
                    <a:pt x="151" y="183"/>
                    <a:pt x="152" y="182"/>
                    <a:pt x="153" y="181"/>
                  </a:cubicBezTo>
                  <a:cubicBezTo>
                    <a:pt x="154" y="181"/>
                    <a:pt x="156" y="182"/>
                    <a:pt x="158" y="182"/>
                  </a:cubicBezTo>
                  <a:cubicBezTo>
                    <a:pt x="156" y="185"/>
                    <a:pt x="153" y="191"/>
                    <a:pt x="150" y="194"/>
                  </a:cubicBezTo>
                  <a:cubicBezTo>
                    <a:pt x="148" y="193"/>
                    <a:pt x="146" y="193"/>
                    <a:pt x="144" y="192"/>
                  </a:cubicBezTo>
                  <a:cubicBezTo>
                    <a:pt x="146" y="190"/>
                    <a:pt x="149" y="186"/>
                    <a:pt x="151" y="184"/>
                  </a:cubicBezTo>
                  <a:close/>
                  <a:moveTo>
                    <a:pt x="166" y="180"/>
                  </a:moveTo>
                  <a:cubicBezTo>
                    <a:pt x="166" y="179"/>
                    <a:pt x="165" y="179"/>
                    <a:pt x="165" y="179"/>
                  </a:cubicBezTo>
                  <a:cubicBezTo>
                    <a:pt x="165" y="178"/>
                    <a:pt x="165" y="178"/>
                    <a:pt x="166" y="177"/>
                  </a:cubicBezTo>
                  <a:cubicBezTo>
                    <a:pt x="169" y="178"/>
                    <a:pt x="171" y="179"/>
                    <a:pt x="174" y="179"/>
                  </a:cubicBezTo>
                  <a:cubicBezTo>
                    <a:pt x="174" y="180"/>
                    <a:pt x="173" y="180"/>
                    <a:pt x="173" y="181"/>
                  </a:cubicBezTo>
                  <a:cubicBezTo>
                    <a:pt x="171" y="181"/>
                    <a:pt x="169" y="180"/>
                    <a:pt x="166" y="180"/>
                  </a:cubicBezTo>
                  <a:close/>
                  <a:moveTo>
                    <a:pt x="180" y="180"/>
                  </a:moveTo>
                  <a:cubicBezTo>
                    <a:pt x="181" y="180"/>
                    <a:pt x="182" y="180"/>
                    <a:pt x="184" y="181"/>
                  </a:cubicBezTo>
                  <a:cubicBezTo>
                    <a:pt x="186" y="181"/>
                    <a:pt x="189" y="181"/>
                    <a:pt x="192" y="182"/>
                  </a:cubicBezTo>
                  <a:cubicBezTo>
                    <a:pt x="191" y="183"/>
                    <a:pt x="191" y="184"/>
                    <a:pt x="190" y="185"/>
                  </a:cubicBezTo>
                  <a:cubicBezTo>
                    <a:pt x="186" y="184"/>
                    <a:pt x="182" y="183"/>
                    <a:pt x="178" y="182"/>
                  </a:cubicBezTo>
                  <a:cubicBezTo>
                    <a:pt x="178" y="182"/>
                    <a:pt x="179" y="181"/>
                    <a:pt x="180" y="180"/>
                  </a:cubicBezTo>
                  <a:close/>
                  <a:moveTo>
                    <a:pt x="196" y="182"/>
                  </a:moveTo>
                  <a:cubicBezTo>
                    <a:pt x="199" y="182"/>
                    <a:pt x="202" y="183"/>
                    <a:pt x="205" y="183"/>
                  </a:cubicBezTo>
                  <a:cubicBezTo>
                    <a:pt x="204" y="184"/>
                    <a:pt x="203" y="186"/>
                    <a:pt x="202" y="188"/>
                  </a:cubicBezTo>
                  <a:cubicBezTo>
                    <a:pt x="199" y="187"/>
                    <a:pt x="196" y="186"/>
                    <a:pt x="193" y="186"/>
                  </a:cubicBezTo>
                  <a:cubicBezTo>
                    <a:pt x="194" y="185"/>
                    <a:pt x="195" y="183"/>
                    <a:pt x="196" y="182"/>
                  </a:cubicBezTo>
                  <a:close/>
                  <a:moveTo>
                    <a:pt x="210" y="183"/>
                  </a:moveTo>
                  <a:cubicBezTo>
                    <a:pt x="213" y="184"/>
                    <a:pt x="215" y="184"/>
                    <a:pt x="218" y="184"/>
                  </a:cubicBezTo>
                  <a:cubicBezTo>
                    <a:pt x="217" y="186"/>
                    <a:pt x="216" y="188"/>
                    <a:pt x="215" y="190"/>
                  </a:cubicBezTo>
                  <a:cubicBezTo>
                    <a:pt x="212" y="189"/>
                    <a:pt x="210" y="189"/>
                    <a:pt x="207" y="188"/>
                  </a:cubicBezTo>
                  <a:cubicBezTo>
                    <a:pt x="208" y="187"/>
                    <a:pt x="209" y="185"/>
                    <a:pt x="210" y="183"/>
                  </a:cubicBezTo>
                  <a:close/>
                  <a:moveTo>
                    <a:pt x="222" y="184"/>
                  </a:moveTo>
                  <a:cubicBezTo>
                    <a:pt x="224" y="184"/>
                    <a:pt x="226" y="184"/>
                    <a:pt x="228" y="184"/>
                  </a:cubicBezTo>
                  <a:cubicBezTo>
                    <a:pt x="227" y="186"/>
                    <a:pt x="225" y="188"/>
                    <a:pt x="224" y="190"/>
                  </a:cubicBezTo>
                  <a:cubicBezTo>
                    <a:pt x="223" y="190"/>
                    <a:pt x="221" y="190"/>
                    <a:pt x="219" y="190"/>
                  </a:cubicBezTo>
                  <a:cubicBezTo>
                    <a:pt x="220" y="188"/>
                    <a:pt x="221" y="186"/>
                    <a:pt x="222" y="184"/>
                  </a:cubicBezTo>
                  <a:close/>
                  <a:moveTo>
                    <a:pt x="232" y="191"/>
                  </a:moveTo>
                  <a:cubicBezTo>
                    <a:pt x="233" y="189"/>
                    <a:pt x="234" y="186"/>
                    <a:pt x="236" y="184"/>
                  </a:cubicBezTo>
                  <a:cubicBezTo>
                    <a:pt x="236" y="184"/>
                    <a:pt x="236" y="184"/>
                    <a:pt x="236" y="184"/>
                  </a:cubicBezTo>
                  <a:cubicBezTo>
                    <a:pt x="235" y="186"/>
                    <a:pt x="233" y="189"/>
                    <a:pt x="232" y="191"/>
                  </a:cubicBezTo>
                  <a:cubicBezTo>
                    <a:pt x="232" y="191"/>
                    <a:pt x="232" y="191"/>
                    <a:pt x="232" y="191"/>
                  </a:cubicBezTo>
                  <a:close/>
                  <a:moveTo>
                    <a:pt x="260" y="184"/>
                  </a:moveTo>
                  <a:cubicBezTo>
                    <a:pt x="262" y="184"/>
                    <a:pt x="264" y="184"/>
                    <a:pt x="266" y="183"/>
                  </a:cubicBezTo>
                  <a:cubicBezTo>
                    <a:pt x="266" y="185"/>
                    <a:pt x="265" y="187"/>
                    <a:pt x="264" y="189"/>
                  </a:cubicBezTo>
                  <a:cubicBezTo>
                    <a:pt x="261" y="190"/>
                    <a:pt x="258" y="190"/>
                    <a:pt x="256" y="190"/>
                  </a:cubicBezTo>
                  <a:cubicBezTo>
                    <a:pt x="257" y="188"/>
                    <a:pt x="258" y="186"/>
                    <a:pt x="260" y="184"/>
                  </a:cubicBezTo>
                  <a:close/>
                  <a:moveTo>
                    <a:pt x="271" y="183"/>
                  </a:moveTo>
                  <a:cubicBezTo>
                    <a:pt x="274" y="183"/>
                    <a:pt x="277" y="183"/>
                    <a:pt x="280" y="182"/>
                  </a:cubicBezTo>
                  <a:cubicBezTo>
                    <a:pt x="279" y="184"/>
                    <a:pt x="278" y="186"/>
                    <a:pt x="278" y="188"/>
                  </a:cubicBezTo>
                  <a:cubicBezTo>
                    <a:pt x="275" y="188"/>
                    <a:pt x="271" y="189"/>
                    <a:pt x="268" y="189"/>
                  </a:cubicBezTo>
                  <a:cubicBezTo>
                    <a:pt x="269" y="187"/>
                    <a:pt x="270" y="185"/>
                    <a:pt x="271" y="183"/>
                  </a:cubicBezTo>
                  <a:close/>
                  <a:moveTo>
                    <a:pt x="276" y="193"/>
                  </a:moveTo>
                  <a:cubicBezTo>
                    <a:pt x="276" y="193"/>
                    <a:pt x="276" y="193"/>
                    <a:pt x="276" y="194"/>
                  </a:cubicBezTo>
                  <a:cubicBezTo>
                    <a:pt x="272" y="194"/>
                    <a:pt x="269" y="195"/>
                    <a:pt x="266" y="195"/>
                  </a:cubicBezTo>
                  <a:cubicBezTo>
                    <a:pt x="266" y="195"/>
                    <a:pt x="265" y="195"/>
                    <a:pt x="265" y="195"/>
                  </a:cubicBezTo>
                  <a:cubicBezTo>
                    <a:pt x="266" y="195"/>
                    <a:pt x="266" y="194"/>
                    <a:pt x="266" y="194"/>
                  </a:cubicBezTo>
                  <a:cubicBezTo>
                    <a:pt x="269" y="194"/>
                    <a:pt x="273" y="193"/>
                    <a:pt x="276" y="193"/>
                  </a:cubicBezTo>
                  <a:close/>
                  <a:moveTo>
                    <a:pt x="280" y="192"/>
                  </a:moveTo>
                  <a:cubicBezTo>
                    <a:pt x="283" y="192"/>
                    <a:pt x="287" y="192"/>
                    <a:pt x="290" y="191"/>
                  </a:cubicBezTo>
                  <a:cubicBezTo>
                    <a:pt x="290" y="191"/>
                    <a:pt x="290" y="192"/>
                    <a:pt x="289" y="192"/>
                  </a:cubicBezTo>
                  <a:cubicBezTo>
                    <a:pt x="286" y="192"/>
                    <a:pt x="283" y="193"/>
                    <a:pt x="280" y="193"/>
                  </a:cubicBezTo>
                  <a:cubicBezTo>
                    <a:pt x="280" y="193"/>
                    <a:pt x="280" y="193"/>
                    <a:pt x="280" y="192"/>
                  </a:cubicBezTo>
                  <a:close/>
                  <a:moveTo>
                    <a:pt x="296" y="197"/>
                  </a:moveTo>
                  <a:cubicBezTo>
                    <a:pt x="296" y="197"/>
                    <a:pt x="297" y="197"/>
                    <a:pt x="298" y="197"/>
                  </a:cubicBezTo>
                  <a:cubicBezTo>
                    <a:pt x="297" y="200"/>
                    <a:pt x="296" y="203"/>
                    <a:pt x="296" y="206"/>
                  </a:cubicBezTo>
                  <a:cubicBezTo>
                    <a:pt x="295" y="206"/>
                    <a:pt x="294" y="206"/>
                    <a:pt x="293" y="206"/>
                  </a:cubicBezTo>
                  <a:cubicBezTo>
                    <a:pt x="294" y="203"/>
                    <a:pt x="295" y="200"/>
                    <a:pt x="296" y="197"/>
                  </a:cubicBezTo>
                  <a:close/>
                  <a:moveTo>
                    <a:pt x="297" y="191"/>
                  </a:moveTo>
                  <a:cubicBezTo>
                    <a:pt x="297" y="191"/>
                    <a:pt x="297" y="190"/>
                    <a:pt x="297" y="190"/>
                  </a:cubicBezTo>
                  <a:cubicBezTo>
                    <a:pt x="298" y="190"/>
                    <a:pt x="299" y="190"/>
                    <a:pt x="300" y="189"/>
                  </a:cubicBezTo>
                  <a:cubicBezTo>
                    <a:pt x="300" y="190"/>
                    <a:pt x="300" y="190"/>
                    <a:pt x="300" y="190"/>
                  </a:cubicBezTo>
                  <a:cubicBezTo>
                    <a:pt x="299" y="191"/>
                    <a:pt x="298" y="191"/>
                    <a:pt x="297" y="191"/>
                  </a:cubicBezTo>
                  <a:close/>
                  <a:moveTo>
                    <a:pt x="298" y="185"/>
                  </a:moveTo>
                  <a:cubicBezTo>
                    <a:pt x="299" y="183"/>
                    <a:pt x="299" y="181"/>
                    <a:pt x="300" y="178"/>
                  </a:cubicBezTo>
                  <a:cubicBezTo>
                    <a:pt x="301" y="178"/>
                    <a:pt x="302" y="178"/>
                    <a:pt x="303" y="177"/>
                  </a:cubicBezTo>
                  <a:cubicBezTo>
                    <a:pt x="303" y="179"/>
                    <a:pt x="303" y="180"/>
                    <a:pt x="303" y="181"/>
                  </a:cubicBezTo>
                  <a:cubicBezTo>
                    <a:pt x="302" y="182"/>
                    <a:pt x="302" y="183"/>
                    <a:pt x="302" y="184"/>
                  </a:cubicBezTo>
                  <a:cubicBezTo>
                    <a:pt x="300" y="185"/>
                    <a:pt x="299" y="185"/>
                    <a:pt x="298" y="185"/>
                  </a:cubicBezTo>
                  <a:close/>
                  <a:moveTo>
                    <a:pt x="307" y="182"/>
                  </a:moveTo>
                  <a:cubicBezTo>
                    <a:pt x="308" y="180"/>
                    <a:pt x="308" y="178"/>
                    <a:pt x="309" y="176"/>
                  </a:cubicBezTo>
                  <a:cubicBezTo>
                    <a:pt x="313" y="175"/>
                    <a:pt x="317" y="174"/>
                    <a:pt x="321" y="173"/>
                  </a:cubicBezTo>
                  <a:cubicBezTo>
                    <a:pt x="320" y="175"/>
                    <a:pt x="320" y="177"/>
                    <a:pt x="319" y="179"/>
                  </a:cubicBezTo>
                  <a:cubicBezTo>
                    <a:pt x="319" y="180"/>
                    <a:pt x="319" y="180"/>
                    <a:pt x="318" y="181"/>
                  </a:cubicBezTo>
                  <a:cubicBezTo>
                    <a:pt x="315" y="182"/>
                    <a:pt x="311" y="183"/>
                    <a:pt x="307" y="183"/>
                  </a:cubicBezTo>
                  <a:cubicBezTo>
                    <a:pt x="307" y="183"/>
                    <a:pt x="307" y="182"/>
                    <a:pt x="307" y="182"/>
                  </a:cubicBezTo>
                  <a:close/>
                  <a:moveTo>
                    <a:pt x="326" y="172"/>
                  </a:moveTo>
                  <a:cubicBezTo>
                    <a:pt x="327" y="172"/>
                    <a:pt x="328" y="172"/>
                    <a:pt x="329" y="171"/>
                  </a:cubicBezTo>
                  <a:cubicBezTo>
                    <a:pt x="331" y="171"/>
                    <a:pt x="333" y="170"/>
                    <a:pt x="336" y="170"/>
                  </a:cubicBezTo>
                  <a:cubicBezTo>
                    <a:pt x="335" y="172"/>
                    <a:pt x="334" y="174"/>
                    <a:pt x="334" y="177"/>
                  </a:cubicBezTo>
                  <a:cubicBezTo>
                    <a:pt x="330" y="178"/>
                    <a:pt x="327" y="179"/>
                    <a:pt x="324" y="179"/>
                  </a:cubicBezTo>
                  <a:cubicBezTo>
                    <a:pt x="325" y="177"/>
                    <a:pt x="326" y="175"/>
                    <a:pt x="326" y="172"/>
                  </a:cubicBezTo>
                  <a:close/>
                  <a:moveTo>
                    <a:pt x="340" y="169"/>
                  </a:moveTo>
                  <a:cubicBezTo>
                    <a:pt x="344" y="168"/>
                    <a:pt x="347" y="167"/>
                    <a:pt x="351" y="166"/>
                  </a:cubicBezTo>
                  <a:cubicBezTo>
                    <a:pt x="351" y="167"/>
                    <a:pt x="351" y="167"/>
                    <a:pt x="351" y="167"/>
                  </a:cubicBezTo>
                  <a:cubicBezTo>
                    <a:pt x="351" y="169"/>
                    <a:pt x="350" y="170"/>
                    <a:pt x="350" y="171"/>
                  </a:cubicBezTo>
                  <a:cubicBezTo>
                    <a:pt x="346" y="173"/>
                    <a:pt x="342" y="174"/>
                    <a:pt x="338" y="175"/>
                  </a:cubicBezTo>
                  <a:cubicBezTo>
                    <a:pt x="338" y="173"/>
                    <a:pt x="339" y="171"/>
                    <a:pt x="340" y="169"/>
                  </a:cubicBezTo>
                  <a:close/>
                  <a:moveTo>
                    <a:pt x="356" y="165"/>
                  </a:moveTo>
                  <a:cubicBezTo>
                    <a:pt x="360" y="164"/>
                    <a:pt x="363" y="164"/>
                    <a:pt x="366" y="163"/>
                  </a:cubicBezTo>
                  <a:cubicBezTo>
                    <a:pt x="366" y="163"/>
                    <a:pt x="366" y="164"/>
                    <a:pt x="365" y="165"/>
                  </a:cubicBezTo>
                  <a:cubicBezTo>
                    <a:pt x="362" y="166"/>
                    <a:pt x="359" y="168"/>
                    <a:pt x="355" y="169"/>
                  </a:cubicBezTo>
                  <a:cubicBezTo>
                    <a:pt x="356" y="168"/>
                    <a:pt x="356" y="166"/>
                    <a:pt x="356" y="165"/>
                  </a:cubicBezTo>
                  <a:close/>
                  <a:moveTo>
                    <a:pt x="363" y="172"/>
                  </a:moveTo>
                  <a:cubicBezTo>
                    <a:pt x="362" y="174"/>
                    <a:pt x="361" y="175"/>
                    <a:pt x="361" y="177"/>
                  </a:cubicBezTo>
                  <a:cubicBezTo>
                    <a:pt x="358" y="178"/>
                    <a:pt x="356" y="179"/>
                    <a:pt x="353" y="179"/>
                  </a:cubicBezTo>
                  <a:cubicBezTo>
                    <a:pt x="353" y="178"/>
                    <a:pt x="354" y="177"/>
                    <a:pt x="354" y="175"/>
                  </a:cubicBezTo>
                  <a:cubicBezTo>
                    <a:pt x="357" y="174"/>
                    <a:pt x="360" y="173"/>
                    <a:pt x="363" y="172"/>
                  </a:cubicBezTo>
                  <a:close/>
                  <a:moveTo>
                    <a:pt x="368" y="174"/>
                  </a:moveTo>
                  <a:cubicBezTo>
                    <a:pt x="369" y="173"/>
                    <a:pt x="369" y="171"/>
                    <a:pt x="369" y="170"/>
                  </a:cubicBezTo>
                  <a:cubicBezTo>
                    <a:pt x="371" y="169"/>
                    <a:pt x="372" y="169"/>
                    <a:pt x="373" y="168"/>
                  </a:cubicBezTo>
                  <a:cubicBezTo>
                    <a:pt x="372" y="170"/>
                    <a:pt x="371" y="171"/>
                    <a:pt x="371" y="173"/>
                  </a:cubicBezTo>
                  <a:cubicBezTo>
                    <a:pt x="370" y="173"/>
                    <a:pt x="369" y="174"/>
                    <a:pt x="368" y="174"/>
                  </a:cubicBezTo>
                  <a:cubicBezTo>
                    <a:pt x="368" y="174"/>
                    <a:pt x="368" y="174"/>
                    <a:pt x="368" y="174"/>
                  </a:cubicBezTo>
                  <a:close/>
                  <a:moveTo>
                    <a:pt x="375" y="170"/>
                  </a:moveTo>
                  <a:cubicBezTo>
                    <a:pt x="376" y="169"/>
                    <a:pt x="376" y="167"/>
                    <a:pt x="377" y="166"/>
                  </a:cubicBezTo>
                  <a:cubicBezTo>
                    <a:pt x="378" y="166"/>
                    <a:pt x="380" y="165"/>
                    <a:pt x="381" y="164"/>
                  </a:cubicBezTo>
                  <a:cubicBezTo>
                    <a:pt x="385" y="163"/>
                    <a:pt x="388" y="161"/>
                    <a:pt x="391" y="160"/>
                  </a:cubicBezTo>
                  <a:cubicBezTo>
                    <a:pt x="387" y="162"/>
                    <a:pt x="383" y="165"/>
                    <a:pt x="379" y="168"/>
                  </a:cubicBezTo>
                  <a:cubicBezTo>
                    <a:pt x="378" y="168"/>
                    <a:pt x="377" y="169"/>
                    <a:pt x="375" y="170"/>
                  </a:cubicBezTo>
                  <a:close/>
                  <a:moveTo>
                    <a:pt x="443" y="121"/>
                  </a:moveTo>
                  <a:cubicBezTo>
                    <a:pt x="444" y="119"/>
                    <a:pt x="444" y="117"/>
                    <a:pt x="444" y="115"/>
                  </a:cubicBezTo>
                  <a:cubicBezTo>
                    <a:pt x="446" y="114"/>
                    <a:pt x="448" y="112"/>
                    <a:pt x="450" y="111"/>
                  </a:cubicBezTo>
                  <a:cubicBezTo>
                    <a:pt x="450" y="113"/>
                    <a:pt x="449" y="115"/>
                    <a:pt x="449" y="118"/>
                  </a:cubicBezTo>
                  <a:cubicBezTo>
                    <a:pt x="447" y="119"/>
                    <a:pt x="445" y="120"/>
                    <a:pt x="443" y="121"/>
                  </a:cubicBezTo>
                  <a:close/>
                  <a:moveTo>
                    <a:pt x="407" y="130"/>
                  </a:moveTo>
                  <a:cubicBezTo>
                    <a:pt x="407" y="130"/>
                    <a:pt x="407" y="130"/>
                    <a:pt x="407" y="130"/>
                  </a:cubicBezTo>
                  <a:cubicBezTo>
                    <a:pt x="407" y="130"/>
                    <a:pt x="407" y="130"/>
                    <a:pt x="408" y="130"/>
                  </a:cubicBezTo>
                  <a:cubicBezTo>
                    <a:pt x="407" y="130"/>
                    <a:pt x="407" y="130"/>
                    <a:pt x="407" y="130"/>
                  </a:cubicBezTo>
                  <a:close/>
                  <a:moveTo>
                    <a:pt x="399" y="133"/>
                  </a:moveTo>
                  <a:cubicBezTo>
                    <a:pt x="396" y="134"/>
                    <a:pt x="392" y="136"/>
                    <a:pt x="389" y="137"/>
                  </a:cubicBezTo>
                  <a:cubicBezTo>
                    <a:pt x="389" y="136"/>
                    <a:pt x="390" y="136"/>
                    <a:pt x="390" y="135"/>
                  </a:cubicBezTo>
                  <a:cubicBezTo>
                    <a:pt x="393" y="134"/>
                    <a:pt x="396" y="133"/>
                    <a:pt x="399" y="132"/>
                  </a:cubicBezTo>
                  <a:cubicBezTo>
                    <a:pt x="399" y="133"/>
                    <a:pt x="399" y="133"/>
                    <a:pt x="399" y="133"/>
                  </a:cubicBezTo>
                  <a:close/>
                  <a:moveTo>
                    <a:pt x="373" y="142"/>
                  </a:moveTo>
                  <a:cubicBezTo>
                    <a:pt x="369" y="143"/>
                    <a:pt x="365" y="144"/>
                    <a:pt x="361" y="145"/>
                  </a:cubicBezTo>
                  <a:cubicBezTo>
                    <a:pt x="361" y="144"/>
                    <a:pt x="362" y="143"/>
                    <a:pt x="362" y="142"/>
                  </a:cubicBezTo>
                  <a:cubicBezTo>
                    <a:pt x="366" y="141"/>
                    <a:pt x="370" y="140"/>
                    <a:pt x="374" y="139"/>
                  </a:cubicBezTo>
                  <a:cubicBezTo>
                    <a:pt x="374" y="140"/>
                    <a:pt x="373" y="141"/>
                    <a:pt x="373" y="142"/>
                  </a:cubicBezTo>
                  <a:close/>
                  <a:moveTo>
                    <a:pt x="357" y="146"/>
                  </a:moveTo>
                  <a:cubicBezTo>
                    <a:pt x="353" y="147"/>
                    <a:pt x="349" y="147"/>
                    <a:pt x="345" y="148"/>
                  </a:cubicBezTo>
                  <a:cubicBezTo>
                    <a:pt x="345" y="147"/>
                    <a:pt x="345" y="146"/>
                    <a:pt x="346" y="145"/>
                  </a:cubicBezTo>
                  <a:cubicBezTo>
                    <a:pt x="350" y="145"/>
                    <a:pt x="354" y="144"/>
                    <a:pt x="358" y="143"/>
                  </a:cubicBezTo>
                  <a:cubicBezTo>
                    <a:pt x="358" y="144"/>
                    <a:pt x="358" y="145"/>
                    <a:pt x="357" y="146"/>
                  </a:cubicBezTo>
                  <a:close/>
                  <a:moveTo>
                    <a:pt x="347" y="141"/>
                  </a:moveTo>
                  <a:cubicBezTo>
                    <a:pt x="347" y="140"/>
                    <a:pt x="347" y="139"/>
                    <a:pt x="347" y="138"/>
                  </a:cubicBezTo>
                  <a:cubicBezTo>
                    <a:pt x="348" y="138"/>
                    <a:pt x="348" y="138"/>
                    <a:pt x="349" y="138"/>
                  </a:cubicBezTo>
                  <a:cubicBezTo>
                    <a:pt x="353" y="137"/>
                    <a:pt x="357" y="136"/>
                    <a:pt x="361" y="135"/>
                  </a:cubicBezTo>
                  <a:cubicBezTo>
                    <a:pt x="361" y="136"/>
                    <a:pt x="360" y="138"/>
                    <a:pt x="360" y="139"/>
                  </a:cubicBezTo>
                  <a:cubicBezTo>
                    <a:pt x="355" y="140"/>
                    <a:pt x="351" y="141"/>
                    <a:pt x="347" y="141"/>
                  </a:cubicBezTo>
                  <a:close/>
                  <a:moveTo>
                    <a:pt x="311" y="142"/>
                  </a:moveTo>
                  <a:cubicBezTo>
                    <a:pt x="310" y="142"/>
                    <a:pt x="308" y="142"/>
                    <a:pt x="307" y="143"/>
                  </a:cubicBezTo>
                  <a:cubicBezTo>
                    <a:pt x="307" y="143"/>
                    <a:pt x="307" y="142"/>
                    <a:pt x="307" y="142"/>
                  </a:cubicBezTo>
                  <a:cubicBezTo>
                    <a:pt x="309" y="142"/>
                    <a:pt x="310" y="142"/>
                    <a:pt x="311" y="142"/>
                  </a:cubicBezTo>
                  <a:cubicBezTo>
                    <a:pt x="311" y="142"/>
                    <a:pt x="311" y="142"/>
                    <a:pt x="311" y="142"/>
                  </a:cubicBezTo>
                  <a:close/>
                  <a:moveTo>
                    <a:pt x="304" y="143"/>
                  </a:moveTo>
                  <a:cubicBezTo>
                    <a:pt x="302" y="144"/>
                    <a:pt x="301" y="144"/>
                    <a:pt x="299" y="144"/>
                  </a:cubicBezTo>
                  <a:cubicBezTo>
                    <a:pt x="300" y="144"/>
                    <a:pt x="300" y="143"/>
                    <a:pt x="300" y="142"/>
                  </a:cubicBezTo>
                  <a:cubicBezTo>
                    <a:pt x="302" y="142"/>
                    <a:pt x="303" y="142"/>
                    <a:pt x="304" y="142"/>
                  </a:cubicBezTo>
                  <a:cubicBezTo>
                    <a:pt x="304" y="143"/>
                    <a:pt x="304" y="143"/>
                    <a:pt x="304" y="143"/>
                  </a:cubicBezTo>
                  <a:close/>
                  <a:moveTo>
                    <a:pt x="271" y="149"/>
                  </a:moveTo>
                  <a:cubicBezTo>
                    <a:pt x="268" y="149"/>
                    <a:pt x="266" y="149"/>
                    <a:pt x="263" y="149"/>
                  </a:cubicBezTo>
                  <a:cubicBezTo>
                    <a:pt x="264" y="147"/>
                    <a:pt x="266" y="145"/>
                    <a:pt x="267" y="143"/>
                  </a:cubicBezTo>
                  <a:cubicBezTo>
                    <a:pt x="267" y="142"/>
                    <a:pt x="268" y="142"/>
                    <a:pt x="268" y="142"/>
                  </a:cubicBezTo>
                  <a:cubicBezTo>
                    <a:pt x="269" y="142"/>
                    <a:pt x="271" y="142"/>
                    <a:pt x="273" y="142"/>
                  </a:cubicBezTo>
                  <a:cubicBezTo>
                    <a:pt x="272" y="144"/>
                    <a:pt x="272" y="146"/>
                    <a:pt x="271" y="149"/>
                  </a:cubicBezTo>
                  <a:close/>
                  <a:moveTo>
                    <a:pt x="258" y="149"/>
                  </a:moveTo>
                  <a:cubicBezTo>
                    <a:pt x="255" y="149"/>
                    <a:pt x="253" y="149"/>
                    <a:pt x="250" y="149"/>
                  </a:cubicBezTo>
                  <a:cubicBezTo>
                    <a:pt x="251" y="146"/>
                    <a:pt x="252" y="143"/>
                    <a:pt x="252" y="140"/>
                  </a:cubicBezTo>
                  <a:cubicBezTo>
                    <a:pt x="256" y="141"/>
                    <a:pt x="260" y="141"/>
                    <a:pt x="263" y="141"/>
                  </a:cubicBezTo>
                  <a:cubicBezTo>
                    <a:pt x="262" y="144"/>
                    <a:pt x="260" y="146"/>
                    <a:pt x="258" y="149"/>
                  </a:cubicBezTo>
                  <a:close/>
                  <a:moveTo>
                    <a:pt x="239" y="138"/>
                  </a:moveTo>
                  <a:cubicBezTo>
                    <a:pt x="237" y="141"/>
                    <a:pt x="236" y="144"/>
                    <a:pt x="234" y="147"/>
                  </a:cubicBezTo>
                  <a:cubicBezTo>
                    <a:pt x="232" y="146"/>
                    <a:pt x="229" y="146"/>
                    <a:pt x="227" y="145"/>
                  </a:cubicBezTo>
                  <a:cubicBezTo>
                    <a:pt x="227" y="143"/>
                    <a:pt x="228" y="140"/>
                    <a:pt x="228" y="137"/>
                  </a:cubicBezTo>
                  <a:cubicBezTo>
                    <a:pt x="231" y="137"/>
                    <a:pt x="234" y="137"/>
                    <a:pt x="237" y="138"/>
                  </a:cubicBezTo>
                  <a:cubicBezTo>
                    <a:pt x="238" y="138"/>
                    <a:pt x="238" y="138"/>
                    <a:pt x="239" y="138"/>
                  </a:cubicBezTo>
                  <a:close/>
                  <a:moveTo>
                    <a:pt x="214" y="135"/>
                  </a:moveTo>
                  <a:cubicBezTo>
                    <a:pt x="214" y="138"/>
                    <a:pt x="213" y="140"/>
                    <a:pt x="212" y="142"/>
                  </a:cubicBezTo>
                  <a:cubicBezTo>
                    <a:pt x="209" y="141"/>
                    <a:pt x="207" y="141"/>
                    <a:pt x="205" y="140"/>
                  </a:cubicBezTo>
                  <a:cubicBezTo>
                    <a:pt x="206" y="138"/>
                    <a:pt x="207" y="136"/>
                    <a:pt x="209" y="135"/>
                  </a:cubicBezTo>
                  <a:cubicBezTo>
                    <a:pt x="211" y="135"/>
                    <a:pt x="212" y="135"/>
                    <a:pt x="214" y="135"/>
                  </a:cubicBezTo>
                  <a:close/>
                  <a:moveTo>
                    <a:pt x="199" y="138"/>
                  </a:moveTo>
                  <a:cubicBezTo>
                    <a:pt x="197" y="138"/>
                    <a:pt x="194" y="137"/>
                    <a:pt x="192" y="136"/>
                  </a:cubicBezTo>
                  <a:cubicBezTo>
                    <a:pt x="193" y="135"/>
                    <a:pt x="194" y="133"/>
                    <a:pt x="195" y="131"/>
                  </a:cubicBezTo>
                  <a:cubicBezTo>
                    <a:pt x="197" y="132"/>
                    <a:pt x="200" y="133"/>
                    <a:pt x="202" y="133"/>
                  </a:cubicBezTo>
                  <a:cubicBezTo>
                    <a:pt x="201" y="135"/>
                    <a:pt x="200" y="137"/>
                    <a:pt x="199" y="138"/>
                  </a:cubicBezTo>
                  <a:close/>
                  <a:moveTo>
                    <a:pt x="188" y="135"/>
                  </a:moveTo>
                  <a:cubicBezTo>
                    <a:pt x="186" y="134"/>
                    <a:pt x="184" y="134"/>
                    <a:pt x="182" y="133"/>
                  </a:cubicBezTo>
                  <a:cubicBezTo>
                    <a:pt x="183" y="131"/>
                    <a:pt x="183" y="130"/>
                    <a:pt x="184" y="128"/>
                  </a:cubicBezTo>
                  <a:cubicBezTo>
                    <a:pt x="184" y="128"/>
                    <a:pt x="185" y="129"/>
                    <a:pt x="185" y="129"/>
                  </a:cubicBezTo>
                  <a:cubicBezTo>
                    <a:pt x="185" y="129"/>
                    <a:pt x="186" y="129"/>
                    <a:pt x="186" y="129"/>
                  </a:cubicBezTo>
                  <a:cubicBezTo>
                    <a:pt x="187" y="129"/>
                    <a:pt x="189" y="130"/>
                    <a:pt x="191" y="130"/>
                  </a:cubicBezTo>
                  <a:cubicBezTo>
                    <a:pt x="190" y="132"/>
                    <a:pt x="189" y="133"/>
                    <a:pt x="188" y="135"/>
                  </a:cubicBezTo>
                  <a:close/>
                  <a:moveTo>
                    <a:pt x="149" y="106"/>
                  </a:moveTo>
                  <a:cubicBezTo>
                    <a:pt x="150" y="107"/>
                    <a:pt x="151" y="109"/>
                    <a:pt x="153" y="111"/>
                  </a:cubicBezTo>
                  <a:cubicBezTo>
                    <a:pt x="152" y="110"/>
                    <a:pt x="151" y="110"/>
                    <a:pt x="150" y="109"/>
                  </a:cubicBezTo>
                  <a:cubicBezTo>
                    <a:pt x="149" y="109"/>
                    <a:pt x="148" y="108"/>
                    <a:pt x="148" y="108"/>
                  </a:cubicBezTo>
                  <a:cubicBezTo>
                    <a:pt x="148" y="107"/>
                    <a:pt x="149" y="106"/>
                    <a:pt x="149" y="106"/>
                  </a:cubicBezTo>
                  <a:close/>
                  <a:moveTo>
                    <a:pt x="155" y="116"/>
                  </a:moveTo>
                  <a:cubicBezTo>
                    <a:pt x="153" y="117"/>
                    <a:pt x="152" y="118"/>
                    <a:pt x="150" y="120"/>
                  </a:cubicBezTo>
                  <a:cubicBezTo>
                    <a:pt x="147" y="118"/>
                    <a:pt x="145" y="116"/>
                    <a:pt x="142" y="114"/>
                  </a:cubicBezTo>
                  <a:cubicBezTo>
                    <a:pt x="144" y="113"/>
                    <a:pt x="145" y="112"/>
                    <a:pt x="146" y="110"/>
                  </a:cubicBezTo>
                  <a:cubicBezTo>
                    <a:pt x="149" y="112"/>
                    <a:pt x="152" y="114"/>
                    <a:pt x="155" y="116"/>
                  </a:cubicBezTo>
                  <a:close/>
                  <a:moveTo>
                    <a:pt x="147" y="123"/>
                  </a:moveTo>
                  <a:cubicBezTo>
                    <a:pt x="147" y="123"/>
                    <a:pt x="146" y="124"/>
                    <a:pt x="146" y="124"/>
                  </a:cubicBezTo>
                  <a:cubicBezTo>
                    <a:pt x="143" y="123"/>
                    <a:pt x="141" y="122"/>
                    <a:pt x="138" y="120"/>
                  </a:cubicBezTo>
                  <a:cubicBezTo>
                    <a:pt x="139" y="119"/>
                    <a:pt x="140" y="118"/>
                    <a:pt x="141" y="117"/>
                  </a:cubicBezTo>
                  <a:cubicBezTo>
                    <a:pt x="143" y="119"/>
                    <a:pt x="145" y="121"/>
                    <a:pt x="147" y="123"/>
                  </a:cubicBezTo>
                  <a:close/>
                  <a:moveTo>
                    <a:pt x="136" y="119"/>
                  </a:moveTo>
                  <a:cubicBezTo>
                    <a:pt x="135" y="119"/>
                    <a:pt x="135" y="118"/>
                    <a:pt x="134" y="118"/>
                  </a:cubicBezTo>
                  <a:cubicBezTo>
                    <a:pt x="135" y="117"/>
                    <a:pt x="137" y="115"/>
                    <a:pt x="138" y="114"/>
                  </a:cubicBezTo>
                  <a:cubicBezTo>
                    <a:pt x="138" y="114"/>
                    <a:pt x="138" y="115"/>
                    <a:pt x="139" y="115"/>
                  </a:cubicBezTo>
                  <a:cubicBezTo>
                    <a:pt x="138" y="116"/>
                    <a:pt x="137" y="118"/>
                    <a:pt x="136" y="119"/>
                  </a:cubicBezTo>
                  <a:close/>
                  <a:moveTo>
                    <a:pt x="131" y="116"/>
                  </a:moveTo>
                  <a:cubicBezTo>
                    <a:pt x="130" y="116"/>
                    <a:pt x="129" y="115"/>
                    <a:pt x="128" y="115"/>
                  </a:cubicBezTo>
                  <a:cubicBezTo>
                    <a:pt x="130" y="111"/>
                    <a:pt x="131" y="108"/>
                    <a:pt x="133" y="104"/>
                  </a:cubicBezTo>
                  <a:cubicBezTo>
                    <a:pt x="133" y="106"/>
                    <a:pt x="134" y="108"/>
                    <a:pt x="135" y="110"/>
                  </a:cubicBezTo>
                  <a:cubicBezTo>
                    <a:pt x="134" y="112"/>
                    <a:pt x="132" y="114"/>
                    <a:pt x="131" y="116"/>
                  </a:cubicBezTo>
                  <a:close/>
                  <a:moveTo>
                    <a:pt x="126" y="113"/>
                  </a:moveTo>
                  <a:cubicBezTo>
                    <a:pt x="123" y="111"/>
                    <a:pt x="121" y="109"/>
                    <a:pt x="119" y="107"/>
                  </a:cubicBezTo>
                  <a:cubicBezTo>
                    <a:pt x="121" y="104"/>
                    <a:pt x="123" y="100"/>
                    <a:pt x="126" y="97"/>
                  </a:cubicBezTo>
                  <a:cubicBezTo>
                    <a:pt x="128" y="98"/>
                    <a:pt x="129" y="100"/>
                    <a:pt x="131" y="101"/>
                  </a:cubicBezTo>
                  <a:cubicBezTo>
                    <a:pt x="129" y="105"/>
                    <a:pt x="127" y="109"/>
                    <a:pt x="126" y="113"/>
                  </a:cubicBezTo>
                  <a:close/>
                  <a:moveTo>
                    <a:pt x="116" y="105"/>
                  </a:moveTo>
                  <a:cubicBezTo>
                    <a:pt x="116" y="104"/>
                    <a:pt x="116" y="104"/>
                    <a:pt x="115" y="103"/>
                  </a:cubicBezTo>
                  <a:cubicBezTo>
                    <a:pt x="117" y="100"/>
                    <a:pt x="118" y="96"/>
                    <a:pt x="120" y="92"/>
                  </a:cubicBezTo>
                  <a:cubicBezTo>
                    <a:pt x="121" y="93"/>
                    <a:pt x="122" y="94"/>
                    <a:pt x="124" y="95"/>
                  </a:cubicBezTo>
                  <a:cubicBezTo>
                    <a:pt x="121" y="98"/>
                    <a:pt x="119" y="102"/>
                    <a:pt x="116" y="105"/>
                  </a:cubicBezTo>
                  <a:close/>
                  <a:moveTo>
                    <a:pt x="113" y="101"/>
                  </a:moveTo>
                  <a:cubicBezTo>
                    <a:pt x="112" y="100"/>
                    <a:pt x="112" y="99"/>
                    <a:pt x="111" y="98"/>
                  </a:cubicBezTo>
                  <a:cubicBezTo>
                    <a:pt x="113" y="95"/>
                    <a:pt x="115" y="93"/>
                    <a:pt x="116" y="90"/>
                  </a:cubicBezTo>
                  <a:cubicBezTo>
                    <a:pt x="117" y="90"/>
                    <a:pt x="117" y="90"/>
                    <a:pt x="118" y="91"/>
                  </a:cubicBezTo>
                  <a:cubicBezTo>
                    <a:pt x="116" y="94"/>
                    <a:pt x="115" y="98"/>
                    <a:pt x="113" y="101"/>
                  </a:cubicBezTo>
                  <a:close/>
                  <a:moveTo>
                    <a:pt x="110" y="95"/>
                  </a:moveTo>
                  <a:cubicBezTo>
                    <a:pt x="109" y="94"/>
                    <a:pt x="109" y="94"/>
                    <a:pt x="109" y="94"/>
                  </a:cubicBezTo>
                  <a:cubicBezTo>
                    <a:pt x="109" y="93"/>
                    <a:pt x="108" y="93"/>
                    <a:pt x="109" y="94"/>
                  </a:cubicBezTo>
                  <a:cubicBezTo>
                    <a:pt x="109" y="94"/>
                    <a:pt x="109" y="95"/>
                    <a:pt x="109" y="95"/>
                  </a:cubicBezTo>
                  <a:cubicBezTo>
                    <a:pt x="106" y="99"/>
                    <a:pt x="104" y="103"/>
                    <a:pt x="101" y="107"/>
                  </a:cubicBezTo>
                  <a:cubicBezTo>
                    <a:pt x="100" y="106"/>
                    <a:pt x="99" y="106"/>
                    <a:pt x="98" y="105"/>
                  </a:cubicBezTo>
                  <a:cubicBezTo>
                    <a:pt x="103" y="99"/>
                    <a:pt x="107" y="92"/>
                    <a:pt x="112" y="86"/>
                  </a:cubicBezTo>
                  <a:cubicBezTo>
                    <a:pt x="113" y="87"/>
                    <a:pt x="113" y="87"/>
                    <a:pt x="114" y="88"/>
                  </a:cubicBezTo>
                  <a:cubicBezTo>
                    <a:pt x="113" y="90"/>
                    <a:pt x="111" y="92"/>
                    <a:pt x="110" y="95"/>
                  </a:cubicBezTo>
                  <a:close/>
                  <a:moveTo>
                    <a:pt x="113" y="85"/>
                  </a:moveTo>
                  <a:cubicBezTo>
                    <a:pt x="116" y="81"/>
                    <a:pt x="119" y="77"/>
                    <a:pt x="121" y="73"/>
                  </a:cubicBezTo>
                  <a:cubicBezTo>
                    <a:pt x="121" y="73"/>
                    <a:pt x="121" y="74"/>
                    <a:pt x="121" y="74"/>
                  </a:cubicBezTo>
                  <a:cubicBezTo>
                    <a:pt x="119" y="78"/>
                    <a:pt x="117" y="82"/>
                    <a:pt x="115" y="86"/>
                  </a:cubicBezTo>
                  <a:cubicBezTo>
                    <a:pt x="115" y="86"/>
                    <a:pt x="114" y="85"/>
                    <a:pt x="113" y="85"/>
                  </a:cubicBezTo>
                  <a:close/>
                  <a:moveTo>
                    <a:pt x="118" y="66"/>
                  </a:moveTo>
                  <a:cubicBezTo>
                    <a:pt x="120" y="65"/>
                    <a:pt x="123" y="63"/>
                    <a:pt x="126" y="62"/>
                  </a:cubicBezTo>
                  <a:cubicBezTo>
                    <a:pt x="124" y="64"/>
                    <a:pt x="123" y="67"/>
                    <a:pt x="121" y="69"/>
                  </a:cubicBezTo>
                  <a:cubicBezTo>
                    <a:pt x="120" y="68"/>
                    <a:pt x="119" y="67"/>
                    <a:pt x="118" y="66"/>
                  </a:cubicBezTo>
                  <a:close/>
                  <a:moveTo>
                    <a:pt x="136" y="41"/>
                  </a:moveTo>
                  <a:cubicBezTo>
                    <a:pt x="136" y="41"/>
                    <a:pt x="137" y="41"/>
                    <a:pt x="137" y="41"/>
                  </a:cubicBezTo>
                  <a:cubicBezTo>
                    <a:pt x="137" y="41"/>
                    <a:pt x="137" y="40"/>
                    <a:pt x="137" y="40"/>
                  </a:cubicBezTo>
                  <a:cubicBezTo>
                    <a:pt x="137" y="41"/>
                    <a:pt x="137" y="41"/>
                    <a:pt x="137" y="41"/>
                  </a:cubicBezTo>
                  <a:cubicBezTo>
                    <a:pt x="137" y="41"/>
                    <a:pt x="136" y="41"/>
                    <a:pt x="136" y="41"/>
                  </a:cubicBezTo>
                  <a:close/>
                  <a:moveTo>
                    <a:pt x="136" y="17"/>
                  </a:moveTo>
                  <a:cubicBezTo>
                    <a:pt x="136" y="17"/>
                    <a:pt x="136" y="17"/>
                    <a:pt x="136" y="16"/>
                  </a:cubicBezTo>
                  <a:cubicBezTo>
                    <a:pt x="136" y="17"/>
                    <a:pt x="137" y="17"/>
                    <a:pt x="137" y="17"/>
                  </a:cubicBezTo>
                  <a:cubicBezTo>
                    <a:pt x="137" y="17"/>
                    <a:pt x="136" y="17"/>
                    <a:pt x="136" y="17"/>
                  </a:cubicBezTo>
                  <a:close/>
                  <a:moveTo>
                    <a:pt x="82" y="38"/>
                  </a:moveTo>
                  <a:cubicBezTo>
                    <a:pt x="81" y="37"/>
                    <a:pt x="80" y="36"/>
                    <a:pt x="78" y="35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80" y="36"/>
                    <a:pt x="81" y="37"/>
                    <a:pt x="82" y="38"/>
                  </a:cubicBezTo>
                  <a:cubicBezTo>
                    <a:pt x="81" y="41"/>
                    <a:pt x="79" y="43"/>
                    <a:pt x="78" y="46"/>
                  </a:cubicBezTo>
                  <a:cubicBezTo>
                    <a:pt x="75" y="47"/>
                    <a:pt x="72" y="47"/>
                    <a:pt x="69" y="48"/>
                  </a:cubicBezTo>
                  <a:cubicBezTo>
                    <a:pt x="69" y="48"/>
                    <a:pt x="69" y="48"/>
                    <a:pt x="68" y="48"/>
                  </a:cubicBezTo>
                  <a:cubicBezTo>
                    <a:pt x="70" y="44"/>
                    <a:pt x="72" y="40"/>
                    <a:pt x="73" y="36"/>
                  </a:cubicBezTo>
                  <a:cubicBezTo>
                    <a:pt x="75" y="36"/>
                    <a:pt x="76" y="36"/>
                    <a:pt x="78" y="35"/>
                  </a:cubicBezTo>
                  <a:cubicBezTo>
                    <a:pt x="80" y="35"/>
                    <a:pt x="83" y="34"/>
                    <a:pt x="85" y="33"/>
                  </a:cubicBezTo>
                  <a:cubicBezTo>
                    <a:pt x="84" y="35"/>
                    <a:pt x="83" y="37"/>
                    <a:pt x="82" y="38"/>
                  </a:cubicBezTo>
                  <a:close/>
                  <a:moveTo>
                    <a:pt x="68" y="47"/>
                  </a:moveTo>
                  <a:cubicBezTo>
                    <a:pt x="66" y="44"/>
                    <a:pt x="64" y="42"/>
                    <a:pt x="61" y="39"/>
                  </a:cubicBezTo>
                  <a:cubicBezTo>
                    <a:pt x="65" y="38"/>
                    <a:pt x="69" y="37"/>
                    <a:pt x="73" y="36"/>
                  </a:cubicBezTo>
                  <a:cubicBezTo>
                    <a:pt x="71" y="40"/>
                    <a:pt x="70" y="43"/>
                    <a:pt x="68" y="47"/>
                  </a:cubicBezTo>
                  <a:close/>
                  <a:moveTo>
                    <a:pt x="56" y="37"/>
                  </a:moveTo>
                  <a:cubicBezTo>
                    <a:pt x="56" y="36"/>
                    <a:pt x="57" y="35"/>
                    <a:pt x="57" y="34"/>
                  </a:cubicBezTo>
                  <a:cubicBezTo>
                    <a:pt x="57" y="34"/>
                    <a:pt x="57" y="34"/>
                    <a:pt x="58" y="34"/>
                  </a:cubicBezTo>
                  <a:cubicBezTo>
                    <a:pt x="63" y="33"/>
                    <a:pt x="69" y="33"/>
                    <a:pt x="74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2"/>
                    <a:pt x="75" y="32"/>
                    <a:pt x="74" y="32"/>
                  </a:cubicBezTo>
                  <a:cubicBezTo>
                    <a:pt x="68" y="34"/>
                    <a:pt x="62" y="35"/>
                    <a:pt x="56" y="37"/>
                  </a:cubicBezTo>
                  <a:close/>
                  <a:moveTo>
                    <a:pt x="56" y="34"/>
                  </a:moveTo>
                  <a:cubicBezTo>
                    <a:pt x="56" y="35"/>
                    <a:pt x="55" y="36"/>
                    <a:pt x="54" y="37"/>
                  </a:cubicBezTo>
                  <a:cubicBezTo>
                    <a:pt x="49" y="38"/>
                    <a:pt x="43" y="39"/>
                    <a:pt x="37" y="40"/>
                  </a:cubicBezTo>
                  <a:cubicBezTo>
                    <a:pt x="38" y="39"/>
                    <a:pt x="38" y="38"/>
                    <a:pt x="38" y="37"/>
                  </a:cubicBezTo>
                  <a:cubicBezTo>
                    <a:pt x="44" y="36"/>
                    <a:pt x="50" y="35"/>
                    <a:pt x="56" y="34"/>
                  </a:cubicBezTo>
                  <a:close/>
                  <a:moveTo>
                    <a:pt x="34" y="41"/>
                  </a:moveTo>
                  <a:cubicBezTo>
                    <a:pt x="29" y="41"/>
                    <a:pt x="24" y="42"/>
                    <a:pt x="19" y="42"/>
                  </a:cubicBezTo>
                  <a:cubicBezTo>
                    <a:pt x="24" y="40"/>
                    <a:pt x="30" y="39"/>
                    <a:pt x="36" y="38"/>
                  </a:cubicBezTo>
                  <a:cubicBezTo>
                    <a:pt x="35" y="39"/>
                    <a:pt x="35" y="40"/>
                    <a:pt x="34" y="41"/>
                  </a:cubicBezTo>
                  <a:close/>
                  <a:moveTo>
                    <a:pt x="24" y="59"/>
                  </a:moveTo>
                  <a:cubicBezTo>
                    <a:pt x="22" y="59"/>
                    <a:pt x="19" y="60"/>
                    <a:pt x="16" y="61"/>
                  </a:cubicBezTo>
                  <a:cubicBezTo>
                    <a:pt x="17" y="58"/>
                    <a:pt x="17" y="56"/>
                    <a:pt x="18" y="54"/>
                  </a:cubicBezTo>
                  <a:cubicBezTo>
                    <a:pt x="20" y="55"/>
                    <a:pt x="22" y="57"/>
                    <a:pt x="24" y="59"/>
                  </a:cubicBezTo>
                  <a:close/>
                  <a:moveTo>
                    <a:pt x="15" y="64"/>
                  </a:moveTo>
                  <a:cubicBezTo>
                    <a:pt x="15" y="64"/>
                    <a:pt x="15" y="64"/>
                    <a:pt x="15" y="64"/>
                  </a:cubicBezTo>
                  <a:cubicBezTo>
                    <a:pt x="17" y="65"/>
                    <a:pt x="19" y="67"/>
                    <a:pt x="21" y="68"/>
                  </a:cubicBezTo>
                  <a:cubicBezTo>
                    <a:pt x="19" y="73"/>
                    <a:pt x="18" y="77"/>
                    <a:pt x="17" y="82"/>
                  </a:cubicBezTo>
                  <a:cubicBezTo>
                    <a:pt x="17" y="82"/>
                    <a:pt x="16" y="82"/>
                    <a:pt x="16" y="82"/>
                  </a:cubicBezTo>
                  <a:cubicBezTo>
                    <a:pt x="16" y="76"/>
                    <a:pt x="16" y="70"/>
                    <a:pt x="15" y="64"/>
                  </a:cubicBezTo>
                  <a:close/>
                  <a:moveTo>
                    <a:pt x="25" y="72"/>
                  </a:moveTo>
                  <a:cubicBezTo>
                    <a:pt x="28" y="74"/>
                    <a:pt x="30" y="76"/>
                    <a:pt x="33" y="79"/>
                  </a:cubicBezTo>
                  <a:cubicBezTo>
                    <a:pt x="29" y="80"/>
                    <a:pt x="26" y="80"/>
                    <a:pt x="22" y="81"/>
                  </a:cubicBezTo>
                  <a:cubicBezTo>
                    <a:pt x="23" y="78"/>
                    <a:pt x="24" y="75"/>
                    <a:pt x="25" y="72"/>
                  </a:cubicBezTo>
                  <a:close/>
                  <a:moveTo>
                    <a:pt x="32" y="97"/>
                  </a:moveTo>
                  <a:cubicBezTo>
                    <a:pt x="35" y="96"/>
                    <a:pt x="39" y="96"/>
                    <a:pt x="42" y="95"/>
                  </a:cubicBezTo>
                  <a:cubicBezTo>
                    <a:pt x="40" y="98"/>
                    <a:pt x="39" y="102"/>
                    <a:pt x="37" y="105"/>
                  </a:cubicBezTo>
                  <a:cubicBezTo>
                    <a:pt x="35" y="103"/>
                    <a:pt x="33" y="101"/>
                    <a:pt x="31" y="99"/>
                  </a:cubicBezTo>
                  <a:cubicBezTo>
                    <a:pt x="31" y="98"/>
                    <a:pt x="31" y="97"/>
                    <a:pt x="32" y="97"/>
                  </a:cubicBezTo>
                  <a:close/>
                  <a:moveTo>
                    <a:pt x="45" y="111"/>
                  </a:moveTo>
                  <a:cubicBezTo>
                    <a:pt x="44" y="111"/>
                    <a:pt x="44" y="111"/>
                    <a:pt x="44" y="112"/>
                  </a:cubicBezTo>
                  <a:cubicBezTo>
                    <a:pt x="44" y="112"/>
                    <a:pt x="44" y="111"/>
                    <a:pt x="44" y="111"/>
                  </a:cubicBezTo>
                  <a:cubicBezTo>
                    <a:pt x="44" y="111"/>
                    <a:pt x="44" y="111"/>
                    <a:pt x="45" y="111"/>
                  </a:cubicBezTo>
                  <a:close/>
                  <a:moveTo>
                    <a:pt x="49" y="109"/>
                  </a:moveTo>
                  <a:cubicBezTo>
                    <a:pt x="52" y="108"/>
                    <a:pt x="55" y="107"/>
                    <a:pt x="58" y="106"/>
                  </a:cubicBezTo>
                  <a:cubicBezTo>
                    <a:pt x="59" y="108"/>
                    <a:pt x="61" y="110"/>
                    <a:pt x="63" y="112"/>
                  </a:cubicBezTo>
                  <a:cubicBezTo>
                    <a:pt x="61" y="117"/>
                    <a:pt x="59" y="121"/>
                    <a:pt x="57" y="126"/>
                  </a:cubicBezTo>
                  <a:cubicBezTo>
                    <a:pt x="54" y="122"/>
                    <a:pt x="50" y="118"/>
                    <a:pt x="47" y="115"/>
                  </a:cubicBezTo>
                  <a:cubicBezTo>
                    <a:pt x="48" y="113"/>
                    <a:pt x="49" y="111"/>
                    <a:pt x="49" y="109"/>
                  </a:cubicBezTo>
                  <a:close/>
                  <a:moveTo>
                    <a:pt x="54" y="129"/>
                  </a:moveTo>
                  <a:cubicBezTo>
                    <a:pt x="52" y="130"/>
                    <a:pt x="49" y="131"/>
                    <a:pt x="46" y="131"/>
                  </a:cubicBezTo>
                  <a:cubicBezTo>
                    <a:pt x="45" y="130"/>
                    <a:pt x="43" y="128"/>
                    <a:pt x="42" y="127"/>
                  </a:cubicBezTo>
                  <a:cubicBezTo>
                    <a:pt x="43" y="124"/>
                    <a:pt x="44" y="121"/>
                    <a:pt x="46" y="118"/>
                  </a:cubicBezTo>
                  <a:cubicBezTo>
                    <a:pt x="48" y="121"/>
                    <a:pt x="51" y="125"/>
                    <a:pt x="54" y="129"/>
                  </a:cubicBezTo>
                  <a:close/>
                  <a:moveTo>
                    <a:pt x="43" y="132"/>
                  </a:moveTo>
                  <a:cubicBezTo>
                    <a:pt x="42" y="132"/>
                    <a:pt x="41" y="132"/>
                    <a:pt x="40" y="132"/>
                  </a:cubicBezTo>
                  <a:cubicBezTo>
                    <a:pt x="41" y="132"/>
                    <a:pt x="41" y="131"/>
                    <a:pt x="41" y="130"/>
                  </a:cubicBezTo>
                  <a:cubicBezTo>
                    <a:pt x="42" y="131"/>
                    <a:pt x="42" y="131"/>
                    <a:pt x="43" y="132"/>
                  </a:cubicBezTo>
                  <a:close/>
                  <a:moveTo>
                    <a:pt x="59" y="161"/>
                  </a:moveTo>
                  <a:cubicBezTo>
                    <a:pt x="59" y="159"/>
                    <a:pt x="60" y="157"/>
                    <a:pt x="61" y="155"/>
                  </a:cubicBezTo>
                  <a:cubicBezTo>
                    <a:pt x="61" y="155"/>
                    <a:pt x="62" y="156"/>
                    <a:pt x="62" y="156"/>
                  </a:cubicBezTo>
                  <a:cubicBezTo>
                    <a:pt x="62" y="158"/>
                    <a:pt x="61" y="159"/>
                    <a:pt x="61" y="160"/>
                  </a:cubicBezTo>
                  <a:cubicBezTo>
                    <a:pt x="60" y="160"/>
                    <a:pt x="59" y="161"/>
                    <a:pt x="59" y="161"/>
                  </a:cubicBezTo>
                  <a:close/>
                  <a:moveTo>
                    <a:pt x="67" y="158"/>
                  </a:moveTo>
                  <a:cubicBezTo>
                    <a:pt x="67" y="157"/>
                    <a:pt x="66" y="156"/>
                    <a:pt x="66" y="156"/>
                  </a:cubicBezTo>
                  <a:cubicBezTo>
                    <a:pt x="67" y="153"/>
                    <a:pt x="68" y="151"/>
                    <a:pt x="69" y="149"/>
                  </a:cubicBezTo>
                  <a:cubicBezTo>
                    <a:pt x="70" y="150"/>
                    <a:pt x="71" y="151"/>
                    <a:pt x="72" y="153"/>
                  </a:cubicBezTo>
                  <a:cubicBezTo>
                    <a:pt x="71" y="153"/>
                    <a:pt x="70" y="153"/>
                    <a:pt x="70" y="154"/>
                  </a:cubicBezTo>
                  <a:cubicBezTo>
                    <a:pt x="69" y="155"/>
                    <a:pt x="68" y="156"/>
                    <a:pt x="68" y="158"/>
                  </a:cubicBezTo>
                  <a:cubicBezTo>
                    <a:pt x="68" y="158"/>
                    <a:pt x="68" y="158"/>
                    <a:pt x="67" y="158"/>
                  </a:cubicBezTo>
                  <a:close/>
                  <a:moveTo>
                    <a:pt x="83" y="161"/>
                  </a:moveTo>
                  <a:cubicBezTo>
                    <a:pt x="82" y="160"/>
                    <a:pt x="80" y="158"/>
                    <a:pt x="78" y="157"/>
                  </a:cubicBezTo>
                  <a:cubicBezTo>
                    <a:pt x="78" y="157"/>
                    <a:pt x="78" y="157"/>
                    <a:pt x="78" y="156"/>
                  </a:cubicBezTo>
                  <a:cubicBezTo>
                    <a:pt x="78" y="156"/>
                    <a:pt x="78" y="156"/>
                    <a:pt x="78" y="156"/>
                  </a:cubicBezTo>
                  <a:cubicBezTo>
                    <a:pt x="78" y="156"/>
                    <a:pt x="79" y="156"/>
                    <a:pt x="79" y="156"/>
                  </a:cubicBezTo>
                  <a:cubicBezTo>
                    <a:pt x="80" y="155"/>
                    <a:pt x="81" y="154"/>
                    <a:pt x="83" y="153"/>
                  </a:cubicBezTo>
                  <a:cubicBezTo>
                    <a:pt x="84" y="154"/>
                    <a:pt x="85" y="155"/>
                    <a:pt x="86" y="156"/>
                  </a:cubicBezTo>
                  <a:cubicBezTo>
                    <a:pt x="85" y="158"/>
                    <a:pt x="84" y="159"/>
                    <a:pt x="84" y="161"/>
                  </a:cubicBezTo>
                  <a:cubicBezTo>
                    <a:pt x="84" y="161"/>
                    <a:pt x="83" y="161"/>
                    <a:pt x="83" y="161"/>
                  </a:cubicBezTo>
                  <a:close/>
                  <a:moveTo>
                    <a:pt x="87" y="157"/>
                  </a:moveTo>
                  <a:cubicBezTo>
                    <a:pt x="89" y="158"/>
                    <a:pt x="90" y="159"/>
                    <a:pt x="92" y="160"/>
                  </a:cubicBezTo>
                  <a:cubicBezTo>
                    <a:pt x="92" y="161"/>
                    <a:pt x="91" y="161"/>
                    <a:pt x="91" y="161"/>
                  </a:cubicBezTo>
                  <a:cubicBezTo>
                    <a:pt x="90" y="162"/>
                    <a:pt x="91" y="163"/>
                    <a:pt x="92" y="163"/>
                  </a:cubicBezTo>
                  <a:cubicBezTo>
                    <a:pt x="93" y="164"/>
                    <a:pt x="95" y="163"/>
                    <a:pt x="97" y="162"/>
                  </a:cubicBezTo>
                  <a:cubicBezTo>
                    <a:pt x="97" y="162"/>
                    <a:pt x="97" y="162"/>
                    <a:pt x="97" y="162"/>
                  </a:cubicBezTo>
                  <a:cubicBezTo>
                    <a:pt x="95" y="164"/>
                    <a:pt x="94" y="166"/>
                    <a:pt x="92" y="167"/>
                  </a:cubicBezTo>
                  <a:cubicBezTo>
                    <a:pt x="92" y="167"/>
                    <a:pt x="91" y="166"/>
                    <a:pt x="91" y="166"/>
                  </a:cubicBezTo>
                  <a:cubicBezTo>
                    <a:pt x="89" y="164"/>
                    <a:pt x="87" y="162"/>
                    <a:pt x="85" y="161"/>
                  </a:cubicBezTo>
                  <a:cubicBezTo>
                    <a:pt x="85" y="160"/>
                    <a:pt x="86" y="159"/>
                    <a:pt x="87" y="157"/>
                  </a:cubicBezTo>
                  <a:close/>
                  <a:moveTo>
                    <a:pt x="124" y="185"/>
                  </a:moveTo>
                  <a:cubicBezTo>
                    <a:pt x="126" y="182"/>
                    <a:pt x="128" y="178"/>
                    <a:pt x="130" y="175"/>
                  </a:cubicBezTo>
                  <a:cubicBezTo>
                    <a:pt x="133" y="176"/>
                    <a:pt x="137" y="177"/>
                    <a:pt x="140" y="178"/>
                  </a:cubicBezTo>
                  <a:cubicBezTo>
                    <a:pt x="138" y="182"/>
                    <a:pt x="137" y="185"/>
                    <a:pt x="137" y="186"/>
                  </a:cubicBezTo>
                  <a:cubicBezTo>
                    <a:pt x="136" y="185"/>
                    <a:pt x="135" y="185"/>
                    <a:pt x="135" y="186"/>
                  </a:cubicBezTo>
                  <a:cubicBezTo>
                    <a:pt x="135" y="188"/>
                    <a:pt x="135" y="188"/>
                    <a:pt x="136" y="189"/>
                  </a:cubicBezTo>
                  <a:cubicBezTo>
                    <a:pt x="136" y="190"/>
                    <a:pt x="136" y="190"/>
                    <a:pt x="136" y="190"/>
                  </a:cubicBezTo>
                  <a:cubicBezTo>
                    <a:pt x="134" y="190"/>
                    <a:pt x="132" y="189"/>
                    <a:pt x="130" y="188"/>
                  </a:cubicBezTo>
                  <a:cubicBezTo>
                    <a:pt x="128" y="187"/>
                    <a:pt x="126" y="186"/>
                    <a:pt x="124" y="185"/>
                  </a:cubicBezTo>
                  <a:close/>
                  <a:moveTo>
                    <a:pt x="175" y="186"/>
                  </a:moveTo>
                  <a:cubicBezTo>
                    <a:pt x="179" y="187"/>
                    <a:pt x="183" y="188"/>
                    <a:pt x="187" y="189"/>
                  </a:cubicBezTo>
                  <a:cubicBezTo>
                    <a:pt x="184" y="192"/>
                    <a:pt x="182" y="195"/>
                    <a:pt x="179" y="198"/>
                  </a:cubicBezTo>
                  <a:cubicBezTo>
                    <a:pt x="174" y="198"/>
                    <a:pt x="169" y="197"/>
                    <a:pt x="165" y="197"/>
                  </a:cubicBezTo>
                  <a:cubicBezTo>
                    <a:pt x="168" y="193"/>
                    <a:pt x="172" y="190"/>
                    <a:pt x="175" y="186"/>
                  </a:cubicBezTo>
                  <a:close/>
                  <a:moveTo>
                    <a:pt x="190" y="190"/>
                  </a:moveTo>
                  <a:cubicBezTo>
                    <a:pt x="193" y="191"/>
                    <a:pt x="196" y="191"/>
                    <a:pt x="199" y="192"/>
                  </a:cubicBezTo>
                  <a:cubicBezTo>
                    <a:pt x="197" y="194"/>
                    <a:pt x="195" y="197"/>
                    <a:pt x="193" y="199"/>
                  </a:cubicBezTo>
                  <a:cubicBezTo>
                    <a:pt x="189" y="199"/>
                    <a:pt x="186" y="199"/>
                    <a:pt x="182" y="199"/>
                  </a:cubicBezTo>
                  <a:cubicBezTo>
                    <a:pt x="185" y="196"/>
                    <a:pt x="187" y="193"/>
                    <a:pt x="190" y="190"/>
                  </a:cubicBezTo>
                  <a:close/>
                  <a:moveTo>
                    <a:pt x="217" y="194"/>
                  </a:moveTo>
                  <a:cubicBezTo>
                    <a:pt x="218" y="195"/>
                    <a:pt x="220" y="195"/>
                    <a:pt x="221" y="195"/>
                  </a:cubicBezTo>
                  <a:cubicBezTo>
                    <a:pt x="220" y="196"/>
                    <a:pt x="219" y="198"/>
                    <a:pt x="218" y="199"/>
                  </a:cubicBezTo>
                  <a:cubicBezTo>
                    <a:pt x="217" y="199"/>
                    <a:pt x="216" y="199"/>
                    <a:pt x="214" y="199"/>
                  </a:cubicBezTo>
                  <a:cubicBezTo>
                    <a:pt x="215" y="198"/>
                    <a:pt x="216" y="196"/>
                    <a:pt x="217" y="194"/>
                  </a:cubicBezTo>
                  <a:close/>
                  <a:moveTo>
                    <a:pt x="211" y="205"/>
                  </a:moveTo>
                  <a:cubicBezTo>
                    <a:pt x="212" y="205"/>
                    <a:pt x="213" y="205"/>
                    <a:pt x="214" y="205"/>
                  </a:cubicBezTo>
                  <a:cubicBezTo>
                    <a:pt x="213" y="207"/>
                    <a:pt x="211" y="210"/>
                    <a:pt x="209" y="212"/>
                  </a:cubicBezTo>
                  <a:cubicBezTo>
                    <a:pt x="209" y="212"/>
                    <a:pt x="209" y="213"/>
                    <a:pt x="209" y="213"/>
                  </a:cubicBezTo>
                  <a:cubicBezTo>
                    <a:pt x="208" y="212"/>
                    <a:pt x="207" y="212"/>
                    <a:pt x="205" y="212"/>
                  </a:cubicBezTo>
                  <a:cubicBezTo>
                    <a:pt x="207" y="210"/>
                    <a:pt x="209" y="207"/>
                    <a:pt x="211" y="205"/>
                  </a:cubicBezTo>
                  <a:close/>
                  <a:moveTo>
                    <a:pt x="231" y="199"/>
                  </a:moveTo>
                  <a:cubicBezTo>
                    <a:pt x="231" y="197"/>
                    <a:pt x="232" y="196"/>
                    <a:pt x="232" y="195"/>
                  </a:cubicBezTo>
                  <a:cubicBezTo>
                    <a:pt x="238" y="195"/>
                    <a:pt x="243" y="195"/>
                    <a:pt x="248" y="195"/>
                  </a:cubicBezTo>
                  <a:cubicBezTo>
                    <a:pt x="247" y="196"/>
                    <a:pt x="247" y="197"/>
                    <a:pt x="246" y="197"/>
                  </a:cubicBezTo>
                  <a:cubicBezTo>
                    <a:pt x="241" y="198"/>
                    <a:pt x="236" y="198"/>
                    <a:pt x="231" y="199"/>
                  </a:cubicBezTo>
                  <a:close/>
                  <a:moveTo>
                    <a:pt x="252" y="195"/>
                  </a:moveTo>
                  <a:cubicBezTo>
                    <a:pt x="255" y="195"/>
                    <a:pt x="258" y="195"/>
                    <a:pt x="261" y="194"/>
                  </a:cubicBezTo>
                  <a:cubicBezTo>
                    <a:pt x="261" y="195"/>
                    <a:pt x="261" y="195"/>
                    <a:pt x="261" y="196"/>
                  </a:cubicBezTo>
                  <a:cubicBezTo>
                    <a:pt x="258" y="196"/>
                    <a:pt x="254" y="196"/>
                    <a:pt x="251" y="197"/>
                  </a:cubicBezTo>
                  <a:cubicBezTo>
                    <a:pt x="252" y="196"/>
                    <a:pt x="252" y="196"/>
                    <a:pt x="252" y="195"/>
                  </a:cubicBezTo>
                  <a:close/>
                  <a:moveTo>
                    <a:pt x="262" y="201"/>
                  </a:moveTo>
                  <a:cubicBezTo>
                    <a:pt x="266" y="201"/>
                    <a:pt x="270" y="200"/>
                    <a:pt x="274" y="200"/>
                  </a:cubicBezTo>
                  <a:cubicBezTo>
                    <a:pt x="272" y="204"/>
                    <a:pt x="271" y="208"/>
                    <a:pt x="270" y="212"/>
                  </a:cubicBezTo>
                  <a:cubicBezTo>
                    <a:pt x="264" y="213"/>
                    <a:pt x="259" y="214"/>
                    <a:pt x="254" y="214"/>
                  </a:cubicBezTo>
                  <a:cubicBezTo>
                    <a:pt x="257" y="211"/>
                    <a:pt x="260" y="206"/>
                    <a:pt x="262" y="201"/>
                  </a:cubicBezTo>
                  <a:close/>
                  <a:moveTo>
                    <a:pt x="305" y="195"/>
                  </a:moveTo>
                  <a:cubicBezTo>
                    <a:pt x="308" y="195"/>
                    <a:pt x="310" y="194"/>
                    <a:pt x="313" y="194"/>
                  </a:cubicBezTo>
                  <a:cubicBezTo>
                    <a:pt x="312" y="196"/>
                    <a:pt x="311" y="199"/>
                    <a:pt x="311" y="201"/>
                  </a:cubicBezTo>
                  <a:cubicBezTo>
                    <a:pt x="308" y="202"/>
                    <a:pt x="305" y="203"/>
                    <a:pt x="303" y="204"/>
                  </a:cubicBezTo>
                  <a:cubicBezTo>
                    <a:pt x="304" y="201"/>
                    <a:pt x="304" y="198"/>
                    <a:pt x="305" y="195"/>
                  </a:cubicBezTo>
                  <a:close/>
                  <a:moveTo>
                    <a:pt x="306" y="190"/>
                  </a:moveTo>
                  <a:cubicBezTo>
                    <a:pt x="306" y="189"/>
                    <a:pt x="306" y="189"/>
                    <a:pt x="306" y="188"/>
                  </a:cubicBezTo>
                  <a:cubicBezTo>
                    <a:pt x="309" y="188"/>
                    <a:pt x="313" y="187"/>
                    <a:pt x="316" y="186"/>
                  </a:cubicBezTo>
                  <a:cubicBezTo>
                    <a:pt x="316" y="187"/>
                    <a:pt x="316" y="187"/>
                    <a:pt x="316" y="188"/>
                  </a:cubicBezTo>
                  <a:cubicBezTo>
                    <a:pt x="312" y="189"/>
                    <a:pt x="309" y="189"/>
                    <a:pt x="306" y="190"/>
                  </a:cubicBezTo>
                  <a:close/>
                  <a:moveTo>
                    <a:pt x="322" y="185"/>
                  </a:moveTo>
                  <a:cubicBezTo>
                    <a:pt x="326" y="184"/>
                    <a:pt x="329" y="183"/>
                    <a:pt x="332" y="182"/>
                  </a:cubicBezTo>
                  <a:cubicBezTo>
                    <a:pt x="331" y="183"/>
                    <a:pt x="331" y="184"/>
                    <a:pt x="331" y="185"/>
                  </a:cubicBezTo>
                  <a:cubicBezTo>
                    <a:pt x="328" y="186"/>
                    <a:pt x="325" y="186"/>
                    <a:pt x="322" y="187"/>
                  </a:cubicBezTo>
                  <a:cubicBezTo>
                    <a:pt x="322" y="186"/>
                    <a:pt x="322" y="185"/>
                    <a:pt x="322" y="185"/>
                  </a:cubicBezTo>
                  <a:close/>
                  <a:moveTo>
                    <a:pt x="336" y="181"/>
                  </a:moveTo>
                  <a:cubicBezTo>
                    <a:pt x="340" y="180"/>
                    <a:pt x="344" y="179"/>
                    <a:pt x="349" y="177"/>
                  </a:cubicBezTo>
                  <a:cubicBezTo>
                    <a:pt x="348" y="179"/>
                    <a:pt x="348" y="180"/>
                    <a:pt x="348" y="181"/>
                  </a:cubicBezTo>
                  <a:cubicBezTo>
                    <a:pt x="343" y="182"/>
                    <a:pt x="339" y="183"/>
                    <a:pt x="335" y="184"/>
                  </a:cubicBezTo>
                  <a:cubicBezTo>
                    <a:pt x="335" y="183"/>
                    <a:pt x="336" y="182"/>
                    <a:pt x="336" y="181"/>
                  </a:cubicBezTo>
                  <a:close/>
                  <a:moveTo>
                    <a:pt x="441" y="133"/>
                  </a:moveTo>
                  <a:cubicBezTo>
                    <a:pt x="443" y="132"/>
                    <a:pt x="444" y="131"/>
                    <a:pt x="446" y="130"/>
                  </a:cubicBezTo>
                  <a:cubicBezTo>
                    <a:pt x="445" y="132"/>
                    <a:pt x="445" y="135"/>
                    <a:pt x="444" y="138"/>
                  </a:cubicBezTo>
                  <a:cubicBezTo>
                    <a:pt x="443" y="139"/>
                    <a:pt x="444" y="140"/>
                    <a:pt x="444" y="140"/>
                  </a:cubicBezTo>
                  <a:cubicBezTo>
                    <a:pt x="442" y="143"/>
                    <a:pt x="440" y="145"/>
                    <a:pt x="437" y="147"/>
                  </a:cubicBezTo>
                  <a:cubicBezTo>
                    <a:pt x="439" y="143"/>
                    <a:pt x="440" y="138"/>
                    <a:pt x="441" y="133"/>
                  </a:cubicBezTo>
                  <a:close/>
                  <a:moveTo>
                    <a:pt x="469" y="102"/>
                  </a:moveTo>
                  <a:cubicBezTo>
                    <a:pt x="470" y="99"/>
                    <a:pt x="470" y="95"/>
                    <a:pt x="470" y="92"/>
                  </a:cubicBezTo>
                  <a:cubicBezTo>
                    <a:pt x="471" y="91"/>
                    <a:pt x="471" y="91"/>
                    <a:pt x="472" y="90"/>
                  </a:cubicBezTo>
                  <a:cubicBezTo>
                    <a:pt x="472" y="91"/>
                    <a:pt x="472" y="92"/>
                    <a:pt x="472" y="93"/>
                  </a:cubicBezTo>
                  <a:cubicBezTo>
                    <a:pt x="472" y="94"/>
                    <a:pt x="471" y="96"/>
                    <a:pt x="471" y="98"/>
                  </a:cubicBezTo>
                  <a:cubicBezTo>
                    <a:pt x="471" y="99"/>
                    <a:pt x="470" y="101"/>
                    <a:pt x="469" y="102"/>
                  </a:cubicBezTo>
                  <a:close/>
                  <a:moveTo>
                    <a:pt x="462" y="99"/>
                  </a:moveTo>
                  <a:cubicBezTo>
                    <a:pt x="460" y="103"/>
                    <a:pt x="458" y="107"/>
                    <a:pt x="455" y="111"/>
                  </a:cubicBezTo>
                  <a:cubicBezTo>
                    <a:pt x="455" y="110"/>
                    <a:pt x="456" y="109"/>
                    <a:pt x="456" y="108"/>
                  </a:cubicBezTo>
                  <a:cubicBezTo>
                    <a:pt x="456" y="108"/>
                    <a:pt x="456" y="108"/>
                    <a:pt x="456" y="107"/>
                  </a:cubicBezTo>
                  <a:cubicBezTo>
                    <a:pt x="457" y="107"/>
                    <a:pt x="456" y="107"/>
                    <a:pt x="456" y="107"/>
                  </a:cubicBezTo>
                  <a:cubicBezTo>
                    <a:pt x="456" y="107"/>
                    <a:pt x="456" y="107"/>
                    <a:pt x="456" y="107"/>
                  </a:cubicBezTo>
                  <a:cubicBezTo>
                    <a:pt x="456" y="106"/>
                    <a:pt x="456" y="105"/>
                    <a:pt x="456" y="104"/>
                  </a:cubicBezTo>
                  <a:cubicBezTo>
                    <a:pt x="458" y="102"/>
                    <a:pt x="460" y="101"/>
                    <a:pt x="462" y="99"/>
                  </a:cubicBezTo>
                  <a:close/>
                  <a:moveTo>
                    <a:pt x="450" y="110"/>
                  </a:moveTo>
                  <a:cubicBezTo>
                    <a:pt x="448" y="111"/>
                    <a:pt x="446" y="112"/>
                    <a:pt x="444" y="113"/>
                  </a:cubicBezTo>
                  <a:cubicBezTo>
                    <a:pt x="444" y="113"/>
                    <a:pt x="444" y="113"/>
                    <a:pt x="444" y="113"/>
                  </a:cubicBezTo>
                  <a:cubicBezTo>
                    <a:pt x="447" y="112"/>
                    <a:pt x="449" y="110"/>
                    <a:pt x="451" y="108"/>
                  </a:cubicBezTo>
                  <a:cubicBezTo>
                    <a:pt x="451" y="109"/>
                    <a:pt x="451" y="110"/>
                    <a:pt x="450" y="110"/>
                  </a:cubicBezTo>
                  <a:close/>
                  <a:moveTo>
                    <a:pt x="413" y="126"/>
                  </a:moveTo>
                  <a:cubicBezTo>
                    <a:pt x="414" y="124"/>
                    <a:pt x="414" y="122"/>
                    <a:pt x="415" y="120"/>
                  </a:cubicBezTo>
                  <a:cubicBezTo>
                    <a:pt x="417" y="120"/>
                    <a:pt x="419" y="119"/>
                    <a:pt x="422" y="118"/>
                  </a:cubicBezTo>
                  <a:cubicBezTo>
                    <a:pt x="422" y="119"/>
                    <a:pt x="421" y="121"/>
                    <a:pt x="421" y="123"/>
                  </a:cubicBezTo>
                  <a:cubicBezTo>
                    <a:pt x="418" y="124"/>
                    <a:pt x="416" y="125"/>
                    <a:pt x="413" y="126"/>
                  </a:cubicBezTo>
                  <a:close/>
                  <a:moveTo>
                    <a:pt x="411" y="126"/>
                  </a:moveTo>
                  <a:cubicBezTo>
                    <a:pt x="410" y="127"/>
                    <a:pt x="408" y="127"/>
                    <a:pt x="407" y="128"/>
                  </a:cubicBezTo>
                  <a:cubicBezTo>
                    <a:pt x="407" y="126"/>
                    <a:pt x="407" y="125"/>
                    <a:pt x="406" y="123"/>
                  </a:cubicBezTo>
                  <a:cubicBezTo>
                    <a:pt x="409" y="122"/>
                    <a:pt x="411" y="122"/>
                    <a:pt x="413" y="121"/>
                  </a:cubicBezTo>
                  <a:cubicBezTo>
                    <a:pt x="412" y="123"/>
                    <a:pt x="412" y="124"/>
                    <a:pt x="411" y="126"/>
                  </a:cubicBezTo>
                  <a:close/>
                  <a:moveTo>
                    <a:pt x="404" y="127"/>
                  </a:moveTo>
                  <a:cubicBezTo>
                    <a:pt x="403" y="125"/>
                    <a:pt x="399" y="125"/>
                    <a:pt x="399" y="128"/>
                  </a:cubicBezTo>
                  <a:cubicBezTo>
                    <a:pt x="399" y="129"/>
                    <a:pt x="399" y="129"/>
                    <a:pt x="399" y="130"/>
                  </a:cubicBezTo>
                  <a:cubicBezTo>
                    <a:pt x="397" y="130"/>
                    <a:pt x="394" y="131"/>
                    <a:pt x="392" y="132"/>
                  </a:cubicBezTo>
                  <a:cubicBezTo>
                    <a:pt x="392" y="131"/>
                    <a:pt x="393" y="130"/>
                    <a:pt x="393" y="129"/>
                  </a:cubicBezTo>
                  <a:cubicBezTo>
                    <a:pt x="394" y="128"/>
                    <a:pt x="394" y="128"/>
                    <a:pt x="394" y="127"/>
                  </a:cubicBezTo>
                  <a:cubicBezTo>
                    <a:pt x="397" y="126"/>
                    <a:pt x="401" y="125"/>
                    <a:pt x="404" y="124"/>
                  </a:cubicBezTo>
                  <a:cubicBezTo>
                    <a:pt x="404" y="125"/>
                    <a:pt x="404" y="126"/>
                    <a:pt x="404" y="127"/>
                  </a:cubicBezTo>
                  <a:close/>
                  <a:moveTo>
                    <a:pt x="388" y="131"/>
                  </a:moveTo>
                  <a:cubicBezTo>
                    <a:pt x="385" y="131"/>
                    <a:pt x="383" y="131"/>
                    <a:pt x="381" y="131"/>
                  </a:cubicBezTo>
                  <a:cubicBezTo>
                    <a:pt x="384" y="130"/>
                    <a:pt x="386" y="129"/>
                    <a:pt x="389" y="128"/>
                  </a:cubicBezTo>
                  <a:cubicBezTo>
                    <a:pt x="388" y="129"/>
                    <a:pt x="388" y="130"/>
                    <a:pt x="388" y="131"/>
                  </a:cubicBezTo>
                  <a:close/>
                  <a:moveTo>
                    <a:pt x="377" y="132"/>
                  </a:moveTo>
                  <a:cubicBezTo>
                    <a:pt x="376" y="133"/>
                    <a:pt x="376" y="134"/>
                    <a:pt x="375" y="136"/>
                  </a:cubicBezTo>
                  <a:cubicBezTo>
                    <a:pt x="371" y="137"/>
                    <a:pt x="367" y="138"/>
                    <a:pt x="363" y="138"/>
                  </a:cubicBezTo>
                  <a:cubicBezTo>
                    <a:pt x="363" y="137"/>
                    <a:pt x="364" y="136"/>
                    <a:pt x="365" y="134"/>
                  </a:cubicBezTo>
                  <a:cubicBezTo>
                    <a:pt x="369" y="134"/>
                    <a:pt x="373" y="133"/>
                    <a:pt x="377" y="132"/>
                  </a:cubicBezTo>
                  <a:cubicBezTo>
                    <a:pt x="377" y="132"/>
                    <a:pt x="377" y="132"/>
                    <a:pt x="377" y="132"/>
                  </a:cubicBezTo>
                  <a:close/>
                  <a:moveTo>
                    <a:pt x="193" y="126"/>
                  </a:moveTo>
                  <a:cubicBezTo>
                    <a:pt x="191" y="125"/>
                    <a:pt x="188" y="124"/>
                    <a:pt x="186" y="123"/>
                  </a:cubicBezTo>
                  <a:cubicBezTo>
                    <a:pt x="186" y="123"/>
                    <a:pt x="186" y="123"/>
                    <a:pt x="186" y="123"/>
                  </a:cubicBezTo>
                  <a:cubicBezTo>
                    <a:pt x="189" y="124"/>
                    <a:pt x="191" y="125"/>
                    <a:pt x="193" y="126"/>
                  </a:cubicBezTo>
                  <a:cubicBezTo>
                    <a:pt x="193" y="126"/>
                    <a:pt x="193" y="126"/>
                    <a:pt x="193" y="126"/>
                  </a:cubicBezTo>
                  <a:close/>
                  <a:moveTo>
                    <a:pt x="175" y="119"/>
                  </a:moveTo>
                  <a:cubicBezTo>
                    <a:pt x="175" y="119"/>
                    <a:pt x="175" y="119"/>
                    <a:pt x="175" y="119"/>
                  </a:cubicBezTo>
                  <a:cubicBezTo>
                    <a:pt x="172" y="118"/>
                    <a:pt x="170" y="116"/>
                    <a:pt x="167" y="114"/>
                  </a:cubicBezTo>
                  <a:cubicBezTo>
                    <a:pt x="170" y="116"/>
                    <a:pt x="173" y="117"/>
                    <a:pt x="176" y="118"/>
                  </a:cubicBezTo>
                  <a:cubicBezTo>
                    <a:pt x="175" y="119"/>
                    <a:pt x="175" y="119"/>
                    <a:pt x="175" y="119"/>
                  </a:cubicBezTo>
                  <a:close/>
                  <a:moveTo>
                    <a:pt x="149" y="103"/>
                  </a:moveTo>
                  <a:cubicBezTo>
                    <a:pt x="149" y="104"/>
                    <a:pt x="149" y="104"/>
                    <a:pt x="149" y="104"/>
                  </a:cubicBezTo>
                  <a:cubicBezTo>
                    <a:pt x="148" y="105"/>
                    <a:pt x="147" y="106"/>
                    <a:pt x="146" y="107"/>
                  </a:cubicBezTo>
                  <a:cubicBezTo>
                    <a:pt x="145" y="107"/>
                    <a:pt x="145" y="106"/>
                    <a:pt x="144" y="106"/>
                  </a:cubicBezTo>
                  <a:cubicBezTo>
                    <a:pt x="145" y="105"/>
                    <a:pt x="146" y="103"/>
                    <a:pt x="147" y="102"/>
                  </a:cubicBezTo>
                  <a:cubicBezTo>
                    <a:pt x="147" y="103"/>
                    <a:pt x="148" y="103"/>
                    <a:pt x="149" y="103"/>
                  </a:cubicBezTo>
                  <a:close/>
                  <a:moveTo>
                    <a:pt x="144" y="109"/>
                  </a:moveTo>
                  <a:cubicBezTo>
                    <a:pt x="143" y="111"/>
                    <a:pt x="142" y="112"/>
                    <a:pt x="141" y="113"/>
                  </a:cubicBezTo>
                  <a:cubicBezTo>
                    <a:pt x="140" y="113"/>
                    <a:pt x="140" y="112"/>
                    <a:pt x="139" y="112"/>
                  </a:cubicBezTo>
                  <a:cubicBezTo>
                    <a:pt x="140" y="110"/>
                    <a:pt x="141" y="109"/>
                    <a:pt x="142" y="108"/>
                  </a:cubicBezTo>
                  <a:cubicBezTo>
                    <a:pt x="143" y="109"/>
                    <a:pt x="143" y="109"/>
                    <a:pt x="144" y="109"/>
                  </a:cubicBezTo>
                  <a:close/>
                  <a:moveTo>
                    <a:pt x="137" y="108"/>
                  </a:moveTo>
                  <a:cubicBezTo>
                    <a:pt x="136" y="107"/>
                    <a:pt x="135" y="105"/>
                    <a:pt x="134" y="103"/>
                  </a:cubicBezTo>
                  <a:cubicBezTo>
                    <a:pt x="135" y="104"/>
                    <a:pt x="137" y="105"/>
                    <a:pt x="139" y="106"/>
                  </a:cubicBezTo>
                  <a:cubicBezTo>
                    <a:pt x="138" y="107"/>
                    <a:pt x="137" y="108"/>
                    <a:pt x="137" y="108"/>
                  </a:cubicBezTo>
                  <a:close/>
                  <a:moveTo>
                    <a:pt x="125" y="94"/>
                  </a:moveTo>
                  <a:cubicBezTo>
                    <a:pt x="123" y="92"/>
                    <a:pt x="122" y="91"/>
                    <a:pt x="120" y="90"/>
                  </a:cubicBezTo>
                  <a:cubicBezTo>
                    <a:pt x="121" y="87"/>
                    <a:pt x="122" y="83"/>
                    <a:pt x="123" y="80"/>
                  </a:cubicBezTo>
                  <a:cubicBezTo>
                    <a:pt x="123" y="80"/>
                    <a:pt x="122" y="79"/>
                    <a:pt x="122" y="80"/>
                  </a:cubicBezTo>
                  <a:cubicBezTo>
                    <a:pt x="121" y="83"/>
                    <a:pt x="120" y="86"/>
                    <a:pt x="119" y="89"/>
                  </a:cubicBezTo>
                  <a:cubicBezTo>
                    <a:pt x="118" y="88"/>
                    <a:pt x="118" y="88"/>
                    <a:pt x="117" y="88"/>
                  </a:cubicBezTo>
                  <a:cubicBezTo>
                    <a:pt x="119" y="84"/>
                    <a:pt x="121" y="81"/>
                    <a:pt x="122" y="77"/>
                  </a:cubicBezTo>
                  <a:cubicBezTo>
                    <a:pt x="122" y="77"/>
                    <a:pt x="122" y="77"/>
                    <a:pt x="122" y="77"/>
                  </a:cubicBezTo>
                  <a:cubicBezTo>
                    <a:pt x="125" y="80"/>
                    <a:pt x="128" y="84"/>
                    <a:pt x="131" y="87"/>
                  </a:cubicBezTo>
                  <a:cubicBezTo>
                    <a:pt x="129" y="89"/>
                    <a:pt x="127" y="91"/>
                    <a:pt x="125" y="94"/>
                  </a:cubicBezTo>
                  <a:close/>
                  <a:moveTo>
                    <a:pt x="123" y="71"/>
                  </a:moveTo>
                  <a:cubicBezTo>
                    <a:pt x="123" y="71"/>
                    <a:pt x="123" y="71"/>
                    <a:pt x="123" y="71"/>
                  </a:cubicBezTo>
                  <a:cubicBezTo>
                    <a:pt x="125" y="67"/>
                    <a:pt x="127" y="64"/>
                    <a:pt x="129" y="61"/>
                  </a:cubicBezTo>
                  <a:cubicBezTo>
                    <a:pt x="129" y="62"/>
                    <a:pt x="130" y="62"/>
                    <a:pt x="130" y="62"/>
                  </a:cubicBezTo>
                  <a:cubicBezTo>
                    <a:pt x="128" y="65"/>
                    <a:pt x="126" y="68"/>
                    <a:pt x="123" y="71"/>
                  </a:cubicBezTo>
                  <a:close/>
                  <a:moveTo>
                    <a:pt x="132" y="55"/>
                  </a:moveTo>
                  <a:cubicBezTo>
                    <a:pt x="134" y="51"/>
                    <a:pt x="136" y="47"/>
                    <a:pt x="137" y="44"/>
                  </a:cubicBezTo>
                  <a:cubicBezTo>
                    <a:pt x="138" y="44"/>
                    <a:pt x="139" y="45"/>
                    <a:pt x="139" y="45"/>
                  </a:cubicBezTo>
                  <a:cubicBezTo>
                    <a:pt x="138" y="49"/>
                    <a:pt x="136" y="52"/>
                    <a:pt x="134" y="56"/>
                  </a:cubicBezTo>
                  <a:cubicBezTo>
                    <a:pt x="134" y="55"/>
                    <a:pt x="133" y="54"/>
                    <a:pt x="132" y="55"/>
                  </a:cubicBezTo>
                  <a:close/>
                  <a:moveTo>
                    <a:pt x="86" y="29"/>
                  </a:moveTo>
                  <a:cubicBezTo>
                    <a:pt x="82" y="30"/>
                    <a:pt x="79" y="31"/>
                    <a:pt x="75" y="32"/>
                  </a:cubicBezTo>
                  <a:cubicBezTo>
                    <a:pt x="75" y="32"/>
                    <a:pt x="75" y="32"/>
                    <a:pt x="75" y="31"/>
                  </a:cubicBezTo>
                  <a:cubicBezTo>
                    <a:pt x="78" y="31"/>
                    <a:pt x="80" y="30"/>
                    <a:pt x="83" y="30"/>
                  </a:cubicBezTo>
                  <a:cubicBezTo>
                    <a:pt x="84" y="29"/>
                    <a:pt x="85" y="29"/>
                    <a:pt x="86" y="29"/>
                  </a:cubicBezTo>
                  <a:close/>
                  <a:moveTo>
                    <a:pt x="17" y="53"/>
                  </a:moveTo>
                  <a:cubicBezTo>
                    <a:pt x="16" y="56"/>
                    <a:pt x="16" y="58"/>
                    <a:pt x="15" y="60"/>
                  </a:cubicBezTo>
                  <a:cubicBezTo>
                    <a:pt x="14" y="57"/>
                    <a:pt x="14" y="54"/>
                    <a:pt x="13" y="51"/>
                  </a:cubicBezTo>
                  <a:cubicBezTo>
                    <a:pt x="14" y="51"/>
                    <a:pt x="16" y="52"/>
                    <a:pt x="17" y="53"/>
                  </a:cubicBezTo>
                  <a:close/>
                  <a:moveTo>
                    <a:pt x="16" y="84"/>
                  </a:moveTo>
                  <a:cubicBezTo>
                    <a:pt x="16" y="83"/>
                    <a:pt x="16" y="83"/>
                    <a:pt x="16" y="83"/>
                  </a:cubicBezTo>
                  <a:cubicBezTo>
                    <a:pt x="16" y="83"/>
                    <a:pt x="16" y="83"/>
                    <a:pt x="17" y="83"/>
                  </a:cubicBezTo>
                  <a:cubicBezTo>
                    <a:pt x="17" y="83"/>
                    <a:pt x="16" y="84"/>
                    <a:pt x="16" y="84"/>
                  </a:cubicBezTo>
                  <a:cubicBezTo>
                    <a:pt x="16" y="84"/>
                    <a:pt x="16" y="84"/>
                    <a:pt x="16" y="84"/>
                  </a:cubicBezTo>
                  <a:close/>
                  <a:moveTo>
                    <a:pt x="20" y="91"/>
                  </a:moveTo>
                  <a:cubicBezTo>
                    <a:pt x="22" y="93"/>
                    <a:pt x="24" y="95"/>
                    <a:pt x="26" y="97"/>
                  </a:cubicBezTo>
                  <a:cubicBezTo>
                    <a:pt x="25" y="97"/>
                    <a:pt x="24" y="97"/>
                    <a:pt x="24" y="97"/>
                  </a:cubicBezTo>
                  <a:cubicBezTo>
                    <a:pt x="23" y="97"/>
                    <a:pt x="23" y="97"/>
                    <a:pt x="24" y="97"/>
                  </a:cubicBezTo>
                  <a:cubicBezTo>
                    <a:pt x="25" y="97"/>
                    <a:pt x="26" y="97"/>
                    <a:pt x="27" y="97"/>
                  </a:cubicBezTo>
                  <a:cubicBezTo>
                    <a:pt x="27" y="97"/>
                    <a:pt x="27" y="97"/>
                    <a:pt x="27" y="98"/>
                  </a:cubicBezTo>
                  <a:cubicBezTo>
                    <a:pt x="26" y="101"/>
                    <a:pt x="24" y="105"/>
                    <a:pt x="23" y="109"/>
                  </a:cubicBezTo>
                  <a:cubicBezTo>
                    <a:pt x="23" y="109"/>
                    <a:pt x="23" y="109"/>
                    <a:pt x="23" y="109"/>
                  </a:cubicBezTo>
                  <a:cubicBezTo>
                    <a:pt x="22" y="105"/>
                    <a:pt x="20" y="101"/>
                    <a:pt x="19" y="96"/>
                  </a:cubicBezTo>
                  <a:cubicBezTo>
                    <a:pt x="20" y="95"/>
                    <a:pt x="20" y="93"/>
                    <a:pt x="20" y="91"/>
                  </a:cubicBezTo>
                  <a:close/>
                  <a:moveTo>
                    <a:pt x="26" y="113"/>
                  </a:moveTo>
                  <a:cubicBezTo>
                    <a:pt x="26" y="114"/>
                    <a:pt x="26" y="114"/>
                    <a:pt x="27" y="114"/>
                  </a:cubicBezTo>
                  <a:cubicBezTo>
                    <a:pt x="26" y="114"/>
                    <a:pt x="26" y="114"/>
                    <a:pt x="26" y="114"/>
                  </a:cubicBezTo>
                  <a:cubicBezTo>
                    <a:pt x="26" y="114"/>
                    <a:pt x="26" y="114"/>
                    <a:pt x="26" y="113"/>
                  </a:cubicBezTo>
                  <a:close/>
                  <a:moveTo>
                    <a:pt x="27" y="112"/>
                  </a:moveTo>
                  <a:cubicBezTo>
                    <a:pt x="28" y="108"/>
                    <a:pt x="29" y="104"/>
                    <a:pt x="30" y="101"/>
                  </a:cubicBezTo>
                  <a:cubicBezTo>
                    <a:pt x="32" y="103"/>
                    <a:pt x="34" y="105"/>
                    <a:pt x="36" y="107"/>
                  </a:cubicBezTo>
                  <a:cubicBezTo>
                    <a:pt x="36" y="109"/>
                    <a:pt x="35" y="111"/>
                    <a:pt x="35" y="113"/>
                  </a:cubicBezTo>
                  <a:cubicBezTo>
                    <a:pt x="32" y="113"/>
                    <a:pt x="30" y="113"/>
                    <a:pt x="28" y="114"/>
                  </a:cubicBezTo>
                  <a:cubicBezTo>
                    <a:pt x="28" y="113"/>
                    <a:pt x="27" y="113"/>
                    <a:pt x="27" y="112"/>
                  </a:cubicBezTo>
                  <a:close/>
                  <a:moveTo>
                    <a:pt x="34" y="114"/>
                  </a:moveTo>
                  <a:cubicBezTo>
                    <a:pt x="34" y="115"/>
                    <a:pt x="33" y="116"/>
                    <a:pt x="33" y="118"/>
                  </a:cubicBezTo>
                  <a:cubicBezTo>
                    <a:pt x="32" y="117"/>
                    <a:pt x="30" y="116"/>
                    <a:pt x="29" y="114"/>
                  </a:cubicBezTo>
                  <a:cubicBezTo>
                    <a:pt x="31" y="114"/>
                    <a:pt x="32" y="114"/>
                    <a:pt x="34" y="114"/>
                  </a:cubicBezTo>
                  <a:close/>
                  <a:moveTo>
                    <a:pt x="38" y="113"/>
                  </a:moveTo>
                  <a:cubicBezTo>
                    <a:pt x="39" y="113"/>
                    <a:pt x="40" y="112"/>
                    <a:pt x="41" y="112"/>
                  </a:cubicBezTo>
                  <a:cubicBezTo>
                    <a:pt x="41" y="113"/>
                    <a:pt x="42" y="114"/>
                    <a:pt x="43" y="115"/>
                  </a:cubicBezTo>
                  <a:cubicBezTo>
                    <a:pt x="41" y="118"/>
                    <a:pt x="40" y="121"/>
                    <a:pt x="39" y="124"/>
                  </a:cubicBezTo>
                  <a:cubicBezTo>
                    <a:pt x="38" y="123"/>
                    <a:pt x="37" y="122"/>
                    <a:pt x="36" y="121"/>
                  </a:cubicBezTo>
                  <a:cubicBezTo>
                    <a:pt x="37" y="118"/>
                    <a:pt x="37" y="115"/>
                    <a:pt x="38" y="113"/>
                  </a:cubicBezTo>
                  <a:close/>
                  <a:moveTo>
                    <a:pt x="38" y="126"/>
                  </a:moveTo>
                  <a:cubicBezTo>
                    <a:pt x="37" y="129"/>
                    <a:pt x="36" y="131"/>
                    <a:pt x="36" y="133"/>
                  </a:cubicBezTo>
                  <a:cubicBezTo>
                    <a:pt x="35" y="133"/>
                    <a:pt x="34" y="133"/>
                    <a:pt x="33" y="133"/>
                  </a:cubicBezTo>
                  <a:cubicBezTo>
                    <a:pt x="34" y="130"/>
                    <a:pt x="34" y="126"/>
                    <a:pt x="35" y="123"/>
                  </a:cubicBezTo>
                  <a:cubicBezTo>
                    <a:pt x="36" y="124"/>
                    <a:pt x="37" y="125"/>
                    <a:pt x="38" y="126"/>
                  </a:cubicBezTo>
                  <a:close/>
                  <a:moveTo>
                    <a:pt x="39" y="155"/>
                  </a:moveTo>
                  <a:cubicBezTo>
                    <a:pt x="39" y="153"/>
                    <a:pt x="38" y="151"/>
                    <a:pt x="38" y="150"/>
                  </a:cubicBezTo>
                  <a:cubicBezTo>
                    <a:pt x="42" y="153"/>
                    <a:pt x="45" y="158"/>
                    <a:pt x="47" y="162"/>
                  </a:cubicBezTo>
                  <a:cubicBezTo>
                    <a:pt x="47" y="163"/>
                    <a:pt x="47" y="163"/>
                    <a:pt x="47" y="164"/>
                  </a:cubicBezTo>
                  <a:cubicBezTo>
                    <a:pt x="45" y="165"/>
                    <a:pt x="43" y="165"/>
                    <a:pt x="41" y="165"/>
                  </a:cubicBezTo>
                  <a:cubicBezTo>
                    <a:pt x="40" y="162"/>
                    <a:pt x="39" y="159"/>
                    <a:pt x="38" y="157"/>
                  </a:cubicBezTo>
                  <a:cubicBezTo>
                    <a:pt x="39" y="156"/>
                    <a:pt x="39" y="156"/>
                    <a:pt x="39" y="155"/>
                  </a:cubicBezTo>
                  <a:close/>
                  <a:moveTo>
                    <a:pt x="46" y="180"/>
                  </a:moveTo>
                  <a:cubicBezTo>
                    <a:pt x="47" y="181"/>
                    <a:pt x="48" y="182"/>
                    <a:pt x="49" y="183"/>
                  </a:cubicBezTo>
                  <a:cubicBezTo>
                    <a:pt x="49" y="183"/>
                    <a:pt x="49" y="183"/>
                    <a:pt x="49" y="183"/>
                  </a:cubicBezTo>
                  <a:cubicBezTo>
                    <a:pt x="49" y="183"/>
                    <a:pt x="48" y="184"/>
                    <a:pt x="47" y="184"/>
                  </a:cubicBezTo>
                  <a:cubicBezTo>
                    <a:pt x="47" y="183"/>
                    <a:pt x="47" y="182"/>
                    <a:pt x="46" y="180"/>
                  </a:cubicBezTo>
                  <a:close/>
                  <a:moveTo>
                    <a:pt x="53" y="184"/>
                  </a:moveTo>
                  <a:cubicBezTo>
                    <a:pt x="53" y="184"/>
                    <a:pt x="53" y="184"/>
                    <a:pt x="54" y="184"/>
                  </a:cubicBezTo>
                  <a:cubicBezTo>
                    <a:pt x="54" y="185"/>
                    <a:pt x="53" y="185"/>
                    <a:pt x="53" y="185"/>
                  </a:cubicBezTo>
                  <a:cubicBezTo>
                    <a:pt x="53" y="185"/>
                    <a:pt x="53" y="185"/>
                    <a:pt x="53" y="185"/>
                  </a:cubicBezTo>
                  <a:cubicBezTo>
                    <a:pt x="53" y="185"/>
                    <a:pt x="53" y="185"/>
                    <a:pt x="53" y="184"/>
                  </a:cubicBezTo>
                  <a:close/>
                  <a:moveTo>
                    <a:pt x="63" y="164"/>
                  </a:moveTo>
                  <a:cubicBezTo>
                    <a:pt x="63" y="164"/>
                    <a:pt x="63" y="163"/>
                    <a:pt x="63" y="163"/>
                  </a:cubicBezTo>
                  <a:cubicBezTo>
                    <a:pt x="64" y="163"/>
                    <a:pt x="65" y="163"/>
                    <a:pt x="66" y="162"/>
                  </a:cubicBezTo>
                  <a:cubicBezTo>
                    <a:pt x="65" y="162"/>
                    <a:pt x="65" y="163"/>
                    <a:pt x="65" y="163"/>
                  </a:cubicBezTo>
                  <a:cubicBezTo>
                    <a:pt x="64" y="163"/>
                    <a:pt x="63" y="163"/>
                    <a:pt x="63" y="164"/>
                  </a:cubicBezTo>
                  <a:close/>
                  <a:moveTo>
                    <a:pt x="72" y="161"/>
                  </a:moveTo>
                  <a:cubicBezTo>
                    <a:pt x="72" y="160"/>
                    <a:pt x="72" y="160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60"/>
                    <a:pt x="74" y="160"/>
                    <a:pt x="74" y="160"/>
                  </a:cubicBezTo>
                  <a:cubicBezTo>
                    <a:pt x="73" y="160"/>
                    <a:pt x="73" y="160"/>
                    <a:pt x="72" y="161"/>
                  </a:cubicBezTo>
                  <a:close/>
                  <a:moveTo>
                    <a:pt x="195" y="205"/>
                  </a:moveTo>
                  <a:cubicBezTo>
                    <a:pt x="199" y="205"/>
                    <a:pt x="202" y="205"/>
                    <a:pt x="206" y="205"/>
                  </a:cubicBezTo>
                  <a:cubicBezTo>
                    <a:pt x="204" y="207"/>
                    <a:pt x="202" y="209"/>
                    <a:pt x="200" y="211"/>
                  </a:cubicBezTo>
                  <a:cubicBezTo>
                    <a:pt x="197" y="211"/>
                    <a:pt x="194" y="210"/>
                    <a:pt x="191" y="209"/>
                  </a:cubicBezTo>
                  <a:cubicBezTo>
                    <a:pt x="193" y="208"/>
                    <a:pt x="194" y="206"/>
                    <a:pt x="195" y="205"/>
                  </a:cubicBezTo>
                  <a:close/>
                  <a:moveTo>
                    <a:pt x="238" y="216"/>
                  </a:moveTo>
                  <a:cubicBezTo>
                    <a:pt x="241" y="212"/>
                    <a:pt x="244" y="207"/>
                    <a:pt x="247" y="203"/>
                  </a:cubicBezTo>
                  <a:cubicBezTo>
                    <a:pt x="251" y="203"/>
                    <a:pt x="254" y="202"/>
                    <a:pt x="258" y="202"/>
                  </a:cubicBezTo>
                  <a:cubicBezTo>
                    <a:pt x="257" y="205"/>
                    <a:pt x="254" y="210"/>
                    <a:pt x="252" y="215"/>
                  </a:cubicBezTo>
                  <a:cubicBezTo>
                    <a:pt x="248" y="215"/>
                    <a:pt x="243" y="216"/>
                    <a:pt x="239" y="216"/>
                  </a:cubicBezTo>
                  <a:cubicBezTo>
                    <a:pt x="239" y="216"/>
                    <a:pt x="239" y="216"/>
                    <a:pt x="238" y="216"/>
                  </a:cubicBezTo>
                  <a:close/>
                  <a:moveTo>
                    <a:pt x="308" y="210"/>
                  </a:moveTo>
                  <a:cubicBezTo>
                    <a:pt x="308" y="210"/>
                    <a:pt x="308" y="211"/>
                    <a:pt x="308" y="211"/>
                  </a:cubicBezTo>
                  <a:cubicBezTo>
                    <a:pt x="307" y="211"/>
                    <a:pt x="305" y="211"/>
                    <a:pt x="304" y="212"/>
                  </a:cubicBezTo>
                  <a:cubicBezTo>
                    <a:pt x="305" y="211"/>
                    <a:pt x="307" y="211"/>
                    <a:pt x="308" y="210"/>
                  </a:cubicBezTo>
                  <a:close/>
                  <a:moveTo>
                    <a:pt x="320" y="198"/>
                  </a:moveTo>
                  <a:cubicBezTo>
                    <a:pt x="320" y="198"/>
                    <a:pt x="319" y="198"/>
                    <a:pt x="319" y="198"/>
                  </a:cubicBezTo>
                  <a:cubicBezTo>
                    <a:pt x="320" y="196"/>
                    <a:pt x="320" y="194"/>
                    <a:pt x="320" y="193"/>
                  </a:cubicBezTo>
                  <a:cubicBezTo>
                    <a:pt x="323" y="192"/>
                    <a:pt x="326" y="191"/>
                    <a:pt x="329" y="191"/>
                  </a:cubicBezTo>
                  <a:cubicBezTo>
                    <a:pt x="328" y="192"/>
                    <a:pt x="328" y="193"/>
                    <a:pt x="327" y="194"/>
                  </a:cubicBezTo>
                  <a:cubicBezTo>
                    <a:pt x="325" y="196"/>
                    <a:pt x="322" y="197"/>
                    <a:pt x="320" y="198"/>
                  </a:cubicBezTo>
                  <a:close/>
                  <a:moveTo>
                    <a:pt x="333" y="190"/>
                  </a:moveTo>
                  <a:cubicBezTo>
                    <a:pt x="337" y="189"/>
                    <a:pt x="340" y="188"/>
                    <a:pt x="343" y="187"/>
                  </a:cubicBezTo>
                  <a:cubicBezTo>
                    <a:pt x="340" y="189"/>
                    <a:pt x="336" y="191"/>
                    <a:pt x="332" y="192"/>
                  </a:cubicBezTo>
                  <a:cubicBezTo>
                    <a:pt x="333" y="191"/>
                    <a:pt x="333" y="191"/>
                    <a:pt x="333" y="190"/>
                  </a:cubicBezTo>
                  <a:close/>
                  <a:moveTo>
                    <a:pt x="370" y="182"/>
                  </a:moveTo>
                  <a:cubicBezTo>
                    <a:pt x="374" y="180"/>
                    <a:pt x="379" y="177"/>
                    <a:pt x="383" y="174"/>
                  </a:cubicBezTo>
                  <a:cubicBezTo>
                    <a:pt x="384" y="174"/>
                    <a:pt x="385" y="173"/>
                    <a:pt x="386" y="172"/>
                  </a:cubicBezTo>
                  <a:cubicBezTo>
                    <a:pt x="386" y="172"/>
                    <a:pt x="386" y="172"/>
                    <a:pt x="386" y="172"/>
                  </a:cubicBezTo>
                  <a:cubicBezTo>
                    <a:pt x="383" y="178"/>
                    <a:pt x="379" y="184"/>
                    <a:pt x="374" y="189"/>
                  </a:cubicBezTo>
                  <a:cubicBezTo>
                    <a:pt x="374" y="189"/>
                    <a:pt x="373" y="189"/>
                    <a:pt x="374" y="190"/>
                  </a:cubicBezTo>
                  <a:cubicBezTo>
                    <a:pt x="370" y="191"/>
                    <a:pt x="367" y="193"/>
                    <a:pt x="364" y="194"/>
                  </a:cubicBezTo>
                  <a:cubicBezTo>
                    <a:pt x="366" y="190"/>
                    <a:pt x="368" y="186"/>
                    <a:pt x="370" y="182"/>
                  </a:cubicBezTo>
                  <a:close/>
                  <a:moveTo>
                    <a:pt x="392" y="169"/>
                  </a:moveTo>
                  <a:cubicBezTo>
                    <a:pt x="393" y="169"/>
                    <a:pt x="394" y="168"/>
                    <a:pt x="394" y="168"/>
                  </a:cubicBezTo>
                  <a:cubicBezTo>
                    <a:pt x="393" y="171"/>
                    <a:pt x="392" y="174"/>
                    <a:pt x="391" y="177"/>
                  </a:cubicBezTo>
                  <a:cubicBezTo>
                    <a:pt x="388" y="179"/>
                    <a:pt x="385" y="181"/>
                    <a:pt x="382" y="184"/>
                  </a:cubicBezTo>
                  <a:cubicBezTo>
                    <a:pt x="382" y="184"/>
                    <a:pt x="382" y="185"/>
                    <a:pt x="382" y="185"/>
                  </a:cubicBezTo>
                  <a:cubicBezTo>
                    <a:pt x="381" y="186"/>
                    <a:pt x="380" y="187"/>
                    <a:pt x="378" y="187"/>
                  </a:cubicBezTo>
                  <a:cubicBezTo>
                    <a:pt x="384" y="182"/>
                    <a:pt x="389" y="176"/>
                    <a:pt x="392" y="169"/>
                  </a:cubicBezTo>
                  <a:close/>
                  <a:moveTo>
                    <a:pt x="475" y="90"/>
                  </a:moveTo>
                  <a:cubicBezTo>
                    <a:pt x="475" y="89"/>
                    <a:pt x="475" y="88"/>
                    <a:pt x="475" y="88"/>
                  </a:cubicBezTo>
                  <a:cubicBezTo>
                    <a:pt x="476" y="86"/>
                    <a:pt x="477" y="85"/>
                    <a:pt x="478" y="84"/>
                  </a:cubicBezTo>
                  <a:cubicBezTo>
                    <a:pt x="477" y="86"/>
                    <a:pt x="476" y="88"/>
                    <a:pt x="475" y="90"/>
                  </a:cubicBezTo>
                  <a:close/>
                  <a:moveTo>
                    <a:pt x="452" y="104"/>
                  </a:moveTo>
                  <a:cubicBezTo>
                    <a:pt x="452" y="104"/>
                    <a:pt x="452" y="104"/>
                    <a:pt x="452" y="104"/>
                  </a:cubicBezTo>
                  <a:cubicBezTo>
                    <a:pt x="450" y="106"/>
                    <a:pt x="447" y="108"/>
                    <a:pt x="445" y="109"/>
                  </a:cubicBezTo>
                  <a:cubicBezTo>
                    <a:pt x="445" y="109"/>
                    <a:pt x="445" y="108"/>
                    <a:pt x="445" y="108"/>
                  </a:cubicBezTo>
                  <a:cubicBezTo>
                    <a:pt x="447" y="107"/>
                    <a:pt x="450" y="106"/>
                    <a:pt x="452" y="104"/>
                  </a:cubicBezTo>
                  <a:close/>
                  <a:moveTo>
                    <a:pt x="440" y="112"/>
                  </a:moveTo>
                  <a:cubicBezTo>
                    <a:pt x="439" y="113"/>
                    <a:pt x="437" y="114"/>
                    <a:pt x="435" y="116"/>
                  </a:cubicBezTo>
                  <a:cubicBezTo>
                    <a:pt x="436" y="114"/>
                    <a:pt x="436" y="113"/>
                    <a:pt x="436" y="112"/>
                  </a:cubicBezTo>
                  <a:cubicBezTo>
                    <a:pt x="437" y="111"/>
                    <a:pt x="439" y="111"/>
                    <a:pt x="441" y="110"/>
                  </a:cubicBezTo>
                  <a:cubicBezTo>
                    <a:pt x="441" y="111"/>
                    <a:pt x="441" y="112"/>
                    <a:pt x="440" y="112"/>
                  </a:cubicBezTo>
                  <a:close/>
                  <a:moveTo>
                    <a:pt x="432" y="113"/>
                  </a:moveTo>
                  <a:cubicBezTo>
                    <a:pt x="432" y="115"/>
                    <a:pt x="432" y="116"/>
                    <a:pt x="431" y="118"/>
                  </a:cubicBezTo>
                  <a:cubicBezTo>
                    <a:pt x="429" y="119"/>
                    <a:pt x="426" y="121"/>
                    <a:pt x="424" y="122"/>
                  </a:cubicBezTo>
                  <a:cubicBezTo>
                    <a:pt x="424" y="122"/>
                    <a:pt x="424" y="122"/>
                    <a:pt x="423" y="122"/>
                  </a:cubicBezTo>
                  <a:cubicBezTo>
                    <a:pt x="424" y="120"/>
                    <a:pt x="423" y="119"/>
                    <a:pt x="423" y="117"/>
                  </a:cubicBezTo>
                  <a:cubicBezTo>
                    <a:pt x="426" y="116"/>
                    <a:pt x="429" y="115"/>
                    <a:pt x="432" y="113"/>
                  </a:cubicBezTo>
                  <a:close/>
                  <a:moveTo>
                    <a:pt x="140" y="104"/>
                  </a:moveTo>
                  <a:cubicBezTo>
                    <a:pt x="138" y="103"/>
                    <a:pt x="136" y="101"/>
                    <a:pt x="134" y="100"/>
                  </a:cubicBezTo>
                  <a:cubicBezTo>
                    <a:pt x="135" y="97"/>
                    <a:pt x="136" y="94"/>
                    <a:pt x="137" y="91"/>
                  </a:cubicBezTo>
                  <a:cubicBezTo>
                    <a:pt x="137" y="92"/>
                    <a:pt x="138" y="92"/>
                    <a:pt x="138" y="92"/>
                  </a:cubicBezTo>
                  <a:cubicBezTo>
                    <a:pt x="137" y="94"/>
                    <a:pt x="138" y="96"/>
                    <a:pt x="140" y="97"/>
                  </a:cubicBezTo>
                  <a:cubicBezTo>
                    <a:pt x="141" y="98"/>
                    <a:pt x="142" y="99"/>
                    <a:pt x="144" y="100"/>
                  </a:cubicBezTo>
                  <a:cubicBezTo>
                    <a:pt x="143" y="101"/>
                    <a:pt x="141" y="103"/>
                    <a:pt x="140" y="104"/>
                  </a:cubicBezTo>
                  <a:close/>
                  <a:moveTo>
                    <a:pt x="25" y="116"/>
                  </a:moveTo>
                  <a:cubicBezTo>
                    <a:pt x="25" y="116"/>
                    <a:pt x="26" y="115"/>
                    <a:pt x="26" y="115"/>
                  </a:cubicBezTo>
                  <a:cubicBezTo>
                    <a:pt x="26" y="115"/>
                    <a:pt x="26" y="115"/>
                    <a:pt x="26" y="115"/>
                  </a:cubicBezTo>
                  <a:cubicBezTo>
                    <a:pt x="26" y="115"/>
                    <a:pt x="27" y="115"/>
                    <a:pt x="27" y="115"/>
                  </a:cubicBezTo>
                  <a:cubicBezTo>
                    <a:pt x="29" y="116"/>
                    <a:pt x="31" y="118"/>
                    <a:pt x="32" y="120"/>
                  </a:cubicBezTo>
                  <a:cubicBezTo>
                    <a:pt x="31" y="123"/>
                    <a:pt x="30" y="127"/>
                    <a:pt x="29" y="131"/>
                  </a:cubicBezTo>
                  <a:cubicBezTo>
                    <a:pt x="29" y="129"/>
                    <a:pt x="28" y="128"/>
                    <a:pt x="28" y="126"/>
                  </a:cubicBezTo>
                  <a:cubicBezTo>
                    <a:pt x="27" y="123"/>
                    <a:pt x="26" y="119"/>
                    <a:pt x="25" y="116"/>
                  </a:cubicBezTo>
                  <a:close/>
                  <a:moveTo>
                    <a:pt x="48" y="186"/>
                  </a:moveTo>
                  <a:cubicBezTo>
                    <a:pt x="48" y="186"/>
                    <a:pt x="49" y="185"/>
                    <a:pt x="49" y="185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88"/>
                    <a:pt x="52" y="188"/>
                    <a:pt x="53" y="186"/>
                  </a:cubicBezTo>
                  <a:cubicBezTo>
                    <a:pt x="53" y="186"/>
                    <a:pt x="53" y="187"/>
                    <a:pt x="53" y="187"/>
                  </a:cubicBezTo>
                  <a:cubicBezTo>
                    <a:pt x="52" y="190"/>
                    <a:pt x="52" y="193"/>
                    <a:pt x="51" y="195"/>
                  </a:cubicBezTo>
                  <a:cubicBezTo>
                    <a:pt x="50" y="192"/>
                    <a:pt x="49" y="189"/>
                    <a:pt x="48" y="186"/>
                  </a:cubicBezTo>
                  <a:close/>
                  <a:moveTo>
                    <a:pt x="327" y="206"/>
                  </a:moveTo>
                  <a:cubicBezTo>
                    <a:pt x="328" y="205"/>
                    <a:pt x="328" y="204"/>
                    <a:pt x="329" y="203"/>
                  </a:cubicBezTo>
                  <a:cubicBezTo>
                    <a:pt x="333" y="201"/>
                    <a:pt x="337" y="199"/>
                    <a:pt x="341" y="197"/>
                  </a:cubicBezTo>
                  <a:cubicBezTo>
                    <a:pt x="340" y="199"/>
                    <a:pt x="339" y="201"/>
                    <a:pt x="338" y="203"/>
                  </a:cubicBezTo>
                  <a:cubicBezTo>
                    <a:pt x="334" y="204"/>
                    <a:pt x="331" y="205"/>
                    <a:pt x="327" y="20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10794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7" name="矩形 16"/>
          <p:cNvSpPr/>
          <p:nvPr>
            <p:custDataLst>
              <p:tags r:id="rId2"/>
            </p:custDataLst>
          </p:nvPr>
        </p:nvSpPr>
        <p:spPr>
          <a:xfrm>
            <a:off x="207010" y="1804035"/>
            <a:ext cx="8676640" cy="4434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39" name="Freeform 1380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7933055" y="5085080"/>
            <a:ext cx="845185" cy="1158875"/>
          </a:xfrm>
          <a:custGeom>
            <a:avLst/>
            <a:gdLst>
              <a:gd name="T0" fmla="*/ 301 w 505"/>
              <a:gd name="T1" fmla="*/ 8 h 694"/>
              <a:gd name="T2" fmla="*/ 87 w 505"/>
              <a:gd name="T3" fmla="*/ 207 h 694"/>
              <a:gd name="T4" fmla="*/ 46 w 505"/>
              <a:gd name="T5" fmla="*/ 431 h 694"/>
              <a:gd name="T6" fmla="*/ 224 w 505"/>
              <a:gd name="T7" fmla="*/ 596 h 694"/>
              <a:gd name="T8" fmla="*/ 238 w 505"/>
              <a:gd name="T9" fmla="*/ 688 h 694"/>
              <a:gd name="T10" fmla="*/ 421 w 505"/>
              <a:gd name="T11" fmla="*/ 510 h 694"/>
              <a:gd name="T12" fmla="*/ 381 w 505"/>
              <a:gd name="T13" fmla="*/ 480 h 694"/>
              <a:gd name="T14" fmla="*/ 378 w 505"/>
              <a:gd name="T15" fmla="*/ 492 h 694"/>
              <a:gd name="T16" fmla="*/ 351 w 505"/>
              <a:gd name="T17" fmla="*/ 104 h 694"/>
              <a:gd name="T18" fmla="*/ 288 w 505"/>
              <a:gd name="T19" fmla="*/ 134 h 694"/>
              <a:gd name="T20" fmla="*/ 282 w 505"/>
              <a:gd name="T21" fmla="*/ 180 h 694"/>
              <a:gd name="T22" fmla="*/ 251 w 505"/>
              <a:gd name="T23" fmla="*/ 95 h 694"/>
              <a:gd name="T24" fmla="*/ 230 w 505"/>
              <a:gd name="T25" fmla="*/ 179 h 694"/>
              <a:gd name="T26" fmla="*/ 176 w 505"/>
              <a:gd name="T27" fmla="*/ 197 h 694"/>
              <a:gd name="T28" fmla="*/ 128 w 505"/>
              <a:gd name="T29" fmla="*/ 180 h 694"/>
              <a:gd name="T30" fmla="*/ 367 w 505"/>
              <a:gd name="T31" fmla="*/ 457 h 694"/>
              <a:gd name="T32" fmla="*/ 180 w 505"/>
              <a:gd name="T33" fmla="*/ 320 h 694"/>
              <a:gd name="T34" fmla="*/ 209 w 505"/>
              <a:gd name="T35" fmla="*/ 303 h 694"/>
              <a:gd name="T36" fmla="*/ 156 w 505"/>
              <a:gd name="T37" fmla="*/ 452 h 694"/>
              <a:gd name="T38" fmla="*/ 109 w 505"/>
              <a:gd name="T39" fmla="*/ 401 h 694"/>
              <a:gd name="T40" fmla="*/ 167 w 505"/>
              <a:gd name="T41" fmla="*/ 316 h 694"/>
              <a:gd name="T42" fmla="*/ 175 w 505"/>
              <a:gd name="T43" fmla="*/ 205 h 694"/>
              <a:gd name="T44" fmla="*/ 143 w 505"/>
              <a:gd name="T45" fmla="*/ 277 h 694"/>
              <a:gd name="T46" fmla="*/ 168 w 505"/>
              <a:gd name="T47" fmla="*/ 404 h 694"/>
              <a:gd name="T48" fmla="*/ 241 w 505"/>
              <a:gd name="T49" fmla="*/ 221 h 694"/>
              <a:gd name="T50" fmla="*/ 254 w 505"/>
              <a:gd name="T51" fmla="*/ 222 h 694"/>
              <a:gd name="T52" fmla="*/ 316 w 505"/>
              <a:gd name="T53" fmla="*/ 163 h 694"/>
              <a:gd name="T54" fmla="*/ 329 w 505"/>
              <a:gd name="T55" fmla="*/ 234 h 694"/>
              <a:gd name="T56" fmla="*/ 326 w 505"/>
              <a:gd name="T57" fmla="*/ 257 h 694"/>
              <a:gd name="T58" fmla="*/ 360 w 505"/>
              <a:gd name="T59" fmla="*/ 311 h 694"/>
              <a:gd name="T60" fmla="*/ 337 w 505"/>
              <a:gd name="T61" fmla="*/ 195 h 694"/>
              <a:gd name="T62" fmla="*/ 405 w 505"/>
              <a:gd name="T63" fmla="*/ 95 h 694"/>
              <a:gd name="T64" fmla="*/ 413 w 505"/>
              <a:gd name="T65" fmla="*/ 93 h 694"/>
              <a:gd name="T66" fmla="*/ 358 w 505"/>
              <a:gd name="T67" fmla="*/ 295 h 694"/>
              <a:gd name="T68" fmla="*/ 406 w 505"/>
              <a:gd name="T69" fmla="*/ 212 h 694"/>
              <a:gd name="T70" fmla="*/ 372 w 505"/>
              <a:gd name="T71" fmla="*/ 344 h 694"/>
              <a:gd name="T72" fmla="*/ 358 w 505"/>
              <a:gd name="T73" fmla="*/ 201 h 694"/>
              <a:gd name="T74" fmla="*/ 339 w 505"/>
              <a:gd name="T75" fmla="*/ 405 h 694"/>
              <a:gd name="T76" fmla="*/ 462 w 505"/>
              <a:gd name="T77" fmla="*/ 240 h 694"/>
              <a:gd name="T78" fmla="*/ 358 w 505"/>
              <a:gd name="T79" fmla="*/ 434 h 694"/>
              <a:gd name="T80" fmla="*/ 79 w 505"/>
              <a:gd name="T81" fmla="*/ 302 h 694"/>
              <a:gd name="T82" fmla="*/ 76 w 505"/>
              <a:gd name="T83" fmla="*/ 389 h 694"/>
              <a:gd name="T84" fmla="*/ 94 w 505"/>
              <a:gd name="T85" fmla="*/ 473 h 694"/>
              <a:gd name="T86" fmla="*/ 160 w 505"/>
              <a:gd name="T87" fmla="*/ 472 h 694"/>
              <a:gd name="T88" fmla="*/ 175 w 505"/>
              <a:gd name="T89" fmla="*/ 467 h 694"/>
              <a:gd name="T90" fmla="*/ 213 w 505"/>
              <a:gd name="T91" fmla="*/ 533 h 694"/>
              <a:gd name="T92" fmla="*/ 163 w 505"/>
              <a:gd name="T93" fmla="*/ 445 h 694"/>
              <a:gd name="T94" fmla="*/ 172 w 505"/>
              <a:gd name="T95" fmla="*/ 408 h 694"/>
              <a:gd name="T96" fmla="*/ 205 w 505"/>
              <a:gd name="T97" fmla="*/ 320 h 694"/>
              <a:gd name="T98" fmla="*/ 487 w 505"/>
              <a:gd name="T99" fmla="*/ 249 h 694"/>
              <a:gd name="T100" fmla="*/ 117 w 505"/>
              <a:gd name="T101" fmla="*/ 110 h 694"/>
              <a:gd name="T102" fmla="*/ 123 w 505"/>
              <a:gd name="T103" fmla="*/ 504 h 694"/>
              <a:gd name="T104" fmla="*/ 408 w 505"/>
              <a:gd name="T105" fmla="*/ 488 h 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05" h="694">
                <a:moveTo>
                  <a:pt x="493" y="389"/>
                </a:moveTo>
                <a:cubicBezTo>
                  <a:pt x="489" y="375"/>
                  <a:pt x="481" y="360"/>
                  <a:pt x="472" y="348"/>
                </a:cubicBezTo>
                <a:cubicBezTo>
                  <a:pt x="500" y="319"/>
                  <a:pt x="501" y="274"/>
                  <a:pt x="495" y="236"/>
                </a:cubicBezTo>
                <a:cubicBezTo>
                  <a:pt x="487" y="187"/>
                  <a:pt x="469" y="139"/>
                  <a:pt x="445" y="97"/>
                </a:cubicBezTo>
                <a:cubicBezTo>
                  <a:pt x="420" y="52"/>
                  <a:pt x="379" y="20"/>
                  <a:pt x="328" y="11"/>
                </a:cubicBezTo>
                <a:cubicBezTo>
                  <a:pt x="319" y="9"/>
                  <a:pt x="310" y="8"/>
                  <a:pt x="301" y="8"/>
                </a:cubicBezTo>
                <a:cubicBezTo>
                  <a:pt x="259" y="0"/>
                  <a:pt x="213" y="2"/>
                  <a:pt x="172" y="16"/>
                </a:cubicBezTo>
                <a:cubicBezTo>
                  <a:pt x="150" y="24"/>
                  <a:pt x="129" y="36"/>
                  <a:pt x="113" y="53"/>
                </a:cubicBezTo>
                <a:cubicBezTo>
                  <a:pt x="89" y="77"/>
                  <a:pt x="87" y="113"/>
                  <a:pt x="89" y="145"/>
                </a:cubicBezTo>
                <a:cubicBezTo>
                  <a:pt x="90" y="165"/>
                  <a:pt x="91" y="184"/>
                  <a:pt x="88" y="203"/>
                </a:cubicBezTo>
                <a:cubicBezTo>
                  <a:pt x="87" y="203"/>
                  <a:pt x="86" y="204"/>
                  <a:pt x="87" y="206"/>
                </a:cubicBezTo>
                <a:cubicBezTo>
                  <a:pt x="87" y="206"/>
                  <a:pt x="87" y="207"/>
                  <a:pt x="87" y="207"/>
                </a:cubicBezTo>
                <a:cubicBezTo>
                  <a:pt x="85" y="219"/>
                  <a:pt x="80" y="231"/>
                  <a:pt x="73" y="242"/>
                </a:cubicBezTo>
                <a:cubicBezTo>
                  <a:pt x="65" y="253"/>
                  <a:pt x="55" y="263"/>
                  <a:pt x="46" y="272"/>
                </a:cubicBezTo>
                <a:cubicBezTo>
                  <a:pt x="45" y="272"/>
                  <a:pt x="45" y="273"/>
                  <a:pt x="45" y="273"/>
                </a:cubicBezTo>
                <a:cubicBezTo>
                  <a:pt x="38" y="278"/>
                  <a:pt x="33" y="284"/>
                  <a:pt x="29" y="291"/>
                </a:cubicBezTo>
                <a:cubicBezTo>
                  <a:pt x="28" y="293"/>
                  <a:pt x="26" y="296"/>
                  <a:pt x="25" y="298"/>
                </a:cubicBezTo>
                <a:cubicBezTo>
                  <a:pt x="0" y="341"/>
                  <a:pt x="23" y="393"/>
                  <a:pt x="46" y="431"/>
                </a:cubicBezTo>
                <a:cubicBezTo>
                  <a:pt x="45" y="432"/>
                  <a:pt x="44" y="433"/>
                  <a:pt x="43" y="434"/>
                </a:cubicBezTo>
                <a:cubicBezTo>
                  <a:pt x="42" y="435"/>
                  <a:pt x="44" y="438"/>
                  <a:pt x="45" y="437"/>
                </a:cubicBezTo>
                <a:cubicBezTo>
                  <a:pt x="46" y="436"/>
                  <a:pt x="47" y="435"/>
                  <a:pt x="48" y="435"/>
                </a:cubicBezTo>
                <a:cubicBezTo>
                  <a:pt x="75" y="478"/>
                  <a:pt x="111" y="519"/>
                  <a:pt x="155" y="545"/>
                </a:cubicBezTo>
                <a:cubicBezTo>
                  <a:pt x="175" y="556"/>
                  <a:pt x="196" y="563"/>
                  <a:pt x="218" y="559"/>
                </a:cubicBezTo>
                <a:cubicBezTo>
                  <a:pt x="220" y="571"/>
                  <a:pt x="222" y="583"/>
                  <a:pt x="224" y="596"/>
                </a:cubicBezTo>
                <a:cubicBezTo>
                  <a:pt x="224" y="598"/>
                  <a:pt x="225" y="601"/>
                  <a:pt x="225" y="603"/>
                </a:cubicBezTo>
                <a:cubicBezTo>
                  <a:pt x="225" y="624"/>
                  <a:pt x="225" y="645"/>
                  <a:pt x="225" y="666"/>
                </a:cubicBezTo>
                <a:cubicBezTo>
                  <a:pt x="225" y="668"/>
                  <a:pt x="227" y="669"/>
                  <a:pt x="228" y="670"/>
                </a:cubicBezTo>
                <a:cubicBezTo>
                  <a:pt x="228" y="672"/>
                  <a:pt x="228" y="674"/>
                  <a:pt x="228" y="677"/>
                </a:cubicBezTo>
                <a:cubicBezTo>
                  <a:pt x="228" y="679"/>
                  <a:pt x="229" y="681"/>
                  <a:pt x="231" y="682"/>
                </a:cubicBezTo>
                <a:cubicBezTo>
                  <a:pt x="232" y="685"/>
                  <a:pt x="234" y="687"/>
                  <a:pt x="238" y="688"/>
                </a:cubicBezTo>
                <a:cubicBezTo>
                  <a:pt x="260" y="694"/>
                  <a:pt x="284" y="688"/>
                  <a:pt x="306" y="688"/>
                </a:cubicBezTo>
                <a:cubicBezTo>
                  <a:pt x="313" y="688"/>
                  <a:pt x="319" y="681"/>
                  <a:pt x="317" y="674"/>
                </a:cubicBezTo>
                <a:cubicBezTo>
                  <a:pt x="314" y="664"/>
                  <a:pt x="312" y="654"/>
                  <a:pt x="310" y="644"/>
                </a:cubicBezTo>
                <a:cubicBezTo>
                  <a:pt x="309" y="611"/>
                  <a:pt x="308" y="577"/>
                  <a:pt x="306" y="544"/>
                </a:cubicBezTo>
                <a:cubicBezTo>
                  <a:pt x="317" y="537"/>
                  <a:pt x="330" y="530"/>
                  <a:pt x="344" y="523"/>
                </a:cubicBezTo>
                <a:cubicBezTo>
                  <a:pt x="370" y="517"/>
                  <a:pt x="396" y="515"/>
                  <a:pt x="421" y="510"/>
                </a:cubicBezTo>
                <a:cubicBezTo>
                  <a:pt x="453" y="504"/>
                  <a:pt x="483" y="490"/>
                  <a:pt x="496" y="457"/>
                </a:cubicBezTo>
                <a:cubicBezTo>
                  <a:pt x="504" y="434"/>
                  <a:pt x="501" y="411"/>
                  <a:pt x="493" y="389"/>
                </a:cubicBezTo>
                <a:close/>
                <a:moveTo>
                  <a:pt x="378" y="492"/>
                </a:moveTo>
                <a:cubicBezTo>
                  <a:pt x="367" y="493"/>
                  <a:pt x="356" y="495"/>
                  <a:pt x="345" y="497"/>
                </a:cubicBezTo>
                <a:cubicBezTo>
                  <a:pt x="354" y="487"/>
                  <a:pt x="363" y="476"/>
                  <a:pt x="372" y="465"/>
                </a:cubicBezTo>
                <a:cubicBezTo>
                  <a:pt x="375" y="470"/>
                  <a:pt x="378" y="475"/>
                  <a:pt x="381" y="480"/>
                </a:cubicBezTo>
                <a:cubicBezTo>
                  <a:pt x="382" y="481"/>
                  <a:pt x="385" y="481"/>
                  <a:pt x="384" y="479"/>
                </a:cubicBezTo>
                <a:cubicBezTo>
                  <a:pt x="382" y="472"/>
                  <a:pt x="379" y="466"/>
                  <a:pt x="375" y="460"/>
                </a:cubicBezTo>
                <a:cubicBezTo>
                  <a:pt x="384" y="450"/>
                  <a:pt x="392" y="439"/>
                  <a:pt x="401" y="428"/>
                </a:cubicBezTo>
                <a:cubicBezTo>
                  <a:pt x="420" y="405"/>
                  <a:pt x="439" y="382"/>
                  <a:pt x="454" y="356"/>
                </a:cubicBezTo>
                <a:cubicBezTo>
                  <a:pt x="455" y="356"/>
                  <a:pt x="455" y="356"/>
                  <a:pt x="455" y="357"/>
                </a:cubicBezTo>
                <a:cubicBezTo>
                  <a:pt x="505" y="415"/>
                  <a:pt x="441" y="458"/>
                  <a:pt x="378" y="492"/>
                </a:cubicBezTo>
                <a:close/>
                <a:moveTo>
                  <a:pt x="121" y="127"/>
                </a:moveTo>
                <a:cubicBezTo>
                  <a:pt x="124" y="97"/>
                  <a:pt x="155" y="71"/>
                  <a:pt x="178" y="55"/>
                </a:cubicBezTo>
                <a:cubicBezTo>
                  <a:pt x="195" y="43"/>
                  <a:pt x="215" y="34"/>
                  <a:pt x="235" y="27"/>
                </a:cubicBezTo>
                <a:cubicBezTo>
                  <a:pt x="258" y="26"/>
                  <a:pt x="281" y="28"/>
                  <a:pt x="302" y="32"/>
                </a:cubicBezTo>
                <a:cubicBezTo>
                  <a:pt x="325" y="36"/>
                  <a:pt x="349" y="44"/>
                  <a:pt x="371" y="56"/>
                </a:cubicBezTo>
                <a:cubicBezTo>
                  <a:pt x="367" y="73"/>
                  <a:pt x="360" y="89"/>
                  <a:pt x="351" y="104"/>
                </a:cubicBezTo>
                <a:cubicBezTo>
                  <a:pt x="336" y="78"/>
                  <a:pt x="318" y="53"/>
                  <a:pt x="296" y="33"/>
                </a:cubicBezTo>
                <a:cubicBezTo>
                  <a:pt x="295" y="32"/>
                  <a:pt x="292" y="34"/>
                  <a:pt x="294" y="36"/>
                </a:cubicBezTo>
                <a:cubicBezTo>
                  <a:pt x="316" y="56"/>
                  <a:pt x="333" y="82"/>
                  <a:pt x="349" y="108"/>
                </a:cubicBezTo>
                <a:cubicBezTo>
                  <a:pt x="341" y="120"/>
                  <a:pt x="333" y="131"/>
                  <a:pt x="325" y="142"/>
                </a:cubicBezTo>
                <a:cubicBezTo>
                  <a:pt x="320" y="148"/>
                  <a:pt x="316" y="154"/>
                  <a:pt x="312" y="160"/>
                </a:cubicBezTo>
                <a:cubicBezTo>
                  <a:pt x="304" y="151"/>
                  <a:pt x="296" y="143"/>
                  <a:pt x="288" y="134"/>
                </a:cubicBezTo>
                <a:cubicBezTo>
                  <a:pt x="267" y="109"/>
                  <a:pt x="251" y="82"/>
                  <a:pt x="241" y="51"/>
                </a:cubicBezTo>
                <a:cubicBezTo>
                  <a:pt x="241" y="50"/>
                  <a:pt x="240" y="50"/>
                  <a:pt x="240" y="51"/>
                </a:cubicBezTo>
                <a:cubicBezTo>
                  <a:pt x="252" y="94"/>
                  <a:pt x="278" y="132"/>
                  <a:pt x="308" y="165"/>
                </a:cubicBezTo>
                <a:cubicBezTo>
                  <a:pt x="304" y="172"/>
                  <a:pt x="300" y="178"/>
                  <a:pt x="297" y="185"/>
                </a:cubicBezTo>
                <a:cubicBezTo>
                  <a:pt x="293" y="192"/>
                  <a:pt x="289" y="200"/>
                  <a:pt x="286" y="208"/>
                </a:cubicBezTo>
                <a:cubicBezTo>
                  <a:pt x="285" y="198"/>
                  <a:pt x="283" y="189"/>
                  <a:pt x="282" y="180"/>
                </a:cubicBezTo>
                <a:cubicBezTo>
                  <a:pt x="280" y="171"/>
                  <a:pt x="267" y="173"/>
                  <a:pt x="265" y="180"/>
                </a:cubicBezTo>
                <a:cubicBezTo>
                  <a:pt x="262" y="191"/>
                  <a:pt x="259" y="201"/>
                  <a:pt x="257" y="211"/>
                </a:cubicBezTo>
                <a:cubicBezTo>
                  <a:pt x="254" y="207"/>
                  <a:pt x="251" y="203"/>
                  <a:pt x="248" y="199"/>
                </a:cubicBezTo>
                <a:cubicBezTo>
                  <a:pt x="243" y="190"/>
                  <a:pt x="238" y="182"/>
                  <a:pt x="234" y="173"/>
                </a:cubicBezTo>
                <a:cubicBezTo>
                  <a:pt x="242" y="147"/>
                  <a:pt x="249" y="121"/>
                  <a:pt x="252" y="95"/>
                </a:cubicBezTo>
                <a:cubicBezTo>
                  <a:pt x="252" y="95"/>
                  <a:pt x="251" y="95"/>
                  <a:pt x="251" y="95"/>
                </a:cubicBezTo>
                <a:cubicBezTo>
                  <a:pt x="248" y="121"/>
                  <a:pt x="241" y="146"/>
                  <a:pt x="233" y="171"/>
                </a:cubicBezTo>
                <a:cubicBezTo>
                  <a:pt x="231" y="166"/>
                  <a:pt x="228" y="161"/>
                  <a:pt x="226" y="156"/>
                </a:cubicBezTo>
                <a:cubicBezTo>
                  <a:pt x="213" y="128"/>
                  <a:pt x="202" y="100"/>
                  <a:pt x="186" y="73"/>
                </a:cubicBezTo>
                <a:cubicBezTo>
                  <a:pt x="186" y="73"/>
                  <a:pt x="186" y="73"/>
                  <a:pt x="186" y="73"/>
                </a:cubicBezTo>
                <a:cubicBezTo>
                  <a:pt x="200" y="101"/>
                  <a:pt x="209" y="130"/>
                  <a:pt x="221" y="159"/>
                </a:cubicBezTo>
                <a:cubicBezTo>
                  <a:pt x="224" y="165"/>
                  <a:pt x="227" y="172"/>
                  <a:pt x="230" y="179"/>
                </a:cubicBezTo>
                <a:cubicBezTo>
                  <a:pt x="222" y="201"/>
                  <a:pt x="213" y="223"/>
                  <a:pt x="203" y="244"/>
                </a:cubicBezTo>
                <a:cubicBezTo>
                  <a:pt x="201" y="240"/>
                  <a:pt x="199" y="236"/>
                  <a:pt x="197" y="232"/>
                </a:cubicBezTo>
                <a:cubicBezTo>
                  <a:pt x="191" y="221"/>
                  <a:pt x="185" y="210"/>
                  <a:pt x="178" y="200"/>
                </a:cubicBezTo>
                <a:cubicBezTo>
                  <a:pt x="188" y="176"/>
                  <a:pt x="198" y="152"/>
                  <a:pt x="208" y="128"/>
                </a:cubicBezTo>
                <a:cubicBezTo>
                  <a:pt x="209" y="128"/>
                  <a:pt x="208" y="127"/>
                  <a:pt x="208" y="128"/>
                </a:cubicBezTo>
                <a:cubicBezTo>
                  <a:pt x="197" y="151"/>
                  <a:pt x="187" y="174"/>
                  <a:pt x="176" y="197"/>
                </a:cubicBezTo>
                <a:cubicBezTo>
                  <a:pt x="170" y="188"/>
                  <a:pt x="163" y="179"/>
                  <a:pt x="154" y="171"/>
                </a:cubicBezTo>
                <a:cubicBezTo>
                  <a:pt x="153" y="171"/>
                  <a:pt x="153" y="172"/>
                  <a:pt x="153" y="172"/>
                </a:cubicBezTo>
                <a:cubicBezTo>
                  <a:pt x="161" y="182"/>
                  <a:pt x="168" y="192"/>
                  <a:pt x="174" y="203"/>
                </a:cubicBezTo>
                <a:cubicBezTo>
                  <a:pt x="163" y="227"/>
                  <a:pt x="152" y="250"/>
                  <a:pt x="140" y="274"/>
                </a:cubicBezTo>
                <a:cubicBezTo>
                  <a:pt x="129" y="261"/>
                  <a:pt x="119" y="248"/>
                  <a:pt x="109" y="235"/>
                </a:cubicBezTo>
                <a:cubicBezTo>
                  <a:pt x="121" y="220"/>
                  <a:pt x="127" y="199"/>
                  <a:pt x="128" y="180"/>
                </a:cubicBezTo>
                <a:cubicBezTo>
                  <a:pt x="128" y="162"/>
                  <a:pt x="120" y="145"/>
                  <a:pt x="121" y="127"/>
                </a:cubicBezTo>
                <a:close/>
                <a:moveTo>
                  <a:pt x="305" y="508"/>
                </a:moveTo>
                <a:cubicBezTo>
                  <a:pt x="308" y="495"/>
                  <a:pt x="312" y="482"/>
                  <a:pt x="316" y="469"/>
                </a:cubicBezTo>
                <a:cubicBezTo>
                  <a:pt x="322" y="449"/>
                  <a:pt x="329" y="428"/>
                  <a:pt x="337" y="408"/>
                </a:cubicBezTo>
                <a:cubicBezTo>
                  <a:pt x="342" y="416"/>
                  <a:pt x="347" y="424"/>
                  <a:pt x="352" y="432"/>
                </a:cubicBezTo>
                <a:cubicBezTo>
                  <a:pt x="358" y="440"/>
                  <a:pt x="362" y="449"/>
                  <a:pt x="367" y="457"/>
                </a:cubicBezTo>
                <a:cubicBezTo>
                  <a:pt x="355" y="470"/>
                  <a:pt x="345" y="484"/>
                  <a:pt x="337" y="499"/>
                </a:cubicBezTo>
                <a:cubicBezTo>
                  <a:pt x="326" y="501"/>
                  <a:pt x="315" y="504"/>
                  <a:pt x="305" y="508"/>
                </a:cubicBezTo>
                <a:close/>
                <a:moveTo>
                  <a:pt x="195" y="294"/>
                </a:moveTo>
                <a:cubicBezTo>
                  <a:pt x="198" y="301"/>
                  <a:pt x="201" y="308"/>
                  <a:pt x="203" y="316"/>
                </a:cubicBezTo>
                <a:cubicBezTo>
                  <a:pt x="200" y="323"/>
                  <a:pt x="197" y="330"/>
                  <a:pt x="194" y="336"/>
                </a:cubicBezTo>
                <a:cubicBezTo>
                  <a:pt x="190" y="330"/>
                  <a:pt x="184" y="325"/>
                  <a:pt x="180" y="320"/>
                </a:cubicBezTo>
                <a:cubicBezTo>
                  <a:pt x="178" y="317"/>
                  <a:pt x="175" y="315"/>
                  <a:pt x="173" y="312"/>
                </a:cubicBezTo>
                <a:cubicBezTo>
                  <a:pt x="183" y="294"/>
                  <a:pt x="192" y="276"/>
                  <a:pt x="200" y="258"/>
                </a:cubicBezTo>
                <a:cubicBezTo>
                  <a:pt x="201" y="257"/>
                  <a:pt x="201" y="255"/>
                  <a:pt x="202" y="254"/>
                </a:cubicBezTo>
                <a:cubicBezTo>
                  <a:pt x="206" y="262"/>
                  <a:pt x="211" y="270"/>
                  <a:pt x="215" y="277"/>
                </a:cubicBezTo>
                <a:cubicBezTo>
                  <a:pt x="216" y="279"/>
                  <a:pt x="217" y="280"/>
                  <a:pt x="218" y="282"/>
                </a:cubicBezTo>
                <a:cubicBezTo>
                  <a:pt x="215" y="289"/>
                  <a:pt x="212" y="296"/>
                  <a:pt x="209" y="303"/>
                </a:cubicBezTo>
                <a:cubicBezTo>
                  <a:pt x="206" y="299"/>
                  <a:pt x="203" y="295"/>
                  <a:pt x="199" y="291"/>
                </a:cubicBezTo>
                <a:cubicBezTo>
                  <a:pt x="197" y="288"/>
                  <a:pt x="194" y="291"/>
                  <a:pt x="195" y="294"/>
                </a:cubicBezTo>
                <a:close/>
                <a:moveTo>
                  <a:pt x="158" y="444"/>
                </a:moveTo>
                <a:cubicBezTo>
                  <a:pt x="156" y="443"/>
                  <a:pt x="154" y="443"/>
                  <a:pt x="154" y="443"/>
                </a:cubicBezTo>
                <a:cubicBezTo>
                  <a:pt x="150" y="443"/>
                  <a:pt x="149" y="448"/>
                  <a:pt x="153" y="449"/>
                </a:cubicBezTo>
                <a:cubicBezTo>
                  <a:pt x="154" y="450"/>
                  <a:pt x="155" y="451"/>
                  <a:pt x="156" y="452"/>
                </a:cubicBezTo>
                <a:cubicBezTo>
                  <a:pt x="156" y="455"/>
                  <a:pt x="155" y="458"/>
                  <a:pt x="155" y="461"/>
                </a:cubicBezTo>
                <a:cubicBezTo>
                  <a:pt x="128" y="441"/>
                  <a:pt x="101" y="420"/>
                  <a:pt x="82" y="393"/>
                </a:cubicBezTo>
                <a:cubicBezTo>
                  <a:pt x="83" y="391"/>
                  <a:pt x="84" y="389"/>
                  <a:pt x="85" y="388"/>
                </a:cubicBezTo>
                <a:cubicBezTo>
                  <a:pt x="93" y="374"/>
                  <a:pt x="101" y="360"/>
                  <a:pt x="109" y="346"/>
                </a:cubicBezTo>
                <a:cubicBezTo>
                  <a:pt x="116" y="355"/>
                  <a:pt x="123" y="363"/>
                  <a:pt x="130" y="372"/>
                </a:cubicBezTo>
                <a:cubicBezTo>
                  <a:pt x="123" y="382"/>
                  <a:pt x="116" y="392"/>
                  <a:pt x="109" y="401"/>
                </a:cubicBezTo>
                <a:cubicBezTo>
                  <a:pt x="108" y="403"/>
                  <a:pt x="110" y="405"/>
                  <a:pt x="111" y="403"/>
                </a:cubicBezTo>
                <a:cubicBezTo>
                  <a:pt x="120" y="395"/>
                  <a:pt x="127" y="386"/>
                  <a:pt x="134" y="377"/>
                </a:cubicBezTo>
                <a:cubicBezTo>
                  <a:pt x="144" y="389"/>
                  <a:pt x="154" y="401"/>
                  <a:pt x="165" y="412"/>
                </a:cubicBezTo>
                <a:cubicBezTo>
                  <a:pt x="162" y="423"/>
                  <a:pt x="160" y="433"/>
                  <a:pt x="158" y="444"/>
                </a:cubicBezTo>
                <a:close/>
                <a:moveTo>
                  <a:pt x="139" y="284"/>
                </a:moveTo>
                <a:cubicBezTo>
                  <a:pt x="148" y="295"/>
                  <a:pt x="157" y="305"/>
                  <a:pt x="167" y="316"/>
                </a:cubicBezTo>
                <a:cubicBezTo>
                  <a:pt x="156" y="333"/>
                  <a:pt x="146" y="350"/>
                  <a:pt x="134" y="367"/>
                </a:cubicBezTo>
                <a:cubicBezTo>
                  <a:pt x="127" y="358"/>
                  <a:pt x="119" y="349"/>
                  <a:pt x="112" y="340"/>
                </a:cubicBezTo>
                <a:cubicBezTo>
                  <a:pt x="118" y="328"/>
                  <a:pt x="124" y="315"/>
                  <a:pt x="131" y="302"/>
                </a:cubicBezTo>
                <a:cubicBezTo>
                  <a:pt x="133" y="296"/>
                  <a:pt x="136" y="290"/>
                  <a:pt x="139" y="284"/>
                </a:cubicBezTo>
                <a:close/>
                <a:moveTo>
                  <a:pt x="143" y="277"/>
                </a:moveTo>
                <a:cubicBezTo>
                  <a:pt x="154" y="253"/>
                  <a:pt x="165" y="229"/>
                  <a:pt x="175" y="205"/>
                </a:cubicBezTo>
                <a:cubicBezTo>
                  <a:pt x="182" y="217"/>
                  <a:pt x="189" y="230"/>
                  <a:pt x="195" y="242"/>
                </a:cubicBezTo>
                <a:cubicBezTo>
                  <a:pt x="197" y="245"/>
                  <a:pt x="199" y="248"/>
                  <a:pt x="200" y="251"/>
                </a:cubicBezTo>
                <a:cubicBezTo>
                  <a:pt x="199" y="253"/>
                  <a:pt x="199" y="254"/>
                  <a:pt x="198" y="256"/>
                </a:cubicBezTo>
                <a:cubicBezTo>
                  <a:pt x="189" y="274"/>
                  <a:pt x="180" y="292"/>
                  <a:pt x="171" y="309"/>
                </a:cubicBezTo>
                <a:cubicBezTo>
                  <a:pt x="163" y="301"/>
                  <a:pt x="156" y="293"/>
                  <a:pt x="149" y="284"/>
                </a:cubicBezTo>
                <a:cubicBezTo>
                  <a:pt x="147" y="282"/>
                  <a:pt x="145" y="279"/>
                  <a:pt x="143" y="277"/>
                </a:cubicBezTo>
                <a:close/>
                <a:moveTo>
                  <a:pt x="138" y="371"/>
                </a:moveTo>
                <a:cubicBezTo>
                  <a:pt x="144" y="362"/>
                  <a:pt x="150" y="352"/>
                  <a:pt x="156" y="343"/>
                </a:cubicBezTo>
                <a:cubicBezTo>
                  <a:pt x="161" y="335"/>
                  <a:pt x="165" y="327"/>
                  <a:pt x="170" y="319"/>
                </a:cubicBezTo>
                <a:cubicBezTo>
                  <a:pt x="176" y="327"/>
                  <a:pt x="183" y="338"/>
                  <a:pt x="190" y="345"/>
                </a:cubicBezTo>
                <a:cubicBezTo>
                  <a:pt x="187" y="353"/>
                  <a:pt x="184" y="360"/>
                  <a:pt x="181" y="368"/>
                </a:cubicBezTo>
                <a:cubicBezTo>
                  <a:pt x="176" y="380"/>
                  <a:pt x="172" y="392"/>
                  <a:pt x="168" y="404"/>
                </a:cubicBezTo>
                <a:cubicBezTo>
                  <a:pt x="158" y="393"/>
                  <a:pt x="148" y="382"/>
                  <a:pt x="138" y="371"/>
                </a:cubicBezTo>
                <a:close/>
                <a:moveTo>
                  <a:pt x="220" y="284"/>
                </a:moveTo>
                <a:cubicBezTo>
                  <a:pt x="225" y="293"/>
                  <a:pt x="232" y="301"/>
                  <a:pt x="239" y="306"/>
                </a:cubicBezTo>
                <a:cubicBezTo>
                  <a:pt x="242" y="308"/>
                  <a:pt x="245" y="304"/>
                  <a:pt x="243" y="302"/>
                </a:cubicBezTo>
                <a:cubicBezTo>
                  <a:pt x="238" y="293"/>
                  <a:pt x="230" y="285"/>
                  <a:pt x="223" y="276"/>
                </a:cubicBezTo>
                <a:cubicBezTo>
                  <a:pt x="230" y="258"/>
                  <a:pt x="237" y="240"/>
                  <a:pt x="241" y="221"/>
                </a:cubicBezTo>
                <a:cubicBezTo>
                  <a:pt x="242" y="220"/>
                  <a:pt x="240" y="220"/>
                  <a:pt x="240" y="221"/>
                </a:cubicBezTo>
                <a:cubicBezTo>
                  <a:pt x="235" y="239"/>
                  <a:pt x="229" y="257"/>
                  <a:pt x="222" y="274"/>
                </a:cubicBezTo>
                <a:cubicBezTo>
                  <a:pt x="221" y="273"/>
                  <a:pt x="220" y="272"/>
                  <a:pt x="219" y="270"/>
                </a:cubicBezTo>
                <a:cubicBezTo>
                  <a:pt x="214" y="263"/>
                  <a:pt x="209" y="255"/>
                  <a:pt x="205" y="247"/>
                </a:cubicBezTo>
                <a:cubicBezTo>
                  <a:pt x="215" y="226"/>
                  <a:pt x="224" y="204"/>
                  <a:pt x="231" y="181"/>
                </a:cubicBezTo>
                <a:cubicBezTo>
                  <a:pt x="238" y="195"/>
                  <a:pt x="245" y="210"/>
                  <a:pt x="254" y="222"/>
                </a:cubicBezTo>
                <a:cubicBezTo>
                  <a:pt x="244" y="277"/>
                  <a:pt x="246" y="335"/>
                  <a:pt x="248" y="392"/>
                </a:cubicBezTo>
                <a:cubicBezTo>
                  <a:pt x="245" y="381"/>
                  <a:pt x="242" y="369"/>
                  <a:pt x="238" y="358"/>
                </a:cubicBezTo>
                <a:cubicBezTo>
                  <a:pt x="231" y="338"/>
                  <a:pt x="222" y="322"/>
                  <a:pt x="211" y="306"/>
                </a:cubicBezTo>
                <a:cubicBezTo>
                  <a:pt x="214" y="299"/>
                  <a:pt x="217" y="292"/>
                  <a:pt x="220" y="284"/>
                </a:cubicBezTo>
                <a:close/>
                <a:moveTo>
                  <a:pt x="340" y="193"/>
                </a:moveTo>
                <a:cubicBezTo>
                  <a:pt x="333" y="182"/>
                  <a:pt x="324" y="173"/>
                  <a:pt x="316" y="163"/>
                </a:cubicBezTo>
                <a:cubicBezTo>
                  <a:pt x="322" y="154"/>
                  <a:pt x="329" y="145"/>
                  <a:pt x="335" y="136"/>
                </a:cubicBezTo>
                <a:cubicBezTo>
                  <a:pt x="341" y="128"/>
                  <a:pt x="346" y="120"/>
                  <a:pt x="351" y="112"/>
                </a:cubicBezTo>
                <a:cubicBezTo>
                  <a:pt x="357" y="124"/>
                  <a:pt x="364" y="136"/>
                  <a:pt x="370" y="147"/>
                </a:cubicBezTo>
                <a:cubicBezTo>
                  <a:pt x="372" y="152"/>
                  <a:pt x="374" y="156"/>
                  <a:pt x="376" y="160"/>
                </a:cubicBezTo>
                <a:cubicBezTo>
                  <a:pt x="367" y="175"/>
                  <a:pt x="357" y="190"/>
                  <a:pt x="348" y="204"/>
                </a:cubicBezTo>
                <a:cubicBezTo>
                  <a:pt x="342" y="213"/>
                  <a:pt x="336" y="223"/>
                  <a:pt x="329" y="234"/>
                </a:cubicBezTo>
                <a:cubicBezTo>
                  <a:pt x="322" y="220"/>
                  <a:pt x="315" y="206"/>
                  <a:pt x="307" y="193"/>
                </a:cubicBezTo>
                <a:cubicBezTo>
                  <a:pt x="306" y="192"/>
                  <a:pt x="305" y="193"/>
                  <a:pt x="305" y="194"/>
                </a:cubicBezTo>
                <a:cubicBezTo>
                  <a:pt x="313" y="208"/>
                  <a:pt x="321" y="222"/>
                  <a:pt x="328" y="237"/>
                </a:cubicBezTo>
                <a:cubicBezTo>
                  <a:pt x="313" y="261"/>
                  <a:pt x="302" y="287"/>
                  <a:pt x="302" y="314"/>
                </a:cubicBezTo>
                <a:cubicBezTo>
                  <a:pt x="302" y="319"/>
                  <a:pt x="309" y="320"/>
                  <a:pt x="310" y="315"/>
                </a:cubicBezTo>
                <a:cubicBezTo>
                  <a:pt x="314" y="295"/>
                  <a:pt x="318" y="276"/>
                  <a:pt x="326" y="257"/>
                </a:cubicBezTo>
                <a:cubicBezTo>
                  <a:pt x="328" y="253"/>
                  <a:pt x="330" y="249"/>
                  <a:pt x="332" y="246"/>
                </a:cubicBezTo>
                <a:cubicBezTo>
                  <a:pt x="339" y="261"/>
                  <a:pt x="346" y="277"/>
                  <a:pt x="352" y="292"/>
                </a:cubicBezTo>
                <a:cubicBezTo>
                  <a:pt x="340" y="314"/>
                  <a:pt x="327" y="336"/>
                  <a:pt x="314" y="356"/>
                </a:cubicBezTo>
                <a:cubicBezTo>
                  <a:pt x="311" y="361"/>
                  <a:pt x="318" y="365"/>
                  <a:pt x="321" y="360"/>
                </a:cubicBezTo>
                <a:cubicBezTo>
                  <a:pt x="333" y="341"/>
                  <a:pt x="344" y="321"/>
                  <a:pt x="355" y="300"/>
                </a:cubicBezTo>
                <a:cubicBezTo>
                  <a:pt x="357" y="304"/>
                  <a:pt x="358" y="308"/>
                  <a:pt x="360" y="311"/>
                </a:cubicBezTo>
                <a:cubicBezTo>
                  <a:pt x="337" y="351"/>
                  <a:pt x="317" y="391"/>
                  <a:pt x="300" y="433"/>
                </a:cubicBezTo>
                <a:cubicBezTo>
                  <a:pt x="300" y="430"/>
                  <a:pt x="300" y="426"/>
                  <a:pt x="300" y="422"/>
                </a:cubicBezTo>
                <a:cubicBezTo>
                  <a:pt x="296" y="356"/>
                  <a:pt x="296" y="289"/>
                  <a:pt x="288" y="223"/>
                </a:cubicBezTo>
                <a:cubicBezTo>
                  <a:pt x="294" y="207"/>
                  <a:pt x="298" y="193"/>
                  <a:pt x="306" y="178"/>
                </a:cubicBezTo>
                <a:cubicBezTo>
                  <a:pt x="308" y="175"/>
                  <a:pt x="310" y="172"/>
                  <a:pt x="312" y="169"/>
                </a:cubicBezTo>
                <a:cubicBezTo>
                  <a:pt x="320" y="178"/>
                  <a:pt x="329" y="187"/>
                  <a:pt x="337" y="195"/>
                </a:cubicBezTo>
                <a:cubicBezTo>
                  <a:pt x="339" y="197"/>
                  <a:pt x="342" y="195"/>
                  <a:pt x="340" y="193"/>
                </a:cubicBezTo>
                <a:close/>
                <a:moveTo>
                  <a:pt x="413" y="93"/>
                </a:moveTo>
                <a:cubicBezTo>
                  <a:pt x="426" y="114"/>
                  <a:pt x="437" y="137"/>
                  <a:pt x="444" y="161"/>
                </a:cubicBezTo>
                <a:cubicBezTo>
                  <a:pt x="429" y="175"/>
                  <a:pt x="416" y="191"/>
                  <a:pt x="404" y="207"/>
                </a:cubicBezTo>
                <a:cubicBezTo>
                  <a:pt x="397" y="192"/>
                  <a:pt x="390" y="176"/>
                  <a:pt x="382" y="161"/>
                </a:cubicBezTo>
                <a:cubicBezTo>
                  <a:pt x="393" y="140"/>
                  <a:pt x="402" y="119"/>
                  <a:pt x="405" y="95"/>
                </a:cubicBezTo>
                <a:cubicBezTo>
                  <a:pt x="405" y="94"/>
                  <a:pt x="404" y="94"/>
                  <a:pt x="404" y="95"/>
                </a:cubicBezTo>
                <a:cubicBezTo>
                  <a:pt x="399" y="116"/>
                  <a:pt x="390" y="136"/>
                  <a:pt x="379" y="155"/>
                </a:cubicBezTo>
                <a:cubicBezTo>
                  <a:pt x="377" y="152"/>
                  <a:pt x="376" y="148"/>
                  <a:pt x="374" y="145"/>
                </a:cubicBezTo>
                <a:cubicBezTo>
                  <a:pt x="367" y="133"/>
                  <a:pt x="361" y="120"/>
                  <a:pt x="353" y="108"/>
                </a:cubicBezTo>
                <a:cubicBezTo>
                  <a:pt x="362" y="92"/>
                  <a:pt x="369" y="74"/>
                  <a:pt x="371" y="56"/>
                </a:cubicBezTo>
                <a:cubicBezTo>
                  <a:pt x="388" y="66"/>
                  <a:pt x="402" y="78"/>
                  <a:pt x="413" y="93"/>
                </a:cubicBezTo>
                <a:close/>
                <a:moveTo>
                  <a:pt x="377" y="339"/>
                </a:moveTo>
                <a:cubicBezTo>
                  <a:pt x="375" y="334"/>
                  <a:pt x="373" y="329"/>
                  <a:pt x="371" y="325"/>
                </a:cubicBezTo>
                <a:cubicBezTo>
                  <a:pt x="376" y="311"/>
                  <a:pt x="382" y="297"/>
                  <a:pt x="387" y="283"/>
                </a:cubicBezTo>
                <a:cubicBezTo>
                  <a:pt x="389" y="277"/>
                  <a:pt x="381" y="274"/>
                  <a:pt x="378" y="279"/>
                </a:cubicBezTo>
                <a:cubicBezTo>
                  <a:pt x="373" y="288"/>
                  <a:pt x="368" y="297"/>
                  <a:pt x="363" y="306"/>
                </a:cubicBezTo>
                <a:cubicBezTo>
                  <a:pt x="361" y="302"/>
                  <a:pt x="360" y="299"/>
                  <a:pt x="358" y="295"/>
                </a:cubicBezTo>
                <a:cubicBezTo>
                  <a:pt x="372" y="269"/>
                  <a:pt x="387" y="243"/>
                  <a:pt x="403" y="218"/>
                </a:cubicBezTo>
                <a:cubicBezTo>
                  <a:pt x="407" y="227"/>
                  <a:pt x="411" y="237"/>
                  <a:pt x="414" y="247"/>
                </a:cubicBezTo>
                <a:cubicBezTo>
                  <a:pt x="417" y="255"/>
                  <a:pt x="419" y="264"/>
                  <a:pt x="424" y="272"/>
                </a:cubicBezTo>
                <a:cubicBezTo>
                  <a:pt x="425" y="273"/>
                  <a:pt x="428" y="273"/>
                  <a:pt x="428" y="271"/>
                </a:cubicBezTo>
                <a:cubicBezTo>
                  <a:pt x="427" y="253"/>
                  <a:pt x="415" y="233"/>
                  <a:pt x="408" y="216"/>
                </a:cubicBezTo>
                <a:cubicBezTo>
                  <a:pt x="408" y="215"/>
                  <a:pt x="407" y="214"/>
                  <a:pt x="406" y="212"/>
                </a:cubicBezTo>
                <a:cubicBezTo>
                  <a:pt x="418" y="195"/>
                  <a:pt x="431" y="178"/>
                  <a:pt x="445" y="164"/>
                </a:cubicBezTo>
                <a:cubicBezTo>
                  <a:pt x="451" y="183"/>
                  <a:pt x="456" y="202"/>
                  <a:pt x="459" y="221"/>
                </a:cubicBezTo>
                <a:cubicBezTo>
                  <a:pt x="460" y="227"/>
                  <a:pt x="461" y="232"/>
                  <a:pt x="462" y="237"/>
                </a:cubicBezTo>
                <a:cubicBezTo>
                  <a:pt x="434" y="271"/>
                  <a:pt x="404" y="304"/>
                  <a:pt x="377" y="339"/>
                </a:cubicBezTo>
                <a:close/>
                <a:moveTo>
                  <a:pt x="373" y="344"/>
                </a:moveTo>
                <a:cubicBezTo>
                  <a:pt x="372" y="344"/>
                  <a:pt x="372" y="344"/>
                  <a:pt x="372" y="344"/>
                </a:cubicBezTo>
                <a:cubicBezTo>
                  <a:pt x="365" y="353"/>
                  <a:pt x="358" y="362"/>
                  <a:pt x="352" y="371"/>
                </a:cubicBezTo>
                <a:cubicBezTo>
                  <a:pt x="357" y="358"/>
                  <a:pt x="363" y="345"/>
                  <a:pt x="368" y="332"/>
                </a:cubicBezTo>
                <a:cubicBezTo>
                  <a:pt x="369" y="336"/>
                  <a:pt x="371" y="340"/>
                  <a:pt x="373" y="344"/>
                </a:cubicBezTo>
                <a:close/>
                <a:moveTo>
                  <a:pt x="355" y="287"/>
                </a:moveTo>
                <a:cubicBezTo>
                  <a:pt x="348" y="272"/>
                  <a:pt x="341" y="257"/>
                  <a:pt x="334" y="242"/>
                </a:cubicBezTo>
                <a:cubicBezTo>
                  <a:pt x="341" y="228"/>
                  <a:pt x="350" y="215"/>
                  <a:pt x="358" y="201"/>
                </a:cubicBezTo>
                <a:cubicBezTo>
                  <a:pt x="365" y="190"/>
                  <a:pt x="373" y="178"/>
                  <a:pt x="379" y="166"/>
                </a:cubicBezTo>
                <a:cubicBezTo>
                  <a:pt x="387" y="182"/>
                  <a:pt x="394" y="197"/>
                  <a:pt x="400" y="213"/>
                </a:cubicBezTo>
                <a:cubicBezTo>
                  <a:pt x="384" y="236"/>
                  <a:pt x="369" y="262"/>
                  <a:pt x="355" y="287"/>
                </a:cubicBezTo>
                <a:close/>
                <a:moveTo>
                  <a:pt x="358" y="434"/>
                </a:moveTo>
                <a:cubicBezTo>
                  <a:pt x="351" y="424"/>
                  <a:pt x="345" y="415"/>
                  <a:pt x="338" y="405"/>
                </a:cubicBezTo>
                <a:cubicBezTo>
                  <a:pt x="338" y="405"/>
                  <a:pt x="339" y="405"/>
                  <a:pt x="339" y="405"/>
                </a:cubicBezTo>
                <a:cubicBezTo>
                  <a:pt x="350" y="386"/>
                  <a:pt x="362" y="368"/>
                  <a:pt x="375" y="350"/>
                </a:cubicBezTo>
                <a:cubicBezTo>
                  <a:pt x="380" y="364"/>
                  <a:pt x="384" y="380"/>
                  <a:pt x="392" y="392"/>
                </a:cubicBezTo>
                <a:cubicBezTo>
                  <a:pt x="393" y="393"/>
                  <a:pt x="395" y="393"/>
                  <a:pt x="395" y="391"/>
                </a:cubicBezTo>
                <a:cubicBezTo>
                  <a:pt x="393" y="376"/>
                  <a:pt x="385" y="360"/>
                  <a:pt x="379" y="345"/>
                </a:cubicBezTo>
                <a:cubicBezTo>
                  <a:pt x="379" y="345"/>
                  <a:pt x="379" y="345"/>
                  <a:pt x="379" y="344"/>
                </a:cubicBezTo>
                <a:cubicBezTo>
                  <a:pt x="406" y="309"/>
                  <a:pt x="435" y="275"/>
                  <a:pt x="462" y="240"/>
                </a:cubicBezTo>
                <a:cubicBezTo>
                  <a:pt x="467" y="275"/>
                  <a:pt x="464" y="312"/>
                  <a:pt x="441" y="341"/>
                </a:cubicBezTo>
                <a:cubicBezTo>
                  <a:pt x="437" y="347"/>
                  <a:pt x="441" y="360"/>
                  <a:pt x="450" y="356"/>
                </a:cubicBezTo>
                <a:cubicBezTo>
                  <a:pt x="451" y="356"/>
                  <a:pt x="452" y="355"/>
                  <a:pt x="453" y="355"/>
                </a:cubicBezTo>
                <a:cubicBezTo>
                  <a:pt x="435" y="380"/>
                  <a:pt x="414" y="404"/>
                  <a:pt x="394" y="428"/>
                </a:cubicBezTo>
                <a:cubicBezTo>
                  <a:pt x="386" y="436"/>
                  <a:pt x="378" y="444"/>
                  <a:pt x="371" y="453"/>
                </a:cubicBezTo>
                <a:cubicBezTo>
                  <a:pt x="366" y="446"/>
                  <a:pt x="362" y="440"/>
                  <a:pt x="358" y="434"/>
                </a:cubicBezTo>
                <a:close/>
                <a:moveTo>
                  <a:pt x="102" y="242"/>
                </a:moveTo>
                <a:cubicBezTo>
                  <a:pt x="103" y="241"/>
                  <a:pt x="104" y="240"/>
                  <a:pt x="105" y="239"/>
                </a:cubicBezTo>
                <a:cubicBezTo>
                  <a:pt x="115" y="254"/>
                  <a:pt x="125" y="268"/>
                  <a:pt x="137" y="281"/>
                </a:cubicBezTo>
                <a:cubicBezTo>
                  <a:pt x="135" y="285"/>
                  <a:pt x="132" y="289"/>
                  <a:pt x="130" y="294"/>
                </a:cubicBezTo>
                <a:cubicBezTo>
                  <a:pt x="123" y="308"/>
                  <a:pt x="116" y="322"/>
                  <a:pt x="108" y="336"/>
                </a:cubicBezTo>
                <a:cubicBezTo>
                  <a:pt x="98" y="325"/>
                  <a:pt x="89" y="313"/>
                  <a:pt x="79" y="302"/>
                </a:cubicBezTo>
                <a:cubicBezTo>
                  <a:pt x="77" y="300"/>
                  <a:pt x="74" y="303"/>
                  <a:pt x="76" y="305"/>
                </a:cubicBezTo>
                <a:cubicBezTo>
                  <a:pt x="86" y="317"/>
                  <a:pt x="96" y="329"/>
                  <a:pt x="105" y="341"/>
                </a:cubicBezTo>
                <a:cubicBezTo>
                  <a:pt x="97" y="357"/>
                  <a:pt x="87" y="372"/>
                  <a:pt x="78" y="387"/>
                </a:cubicBezTo>
                <a:cubicBezTo>
                  <a:pt x="74" y="381"/>
                  <a:pt x="70" y="375"/>
                  <a:pt x="67" y="369"/>
                </a:cubicBezTo>
                <a:cubicBezTo>
                  <a:pt x="67" y="368"/>
                  <a:pt x="65" y="369"/>
                  <a:pt x="66" y="370"/>
                </a:cubicBezTo>
                <a:cubicBezTo>
                  <a:pt x="69" y="377"/>
                  <a:pt x="72" y="383"/>
                  <a:pt x="76" y="389"/>
                </a:cubicBezTo>
                <a:cubicBezTo>
                  <a:pt x="70" y="399"/>
                  <a:pt x="63" y="409"/>
                  <a:pt x="56" y="419"/>
                </a:cubicBezTo>
                <a:cubicBezTo>
                  <a:pt x="43" y="396"/>
                  <a:pt x="33" y="371"/>
                  <a:pt x="31" y="346"/>
                </a:cubicBezTo>
                <a:cubicBezTo>
                  <a:pt x="30" y="317"/>
                  <a:pt x="45" y="297"/>
                  <a:pt x="65" y="279"/>
                </a:cubicBezTo>
                <a:cubicBezTo>
                  <a:pt x="75" y="270"/>
                  <a:pt x="84" y="261"/>
                  <a:pt x="91" y="251"/>
                </a:cubicBezTo>
                <a:cubicBezTo>
                  <a:pt x="95" y="248"/>
                  <a:pt x="99" y="245"/>
                  <a:pt x="102" y="242"/>
                </a:cubicBezTo>
                <a:close/>
                <a:moveTo>
                  <a:pt x="94" y="473"/>
                </a:moveTo>
                <a:cubicBezTo>
                  <a:pt x="82" y="458"/>
                  <a:pt x="69" y="442"/>
                  <a:pt x="59" y="425"/>
                </a:cubicBezTo>
                <a:cubicBezTo>
                  <a:pt x="67" y="416"/>
                  <a:pt x="74" y="405"/>
                  <a:pt x="80" y="395"/>
                </a:cubicBezTo>
                <a:cubicBezTo>
                  <a:pt x="100" y="424"/>
                  <a:pt x="127" y="445"/>
                  <a:pt x="155" y="468"/>
                </a:cubicBezTo>
                <a:cubicBezTo>
                  <a:pt x="154" y="480"/>
                  <a:pt x="156" y="492"/>
                  <a:pt x="163" y="502"/>
                </a:cubicBezTo>
                <a:cubicBezTo>
                  <a:pt x="164" y="504"/>
                  <a:pt x="167" y="502"/>
                  <a:pt x="166" y="500"/>
                </a:cubicBezTo>
                <a:cubicBezTo>
                  <a:pt x="162" y="492"/>
                  <a:pt x="160" y="482"/>
                  <a:pt x="160" y="472"/>
                </a:cubicBezTo>
                <a:cubicBezTo>
                  <a:pt x="172" y="482"/>
                  <a:pt x="184" y="492"/>
                  <a:pt x="195" y="503"/>
                </a:cubicBezTo>
                <a:cubicBezTo>
                  <a:pt x="198" y="506"/>
                  <a:pt x="203" y="502"/>
                  <a:pt x="200" y="499"/>
                </a:cubicBezTo>
                <a:cubicBezTo>
                  <a:pt x="187" y="487"/>
                  <a:pt x="174" y="476"/>
                  <a:pt x="160" y="466"/>
                </a:cubicBezTo>
                <a:cubicBezTo>
                  <a:pt x="161" y="462"/>
                  <a:pt x="161" y="458"/>
                  <a:pt x="161" y="454"/>
                </a:cubicBezTo>
                <a:cubicBezTo>
                  <a:pt x="162" y="455"/>
                  <a:pt x="162" y="456"/>
                  <a:pt x="163" y="456"/>
                </a:cubicBezTo>
                <a:cubicBezTo>
                  <a:pt x="167" y="461"/>
                  <a:pt x="170" y="464"/>
                  <a:pt x="175" y="467"/>
                </a:cubicBezTo>
                <a:cubicBezTo>
                  <a:pt x="177" y="468"/>
                  <a:pt x="180" y="474"/>
                  <a:pt x="183" y="477"/>
                </a:cubicBezTo>
                <a:cubicBezTo>
                  <a:pt x="187" y="480"/>
                  <a:pt x="190" y="483"/>
                  <a:pt x="194" y="487"/>
                </a:cubicBezTo>
                <a:cubicBezTo>
                  <a:pt x="195" y="489"/>
                  <a:pt x="195" y="490"/>
                  <a:pt x="195" y="489"/>
                </a:cubicBezTo>
                <a:cubicBezTo>
                  <a:pt x="196" y="492"/>
                  <a:pt x="198" y="495"/>
                  <a:pt x="199" y="497"/>
                </a:cubicBezTo>
                <a:cubicBezTo>
                  <a:pt x="202" y="501"/>
                  <a:pt x="204" y="505"/>
                  <a:pt x="206" y="510"/>
                </a:cubicBezTo>
                <a:cubicBezTo>
                  <a:pt x="209" y="515"/>
                  <a:pt x="211" y="525"/>
                  <a:pt x="213" y="533"/>
                </a:cubicBezTo>
                <a:cubicBezTo>
                  <a:pt x="168" y="528"/>
                  <a:pt x="127" y="504"/>
                  <a:pt x="94" y="473"/>
                </a:cubicBezTo>
                <a:close/>
                <a:moveTo>
                  <a:pt x="216" y="457"/>
                </a:moveTo>
                <a:cubicBezTo>
                  <a:pt x="213" y="454"/>
                  <a:pt x="208" y="452"/>
                  <a:pt x="204" y="449"/>
                </a:cubicBezTo>
                <a:cubicBezTo>
                  <a:pt x="197" y="446"/>
                  <a:pt x="191" y="447"/>
                  <a:pt x="185" y="444"/>
                </a:cubicBezTo>
                <a:cubicBezTo>
                  <a:pt x="179" y="443"/>
                  <a:pt x="174" y="442"/>
                  <a:pt x="168" y="443"/>
                </a:cubicBezTo>
                <a:cubicBezTo>
                  <a:pt x="166" y="443"/>
                  <a:pt x="164" y="444"/>
                  <a:pt x="163" y="445"/>
                </a:cubicBezTo>
                <a:cubicBezTo>
                  <a:pt x="163" y="445"/>
                  <a:pt x="163" y="445"/>
                  <a:pt x="163" y="445"/>
                </a:cubicBezTo>
                <a:cubicBezTo>
                  <a:pt x="163" y="443"/>
                  <a:pt x="164" y="441"/>
                  <a:pt x="164" y="439"/>
                </a:cubicBezTo>
                <a:cubicBezTo>
                  <a:pt x="165" y="431"/>
                  <a:pt x="167" y="424"/>
                  <a:pt x="169" y="416"/>
                </a:cubicBezTo>
                <a:cubicBezTo>
                  <a:pt x="181" y="428"/>
                  <a:pt x="192" y="439"/>
                  <a:pt x="205" y="449"/>
                </a:cubicBezTo>
                <a:cubicBezTo>
                  <a:pt x="209" y="452"/>
                  <a:pt x="215" y="447"/>
                  <a:pt x="211" y="443"/>
                </a:cubicBezTo>
                <a:cubicBezTo>
                  <a:pt x="197" y="432"/>
                  <a:pt x="184" y="420"/>
                  <a:pt x="172" y="408"/>
                </a:cubicBezTo>
                <a:cubicBezTo>
                  <a:pt x="176" y="392"/>
                  <a:pt x="182" y="377"/>
                  <a:pt x="187" y="363"/>
                </a:cubicBezTo>
                <a:cubicBezTo>
                  <a:pt x="189" y="358"/>
                  <a:pt x="191" y="353"/>
                  <a:pt x="193" y="348"/>
                </a:cubicBezTo>
                <a:cubicBezTo>
                  <a:pt x="194" y="348"/>
                  <a:pt x="195" y="349"/>
                  <a:pt x="196" y="349"/>
                </a:cubicBezTo>
                <a:cubicBezTo>
                  <a:pt x="198" y="351"/>
                  <a:pt x="200" y="349"/>
                  <a:pt x="199" y="347"/>
                </a:cubicBezTo>
                <a:cubicBezTo>
                  <a:pt x="199" y="344"/>
                  <a:pt x="198" y="342"/>
                  <a:pt x="196" y="340"/>
                </a:cubicBezTo>
                <a:cubicBezTo>
                  <a:pt x="199" y="333"/>
                  <a:pt x="202" y="327"/>
                  <a:pt x="205" y="320"/>
                </a:cubicBezTo>
                <a:cubicBezTo>
                  <a:pt x="210" y="337"/>
                  <a:pt x="214" y="355"/>
                  <a:pt x="216" y="372"/>
                </a:cubicBezTo>
                <a:cubicBezTo>
                  <a:pt x="221" y="400"/>
                  <a:pt x="223" y="428"/>
                  <a:pt x="226" y="456"/>
                </a:cubicBezTo>
                <a:cubicBezTo>
                  <a:pt x="226" y="459"/>
                  <a:pt x="226" y="462"/>
                  <a:pt x="227" y="465"/>
                </a:cubicBezTo>
                <a:cubicBezTo>
                  <a:pt x="223" y="463"/>
                  <a:pt x="220" y="460"/>
                  <a:pt x="216" y="457"/>
                </a:cubicBezTo>
                <a:close/>
                <a:moveTo>
                  <a:pt x="488" y="278"/>
                </a:moveTo>
                <a:cubicBezTo>
                  <a:pt x="488" y="268"/>
                  <a:pt x="487" y="258"/>
                  <a:pt x="487" y="249"/>
                </a:cubicBezTo>
                <a:cubicBezTo>
                  <a:pt x="488" y="258"/>
                  <a:pt x="488" y="268"/>
                  <a:pt x="488" y="278"/>
                </a:cubicBezTo>
                <a:close/>
                <a:moveTo>
                  <a:pt x="113" y="106"/>
                </a:moveTo>
                <a:cubicBezTo>
                  <a:pt x="117" y="77"/>
                  <a:pt x="137" y="58"/>
                  <a:pt x="162" y="45"/>
                </a:cubicBezTo>
                <a:cubicBezTo>
                  <a:pt x="174" y="39"/>
                  <a:pt x="186" y="35"/>
                  <a:pt x="199" y="32"/>
                </a:cubicBezTo>
                <a:cubicBezTo>
                  <a:pt x="190" y="37"/>
                  <a:pt x="181" y="42"/>
                  <a:pt x="173" y="47"/>
                </a:cubicBezTo>
                <a:cubicBezTo>
                  <a:pt x="150" y="62"/>
                  <a:pt x="128" y="84"/>
                  <a:pt x="117" y="110"/>
                </a:cubicBezTo>
                <a:cubicBezTo>
                  <a:pt x="109" y="127"/>
                  <a:pt x="113" y="143"/>
                  <a:pt x="116" y="161"/>
                </a:cubicBezTo>
                <a:cubicBezTo>
                  <a:pt x="121" y="181"/>
                  <a:pt x="118" y="205"/>
                  <a:pt x="106" y="224"/>
                </a:cubicBezTo>
                <a:cubicBezTo>
                  <a:pt x="108" y="219"/>
                  <a:pt x="109" y="215"/>
                  <a:pt x="110" y="210"/>
                </a:cubicBezTo>
                <a:cubicBezTo>
                  <a:pt x="118" y="176"/>
                  <a:pt x="108" y="141"/>
                  <a:pt x="113" y="106"/>
                </a:cubicBezTo>
                <a:close/>
                <a:moveTo>
                  <a:pt x="159" y="532"/>
                </a:moveTo>
                <a:cubicBezTo>
                  <a:pt x="146" y="524"/>
                  <a:pt x="134" y="515"/>
                  <a:pt x="123" y="504"/>
                </a:cubicBezTo>
                <a:cubicBezTo>
                  <a:pt x="135" y="512"/>
                  <a:pt x="148" y="518"/>
                  <a:pt x="160" y="523"/>
                </a:cubicBezTo>
                <a:cubicBezTo>
                  <a:pt x="177" y="531"/>
                  <a:pt x="195" y="534"/>
                  <a:pt x="213" y="534"/>
                </a:cubicBezTo>
                <a:cubicBezTo>
                  <a:pt x="215" y="541"/>
                  <a:pt x="216" y="547"/>
                  <a:pt x="217" y="553"/>
                </a:cubicBezTo>
                <a:cubicBezTo>
                  <a:pt x="197" y="553"/>
                  <a:pt x="176" y="543"/>
                  <a:pt x="159" y="532"/>
                </a:cubicBezTo>
                <a:close/>
                <a:moveTo>
                  <a:pt x="463" y="466"/>
                </a:moveTo>
                <a:cubicBezTo>
                  <a:pt x="449" y="480"/>
                  <a:pt x="429" y="485"/>
                  <a:pt x="408" y="488"/>
                </a:cubicBezTo>
                <a:cubicBezTo>
                  <a:pt x="442" y="467"/>
                  <a:pt x="471" y="443"/>
                  <a:pt x="480" y="415"/>
                </a:cubicBezTo>
                <a:cubicBezTo>
                  <a:pt x="482" y="433"/>
                  <a:pt x="476" y="451"/>
                  <a:pt x="463" y="466"/>
                </a:cubicBezTo>
                <a:close/>
              </a:path>
            </a:pathLst>
          </a:custGeom>
          <a:solidFill>
            <a:schemeClr val="accent1">
              <a:alpha val="13000"/>
            </a:schemeClr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95605" y="83693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Properties of trees in </a:t>
            </a:r>
          </a:p>
          <a:p>
            <a:r>
              <a:rPr lang="en-US" altLang="zh-CN" sz="36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K’s algorithm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617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61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E54FF6-624E-42A9-BE39-C1F0F9C6F910}" type="slidenum">
              <a:rPr lang="en-US" altLang="zh-CN" sz="790"/>
              <a:pPr/>
              <a:t>20</a:t>
            </a:fld>
            <a:endParaRPr lang="en-US" altLang="zh-CN" sz="790"/>
          </a:p>
        </p:txBody>
      </p:sp>
      <p:sp>
        <p:nvSpPr>
          <p:cNvPr id="161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2092" y="1972312"/>
            <a:ext cx="7886700" cy="43513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Vertices in different trees are disjoint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True at initialization and Union won’t modify the fact for remaining trees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solidFill>
                  <a:srgbClr val="263AF8"/>
                </a:solidFill>
                <a:ea typeface="宋体" panose="02010600030101010101" pitchFamily="2" charset="-122"/>
              </a:rPr>
              <a:t>Trees form equivalent classes under the relation “is connected to”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u connected to u  (reflexivity)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u connected to v implies v connected to u (symmetry)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u  connected to v and v connected to w implies a path from u to w so u connected to w (transitivity)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325393-5E16-4E65-9D9F-E45E64F3AA39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536638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Kruskal’s Algorithm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951" name="组合 950"/>
          <p:cNvGrpSpPr/>
          <p:nvPr/>
        </p:nvGrpSpPr>
        <p:grpSpPr>
          <a:xfrm rot="3780000">
            <a:off x="7992745" y="5434330"/>
            <a:ext cx="740410" cy="758825"/>
            <a:chOff x="3282950" y="1154113"/>
            <a:chExt cx="698501" cy="715963"/>
          </a:xfrm>
          <a:solidFill>
            <a:schemeClr val="accent1">
              <a:lumMod val="75000"/>
              <a:alpha val="21000"/>
            </a:schemeClr>
          </a:solidFill>
        </p:grpSpPr>
        <p:sp>
          <p:nvSpPr>
            <p:cNvPr id="17289" name="Freeform 905"/>
            <p:cNvSpPr/>
            <p:nvPr>
              <p:custDataLst>
                <p:tags r:id="rId5"/>
              </p:custDataLst>
            </p:nvPr>
          </p:nvSpPr>
          <p:spPr bwMode="auto">
            <a:xfrm>
              <a:off x="3324225" y="1268413"/>
              <a:ext cx="55563" cy="153988"/>
            </a:xfrm>
            <a:custGeom>
              <a:avLst/>
              <a:gdLst/>
              <a:ahLst/>
              <a:cxnLst>
                <a:cxn ang="0">
                  <a:pos x="96" y="3"/>
                </a:cxn>
                <a:cxn ang="0">
                  <a:pos x="96" y="3"/>
                </a:cxn>
                <a:cxn ang="0">
                  <a:pos x="86" y="18"/>
                </a:cxn>
                <a:cxn ang="0">
                  <a:pos x="77" y="35"/>
                </a:cxn>
                <a:cxn ang="0">
                  <a:pos x="70" y="51"/>
                </a:cxn>
                <a:cxn ang="0">
                  <a:pos x="63" y="69"/>
                </a:cxn>
                <a:cxn ang="0">
                  <a:pos x="50" y="104"/>
                </a:cxn>
                <a:cxn ang="0">
                  <a:pos x="39" y="138"/>
                </a:cxn>
                <a:cxn ang="0">
                  <a:pos x="39" y="138"/>
                </a:cxn>
                <a:cxn ang="0">
                  <a:pos x="27" y="174"/>
                </a:cxn>
                <a:cxn ang="0">
                  <a:pos x="15" y="210"/>
                </a:cxn>
                <a:cxn ang="0">
                  <a:pos x="10" y="229"/>
                </a:cxn>
                <a:cxn ang="0">
                  <a:pos x="5" y="247"/>
                </a:cxn>
                <a:cxn ang="0">
                  <a:pos x="2" y="266"/>
                </a:cxn>
                <a:cxn ang="0">
                  <a:pos x="0" y="285"/>
                </a:cxn>
                <a:cxn ang="0">
                  <a:pos x="0" y="285"/>
                </a:cxn>
                <a:cxn ang="0">
                  <a:pos x="1" y="287"/>
                </a:cxn>
                <a:cxn ang="0">
                  <a:pos x="2" y="288"/>
                </a:cxn>
                <a:cxn ang="0">
                  <a:pos x="3" y="289"/>
                </a:cxn>
                <a:cxn ang="0">
                  <a:pos x="5" y="290"/>
                </a:cxn>
                <a:cxn ang="0">
                  <a:pos x="6" y="289"/>
                </a:cxn>
                <a:cxn ang="0">
                  <a:pos x="8" y="288"/>
                </a:cxn>
                <a:cxn ang="0">
                  <a:pos x="9" y="287"/>
                </a:cxn>
                <a:cxn ang="0">
                  <a:pos x="10" y="285"/>
                </a:cxn>
                <a:cxn ang="0">
                  <a:pos x="10" y="285"/>
                </a:cxn>
                <a:cxn ang="0">
                  <a:pos x="11" y="266"/>
                </a:cxn>
                <a:cxn ang="0">
                  <a:pos x="15" y="247"/>
                </a:cxn>
                <a:cxn ang="0">
                  <a:pos x="19" y="230"/>
                </a:cxn>
                <a:cxn ang="0">
                  <a:pos x="25" y="211"/>
                </a:cxn>
                <a:cxn ang="0">
                  <a:pos x="36" y="176"/>
                </a:cxn>
                <a:cxn ang="0">
                  <a:pos x="48" y="141"/>
                </a:cxn>
                <a:cxn ang="0">
                  <a:pos x="48" y="141"/>
                </a:cxn>
                <a:cxn ang="0">
                  <a:pos x="60" y="107"/>
                </a:cxn>
                <a:cxn ang="0">
                  <a:pos x="71" y="72"/>
                </a:cxn>
                <a:cxn ang="0">
                  <a:pos x="78" y="55"/>
                </a:cxn>
                <a:cxn ang="0">
                  <a:pos x="86" y="39"/>
                </a:cxn>
                <a:cxn ang="0">
                  <a:pos x="94" y="22"/>
                </a:cxn>
                <a:cxn ang="0">
                  <a:pos x="104" y="8"/>
                </a:cxn>
                <a:cxn ang="0">
                  <a:pos x="104" y="8"/>
                </a:cxn>
                <a:cxn ang="0">
                  <a:pos x="105" y="6"/>
                </a:cxn>
                <a:cxn ang="0">
                  <a:pos x="104" y="4"/>
                </a:cxn>
                <a:cxn ang="0">
                  <a:pos x="104" y="3"/>
                </a:cxn>
                <a:cxn ang="0">
                  <a:pos x="102" y="2"/>
                </a:cxn>
                <a:cxn ang="0">
                  <a:pos x="99" y="0"/>
                </a:cxn>
                <a:cxn ang="0">
                  <a:pos x="97" y="2"/>
                </a:cxn>
                <a:cxn ang="0">
                  <a:pos x="96" y="3"/>
                </a:cxn>
                <a:cxn ang="0">
                  <a:pos x="96" y="3"/>
                </a:cxn>
              </a:cxnLst>
              <a:rect l="0" t="0" r="r" b="b"/>
              <a:pathLst>
                <a:path w="105" h="290">
                  <a:moveTo>
                    <a:pt x="96" y="3"/>
                  </a:moveTo>
                  <a:lnTo>
                    <a:pt x="96" y="3"/>
                  </a:lnTo>
                  <a:lnTo>
                    <a:pt x="86" y="18"/>
                  </a:lnTo>
                  <a:lnTo>
                    <a:pt x="77" y="35"/>
                  </a:lnTo>
                  <a:lnTo>
                    <a:pt x="70" y="51"/>
                  </a:lnTo>
                  <a:lnTo>
                    <a:pt x="63" y="69"/>
                  </a:lnTo>
                  <a:lnTo>
                    <a:pt x="50" y="104"/>
                  </a:lnTo>
                  <a:lnTo>
                    <a:pt x="39" y="138"/>
                  </a:lnTo>
                  <a:lnTo>
                    <a:pt x="39" y="138"/>
                  </a:lnTo>
                  <a:lnTo>
                    <a:pt x="27" y="174"/>
                  </a:lnTo>
                  <a:lnTo>
                    <a:pt x="15" y="210"/>
                  </a:lnTo>
                  <a:lnTo>
                    <a:pt x="10" y="229"/>
                  </a:lnTo>
                  <a:lnTo>
                    <a:pt x="5" y="247"/>
                  </a:lnTo>
                  <a:lnTo>
                    <a:pt x="2" y="266"/>
                  </a:lnTo>
                  <a:lnTo>
                    <a:pt x="0" y="285"/>
                  </a:lnTo>
                  <a:lnTo>
                    <a:pt x="0" y="285"/>
                  </a:lnTo>
                  <a:lnTo>
                    <a:pt x="1" y="287"/>
                  </a:lnTo>
                  <a:lnTo>
                    <a:pt x="2" y="288"/>
                  </a:lnTo>
                  <a:lnTo>
                    <a:pt x="3" y="289"/>
                  </a:lnTo>
                  <a:lnTo>
                    <a:pt x="5" y="290"/>
                  </a:lnTo>
                  <a:lnTo>
                    <a:pt x="6" y="289"/>
                  </a:lnTo>
                  <a:lnTo>
                    <a:pt x="8" y="288"/>
                  </a:lnTo>
                  <a:lnTo>
                    <a:pt x="9" y="287"/>
                  </a:lnTo>
                  <a:lnTo>
                    <a:pt x="10" y="285"/>
                  </a:lnTo>
                  <a:lnTo>
                    <a:pt x="10" y="285"/>
                  </a:lnTo>
                  <a:lnTo>
                    <a:pt x="11" y="266"/>
                  </a:lnTo>
                  <a:lnTo>
                    <a:pt x="15" y="247"/>
                  </a:lnTo>
                  <a:lnTo>
                    <a:pt x="19" y="230"/>
                  </a:lnTo>
                  <a:lnTo>
                    <a:pt x="25" y="211"/>
                  </a:lnTo>
                  <a:lnTo>
                    <a:pt x="36" y="176"/>
                  </a:lnTo>
                  <a:lnTo>
                    <a:pt x="48" y="141"/>
                  </a:lnTo>
                  <a:lnTo>
                    <a:pt x="48" y="141"/>
                  </a:lnTo>
                  <a:lnTo>
                    <a:pt x="60" y="107"/>
                  </a:lnTo>
                  <a:lnTo>
                    <a:pt x="71" y="72"/>
                  </a:lnTo>
                  <a:lnTo>
                    <a:pt x="78" y="55"/>
                  </a:lnTo>
                  <a:lnTo>
                    <a:pt x="86" y="39"/>
                  </a:lnTo>
                  <a:lnTo>
                    <a:pt x="94" y="22"/>
                  </a:lnTo>
                  <a:lnTo>
                    <a:pt x="104" y="8"/>
                  </a:lnTo>
                  <a:lnTo>
                    <a:pt x="104" y="8"/>
                  </a:lnTo>
                  <a:lnTo>
                    <a:pt x="105" y="6"/>
                  </a:lnTo>
                  <a:lnTo>
                    <a:pt x="104" y="4"/>
                  </a:lnTo>
                  <a:lnTo>
                    <a:pt x="104" y="3"/>
                  </a:lnTo>
                  <a:lnTo>
                    <a:pt x="102" y="2"/>
                  </a:lnTo>
                  <a:lnTo>
                    <a:pt x="99" y="0"/>
                  </a:lnTo>
                  <a:lnTo>
                    <a:pt x="97" y="2"/>
                  </a:lnTo>
                  <a:lnTo>
                    <a:pt x="96" y="3"/>
                  </a:lnTo>
                  <a:lnTo>
                    <a:pt x="96" y="3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0" name="Freeform 906"/>
            <p:cNvSpPr/>
            <p:nvPr>
              <p:custDataLst>
                <p:tags r:id="rId6"/>
              </p:custDataLst>
            </p:nvPr>
          </p:nvSpPr>
          <p:spPr bwMode="auto">
            <a:xfrm>
              <a:off x="3325813" y="1239838"/>
              <a:ext cx="88900" cy="280988"/>
            </a:xfrm>
            <a:custGeom>
              <a:avLst/>
              <a:gdLst/>
              <a:ahLst/>
              <a:cxnLst>
                <a:cxn ang="0">
                  <a:pos x="156" y="4"/>
                </a:cxn>
                <a:cxn ang="0">
                  <a:pos x="152" y="37"/>
                </a:cxn>
                <a:cxn ang="0">
                  <a:pos x="143" y="70"/>
                </a:cxn>
                <a:cxn ang="0">
                  <a:pos x="121" y="134"/>
                </a:cxn>
                <a:cxn ang="0">
                  <a:pos x="108" y="168"/>
                </a:cxn>
                <a:cxn ang="0">
                  <a:pos x="82" y="235"/>
                </a:cxn>
                <a:cxn ang="0">
                  <a:pos x="68" y="268"/>
                </a:cxn>
                <a:cxn ang="0">
                  <a:pos x="58" y="301"/>
                </a:cxn>
                <a:cxn ang="0">
                  <a:pos x="38" y="399"/>
                </a:cxn>
                <a:cxn ang="0">
                  <a:pos x="35" y="416"/>
                </a:cxn>
                <a:cxn ang="0">
                  <a:pos x="26" y="446"/>
                </a:cxn>
                <a:cxn ang="0">
                  <a:pos x="20" y="461"/>
                </a:cxn>
                <a:cxn ang="0">
                  <a:pos x="11" y="492"/>
                </a:cxn>
                <a:cxn ang="0">
                  <a:pos x="2" y="522"/>
                </a:cxn>
                <a:cxn ang="0">
                  <a:pos x="0" y="524"/>
                </a:cxn>
                <a:cxn ang="0">
                  <a:pos x="1" y="528"/>
                </a:cxn>
                <a:cxn ang="0">
                  <a:pos x="1" y="529"/>
                </a:cxn>
                <a:cxn ang="0">
                  <a:pos x="3" y="531"/>
                </a:cxn>
                <a:cxn ang="0">
                  <a:pos x="7" y="531"/>
                </a:cxn>
                <a:cxn ang="0">
                  <a:pos x="9" y="529"/>
                </a:cxn>
                <a:cxn ang="0">
                  <a:pos x="18" y="505"/>
                </a:cxn>
                <a:cxn ang="0">
                  <a:pos x="23" y="480"/>
                </a:cxn>
                <a:cxn ang="0">
                  <a:pos x="29" y="462"/>
                </a:cxn>
                <a:cxn ang="0">
                  <a:pos x="41" y="428"/>
                </a:cxn>
                <a:cxn ang="0">
                  <a:pos x="46" y="410"/>
                </a:cxn>
                <a:cxn ang="0">
                  <a:pos x="59" y="341"/>
                </a:cxn>
                <a:cxn ang="0">
                  <a:pos x="71" y="288"/>
                </a:cxn>
                <a:cxn ang="0">
                  <a:pos x="77" y="271"/>
                </a:cxn>
                <a:cxn ang="0">
                  <a:pos x="105" y="200"/>
                </a:cxn>
                <a:cxn ang="0">
                  <a:pos x="132" y="129"/>
                </a:cxn>
                <a:cxn ang="0">
                  <a:pos x="143" y="98"/>
                </a:cxn>
                <a:cxn ang="0">
                  <a:pos x="158" y="51"/>
                </a:cxn>
                <a:cxn ang="0">
                  <a:pos x="164" y="20"/>
                </a:cxn>
                <a:cxn ang="0">
                  <a:pos x="166" y="4"/>
                </a:cxn>
                <a:cxn ang="0">
                  <a:pos x="164" y="1"/>
                </a:cxn>
                <a:cxn ang="0">
                  <a:pos x="161" y="0"/>
                </a:cxn>
                <a:cxn ang="0">
                  <a:pos x="158" y="1"/>
                </a:cxn>
                <a:cxn ang="0">
                  <a:pos x="156" y="4"/>
                </a:cxn>
              </a:cxnLst>
              <a:rect l="0" t="0" r="r" b="b"/>
              <a:pathLst>
                <a:path w="166" h="531">
                  <a:moveTo>
                    <a:pt x="156" y="4"/>
                  </a:moveTo>
                  <a:lnTo>
                    <a:pt x="156" y="4"/>
                  </a:lnTo>
                  <a:lnTo>
                    <a:pt x="155" y="20"/>
                  </a:lnTo>
                  <a:lnTo>
                    <a:pt x="152" y="37"/>
                  </a:lnTo>
                  <a:lnTo>
                    <a:pt x="148" y="53"/>
                  </a:lnTo>
                  <a:lnTo>
                    <a:pt x="143" y="70"/>
                  </a:lnTo>
                  <a:lnTo>
                    <a:pt x="132" y="103"/>
                  </a:lnTo>
                  <a:lnTo>
                    <a:pt x="121" y="134"/>
                  </a:lnTo>
                  <a:lnTo>
                    <a:pt x="121" y="134"/>
                  </a:lnTo>
                  <a:lnTo>
                    <a:pt x="108" y="168"/>
                  </a:lnTo>
                  <a:lnTo>
                    <a:pt x="95" y="202"/>
                  </a:lnTo>
                  <a:lnTo>
                    <a:pt x="82" y="235"/>
                  </a:lnTo>
                  <a:lnTo>
                    <a:pt x="68" y="268"/>
                  </a:lnTo>
                  <a:lnTo>
                    <a:pt x="68" y="268"/>
                  </a:lnTo>
                  <a:lnTo>
                    <a:pt x="63" y="285"/>
                  </a:lnTo>
                  <a:lnTo>
                    <a:pt x="58" y="301"/>
                  </a:lnTo>
                  <a:lnTo>
                    <a:pt x="51" y="333"/>
                  </a:lnTo>
                  <a:lnTo>
                    <a:pt x="38" y="399"/>
                  </a:lnTo>
                  <a:lnTo>
                    <a:pt x="38" y="399"/>
                  </a:lnTo>
                  <a:lnTo>
                    <a:pt x="35" y="416"/>
                  </a:lnTo>
                  <a:lnTo>
                    <a:pt x="31" y="431"/>
                  </a:lnTo>
                  <a:lnTo>
                    <a:pt x="26" y="446"/>
                  </a:lnTo>
                  <a:lnTo>
                    <a:pt x="20" y="461"/>
                  </a:lnTo>
                  <a:lnTo>
                    <a:pt x="20" y="461"/>
                  </a:lnTo>
                  <a:lnTo>
                    <a:pt x="15" y="476"/>
                  </a:lnTo>
                  <a:lnTo>
                    <a:pt x="11" y="492"/>
                  </a:lnTo>
                  <a:lnTo>
                    <a:pt x="7" y="507"/>
                  </a:lnTo>
                  <a:lnTo>
                    <a:pt x="2" y="522"/>
                  </a:lnTo>
                  <a:lnTo>
                    <a:pt x="2" y="522"/>
                  </a:lnTo>
                  <a:lnTo>
                    <a:pt x="0" y="524"/>
                  </a:lnTo>
                  <a:lnTo>
                    <a:pt x="0" y="526"/>
                  </a:lnTo>
                  <a:lnTo>
                    <a:pt x="1" y="528"/>
                  </a:lnTo>
                  <a:lnTo>
                    <a:pt x="1" y="528"/>
                  </a:lnTo>
                  <a:lnTo>
                    <a:pt x="1" y="529"/>
                  </a:lnTo>
                  <a:lnTo>
                    <a:pt x="1" y="529"/>
                  </a:lnTo>
                  <a:lnTo>
                    <a:pt x="3" y="531"/>
                  </a:lnTo>
                  <a:lnTo>
                    <a:pt x="5" y="531"/>
                  </a:lnTo>
                  <a:lnTo>
                    <a:pt x="7" y="531"/>
                  </a:lnTo>
                  <a:lnTo>
                    <a:pt x="9" y="529"/>
                  </a:lnTo>
                  <a:lnTo>
                    <a:pt x="9" y="529"/>
                  </a:lnTo>
                  <a:lnTo>
                    <a:pt x="13" y="517"/>
                  </a:lnTo>
                  <a:lnTo>
                    <a:pt x="18" y="505"/>
                  </a:lnTo>
                  <a:lnTo>
                    <a:pt x="20" y="492"/>
                  </a:lnTo>
                  <a:lnTo>
                    <a:pt x="23" y="480"/>
                  </a:lnTo>
                  <a:lnTo>
                    <a:pt x="23" y="480"/>
                  </a:lnTo>
                  <a:lnTo>
                    <a:pt x="29" y="462"/>
                  </a:lnTo>
                  <a:lnTo>
                    <a:pt x="35" y="446"/>
                  </a:lnTo>
                  <a:lnTo>
                    <a:pt x="41" y="428"/>
                  </a:lnTo>
                  <a:lnTo>
                    <a:pt x="46" y="410"/>
                  </a:lnTo>
                  <a:lnTo>
                    <a:pt x="46" y="410"/>
                  </a:lnTo>
                  <a:lnTo>
                    <a:pt x="53" y="375"/>
                  </a:lnTo>
                  <a:lnTo>
                    <a:pt x="59" y="341"/>
                  </a:lnTo>
                  <a:lnTo>
                    <a:pt x="67" y="305"/>
                  </a:lnTo>
                  <a:lnTo>
                    <a:pt x="71" y="288"/>
                  </a:lnTo>
                  <a:lnTo>
                    <a:pt x="77" y="271"/>
                  </a:lnTo>
                  <a:lnTo>
                    <a:pt x="77" y="271"/>
                  </a:lnTo>
                  <a:lnTo>
                    <a:pt x="91" y="235"/>
                  </a:lnTo>
                  <a:lnTo>
                    <a:pt x="105" y="200"/>
                  </a:lnTo>
                  <a:lnTo>
                    <a:pt x="120" y="165"/>
                  </a:lnTo>
                  <a:lnTo>
                    <a:pt x="132" y="129"/>
                  </a:lnTo>
                  <a:lnTo>
                    <a:pt x="132" y="129"/>
                  </a:lnTo>
                  <a:lnTo>
                    <a:pt x="143" y="98"/>
                  </a:lnTo>
                  <a:lnTo>
                    <a:pt x="154" y="67"/>
                  </a:lnTo>
                  <a:lnTo>
                    <a:pt x="158" y="51"/>
                  </a:lnTo>
                  <a:lnTo>
                    <a:pt x="162" y="36"/>
                  </a:lnTo>
                  <a:lnTo>
                    <a:pt x="164" y="20"/>
                  </a:lnTo>
                  <a:lnTo>
                    <a:pt x="166" y="4"/>
                  </a:lnTo>
                  <a:lnTo>
                    <a:pt x="166" y="4"/>
                  </a:lnTo>
                  <a:lnTo>
                    <a:pt x="165" y="2"/>
                  </a:lnTo>
                  <a:lnTo>
                    <a:pt x="164" y="1"/>
                  </a:lnTo>
                  <a:lnTo>
                    <a:pt x="163" y="0"/>
                  </a:lnTo>
                  <a:lnTo>
                    <a:pt x="161" y="0"/>
                  </a:lnTo>
                  <a:lnTo>
                    <a:pt x="160" y="0"/>
                  </a:lnTo>
                  <a:lnTo>
                    <a:pt x="158" y="1"/>
                  </a:lnTo>
                  <a:lnTo>
                    <a:pt x="157" y="2"/>
                  </a:lnTo>
                  <a:lnTo>
                    <a:pt x="156" y="4"/>
                  </a:lnTo>
                  <a:lnTo>
                    <a:pt x="156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1" name="Freeform 907"/>
            <p:cNvSpPr/>
            <p:nvPr>
              <p:custDataLst>
                <p:tags r:id="rId7"/>
              </p:custDataLst>
            </p:nvPr>
          </p:nvSpPr>
          <p:spPr bwMode="auto">
            <a:xfrm>
              <a:off x="3338513" y="1404938"/>
              <a:ext cx="58738" cy="168275"/>
            </a:xfrm>
            <a:custGeom>
              <a:avLst/>
              <a:gdLst/>
              <a:ahLst/>
              <a:cxnLst>
                <a:cxn ang="0">
                  <a:pos x="99" y="4"/>
                </a:cxn>
                <a:cxn ang="0">
                  <a:pos x="99" y="4"/>
                </a:cxn>
                <a:cxn ang="0">
                  <a:pos x="98" y="14"/>
                </a:cxn>
                <a:cxn ang="0">
                  <a:pos x="97" y="23"/>
                </a:cxn>
                <a:cxn ang="0">
                  <a:pos x="92" y="43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73" y="103"/>
                </a:cxn>
                <a:cxn ang="0">
                  <a:pos x="68" y="125"/>
                </a:cxn>
                <a:cxn ang="0">
                  <a:pos x="57" y="169"/>
                </a:cxn>
                <a:cxn ang="0">
                  <a:pos x="57" y="169"/>
                </a:cxn>
                <a:cxn ang="0">
                  <a:pos x="51" y="188"/>
                </a:cxn>
                <a:cxn ang="0">
                  <a:pos x="43" y="205"/>
                </a:cxn>
                <a:cxn ang="0">
                  <a:pos x="35" y="223"/>
                </a:cxn>
                <a:cxn ang="0">
                  <a:pos x="26" y="239"/>
                </a:cxn>
                <a:cxn ang="0">
                  <a:pos x="17" y="257"/>
                </a:cxn>
                <a:cxn ang="0">
                  <a:pos x="10" y="274"/>
                </a:cxn>
                <a:cxn ang="0">
                  <a:pos x="4" y="293"/>
                </a:cxn>
                <a:cxn ang="0">
                  <a:pos x="1" y="302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0" y="314"/>
                </a:cxn>
                <a:cxn ang="0">
                  <a:pos x="1" y="316"/>
                </a:cxn>
                <a:cxn ang="0">
                  <a:pos x="2" y="317"/>
                </a:cxn>
                <a:cxn ang="0">
                  <a:pos x="4" y="317"/>
                </a:cxn>
                <a:cxn ang="0">
                  <a:pos x="7" y="316"/>
                </a:cxn>
                <a:cxn ang="0">
                  <a:pos x="9" y="314"/>
                </a:cxn>
                <a:cxn ang="0">
                  <a:pos x="9" y="313"/>
                </a:cxn>
                <a:cxn ang="0">
                  <a:pos x="9" y="313"/>
                </a:cxn>
                <a:cxn ang="0">
                  <a:pos x="11" y="302"/>
                </a:cxn>
                <a:cxn ang="0">
                  <a:pos x="13" y="292"/>
                </a:cxn>
                <a:cxn ang="0">
                  <a:pos x="19" y="273"/>
                </a:cxn>
                <a:cxn ang="0">
                  <a:pos x="28" y="255"/>
                </a:cxn>
                <a:cxn ang="0">
                  <a:pos x="36" y="237"/>
                </a:cxn>
                <a:cxn ang="0">
                  <a:pos x="45" y="220"/>
                </a:cxn>
                <a:cxn ang="0">
                  <a:pos x="54" y="201"/>
                </a:cxn>
                <a:cxn ang="0">
                  <a:pos x="62" y="182"/>
                </a:cxn>
                <a:cxn ang="0">
                  <a:pos x="68" y="164"/>
                </a:cxn>
                <a:cxn ang="0">
                  <a:pos x="68" y="164"/>
                </a:cxn>
                <a:cxn ang="0">
                  <a:pos x="79" y="119"/>
                </a:cxn>
                <a:cxn ang="0">
                  <a:pos x="91" y="76"/>
                </a:cxn>
                <a:cxn ang="0">
                  <a:pos x="91" y="76"/>
                </a:cxn>
                <a:cxn ang="0">
                  <a:pos x="102" y="40"/>
                </a:cxn>
                <a:cxn ang="0">
                  <a:pos x="106" y="22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08" y="2"/>
                </a:cxn>
                <a:cxn ang="0">
                  <a:pos x="107" y="1"/>
                </a:cxn>
                <a:cxn ang="0">
                  <a:pos x="106" y="0"/>
                </a:cxn>
                <a:cxn ang="0">
                  <a:pos x="104" y="0"/>
                </a:cxn>
                <a:cxn ang="0">
                  <a:pos x="101" y="1"/>
                </a:cxn>
                <a:cxn ang="0">
                  <a:pos x="100" y="2"/>
                </a:cxn>
                <a:cxn ang="0">
                  <a:pos x="99" y="4"/>
                </a:cxn>
                <a:cxn ang="0">
                  <a:pos x="99" y="4"/>
                </a:cxn>
              </a:cxnLst>
              <a:rect l="0" t="0" r="r" b="b"/>
              <a:pathLst>
                <a:path w="109" h="317">
                  <a:moveTo>
                    <a:pt x="99" y="4"/>
                  </a:moveTo>
                  <a:lnTo>
                    <a:pt x="99" y="4"/>
                  </a:lnTo>
                  <a:lnTo>
                    <a:pt x="98" y="14"/>
                  </a:lnTo>
                  <a:lnTo>
                    <a:pt x="97" y="23"/>
                  </a:lnTo>
                  <a:lnTo>
                    <a:pt x="92" y="43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73" y="103"/>
                  </a:lnTo>
                  <a:lnTo>
                    <a:pt x="68" y="125"/>
                  </a:lnTo>
                  <a:lnTo>
                    <a:pt x="57" y="169"/>
                  </a:lnTo>
                  <a:lnTo>
                    <a:pt x="57" y="169"/>
                  </a:lnTo>
                  <a:lnTo>
                    <a:pt x="51" y="188"/>
                  </a:lnTo>
                  <a:lnTo>
                    <a:pt x="43" y="205"/>
                  </a:lnTo>
                  <a:lnTo>
                    <a:pt x="35" y="223"/>
                  </a:lnTo>
                  <a:lnTo>
                    <a:pt x="26" y="239"/>
                  </a:lnTo>
                  <a:lnTo>
                    <a:pt x="17" y="257"/>
                  </a:lnTo>
                  <a:lnTo>
                    <a:pt x="10" y="274"/>
                  </a:lnTo>
                  <a:lnTo>
                    <a:pt x="4" y="293"/>
                  </a:lnTo>
                  <a:lnTo>
                    <a:pt x="1" y="302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0" y="314"/>
                  </a:lnTo>
                  <a:lnTo>
                    <a:pt x="1" y="316"/>
                  </a:lnTo>
                  <a:lnTo>
                    <a:pt x="2" y="317"/>
                  </a:lnTo>
                  <a:lnTo>
                    <a:pt x="4" y="317"/>
                  </a:lnTo>
                  <a:lnTo>
                    <a:pt x="7" y="316"/>
                  </a:lnTo>
                  <a:lnTo>
                    <a:pt x="9" y="314"/>
                  </a:lnTo>
                  <a:lnTo>
                    <a:pt x="9" y="313"/>
                  </a:lnTo>
                  <a:lnTo>
                    <a:pt x="9" y="313"/>
                  </a:lnTo>
                  <a:lnTo>
                    <a:pt x="11" y="302"/>
                  </a:lnTo>
                  <a:lnTo>
                    <a:pt x="13" y="292"/>
                  </a:lnTo>
                  <a:lnTo>
                    <a:pt x="19" y="273"/>
                  </a:lnTo>
                  <a:lnTo>
                    <a:pt x="28" y="255"/>
                  </a:lnTo>
                  <a:lnTo>
                    <a:pt x="36" y="237"/>
                  </a:lnTo>
                  <a:lnTo>
                    <a:pt x="45" y="220"/>
                  </a:lnTo>
                  <a:lnTo>
                    <a:pt x="54" y="201"/>
                  </a:lnTo>
                  <a:lnTo>
                    <a:pt x="62" y="182"/>
                  </a:lnTo>
                  <a:lnTo>
                    <a:pt x="68" y="164"/>
                  </a:lnTo>
                  <a:lnTo>
                    <a:pt x="68" y="164"/>
                  </a:lnTo>
                  <a:lnTo>
                    <a:pt x="79" y="119"/>
                  </a:lnTo>
                  <a:lnTo>
                    <a:pt x="91" y="76"/>
                  </a:lnTo>
                  <a:lnTo>
                    <a:pt x="91" y="76"/>
                  </a:lnTo>
                  <a:lnTo>
                    <a:pt x="102" y="40"/>
                  </a:lnTo>
                  <a:lnTo>
                    <a:pt x="106" y="22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08" y="2"/>
                  </a:lnTo>
                  <a:lnTo>
                    <a:pt x="107" y="1"/>
                  </a:lnTo>
                  <a:lnTo>
                    <a:pt x="106" y="0"/>
                  </a:lnTo>
                  <a:lnTo>
                    <a:pt x="104" y="0"/>
                  </a:lnTo>
                  <a:lnTo>
                    <a:pt x="101" y="1"/>
                  </a:lnTo>
                  <a:lnTo>
                    <a:pt x="100" y="2"/>
                  </a:lnTo>
                  <a:lnTo>
                    <a:pt x="99" y="4"/>
                  </a:lnTo>
                  <a:lnTo>
                    <a:pt x="99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2" name="Freeform 908"/>
            <p:cNvSpPr/>
            <p:nvPr>
              <p:custDataLst>
                <p:tags r:id="rId8"/>
              </p:custDataLst>
            </p:nvPr>
          </p:nvSpPr>
          <p:spPr bwMode="auto">
            <a:xfrm>
              <a:off x="3365500" y="1427163"/>
              <a:ext cx="58738" cy="169863"/>
            </a:xfrm>
            <a:custGeom>
              <a:avLst/>
              <a:gdLst/>
              <a:ahLst/>
              <a:cxnLst>
                <a:cxn ang="0">
                  <a:pos x="102" y="1"/>
                </a:cxn>
                <a:cxn ang="0">
                  <a:pos x="102" y="1"/>
                </a:cxn>
                <a:cxn ang="0">
                  <a:pos x="97" y="7"/>
                </a:cxn>
                <a:cxn ang="0">
                  <a:pos x="93" y="13"/>
                </a:cxn>
                <a:cxn ang="0">
                  <a:pos x="87" y="26"/>
                </a:cxn>
                <a:cxn ang="0">
                  <a:pos x="82" y="39"/>
                </a:cxn>
                <a:cxn ang="0">
                  <a:pos x="79" y="54"/>
                </a:cxn>
                <a:cxn ang="0">
                  <a:pos x="79" y="54"/>
                </a:cxn>
                <a:cxn ang="0">
                  <a:pos x="72" y="77"/>
                </a:cxn>
                <a:cxn ang="0">
                  <a:pos x="65" y="101"/>
                </a:cxn>
                <a:cxn ang="0">
                  <a:pos x="51" y="148"/>
                </a:cxn>
                <a:cxn ang="0">
                  <a:pos x="51" y="148"/>
                </a:cxn>
                <a:cxn ang="0">
                  <a:pos x="44" y="168"/>
                </a:cxn>
                <a:cxn ang="0">
                  <a:pos x="37" y="190"/>
                </a:cxn>
                <a:cxn ang="0">
                  <a:pos x="20" y="231"/>
                </a:cxn>
                <a:cxn ang="0">
                  <a:pos x="13" y="252"/>
                </a:cxn>
                <a:cxn ang="0">
                  <a:pos x="7" y="274"/>
                </a:cxn>
                <a:cxn ang="0">
                  <a:pos x="2" y="295"/>
                </a:cxn>
                <a:cxn ang="0">
                  <a:pos x="1" y="307"/>
                </a:cxn>
                <a:cxn ang="0">
                  <a:pos x="0" y="317"/>
                </a:cxn>
                <a:cxn ang="0">
                  <a:pos x="0" y="317"/>
                </a:cxn>
                <a:cxn ang="0">
                  <a:pos x="1" y="319"/>
                </a:cxn>
                <a:cxn ang="0">
                  <a:pos x="2" y="321"/>
                </a:cxn>
                <a:cxn ang="0">
                  <a:pos x="3" y="322"/>
                </a:cxn>
                <a:cxn ang="0">
                  <a:pos x="6" y="322"/>
                </a:cxn>
                <a:cxn ang="0">
                  <a:pos x="8" y="322"/>
                </a:cxn>
                <a:cxn ang="0">
                  <a:pos x="9" y="321"/>
                </a:cxn>
                <a:cxn ang="0">
                  <a:pos x="10" y="319"/>
                </a:cxn>
                <a:cxn ang="0">
                  <a:pos x="11" y="317"/>
                </a:cxn>
                <a:cxn ang="0">
                  <a:pos x="11" y="317"/>
                </a:cxn>
                <a:cxn ang="0">
                  <a:pos x="11" y="307"/>
                </a:cxn>
                <a:cxn ang="0">
                  <a:pos x="12" y="296"/>
                </a:cxn>
                <a:cxn ang="0">
                  <a:pos x="16" y="276"/>
                </a:cxn>
                <a:cxn ang="0">
                  <a:pos x="22" y="256"/>
                </a:cxn>
                <a:cxn ang="0">
                  <a:pos x="29" y="237"/>
                </a:cxn>
                <a:cxn ang="0">
                  <a:pos x="44" y="198"/>
                </a:cxn>
                <a:cxn ang="0">
                  <a:pos x="51" y="179"/>
                </a:cxn>
                <a:cxn ang="0">
                  <a:pos x="57" y="159"/>
                </a:cxn>
                <a:cxn ang="0">
                  <a:pos x="57" y="159"/>
                </a:cxn>
                <a:cxn ang="0">
                  <a:pos x="70" y="120"/>
                </a:cxn>
                <a:cxn ang="0">
                  <a:pos x="81" y="81"/>
                </a:cxn>
                <a:cxn ang="0">
                  <a:pos x="81" y="81"/>
                </a:cxn>
                <a:cxn ang="0">
                  <a:pos x="86" y="62"/>
                </a:cxn>
                <a:cxn ang="0">
                  <a:pos x="91" y="42"/>
                </a:cxn>
                <a:cxn ang="0">
                  <a:pos x="94" y="33"/>
                </a:cxn>
                <a:cxn ang="0">
                  <a:pos x="97" y="25"/>
                </a:cxn>
                <a:cxn ang="0">
                  <a:pos x="103" y="16"/>
                </a:cxn>
                <a:cxn ang="0">
                  <a:pos x="109" y="8"/>
                </a:cxn>
                <a:cxn ang="0">
                  <a:pos x="109" y="8"/>
                </a:cxn>
                <a:cxn ang="0">
                  <a:pos x="110" y="6"/>
                </a:cxn>
                <a:cxn ang="0">
                  <a:pos x="110" y="4"/>
                </a:cxn>
                <a:cxn ang="0">
                  <a:pos x="109" y="3"/>
                </a:cxn>
                <a:cxn ang="0">
                  <a:pos x="108" y="1"/>
                </a:cxn>
                <a:cxn ang="0">
                  <a:pos x="107" y="0"/>
                </a:cxn>
                <a:cxn ang="0">
                  <a:pos x="105" y="0"/>
                </a:cxn>
                <a:cxn ang="0">
                  <a:pos x="104" y="0"/>
                </a:cxn>
                <a:cxn ang="0">
                  <a:pos x="102" y="1"/>
                </a:cxn>
                <a:cxn ang="0">
                  <a:pos x="102" y="1"/>
                </a:cxn>
              </a:cxnLst>
              <a:rect l="0" t="0" r="r" b="b"/>
              <a:pathLst>
                <a:path w="110" h="322">
                  <a:moveTo>
                    <a:pt x="102" y="1"/>
                  </a:moveTo>
                  <a:lnTo>
                    <a:pt x="102" y="1"/>
                  </a:lnTo>
                  <a:lnTo>
                    <a:pt x="97" y="7"/>
                  </a:lnTo>
                  <a:lnTo>
                    <a:pt x="93" y="13"/>
                  </a:lnTo>
                  <a:lnTo>
                    <a:pt x="87" y="26"/>
                  </a:lnTo>
                  <a:lnTo>
                    <a:pt x="82" y="39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2" y="77"/>
                  </a:lnTo>
                  <a:lnTo>
                    <a:pt x="65" y="101"/>
                  </a:lnTo>
                  <a:lnTo>
                    <a:pt x="51" y="148"/>
                  </a:lnTo>
                  <a:lnTo>
                    <a:pt x="51" y="148"/>
                  </a:lnTo>
                  <a:lnTo>
                    <a:pt x="44" y="168"/>
                  </a:lnTo>
                  <a:lnTo>
                    <a:pt x="37" y="190"/>
                  </a:lnTo>
                  <a:lnTo>
                    <a:pt x="20" y="231"/>
                  </a:lnTo>
                  <a:lnTo>
                    <a:pt x="13" y="252"/>
                  </a:lnTo>
                  <a:lnTo>
                    <a:pt x="7" y="274"/>
                  </a:lnTo>
                  <a:lnTo>
                    <a:pt x="2" y="295"/>
                  </a:lnTo>
                  <a:lnTo>
                    <a:pt x="1" y="307"/>
                  </a:lnTo>
                  <a:lnTo>
                    <a:pt x="0" y="317"/>
                  </a:lnTo>
                  <a:lnTo>
                    <a:pt x="0" y="317"/>
                  </a:lnTo>
                  <a:lnTo>
                    <a:pt x="1" y="319"/>
                  </a:lnTo>
                  <a:lnTo>
                    <a:pt x="2" y="321"/>
                  </a:lnTo>
                  <a:lnTo>
                    <a:pt x="3" y="322"/>
                  </a:lnTo>
                  <a:lnTo>
                    <a:pt x="6" y="322"/>
                  </a:lnTo>
                  <a:lnTo>
                    <a:pt x="8" y="322"/>
                  </a:lnTo>
                  <a:lnTo>
                    <a:pt x="9" y="321"/>
                  </a:lnTo>
                  <a:lnTo>
                    <a:pt x="10" y="319"/>
                  </a:lnTo>
                  <a:lnTo>
                    <a:pt x="11" y="317"/>
                  </a:lnTo>
                  <a:lnTo>
                    <a:pt x="11" y="317"/>
                  </a:lnTo>
                  <a:lnTo>
                    <a:pt x="11" y="307"/>
                  </a:lnTo>
                  <a:lnTo>
                    <a:pt x="12" y="296"/>
                  </a:lnTo>
                  <a:lnTo>
                    <a:pt x="16" y="276"/>
                  </a:lnTo>
                  <a:lnTo>
                    <a:pt x="22" y="256"/>
                  </a:lnTo>
                  <a:lnTo>
                    <a:pt x="29" y="237"/>
                  </a:lnTo>
                  <a:lnTo>
                    <a:pt x="44" y="198"/>
                  </a:lnTo>
                  <a:lnTo>
                    <a:pt x="51" y="179"/>
                  </a:lnTo>
                  <a:lnTo>
                    <a:pt x="57" y="159"/>
                  </a:lnTo>
                  <a:lnTo>
                    <a:pt x="57" y="159"/>
                  </a:lnTo>
                  <a:lnTo>
                    <a:pt x="70" y="120"/>
                  </a:lnTo>
                  <a:lnTo>
                    <a:pt x="81" y="81"/>
                  </a:lnTo>
                  <a:lnTo>
                    <a:pt x="81" y="81"/>
                  </a:lnTo>
                  <a:lnTo>
                    <a:pt x="86" y="62"/>
                  </a:lnTo>
                  <a:lnTo>
                    <a:pt x="91" y="42"/>
                  </a:lnTo>
                  <a:lnTo>
                    <a:pt x="94" y="33"/>
                  </a:lnTo>
                  <a:lnTo>
                    <a:pt x="97" y="25"/>
                  </a:lnTo>
                  <a:lnTo>
                    <a:pt x="103" y="16"/>
                  </a:lnTo>
                  <a:lnTo>
                    <a:pt x="109" y="8"/>
                  </a:lnTo>
                  <a:lnTo>
                    <a:pt x="109" y="8"/>
                  </a:lnTo>
                  <a:lnTo>
                    <a:pt x="110" y="6"/>
                  </a:lnTo>
                  <a:lnTo>
                    <a:pt x="110" y="4"/>
                  </a:lnTo>
                  <a:lnTo>
                    <a:pt x="109" y="3"/>
                  </a:lnTo>
                  <a:lnTo>
                    <a:pt x="108" y="1"/>
                  </a:lnTo>
                  <a:lnTo>
                    <a:pt x="107" y="0"/>
                  </a:lnTo>
                  <a:lnTo>
                    <a:pt x="105" y="0"/>
                  </a:lnTo>
                  <a:lnTo>
                    <a:pt x="104" y="0"/>
                  </a:lnTo>
                  <a:lnTo>
                    <a:pt x="102" y="1"/>
                  </a:lnTo>
                  <a:lnTo>
                    <a:pt x="102" y="1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3" name="Freeform 909"/>
            <p:cNvSpPr/>
            <p:nvPr>
              <p:custDataLst>
                <p:tags r:id="rId9"/>
              </p:custDataLst>
            </p:nvPr>
          </p:nvSpPr>
          <p:spPr bwMode="auto">
            <a:xfrm>
              <a:off x="3403600" y="1430338"/>
              <a:ext cx="41275" cy="182563"/>
            </a:xfrm>
            <a:custGeom>
              <a:avLst/>
              <a:gdLst/>
              <a:ahLst/>
              <a:cxnLst>
                <a:cxn ang="0">
                  <a:pos x="67" y="4"/>
                </a:cxn>
                <a:cxn ang="0">
                  <a:pos x="62" y="52"/>
                </a:cxn>
                <a:cxn ang="0">
                  <a:pos x="53" y="99"/>
                </a:cxn>
                <a:cxn ang="0">
                  <a:pos x="39" y="171"/>
                </a:cxn>
                <a:cxn ang="0">
                  <a:pos x="35" y="193"/>
                </a:cxn>
                <a:cxn ang="0">
                  <a:pos x="30" y="215"/>
                </a:cxn>
                <a:cxn ang="0">
                  <a:pos x="15" y="255"/>
                </a:cxn>
                <a:cxn ang="0">
                  <a:pos x="10" y="277"/>
                </a:cxn>
                <a:cxn ang="0">
                  <a:pos x="7" y="294"/>
                </a:cxn>
                <a:cxn ang="0">
                  <a:pos x="5" y="310"/>
                </a:cxn>
                <a:cxn ang="0">
                  <a:pos x="5" y="325"/>
                </a:cxn>
                <a:cxn ang="0">
                  <a:pos x="4" y="335"/>
                </a:cxn>
                <a:cxn ang="0">
                  <a:pos x="3" y="337"/>
                </a:cxn>
                <a:cxn ang="0">
                  <a:pos x="0" y="340"/>
                </a:cxn>
                <a:cxn ang="0">
                  <a:pos x="1" y="343"/>
                </a:cxn>
                <a:cxn ang="0">
                  <a:pos x="4" y="345"/>
                </a:cxn>
                <a:cxn ang="0">
                  <a:pos x="7" y="345"/>
                </a:cxn>
                <a:cxn ang="0">
                  <a:pos x="10" y="342"/>
                </a:cxn>
                <a:cxn ang="0">
                  <a:pos x="13" y="334"/>
                </a:cxn>
                <a:cxn ang="0">
                  <a:pos x="14" y="318"/>
                </a:cxn>
                <a:cxn ang="0">
                  <a:pos x="14" y="310"/>
                </a:cxn>
                <a:cxn ang="0">
                  <a:pos x="17" y="285"/>
                </a:cxn>
                <a:cxn ang="0">
                  <a:pos x="23" y="260"/>
                </a:cxn>
                <a:cxn ang="0">
                  <a:pos x="40" y="213"/>
                </a:cxn>
                <a:cxn ang="0">
                  <a:pos x="44" y="201"/>
                </a:cxn>
                <a:cxn ang="0">
                  <a:pos x="47" y="176"/>
                </a:cxn>
                <a:cxn ang="0">
                  <a:pos x="49" y="163"/>
                </a:cxn>
                <a:cxn ang="0">
                  <a:pos x="63" y="107"/>
                </a:cxn>
                <a:cxn ang="0">
                  <a:pos x="65" y="93"/>
                </a:cxn>
                <a:cxn ang="0">
                  <a:pos x="70" y="52"/>
                </a:cxn>
                <a:cxn ang="0">
                  <a:pos x="73" y="28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3" y="0"/>
                </a:cxn>
                <a:cxn ang="0">
                  <a:pos x="70" y="0"/>
                </a:cxn>
                <a:cxn ang="0">
                  <a:pos x="67" y="2"/>
                </a:cxn>
                <a:cxn ang="0">
                  <a:pos x="67" y="4"/>
                </a:cxn>
              </a:cxnLst>
              <a:rect l="0" t="0" r="r" b="b"/>
              <a:pathLst>
                <a:path w="76" h="346">
                  <a:moveTo>
                    <a:pt x="67" y="4"/>
                  </a:moveTo>
                  <a:lnTo>
                    <a:pt x="67" y="4"/>
                  </a:lnTo>
                  <a:lnTo>
                    <a:pt x="65" y="28"/>
                  </a:lnTo>
                  <a:lnTo>
                    <a:pt x="62" y="52"/>
                  </a:lnTo>
                  <a:lnTo>
                    <a:pt x="58" y="76"/>
                  </a:lnTo>
                  <a:lnTo>
                    <a:pt x="53" y="99"/>
                  </a:lnTo>
                  <a:lnTo>
                    <a:pt x="43" y="147"/>
                  </a:lnTo>
                  <a:lnTo>
                    <a:pt x="39" y="17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3" y="205"/>
                  </a:lnTo>
                  <a:lnTo>
                    <a:pt x="30" y="215"/>
                  </a:lnTo>
                  <a:lnTo>
                    <a:pt x="22" y="236"/>
                  </a:lnTo>
                  <a:lnTo>
                    <a:pt x="15" y="255"/>
                  </a:lnTo>
                  <a:lnTo>
                    <a:pt x="12" y="267"/>
                  </a:lnTo>
                  <a:lnTo>
                    <a:pt x="10" y="277"/>
                  </a:lnTo>
                  <a:lnTo>
                    <a:pt x="10" y="277"/>
                  </a:lnTo>
                  <a:lnTo>
                    <a:pt x="7" y="294"/>
                  </a:lnTo>
                  <a:lnTo>
                    <a:pt x="6" y="302"/>
                  </a:lnTo>
                  <a:lnTo>
                    <a:pt x="5" y="310"/>
                  </a:lnTo>
                  <a:lnTo>
                    <a:pt x="5" y="310"/>
                  </a:lnTo>
                  <a:lnTo>
                    <a:pt x="5" y="325"/>
                  </a:lnTo>
                  <a:lnTo>
                    <a:pt x="5" y="333"/>
                  </a:lnTo>
                  <a:lnTo>
                    <a:pt x="4" y="335"/>
                  </a:lnTo>
                  <a:lnTo>
                    <a:pt x="3" y="337"/>
                  </a:lnTo>
                  <a:lnTo>
                    <a:pt x="3" y="337"/>
                  </a:lnTo>
                  <a:lnTo>
                    <a:pt x="1" y="338"/>
                  </a:lnTo>
                  <a:lnTo>
                    <a:pt x="0" y="340"/>
                  </a:lnTo>
                  <a:lnTo>
                    <a:pt x="1" y="342"/>
                  </a:lnTo>
                  <a:lnTo>
                    <a:pt x="1" y="343"/>
                  </a:lnTo>
                  <a:lnTo>
                    <a:pt x="2" y="345"/>
                  </a:lnTo>
                  <a:lnTo>
                    <a:pt x="4" y="345"/>
                  </a:lnTo>
                  <a:lnTo>
                    <a:pt x="5" y="346"/>
                  </a:lnTo>
                  <a:lnTo>
                    <a:pt x="7" y="345"/>
                  </a:lnTo>
                  <a:lnTo>
                    <a:pt x="7" y="345"/>
                  </a:lnTo>
                  <a:lnTo>
                    <a:pt x="10" y="342"/>
                  </a:lnTo>
                  <a:lnTo>
                    <a:pt x="12" y="339"/>
                  </a:lnTo>
                  <a:lnTo>
                    <a:pt x="13" y="334"/>
                  </a:lnTo>
                  <a:lnTo>
                    <a:pt x="14" y="329"/>
                  </a:lnTo>
                  <a:lnTo>
                    <a:pt x="14" y="318"/>
                  </a:lnTo>
                  <a:lnTo>
                    <a:pt x="14" y="310"/>
                  </a:lnTo>
                  <a:lnTo>
                    <a:pt x="14" y="310"/>
                  </a:lnTo>
                  <a:lnTo>
                    <a:pt x="15" y="298"/>
                  </a:lnTo>
                  <a:lnTo>
                    <a:pt x="17" y="285"/>
                  </a:lnTo>
                  <a:lnTo>
                    <a:pt x="19" y="273"/>
                  </a:lnTo>
                  <a:lnTo>
                    <a:pt x="23" y="260"/>
                  </a:lnTo>
                  <a:lnTo>
                    <a:pt x="32" y="236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4" y="201"/>
                  </a:lnTo>
                  <a:lnTo>
                    <a:pt x="46" y="188"/>
                  </a:lnTo>
                  <a:lnTo>
                    <a:pt x="47" y="176"/>
                  </a:lnTo>
                  <a:lnTo>
                    <a:pt x="49" y="163"/>
                  </a:lnTo>
                  <a:lnTo>
                    <a:pt x="49" y="163"/>
                  </a:lnTo>
                  <a:lnTo>
                    <a:pt x="56" y="135"/>
                  </a:lnTo>
                  <a:lnTo>
                    <a:pt x="63" y="107"/>
                  </a:lnTo>
                  <a:lnTo>
                    <a:pt x="63" y="107"/>
                  </a:lnTo>
                  <a:lnTo>
                    <a:pt x="65" y="93"/>
                  </a:lnTo>
                  <a:lnTo>
                    <a:pt x="66" y="79"/>
                  </a:lnTo>
                  <a:lnTo>
                    <a:pt x="70" y="52"/>
                  </a:lnTo>
                  <a:lnTo>
                    <a:pt x="70" y="52"/>
                  </a:lnTo>
                  <a:lnTo>
                    <a:pt x="73" y="28"/>
                  </a:lnTo>
                  <a:lnTo>
                    <a:pt x="75" y="17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70" y="0"/>
                  </a:lnTo>
                  <a:lnTo>
                    <a:pt x="68" y="1"/>
                  </a:lnTo>
                  <a:lnTo>
                    <a:pt x="67" y="2"/>
                  </a:lnTo>
                  <a:lnTo>
                    <a:pt x="67" y="4"/>
                  </a:lnTo>
                  <a:lnTo>
                    <a:pt x="67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4" name="Freeform 910"/>
            <p:cNvSpPr/>
            <p:nvPr>
              <p:custDataLst>
                <p:tags r:id="rId10"/>
              </p:custDataLst>
            </p:nvPr>
          </p:nvSpPr>
          <p:spPr bwMode="auto">
            <a:xfrm>
              <a:off x="3436938" y="1397000"/>
              <a:ext cx="47625" cy="252413"/>
            </a:xfrm>
            <a:custGeom>
              <a:avLst/>
              <a:gdLst/>
              <a:ahLst/>
              <a:cxnLst>
                <a:cxn ang="0">
                  <a:pos x="80" y="4"/>
                </a:cxn>
                <a:cxn ang="0">
                  <a:pos x="80" y="4"/>
                </a:cxn>
                <a:cxn ang="0">
                  <a:pos x="78" y="20"/>
                </a:cxn>
                <a:cxn ang="0">
                  <a:pos x="76" y="34"/>
                </a:cxn>
                <a:cxn ang="0">
                  <a:pos x="69" y="63"/>
                </a:cxn>
                <a:cxn ang="0">
                  <a:pos x="54" y="121"/>
                </a:cxn>
                <a:cxn ang="0">
                  <a:pos x="54" y="121"/>
                </a:cxn>
                <a:cxn ang="0">
                  <a:pos x="40" y="180"/>
                </a:cxn>
                <a:cxn ang="0">
                  <a:pos x="26" y="238"/>
                </a:cxn>
                <a:cxn ang="0">
                  <a:pos x="26" y="238"/>
                </a:cxn>
                <a:cxn ang="0">
                  <a:pos x="23" y="253"/>
                </a:cxn>
                <a:cxn ang="0">
                  <a:pos x="21" y="269"/>
                </a:cxn>
                <a:cxn ang="0">
                  <a:pos x="19" y="301"/>
                </a:cxn>
                <a:cxn ang="0">
                  <a:pos x="16" y="332"/>
                </a:cxn>
                <a:cxn ang="0">
                  <a:pos x="15" y="347"/>
                </a:cxn>
                <a:cxn ang="0">
                  <a:pos x="12" y="363"/>
                </a:cxn>
                <a:cxn ang="0">
                  <a:pos x="12" y="363"/>
                </a:cxn>
                <a:cxn ang="0">
                  <a:pos x="8" y="391"/>
                </a:cxn>
                <a:cxn ang="0">
                  <a:pos x="4" y="419"/>
                </a:cxn>
                <a:cxn ang="0">
                  <a:pos x="2" y="446"/>
                </a:cxn>
                <a:cxn ang="0">
                  <a:pos x="0" y="474"/>
                </a:cxn>
                <a:cxn ang="0">
                  <a:pos x="0" y="474"/>
                </a:cxn>
                <a:cxn ang="0">
                  <a:pos x="0" y="476"/>
                </a:cxn>
                <a:cxn ang="0">
                  <a:pos x="1" y="477"/>
                </a:cxn>
                <a:cxn ang="0">
                  <a:pos x="3" y="478"/>
                </a:cxn>
                <a:cxn ang="0">
                  <a:pos x="4" y="478"/>
                </a:cxn>
                <a:cxn ang="0">
                  <a:pos x="6" y="478"/>
                </a:cxn>
                <a:cxn ang="0">
                  <a:pos x="8" y="477"/>
                </a:cxn>
                <a:cxn ang="0">
                  <a:pos x="9" y="476"/>
                </a:cxn>
                <a:cxn ang="0">
                  <a:pos x="9" y="474"/>
                </a:cxn>
                <a:cxn ang="0">
                  <a:pos x="9" y="474"/>
                </a:cxn>
                <a:cxn ang="0">
                  <a:pos x="11" y="444"/>
                </a:cxn>
                <a:cxn ang="0">
                  <a:pos x="14" y="415"/>
                </a:cxn>
                <a:cxn ang="0">
                  <a:pos x="18" y="385"/>
                </a:cxn>
                <a:cxn ang="0">
                  <a:pos x="23" y="357"/>
                </a:cxn>
                <a:cxn ang="0">
                  <a:pos x="23" y="357"/>
                </a:cxn>
                <a:cxn ang="0">
                  <a:pos x="25" y="341"/>
                </a:cxn>
                <a:cxn ang="0">
                  <a:pos x="28" y="326"/>
                </a:cxn>
                <a:cxn ang="0">
                  <a:pos x="30" y="295"/>
                </a:cxn>
                <a:cxn ang="0">
                  <a:pos x="33" y="263"/>
                </a:cxn>
                <a:cxn ang="0">
                  <a:pos x="35" y="247"/>
                </a:cxn>
                <a:cxn ang="0">
                  <a:pos x="38" y="232"/>
                </a:cxn>
                <a:cxn ang="0">
                  <a:pos x="38" y="232"/>
                </a:cxn>
                <a:cxn ang="0">
                  <a:pos x="51" y="174"/>
                </a:cxn>
                <a:cxn ang="0">
                  <a:pos x="66" y="116"/>
                </a:cxn>
                <a:cxn ang="0">
                  <a:pos x="66" y="116"/>
                </a:cxn>
                <a:cxn ang="0">
                  <a:pos x="79" y="61"/>
                </a:cxn>
                <a:cxn ang="0">
                  <a:pos x="85" y="32"/>
                </a:cxn>
                <a:cxn ang="0">
                  <a:pos x="90" y="4"/>
                </a:cxn>
                <a:cxn ang="0">
                  <a:pos x="90" y="4"/>
                </a:cxn>
                <a:cxn ang="0">
                  <a:pos x="90" y="3"/>
                </a:cxn>
                <a:cxn ang="0">
                  <a:pos x="88" y="1"/>
                </a:cxn>
                <a:cxn ang="0">
                  <a:pos x="87" y="0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  <a:cxn ang="0">
                  <a:pos x="80" y="4"/>
                </a:cxn>
                <a:cxn ang="0">
                  <a:pos x="80" y="4"/>
                </a:cxn>
              </a:cxnLst>
              <a:rect l="0" t="0" r="r" b="b"/>
              <a:pathLst>
                <a:path w="90" h="478">
                  <a:moveTo>
                    <a:pt x="80" y="4"/>
                  </a:moveTo>
                  <a:lnTo>
                    <a:pt x="80" y="4"/>
                  </a:lnTo>
                  <a:lnTo>
                    <a:pt x="78" y="20"/>
                  </a:lnTo>
                  <a:lnTo>
                    <a:pt x="76" y="34"/>
                  </a:lnTo>
                  <a:lnTo>
                    <a:pt x="69" y="63"/>
                  </a:lnTo>
                  <a:lnTo>
                    <a:pt x="54" y="121"/>
                  </a:lnTo>
                  <a:lnTo>
                    <a:pt x="54" y="121"/>
                  </a:lnTo>
                  <a:lnTo>
                    <a:pt x="40" y="180"/>
                  </a:lnTo>
                  <a:lnTo>
                    <a:pt x="26" y="238"/>
                  </a:lnTo>
                  <a:lnTo>
                    <a:pt x="26" y="238"/>
                  </a:lnTo>
                  <a:lnTo>
                    <a:pt x="23" y="253"/>
                  </a:lnTo>
                  <a:lnTo>
                    <a:pt x="21" y="269"/>
                  </a:lnTo>
                  <a:lnTo>
                    <a:pt x="19" y="301"/>
                  </a:lnTo>
                  <a:lnTo>
                    <a:pt x="16" y="332"/>
                  </a:lnTo>
                  <a:lnTo>
                    <a:pt x="15" y="347"/>
                  </a:lnTo>
                  <a:lnTo>
                    <a:pt x="12" y="363"/>
                  </a:lnTo>
                  <a:lnTo>
                    <a:pt x="12" y="363"/>
                  </a:lnTo>
                  <a:lnTo>
                    <a:pt x="8" y="391"/>
                  </a:lnTo>
                  <a:lnTo>
                    <a:pt x="4" y="419"/>
                  </a:lnTo>
                  <a:lnTo>
                    <a:pt x="2" y="446"/>
                  </a:lnTo>
                  <a:lnTo>
                    <a:pt x="0" y="474"/>
                  </a:lnTo>
                  <a:lnTo>
                    <a:pt x="0" y="474"/>
                  </a:lnTo>
                  <a:lnTo>
                    <a:pt x="0" y="476"/>
                  </a:lnTo>
                  <a:lnTo>
                    <a:pt x="1" y="477"/>
                  </a:lnTo>
                  <a:lnTo>
                    <a:pt x="3" y="478"/>
                  </a:lnTo>
                  <a:lnTo>
                    <a:pt x="4" y="478"/>
                  </a:lnTo>
                  <a:lnTo>
                    <a:pt x="6" y="478"/>
                  </a:lnTo>
                  <a:lnTo>
                    <a:pt x="8" y="477"/>
                  </a:lnTo>
                  <a:lnTo>
                    <a:pt x="9" y="476"/>
                  </a:lnTo>
                  <a:lnTo>
                    <a:pt x="9" y="474"/>
                  </a:lnTo>
                  <a:lnTo>
                    <a:pt x="9" y="474"/>
                  </a:lnTo>
                  <a:lnTo>
                    <a:pt x="11" y="444"/>
                  </a:lnTo>
                  <a:lnTo>
                    <a:pt x="14" y="415"/>
                  </a:lnTo>
                  <a:lnTo>
                    <a:pt x="18" y="385"/>
                  </a:lnTo>
                  <a:lnTo>
                    <a:pt x="23" y="357"/>
                  </a:lnTo>
                  <a:lnTo>
                    <a:pt x="23" y="357"/>
                  </a:lnTo>
                  <a:lnTo>
                    <a:pt x="25" y="341"/>
                  </a:lnTo>
                  <a:lnTo>
                    <a:pt x="28" y="326"/>
                  </a:lnTo>
                  <a:lnTo>
                    <a:pt x="30" y="295"/>
                  </a:lnTo>
                  <a:lnTo>
                    <a:pt x="33" y="263"/>
                  </a:lnTo>
                  <a:lnTo>
                    <a:pt x="35" y="247"/>
                  </a:lnTo>
                  <a:lnTo>
                    <a:pt x="38" y="232"/>
                  </a:lnTo>
                  <a:lnTo>
                    <a:pt x="38" y="232"/>
                  </a:lnTo>
                  <a:lnTo>
                    <a:pt x="51" y="174"/>
                  </a:lnTo>
                  <a:lnTo>
                    <a:pt x="66" y="116"/>
                  </a:lnTo>
                  <a:lnTo>
                    <a:pt x="66" y="116"/>
                  </a:lnTo>
                  <a:lnTo>
                    <a:pt x="79" y="61"/>
                  </a:lnTo>
                  <a:lnTo>
                    <a:pt x="85" y="32"/>
                  </a:lnTo>
                  <a:lnTo>
                    <a:pt x="90" y="4"/>
                  </a:lnTo>
                  <a:lnTo>
                    <a:pt x="90" y="4"/>
                  </a:lnTo>
                  <a:lnTo>
                    <a:pt x="90" y="3"/>
                  </a:lnTo>
                  <a:lnTo>
                    <a:pt x="88" y="1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0" y="4"/>
                  </a:lnTo>
                  <a:lnTo>
                    <a:pt x="80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5" name="Freeform 911"/>
            <p:cNvSpPr/>
            <p:nvPr>
              <p:custDataLst>
                <p:tags r:id="rId11"/>
              </p:custDataLst>
            </p:nvPr>
          </p:nvSpPr>
          <p:spPr bwMode="auto">
            <a:xfrm>
              <a:off x="3457575" y="1241425"/>
              <a:ext cx="104775" cy="455613"/>
            </a:xfrm>
            <a:custGeom>
              <a:avLst/>
              <a:gdLst/>
              <a:ahLst/>
              <a:cxnLst>
                <a:cxn ang="0">
                  <a:pos x="189" y="5"/>
                </a:cxn>
                <a:cxn ang="0">
                  <a:pos x="187" y="12"/>
                </a:cxn>
                <a:cxn ang="0">
                  <a:pos x="185" y="19"/>
                </a:cxn>
                <a:cxn ang="0">
                  <a:pos x="183" y="34"/>
                </a:cxn>
                <a:cxn ang="0">
                  <a:pos x="181" y="47"/>
                </a:cxn>
                <a:cxn ang="0">
                  <a:pos x="173" y="98"/>
                </a:cxn>
                <a:cxn ang="0">
                  <a:pos x="167" y="127"/>
                </a:cxn>
                <a:cxn ang="0">
                  <a:pos x="152" y="182"/>
                </a:cxn>
                <a:cxn ang="0">
                  <a:pos x="142" y="208"/>
                </a:cxn>
                <a:cxn ang="0">
                  <a:pos x="108" y="307"/>
                </a:cxn>
                <a:cxn ang="0">
                  <a:pos x="101" y="334"/>
                </a:cxn>
                <a:cxn ang="0">
                  <a:pos x="88" y="420"/>
                </a:cxn>
                <a:cxn ang="0">
                  <a:pos x="82" y="448"/>
                </a:cxn>
                <a:cxn ang="0">
                  <a:pos x="66" y="533"/>
                </a:cxn>
                <a:cxn ang="0">
                  <a:pos x="41" y="644"/>
                </a:cxn>
                <a:cxn ang="0">
                  <a:pos x="30" y="698"/>
                </a:cxn>
                <a:cxn ang="0">
                  <a:pos x="7" y="804"/>
                </a:cxn>
                <a:cxn ang="0">
                  <a:pos x="0" y="858"/>
                </a:cxn>
                <a:cxn ang="0">
                  <a:pos x="0" y="860"/>
                </a:cxn>
                <a:cxn ang="0">
                  <a:pos x="2" y="862"/>
                </a:cxn>
                <a:cxn ang="0">
                  <a:pos x="7" y="861"/>
                </a:cxn>
                <a:cxn ang="0">
                  <a:pos x="9" y="858"/>
                </a:cxn>
                <a:cxn ang="0">
                  <a:pos x="12" y="830"/>
                </a:cxn>
                <a:cxn ang="0">
                  <a:pos x="29" y="748"/>
                </a:cxn>
                <a:cxn ang="0">
                  <a:pos x="53" y="638"/>
                </a:cxn>
                <a:cxn ang="0">
                  <a:pos x="64" y="580"/>
                </a:cxn>
                <a:cxn ang="0">
                  <a:pos x="89" y="464"/>
                </a:cxn>
                <a:cxn ang="0">
                  <a:pos x="99" y="405"/>
                </a:cxn>
                <a:cxn ang="0">
                  <a:pos x="103" y="379"/>
                </a:cxn>
                <a:cxn ang="0">
                  <a:pos x="113" y="326"/>
                </a:cxn>
                <a:cxn ang="0">
                  <a:pos x="121" y="301"/>
                </a:cxn>
                <a:cxn ang="0">
                  <a:pos x="158" y="195"/>
                </a:cxn>
                <a:cxn ang="0">
                  <a:pos x="174" y="140"/>
                </a:cxn>
                <a:cxn ang="0">
                  <a:pos x="186" y="83"/>
                </a:cxn>
                <a:cxn ang="0">
                  <a:pos x="189" y="60"/>
                </a:cxn>
                <a:cxn ang="0">
                  <a:pos x="192" y="36"/>
                </a:cxn>
                <a:cxn ang="0">
                  <a:pos x="196" y="20"/>
                </a:cxn>
                <a:cxn ang="0">
                  <a:pos x="198" y="5"/>
                </a:cxn>
                <a:cxn ang="0">
                  <a:pos x="198" y="3"/>
                </a:cxn>
                <a:cxn ang="0">
                  <a:pos x="196" y="1"/>
                </a:cxn>
                <a:cxn ang="0">
                  <a:pos x="192" y="1"/>
                </a:cxn>
                <a:cxn ang="0">
                  <a:pos x="190" y="3"/>
                </a:cxn>
                <a:cxn ang="0">
                  <a:pos x="189" y="5"/>
                </a:cxn>
              </a:cxnLst>
              <a:rect l="0" t="0" r="r" b="b"/>
              <a:pathLst>
                <a:path w="198" h="862">
                  <a:moveTo>
                    <a:pt x="189" y="5"/>
                  </a:moveTo>
                  <a:lnTo>
                    <a:pt x="189" y="5"/>
                  </a:lnTo>
                  <a:lnTo>
                    <a:pt x="189" y="9"/>
                  </a:lnTo>
                  <a:lnTo>
                    <a:pt x="187" y="12"/>
                  </a:lnTo>
                  <a:lnTo>
                    <a:pt x="186" y="15"/>
                  </a:lnTo>
                  <a:lnTo>
                    <a:pt x="185" y="19"/>
                  </a:lnTo>
                  <a:lnTo>
                    <a:pt x="185" y="19"/>
                  </a:lnTo>
                  <a:lnTo>
                    <a:pt x="183" y="34"/>
                  </a:lnTo>
                  <a:lnTo>
                    <a:pt x="181" y="47"/>
                  </a:lnTo>
                  <a:lnTo>
                    <a:pt x="181" y="47"/>
                  </a:lnTo>
                  <a:lnTo>
                    <a:pt x="178" y="73"/>
                  </a:lnTo>
                  <a:lnTo>
                    <a:pt x="173" y="98"/>
                  </a:lnTo>
                  <a:lnTo>
                    <a:pt x="173" y="98"/>
                  </a:lnTo>
                  <a:lnTo>
                    <a:pt x="167" y="127"/>
                  </a:lnTo>
                  <a:lnTo>
                    <a:pt x="160" y="154"/>
                  </a:lnTo>
                  <a:lnTo>
                    <a:pt x="152" y="182"/>
                  </a:lnTo>
                  <a:lnTo>
                    <a:pt x="142" y="208"/>
                  </a:lnTo>
                  <a:lnTo>
                    <a:pt x="142" y="208"/>
                  </a:lnTo>
                  <a:lnTo>
                    <a:pt x="108" y="307"/>
                  </a:lnTo>
                  <a:lnTo>
                    <a:pt x="108" y="307"/>
                  </a:lnTo>
                  <a:lnTo>
                    <a:pt x="104" y="321"/>
                  </a:lnTo>
                  <a:lnTo>
                    <a:pt x="101" y="334"/>
                  </a:lnTo>
                  <a:lnTo>
                    <a:pt x="96" y="363"/>
                  </a:lnTo>
                  <a:lnTo>
                    <a:pt x="88" y="420"/>
                  </a:lnTo>
                  <a:lnTo>
                    <a:pt x="88" y="420"/>
                  </a:lnTo>
                  <a:lnTo>
                    <a:pt x="82" y="448"/>
                  </a:lnTo>
                  <a:lnTo>
                    <a:pt x="77" y="476"/>
                  </a:lnTo>
                  <a:lnTo>
                    <a:pt x="66" y="533"/>
                  </a:lnTo>
                  <a:lnTo>
                    <a:pt x="54" y="589"/>
                  </a:lnTo>
                  <a:lnTo>
                    <a:pt x="41" y="644"/>
                  </a:lnTo>
                  <a:lnTo>
                    <a:pt x="41" y="644"/>
                  </a:lnTo>
                  <a:lnTo>
                    <a:pt x="30" y="698"/>
                  </a:lnTo>
                  <a:lnTo>
                    <a:pt x="18" y="751"/>
                  </a:lnTo>
                  <a:lnTo>
                    <a:pt x="7" y="804"/>
                  </a:lnTo>
                  <a:lnTo>
                    <a:pt x="3" y="831"/>
                  </a:lnTo>
                  <a:lnTo>
                    <a:pt x="0" y="858"/>
                  </a:lnTo>
                  <a:lnTo>
                    <a:pt x="0" y="858"/>
                  </a:lnTo>
                  <a:lnTo>
                    <a:pt x="0" y="860"/>
                  </a:lnTo>
                  <a:lnTo>
                    <a:pt x="1" y="861"/>
                  </a:lnTo>
                  <a:lnTo>
                    <a:pt x="2" y="862"/>
                  </a:lnTo>
                  <a:lnTo>
                    <a:pt x="4" y="862"/>
                  </a:lnTo>
                  <a:lnTo>
                    <a:pt x="7" y="861"/>
                  </a:lnTo>
                  <a:lnTo>
                    <a:pt x="8" y="860"/>
                  </a:lnTo>
                  <a:lnTo>
                    <a:pt x="9" y="858"/>
                  </a:lnTo>
                  <a:lnTo>
                    <a:pt x="9" y="858"/>
                  </a:lnTo>
                  <a:lnTo>
                    <a:pt x="12" y="830"/>
                  </a:lnTo>
                  <a:lnTo>
                    <a:pt x="17" y="803"/>
                  </a:lnTo>
                  <a:lnTo>
                    <a:pt x="29" y="748"/>
                  </a:lnTo>
                  <a:lnTo>
                    <a:pt x="40" y="693"/>
                  </a:lnTo>
                  <a:lnTo>
                    <a:pt x="53" y="638"/>
                  </a:lnTo>
                  <a:lnTo>
                    <a:pt x="53" y="638"/>
                  </a:lnTo>
                  <a:lnTo>
                    <a:pt x="64" y="580"/>
                  </a:lnTo>
                  <a:lnTo>
                    <a:pt x="77" y="522"/>
                  </a:lnTo>
                  <a:lnTo>
                    <a:pt x="89" y="464"/>
                  </a:lnTo>
                  <a:lnTo>
                    <a:pt x="95" y="435"/>
                  </a:lnTo>
                  <a:lnTo>
                    <a:pt x="99" y="405"/>
                  </a:lnTo>
                  <a:lnTo>
                    <a:pt x="99" y="405"/>
                  </a:lnTo>
                  <a:lnTo>
                    <a:pt x="103" y="379"/>
                  </a:lnTo>
                  <a:lnTo>
                    <a:pt x="107" y="353"/>
                  </a:lnTo>
                  <a:lnTo>
                    <a:pt x="113" y="326"/>
                  </a:lnTo>
                  <a:lnTo>
                    <a:pt x="121" y="301"/>
                  </a:lnTo>
                  <a:lnTo>
                    <a:pt x="121" y="301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66" y="167"/>
                  </a:lnTo>
                  <a:lnTo>
                    <a:pt x="174" y="140"/>
                  </a:lnTo>
                  <a:lnTo>
                    <a:pt x="181" y="112"/>
                  </a:lnTo>
                  <a:lnTo>
                    <a:pt x="186" y="83"/>
                  </a:lnTo>
                  <a:lnTo>
                    <a:pt x="186" y="83"/>
                  </a:lnTo>
                  <a:lnTo>
                    <a:pt x="189" y="60"/>
                  </a:lnTo>
                  <a:lnTo>
                    <a:pt x="190" y="47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6" y="20"/>
                  </a:lnTo>
                  <a:lnTo>
                    <a:pt x="198" y="12"/>
                  </a:lnTo>
                  <a:lnTo>
                    <a:pt x="198" y="5"/>
                  </a:lnTo>
                  <a:lnTo>
                    <a:pt x="198" y="5"/>
                  </a:lnTo>
                  <a:lnTo>
                    <a:pt x="198" y="3"/>
                  </a:lnTo>
                  <a:lnTo>
                    <a:pt x="197" y="2"/>
                  </a:lnTo>
                  <a:lnTo>
                    <a:pt x="196" y="1"/>
                  </a:lnTo>
                  <a:lnTo>
                    <a:pt x="194" y="0"/>
                  </a:lnTo>
                  <a:lnTo>
                    <a:pt x="192" y="1"/>
                  </a:lnTo>
                  <a:lnTo>
                    <a:pt x="191" y="2"/>
                  </a:lnTo>
                  <a:lnTo>
                    <a:pt x="190" y="3"/>
                  </a:lnTo>
                  <a:lnTo>
                    <a:pt x="189" y="5"/>
                  </a:lnTo>
                  <a:lnTo>
                    <a:pt x="189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6" name="Freeform 912"/>
            <p:cNvSpPr/>
            <p:nvPr>
              <p:custDataLst>
                <p:tags r:id="rId12"/>
              </p:custDataLst>
            </p:nvPr>
          </p:nvSpPr>
          <p:spPr bwMode="auto">
            <a:xfrm>
              <a:off x="3494088" y="1250950"/>
              <a:ext cx="98425" cy="452438"/>
            </a:xfrm>
            <a:custGeom>
              <a:avLst/>
              <a:gdLst/>
              <a:ahLst/>
              <a:cxnLst>
                <a:cxn ang="0">
                  <a:pos x="175" y="5"/>
                </a:cxn>
                <a:cxn ang="0">
                  <a:pos x="174" y="29"/>
                </a:cxn>
                <a:cxn ang="0">
                  <a:pos x="159" y="100"/>
                </a:cxn>
                <a:cxn ang="0">
                  <a:pos x="150" y="153"/>
                </a:cxn>
                <a:cxn ang="0">
                  <a:pos x="141" y="207"/>
                </a:cxn>
                <a:cxn ang="0">
                  <a:pos x="121" y="315"/>
                </a:cxn>
                <a:cxn ang="0">
                  <a:pos x="104" y="426"/>
                </a:cxn>
                <a:cxn ang="0">
                  <a:pos x="99" y="449"/>
                </a:cxn>
                <a:cxn ang="0">
                  <a:pos x="93" y="472"/>
                </a:cxn>
                <a:cxn ang="0">
                  <a:pos x="91" y="488"/>
                </a:cxn>
                <a:cxn ang="0">
                  <a:pos x="81" y="531"/>
                </a:cxn>
                <a:cxn ang="0">
                  <a:pos x="51" y="644"/>
                </a:cxn>
                <a:cxn ang="0">
                  <a:pos x="44" y="672"/>
                </a:cxn>
                <a:cxn ang="0">
                  <a:pos x="19" y="753"/>
                </a:cxn>
                <a:cxn ang="0">
                  <a:pos x="13" y="780"/>
                </a:cxn>
                <a:cxn ang="0">
                  <a:pos x="7" y="806"/>
                </a:cxn>
                <a:cxn ang="0">
                  <a:pos x="0" y="838"/>
                </a:cxn>
                <a:cxn ang="0">
                  <a:pos x="0" y="848"/>
                </a:cxn>
                <a:cxn ang="0">
                  <a:pos x="1" y="853"/>
                </a:cxn>
                <a:cxn ang="0">
                  <a:pos x="4" y="854"/>
                </a:cxn>
                <a:cxn ang="0">
                  <a:pos x="7" y="853"/>
                </a:cxn>
                <a:cxn ang="0">
                  <a:pos x="9" y="848"/>
                </a:cxn>
                <a:cxn ang="0">
                  <a:pos x="10" y="837"/>
                </a:cxn>
                <a:cxn ang="0">
                  <a:pos x="18" y="800"/>
                </a:cxn>
                <a:cxn ang="0">
                  <a:pos x="23" y="774"/>
                </a:cxn>
                <a:cxn ang="0">
                  <a:pos x="30" y="747"/>
                </a:cxn>
                <a:cxn ang="0">
                  <a:pos x="63" y="638"/>
                </a:cxn>
                <a:cxn ang="0">
                  <a:pos x="92" y="525"/>
                </a:cxn>
                <a:cxn ang="0">
                  <a:pos x="98" y="500"/>
                </a:cxn>
                <a:cxn ang="0">
                  <a:pos x="102" y="476"/>
                </a:cxn>
                <a:cxn ang="0">
                  <a:pos x="109" y="447"/>
                </a:cxn>
                <a:cxn ang="0">
                  <a:pos x="115" y="419"/>
                </a:cxn>
                <a:cxn ang="0">
                  <a:pos x="131" y="309"/>
                </a:cxn>
                <a:cxn ang="0">
                  <a:pos x="151" y="201"/>
                </a:cxn>
                <a:cxn ang="0">
                  <a:pos x="160" y="147"/>
                </a:cxn>
                <a:cxn ang="0">
                  <a:pos x="170" y="93"/>
                </a:cxn>
                <a:cxn ang="0">
                  <a:pos x="183" y="27"/>
                </a:cxn>
                <a:cxn ang="0">
                  <a:pos x="185" y="5"/>
                </a:cxn>
                <a:cxn ang="0">
                  <a:pos x="184" y="3"/>
                </a:cxn>
                <a:cxn ang="0">
                  <a:pos x="182" y="0"/>
                </a:cxn>
                <a:cxn ang="0">
                  <a:pos x="178" y="0"/>
                </a:cxn>
                <a:cxn ang="0">
                  <a:pos x="176" y="3"/>
                </a:cxn>
                <a:cxn ang="0">
                  <a:pos x="175" y="5"/>
                </a:cxn>
              </a:cxnLst>
              <a:rect l="0" t="0" r="r" b="b"/>
              <a:pathLst>
                <a:path w="185" h="854">
                  <a:moveTo>
                    <a:pt x="175" y="5"/>
                  </a:moveTo>
                  <a:lnTo>
                    <a:pt x="175" y="5"/>
                  </a:lnTo>
                  <a:lnTo>
                    <a:pt x="175" y="17"/>
                  </a:lnTo>
                  <a:lnTo>
                    <a:pt x="174" y="29"/>
                  </a:lnTo>
                  <a:lnTo>
                    <a:pt x="170" y="52"/>
                  </a:lnTo>
                  <a:lnTo>
                    <a:pt x="159" y="100"/>
                  </a:lnTo>
                  <a:lnTo>
                    <a:pt x="159" y="100"/>
                  </a:lnTo>
                  <a:lnTo>
                    <a:pt x="150" y="153"/>
                  </a:lnTo>
                  <a:lnTo>
                    <a:pt x="141" y="207"/>
                  </a:lnTo>
                  <a:lnTo>
                    <a:pt x="141" y="207"/>
                  </a:lnTo>
                  <a:lnTo>
                    <a:pt x="130" y="261"/>
                  </a:lnTo>
                  <a:lnTo>
                    <a:pt x="121" y="315"/>
                  </a:lnTo>
                  <a:lnTo>
                    <a:pt x="104" y="426"/>
                  </a:lnTo>
                  <a:lnTo>
                    <a:pt x="104" y="426"/>
                  </a:lnTo>
                  <a:lnTo>
                    <a:pt x="101" y="437"/>
                  </a:lnTo>
                  <a:lnTo>
                    <a:pt x="99" y="449"/>
                  </a:lnTo>
                  <a:lnTo>
                    <a:pt x="96" y="461"/>
                  </a:lnTo>
                  <a:lnTo>
                    <a:pt x="93" y="472"/>
                  </a:lnTo>
                  <a:lnTo>
                    <a:pt x="93" y="472"/>
                  </a:lnTo>
                  <a:lnTo>
                    <a:pt x="91" y="488"/>
                  </a:lnTo>
                  <a:lnTo>
                    <a:pt x="88" y="502"/>
                  </a:lnTo>
                  <a:lnTo>
                    <a:pt x="81" y="531"/>
                  </a:lnTo>
                  <a:lnTo>
                    <a:pt x="81" y="531"/>
                  </a:lnTo>
                  <a:lnTo>
                    <a:pt x="51" y="644"/>
                  </a:lnTo>
                  <a:lnTo>
                    <a:pt x="51" y="644"/>
                  </a:lnTo>
                  <a:lnTo>
                    <a:pt x="44" y="672"/>
                  </a:lnTo>
                  <a:lnTo>
                    <a:pt x="35" y="699"/>
                  </a:lnTo>
                  <a:lnTo>
                    <a:pt x="19" y="753"/>
                  </a:lnTo>
                  <a:lnTo>
                    <a:pt x="19" y="753"/>
                  </a:lnTo>
                  <a:lnTo>
                    <a:pt x="13" y="780"/>
                  </a:lnTo>
                  <a:lnTo>
                    <a:pt x="7" y="806"/>
                  </a:lnTo>
                  <a:lnTo>
                    <a:pt x="7" y="806"/>
                  </a:lnTo>
                  <a:lnTo>
                    <a:pt x="2" y="828"/>
                  </a:lnTo>
                  <a:lnTo>
                    <a:pt x="0" y="838"/>
                  </a:lnTo>
                  <a:lnTo>
                    <a:pt x="0" y="848"/>
                  </a:lnTo>
                  <a:lnTo>
                    <a:pt x="0" y="848"/>
                  </a:lnTo>
                  <a:lnTo>
                    <a:pt x="0" y="851"/>
                  </a:lnTo>
                  <a:lnTo>
                    <a:pt x="1" y="853"/>
                  </a:lnTo>
                  <a:lnTo>
                    <a:pt x="2" y="853"/>
                  </a:lnTo>
                  <a:lnTo>
                    <a:pt x="4" y="854"/>
                  </a:lnTo>
                  <a:lnTo>
                    <a:pt x="6" y="853"/>
                  </a:lnTo>
                  <a:lnTo>
                    <a:pt x="7" y="853"/>
                  </a:lnTo>
                  <a:lnTo>
                    <a:pt x="8" y="851"/>
                  </a:lnTo>
                  <a:lnTo>
                    <a:pt x="9" y="848"/>
                  </a:lnTo>
                  <a:lnTo>
                    <a:pt x="9" y="848"/>
                  </a:lnTo>
                  <a:lnTo>
                    <a:pt x="10" y="837"/>
                  </a:lnTo>
                  <a:lnTo>
                    <a:pt x="13" y="825"/>
                  </a:lnTo>
                  <a:lnTo>
                    <a:pt x="18" y="800"/>
                  </a:lnTo>
                  <a:lnTo>
                    <a:pt x="18" y="800"/>
                  </a:lnTo>
                  <a:lnTo>
                    <a:pt x="23" y="774"/>
                  </a:lnTo>
                  <a:lnTo>
                    <a:pt x="30" y="747"/>
                  </a:lnTo>
                  <a:lnTo>
                    <a:pt x="30" y="747"/>
                  </a:lnTo>
                  <a:lnTo>
                    <a:pt x="47" y="693"/>
                  </a:lnTo>
                  <a:lnTo>
                    <a:pt x="63" y="638"/>
                  </a:lnTo>
                  <a:lnTo>
                    <a:pt x="63" y="638"/>
                  </a:lnTo>
                  <a:lnTo>
                    <a:pt x="92" y="525"/>
                  </a:lnTo>
                  <a:lnTo>
                    <a:pt x="92" y="525"/>
                  </a:lnTo>
                  <a:lnTo>
                    <a:pt x="98" y="500"/>
                  </a:lnTo>
                  <a:lnTo>
                    <a:pt x="102" y="476"/>
                  </a:lnTo>
                  <a:lnTo>
                    <a:pt x="102" y="476"/>
                  </a:lnTo>
                  <a:lnTo>
                    <a:pt x="105" y="461"/>
                  </a:lnTo>
                  <a:lnTo>
                    <a:pt x="109" y="447"/>
                  </a:lnTo>
                  <a:lnTo>
                    <a:pt x="112" y="433"/>
                  </a:lnTo>
                  <a:lnTo>
                    <a:pt x="115" y="419"/>
                  </a:lnTo>
                  <a:lnTo>
                    <a:pt x="115" y="419"/>
                  </a:lnTo>
                  <a:lnTo>
                    <a:pt x="131" y="309"/>
                  </a:lnTo>
                  <a:lnTo>
                    <a:pt x="141" y="255"/>
                  </a:lnTo>
                  <a:lnTo>
                    <a:pt x="151" y="201"/>
                  </a:lnTo>
                  <a:lnTo>
                    <a:pt x="151" y="201"/>
                  </a:lnTo>
                  <a:lnTo>
                    <a:pt x="160" y="147"/>
                  </a:lnTo>
                  <a:lnTo>
                    <a:pt x="170" y="93"/>
                  </a:lnTo>
                  <a:lnTo>
                    <a:pt x="170" y="93"/>
                  </a:lnTo>
                  <a:lnTo>
                    <a:pt x="180" y="50"/>
                  </a:lnTo>
                  <a:lnTo>
                    <a:pt x="183" y="27"/>
                  </a:lnTo>
                  <a:lnTo>
                    <a:pt x="184" y="16"/>
                  </a:lnTo>
                  <a:lnTo>
                    <a:pt x="185" y="5"/>
                  </a:lnTo>
                  <a:lnTo>
                    <a:pt x="185" y="5"/>
                  </a:lnTo>
                  <a:lnTo>
                    <a:pt x="184" y="3"/>
                  </a:lnTo>
                  <a:lnTo>
                    <a:pt x="183" y="1"/>
                  </a:lnTo>
                  <a:lnTo>
                    <a:pt x="182" y="0"/>
                  </a:lnTo>
                  <a:lnTo>
                    <a:pt x="180" y="0"/>
                  </a:lnTo>
                  <a:lnTo>
                    <a:pt x="178" y="0"/>
                  </a:lnTo>
                  <a:lnTo>
                    <a:pt x="177" y="1"/>
                  </a:lnTo>
                  <a:lnTo>
                    <a:pt x="176" y="3"/>
                  </a:lnTo>
                  <a:lnTo>
                    <a:pt x="175" y="5"/>
                  </a:lnTo>
                  <a:lnTo>
                    <a:pt x="175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7" name="Freeform 913"/>
            <p:cNvSpPr/>
            <p:nvPr>
              <p:custDataLst>
                <p:tags r:id="rId13"/>
              </p:custDataLst>
            </p:nvPr>
          </p:nvSpPr>
          <p:spPr bwMode="auto">
            <a:xfrm>
              <a:off x="3532188" y="1266825"/>
              <a:ext cx="103188" cy="504825"/>
            </a:xfrm>
            <a:custGeom>
              <a:avLst/>
              <a:gdLst/>
              <a:ahLst/>
              <a:cxnLst>
                <a:cxn ang="0">
                  <a:pos x="185" y="5"/>
                </a:cxn>
                <a:cxn ang="0">
                  <a:pos x="181" y="67"/>
                </a:cxn>
                <a:cxn ang="0">
                  <a:pos x="169" y="127"/>
                </a:cxn>
                <a:cxn ang="0">
                  <a:pos x="153" y="187"/>
                </a:cxn>
                <a:cxn ang="0">
                  <a:pos x="136" y="246"/>
                </a:cxn>
                <a:cxn ang="0">
                  <a:pos x="129" y="273"/>
                </a:cxn>
                <a:cxn ang="0">
                  <a:pos x="124" y="327"/>
                </a:cxn>
                <a:cxn ang="0">
                  <a:pos x="123" y="355"/>
                </a:cxn>
                <a:cxn ang="0">
                  <a:pos x="118" y="418"/>
                </a:cxn>
                <a:cxn ang="0">
                  <a:pos x="108" y="481"/>
                </a:cxn>
                <a:cxn ang="0">
                  <a:pos x="101" y="511"/>
                </a:cxn>
                <a:cxn ang="0">
                  <a:pos x="74" y="596"/>
                </a:cxn>
                <a:cxn ang="0">
                  <a:pos x="65" y="627"/>
                </a:cxn>
                <a:cxn ang="0">
                  <a:pos x="53" y="691"/>
                </a:cxn>
                <a:cxn ang="0">
                  <a:pos x="47" y="723"/>
                </a:cxn>
                <a:cxn ang="0">
                  <a:pos x="23" y="846"/>
                </a:cxn>
                <a:cxn ang="0">
                  <a:pos x="20" y="863"/>
                </a:cxn>
                <a:cxn ang="0">
                  <a:pos x="14" y="897"/>
                </a:cxn>
                <a:cxn ang="0">
                  <a:pos x="9" y="913"/>
                </a:cxn>
                <a:cxn ang="0">
                  <a:pos x="6" y="922"/>
                </a:cxn>
                <a:cxn ang="0">
                  <a:pos x="1" y="939"/>
                </a:cxn>
                <a:cxn ang="0">
                  <a:pos x="0" y="949"/>
                </a:cxn>
                <a:cxn ang="0">
                  <a:pos x="2" y="952"/>
                </a:cxn>
                <a:cxn ang="0">
                  <a:pos x="6" y="954"/>
                </a:cxn>
                <a:cxn ang="0">
                  <a:pos x="9" y="952"/>
                </a:cxn>
                <a:cxn ang="0">
                  <a:pos x="11" y="949"/>
                </a:cxn>
                <a:cxn ang="0">
                  <a:pos x="12" y="937"/>
                </a:cxn>
                <a:cxn ang="0">
                  <a:pos x="18" y="914"/>
                </a:cxn>
                <a:cxn ang="0">
                  <a:pos x="21" y="903"/>
                </a:cxn>
                <a:cxn ang="0">
                  <a:pos x="33" y="840"/>
                </a:cxn>
                <a:cxn ang="0">
                  <a:pos x="47" y="774"/>
                </a:cxn>
                <a:cxn ang="0">
                  <a:pos x="59" y="709"/>
                </a:cxn>
                <a:cxn ang="0">
                  <a:pos x="71" y="650"/>
                </a:cxn>
                <a:cxn ang="0">
                  <a:pos x="85" y="591"/>
                </a:cxn>
                <a:cxn ang="0">
                  <a:pos x="94" y="563"/>
                </a:cxn>
                <a:cxn ang="0">
                  <a:pos x="105" y="534"/>
                </a:cxn>
                <a:cxn ang="0">
                  <a:pos x="114" y="500"/>
                </a:cxn>
                <a:cxn ang="0">
                  <a:pos x="120" y="465"/>
                </a:cxn>
                <a:cxn ang="0">
                  <a:pos x="128" y="407"/>
                </a:cxn>
                <a:cxn ang="0">
                  <a:pos x="135" y="320"/>
                </a:cxn>
                <a:cxn ang="0">
                  <a:pos x="143" y="262"/>
                </a:cxn>
                <a:cxn ang="0">
                  <a:pos x="150" y="233"/>
                </a:cxn>
                <a:cxn ang="0">
                  <a:pos x="167" y="177"/>
                </a:cxn>
                <a:cxn ang="0">
                  <a:pos x="181" y="120"/>
                </a:cxn>
                <a:cxn ang="0">
                  <a:pos x="191" y="63"/>
                </a:cxn>
                <a:cxn ang="0">
                  <a:pos x="196" y="5"/>
                </a:cxn>
                <a:cxn ang="0">
                  <a:pos x="195" y="3"/>
                </a:cxn>
                <a:cxn ang="0">
                  <a:pos x="192" y="1"/>
                </a:cxn>
                <a:cxn ang="0">
                  <a:pos x="188" y="1"/>
                </a:cxn>
                <a:cxn ang="0">
                  <a:pos x="186" y="3"/>
                </a:cxn>
                <a:cxn ang="0">
                  <a:pos x="185" y="5"/>
                </a:cxn>
              </a:cxnLst>
              <a:rect l="0" t="0" r="r" b="b"/>
              <a:pathLst>
                <a:path w="196" h="954">
                  <a:moveTo>
                    <a:pt x="185" y="5"/>
                  </a:moveTo>
                  <a:lnTo>
                    <a:pt x="185" y="5"/>
                  </a:lnTo>
                  <a:lnTo>
                    <a:pt x="184" y="36"/>
                  </a:lnTo>
                  <a:lnTo>
                    <a:pt x="181" y="67"/>
                  </a:lnTo>
                  <a:lnTo>
                    <a:pt x="176" y="97"/>
                  </a:lnTo>
                  <a:lnTo>
                    <a:pt x="169" y="127"/>
                  </a:lnTo>
                  <a:lnTo>
                    <a:pt x="162" y="157"/>
                  </a:lnTo>
                  <a:lnTo>
                    <a:pt x="153" y="187"/>
                  </a:lnTo>
                  <a:lnTo>
                    <a:pt x="136" y="246"/>
                  </a:lnTo>
                  <a:lnTo>
                    <a:pt x="136" y="246"/>
                  </a:lnTo>
                  <a:lnTo>
                    <a:pt x="133" y="261"/>
                  </a:lnTo>
                  <a:lnTo>
                    <a:pt x="129" y="273"/>
                  </a:lnTo>
                  <a:lnTo>
                    <a:pt x="126" y="300"/>
                  </a:lnTo>
                  <a:lnTo>
                    <a:pt x="124" y="327"/>
                  </a:lnTo>
                  <a:lnTo>
                    <a:pt x="123" y="355"/>
                  </a:lnTo>
                  <a:lnTo>
                    <a:pt x="123" y="355"/>
                  </a:lnTo>
                  <a:lnTo>
                    <a:pt x="121" y="386"/>
                  </a:lnTo>
                  <a:lnTo>
                    <a:pt x="118" y="418"/>
                  </a:lnTo>
                  <a:lnTo>
                    <a:pt x="113" y="449"/>
                  </a:lnTo>
                  <a:lnTo>
                    <a:pt x="108" y="481"/>
                  </a:lnTo>
                  <a:lnTo>
                    <a:pt x="108" y="481"/>
                  </a:lnTo>
                  <a:lnTo>
                    <a:pt x="101" y="511"/>
                  </a:lnTo>
                  <a:lnTo>
                    <a:pt x="92" y="538"/>
                  </a:lnTo>
                  <a:lnTo>
                    <a:pt x="74" y="596"/>
                  </a:lnTo>
                  <a:lnTo>
                    <a:pt x="74" y="596"/>
                  </a:lnTo>
                  <a:lnTo>
                    <a:pt x="65" y="627"/>
                  </a:lnTo>
                  <a:lnTo>
                    <a:pt x="58" y="659"/>
                  </a:lnTo>
                  <a:lnTo>
                    <a:pt x="53" y="691"/>
                  </a:lnTo>
                  <a:lnTo>
                    <a:pt x="47" y="723"/>
                  </a:lnTo>
                  <a:lnTo>
                    <a:pt x="47" y="723"/>
                  </a:lnTo>
                  <a:lnTo>
                    <a:pt x="34" y="784"/>
                  </a:lnTo>
                  <a:lnTo>
                    <a:pt x="23" y="846"/>
                  </a:lnTo>
                  <a:lnTo>
                    <a:pt x="23" y="846"/>
                  </a:lnTo>
                  <a:lnTo>
                    <a:pt x="20" y="863"/>
                  </a:lnTo>
                  <a:lnTo>
                    <a:pt x="18" y="880"/>
                  </a:lnTo>
                  <a:lnTo>
                    <a:pt x="14" y="897"/>
                  </a:lnTo>
                  <a:lnTo>
                    <a:pt x="12" y="905"/>
                  </a:lnTo>
                  <a:lnTo>
                    <a:pt x="9" y="913"/>
                  </a:lnTo>
                  <a:lnTo>
                    <a:pt x="9" y="913"/>
                  </a:lnTo>
                  <a:lnTo>
                    <a:pt x="6" y="922"/>
                  </a:lnTo>
                  <a:lnTo>
                    <a:pt x="3" y="931"/>
                  </a:lnTo>
                  <a:lnTo>
                    <a:pt x="1" y="939"/>
                  </a:lnTo>
                  <a:lnTo>
                    <a:pt x="0" y="949"/>
                  </a:lnTo>
                  <a:lnTo>
                    <a:pt x="0" y="949"/>
                  </a:lnTo>
                  <a:lnTo>
                    <a:pt x="1" y="951"/>
                  </a:lnTo>
                  <a:lnTo>
                    <a:pt x="2" y="952"/>
                  </a:lnTo>
                  <a:lnTo>
                    <a:pt x="3" y="953"/>
                  </a:lnTo>
                  <a:lnTo>
                    <a:pt x="6" y="954"/>
                  </a:lnTo>
                  <a:lnTo>
                    <a:pt x="7" y="953"/>
                  </a:lnTo>
                  <a:lnTo>
                    <a:pt x="9" y="952"/>
                  </a:lnTo>
                  <a:lnTo>
                    <a:pt x="10" y="951"/>
                  </a:lnTo>
                  <a:lnTo>
                    <a:pt x="11" y="949"/>
                  </a:lnTo>
                  <a:lnTo>
                    <a:pt x="11" y="949"/>
                  </a:lnTo>
                  <a:lnTo>
                    <a:pt x="12" y="937"/>
                  </a:lnTo>
                  <a:lnTo>
                    <a:pt x="15" y="926"/>
                  </a:lnTo>
                  <a:lnTo>
                    <a:pt x="18" y="914"/>
                  </a:lnTo>
                  <a:lnTo>
                    <a:pt x="21" y="903"/>
                  </a:lnTo>
                  <a:lnTo>
                    <a:pt x="21" y="903"/>
                  </a:lnTo>
                  <a:lnTo>
                    <a:pt x="27" y="871"/>
                  </a:lnTo>
                  <a:lnTo>
                    <a:pt x="33" y="840"/>
                  </a:lnTo>
                  <a:lnTo>
                    <a:pt x="33" y="840"/>
                  </a:lnTo>
                  <a:lnTo>
                    <a:pt x="47" y="774"/>
                  </a:lnTo>
                  <a:lnTo>
                    <a:pt x="53" y="741"/>
                  </a:lnTo>
                  <a:lnTo>
                    <a:pt x="59" y="709"/>
                  </a:lnTo>
                  <a:lnTo>
                    <a:pt x="59" y="709"/>
                  </a:lnTo>
                  <a:lnTo>
                    <a:pt x="71" y="650"/>
                  </a:lnTo>
                  <a:lnTo>
                    <a:pt x="77" y="620"/>
                  </a:lnTo>
                  <a:lnTo>
                    <a:pt x="85" y="591"/>
                  </a:lnTo>
                  <a:lnTo>
                    <a:pt x="85" y="591"/>
                  </a:lnTo>
                  <a:lnTo>
                    <a:pt x="94" y="563"/>
                  </a:lnTo>
                  <a:lnTo>
                    <a:pt x="105" y="534"/>
                  </a:lnTo>
                  <a:lnTo>
                    <a:pt x="105" y="534"/>
                  </a:lnTo>
                  <a:lnTo>
                    <a:pt x="110" y="518"/>
                  </a:lnTo>
                  <a:lnTo>
                    <a:pt x="114" y="500"/>
                  </a:lnTo>
                  <a:lnTo>
                    <a:pt x="120" y="465"/>
                  </a:lnTo>
                  <a:lnTo>
                    <a:pt x="120" y="465"/>
                  </a:lnTo>
                  <a:lnTo>
                    <a:pt x="125" y="436"/>
                  </a:lnTo>
                  <a:lnTo>
                    <a:pt x="128" y="407"/>
                  </a:lnTo>
                  <a:lnTo>
                    <a:pt x="133" y="348"/>
                  </a:lnTo>
                  <a:lnTo>
                    <a:pt x="135" y="320"/>
                  </a:lnTo>
                  <a:lnTo>
                    <a:pt x="138" y="291"/>
                  </a:lnTo>
                  <a:lnTo>
                    <a:pt x="143" y="262"/>
                  </a:lnTo>
                  <a:lnTo>
                    <a:pt x="146" y="247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67" y="177"/>
                  </a:lnTo>
                  <a:lnTo>
                    <a:pt x="174" y="149"/>
                  </a:lnTo>
                  <a:lnTo>
                    <a:pt x="181" y="120"/>
                  </a:lnTo>
                  <a:lnTo>
                    <a:pt x="186" y="92"/>
                  </a:lnTo>
                  <a:lnTo>
                    <a:pt x="191" y="63"/>
                  </a:lnTo>
                  <a:lnTo>
                    <a:pt x="195" y="34"/>
                  </a:lnTo>
                  <a:lnTo>
                    <a:pt x="196" y="5"/>
                  </a:lnTo>
                  <a:lnTo>
                    <a:pt x="196" y="5"/>
                  </a:lnTo>
                  <a:lnTo>
                    <a:pt x="195" y="3"/>
                  </a:lnTo>
                  <a:lnTo>
                    <a:pt x="194" y="1"/>
                  </a:lnTo>
                  <a:lnTo>
                    <a:pt x="192" y="1"/>
                  </a:lnTo>
                  <a:lnTo>
                    <a:pt x="190" y="0"/>
                  </a:lnTo>
                  <a:lnTo>
                    <a:pt x="188" y="1"/>
                  </a:lnTo>
                  <a:lnTo>
                    <a:pt x="187" y="1"/>
                  </a:lnTo>
                  <a:lnTo>
                    <a:pt x="186" y="3"/>
                  </a:lnTo>
                  <a:lnTo>
                    <a:pt x="185" y="5"/>
                  </a:lnTo>
                  <a:lnTo>
                    <a:pt x="185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8" name="Freeform 914"/>
            <p:cNvSpPr/>
            <p:nvPr>
              <p:custDataLst>
                <p:tags r:id="rId14"/>
              </p:custDataLst>
            </p:nvPr>
          </p:nvSpPr>
          <p:spPr bwMode="auto">
            <a:xfrm>
              <a:off x="3570288" y="1301750"/>
              <a:ext cx="96838" cy="488950"/>
            </a:xfrm>
            <a:custGeom>
              <a:avLst/>
              <a:gdLst/>
              <a:ahLst/>
              <a:cxnLst>
                <a:cxn ang="0">
                  <a:pos x="175" y="5"/>
                </a:cxn>
                <a:cxn ang="0">
                  <a:pos x="172" y="13"/>
                </a:cxn>
                <a:cxn ang="0">
                  <a:pos x="163" y="30"/>
                </a:cxn>
                <a:cxn ang="0">
                  <a:pos x="161" y="39"/>
                </a:cxn>
                <a:cxn ang="0">
                  <a:pos x="161" y="62"/>
                </a:cxn>
                <a:cxn ang="0">
                  <a:pos x="159" y="87"/>
                </a:cxn>
                <a:cxn ang="0">
                  <a:pos x="149" y="148"/>
                </a:cxn>
                <a:cxn ang="0">
                  <a:pos x="146" y="164"/>
                </a:cxn>
                <a:cxn ang="0">
                  <a:pos x="138" y="193"/>
                </a:cxn>
                <a:cxn ang="0">
                  <a:pos x="135" y="207"/>
                </a:cxn>
                <a:cxn ang="0">
                  <a:pos x="128" y="268"/>
                </a:cxn>
                <a:cxn ang="0">
                  <a:pos x="117" y="361"/>
                </a:cxn>
                <a:cxn ang="0">
                  <a:pos x="106" y="422"/>
                </a:cxn>
                <a:cxn ang="0">
                  <a:pos x="99" y="452"/>
                </a:cxn>
                <a:cxn ang="0">
                  <a:pos x="72" y="538"/>
                </a:cxn>
                <a:cxn ang="0">
                  <a:pos x="64" y="568"/>
                </a:cxn>
                <a:cxn ang="0">
                  <a:pos x="50" y="630"/>
                </a:cxn>
                <a:cxn ang="0">
                  <a:pos x="38" y="691"/>
                </a:cxn>
                <a:cxn ang="0">
                  <a:pos x="15" y="809"/>
                </a:cxn>
                <a:cxn ang="0">
                  <a:pos x="6" y="865"/>
                </a:cxn>
                <a:cxn ang="0">
                  <a:pos x="1" y="906"/>
                </a:cxn>
                <a:cxn ang="0">
                  <a:pos x="0" y="921"/>
                </a:cxn>
                <a:cxn ang="0">
                  <a:pos x="2" y="924"/>
                </a:cxn>
                <a:cxn ang="0">
                  <a:pos x="5" y="925"/>
                </a:cxn>
                <a:cxn ang="0">
                  <a:pos x="8" y="924"/>
                </a:cxn>
                <a:cxn ang="0">
                  <a:pos x="9" y="921"/>
                </a:cxn>
                <a:cxn ang="0">
                  <a:pos x="10" y="906"/>
                </a:cxn>
                <a:cxn ang="0">
                  <a:pos x="13" y="875"/>
                </a:cxn>
                <a:cxn ang="0">
                  <a:pos x="16" y="862"/>
                </a:cxn>
                <a:cxn ang="0">
                  <a:pos x="25" y="803"/>
                </a:cxn>
                <a:cxn ang="0">
                  <a:pos x="31" y="774"/>
                </a:cxn>
                <a:cxn ang="0">
                  <a:pos x="48" y="685"/>
                </a:cxn>
                <a:cxn ang="0">
                  <a:pos x="62" y="623"/>
                </a:cxn>
                <a:cxn ang="0">
                  <a:pos x="75" y="560"/>
                </a:cxn>
                <a:cxn ang="0">
                  <a:pos x="83" y="531"/>
                </a:cxn>
                <a:cxn ang="0">
                  <a:pos x="110" y="446"/>
                </a:cxn>
                <a:cxn ang="0">
                  <a:pos x="117" y="417"/>
                </a:cxn>
                <a:cxn ang="0">
                  <a:pos x="129" y="355"/>
                </a:cxn>
                <a:cxn ang="0">
                  <a:pos x="138" y="262"/>
                </a:cxn>
                <a:cxn ang="0">
                  <a:pos x="145" y="201"/>
                </a:cxn>
                <a:cxn ang="0">
                  <a:pos x="148" y="186"/>
                </a:cxn>
                <a:cxn ang="0">
                  <a:pos x="157" y="157"/>
                </a:cxn>
                <a:cxn ang="0">
                  <a:pos x="161" y="143"/>
                </a:cxn>
                <a:cxn ang="0">
                  <a:pos x="167" y="94"/>
                </a:cxn>
                <a:cxn ang="0">
                  <a:pos x="169" y="70"/>
                </a:cxn>
                <a:cxn ang="0">
                  <a:pos x="171" y="45"/>
                </a:cxn>
                <a:cxn ang="0">
                  <a:pos x="172" y="36"/>
                </a:cxn>
                <a:cxn ang="0">
                  <a:pos x="181" y="17"/>
                </a:cxn>
                <a:cxn ang="0">
                  <a:pos x="185" y="7"/>
                </a:cxn>
                <a:cxn ang="0">
                  <a:pos x="185" y="5"/>
                </a:cxn>
                <a:cxn ang="0">
                  <a:pos x="180" y="1"/>
                </a:cxn>
                <a:cxn ang="0">
                  <a:pos x="177" y="1"/>
                </a:cxn>
                <a:cxn ang="0">
                  <a:pos x="175" y="5"/>
                </a:cxn>
              </a:cxnLst>
              <a:rect l="0" t="0" r="r" b="b"/>
              <a:pathLst>
                <a:path w="185" h="925">
                  <a:moveTo>
                    <a:pt x="175" y="5"/>
                  </a:moveTo>
                  <a:lnTo>
                    <a:pt x="175" y="5"/>
                  </a:lnTo>
                  <a:lnTo>
                    <a:pt x="174" y="9"/>
                  </a:lnTo>
                  <a:lnTo>
                    <a:pt x="172" y="13"/>
                  </a:lnTo>
                  <a:lnTo>
                    <a:pt x="168" y="22"/>
                  </a:lnTo>
                  <a:lnTo>
                    <a:pt x="163" y="30"/>
                  </a:lnTo>
                  <a:lnTo>
                    <a:pt x="162" y="35"/>
                  </a:lnTo>
                  <a:lnTo>
                    <a:pt x="161" y="39"/>
                  </a:lnTo>
                  <a:lnTo>
                    <a:pt x="161" y="39"/>
                  </a:lnTo>
                  <a:lnTo>
                    <a:pt x="161" y="62"/>
                  </a:lnTo>
                  <a:lnTo>
                    <a:pt x="159" y="87"/>
                  </a:lnTo>
                  <a:lnTo>
                    <a:pt x="159" y="87"/>
                  </a:lnTo>
                  <a:lnTo>
                    <a:pt x="155" y="118"/>
                  </a:lnTo>
                  <a:lnTo>
                    <a:pt x="149" y="148"/>
                  </a:lnTo>
                  <a:lnTo>
                    <a:pt x="149" y="148"/>
                  </a:lnTo>
                  <a:lnTo>
                    <a:pt x="146" y="164"/>
                  </a:lnTo>
                  <a:lnTo>
                    <a:pt x="142" y="178"/>
                  </a:lnTo>
                  <a:lnTo>
                    <a:pt x="138" y="193"/>
                  </a:lnTo>
                  <a:lnTo>
                    <a:pt x="135" y="207"/>
                  </a:lnTo>
                  <a:lnTo>
                    <a:pt x="135" y="207"/>
                  </a:lnTo>
                  <a:lnTo>
                    <a:pt x="131" y="238"/>
                  </a:lnTo>
                  <a:lnTo>
                    <a:pt x="128" y="268"/>
                  </a:lnTo>
                  <a:lnTo>
                    <a:pt x="122" y="330"/>
                  </a:lnTo>
                  <a:lnTo>
                    <a:pt x="117" y="361"/>
                  </a:lnTo>
                  <a:lnTo>
                    <a:pt x="112" y="392"/>
                  </a:lnTo>
                  <a:lnTo>
                    <a:pt x="106" y="422"/>
                  </a:lnTo>
                  <a:lnTo>
                    <a:pt x="99" y="452"/>
                  </a:lnTo>
                  <a:lnTo>
                    <a:pt x="99" y="452"/>
                  </a:lnTo>
                  <a:lnTo>
                    <a:pt x="80" y="510"/>
                  </a:lnTo>
                  <a:lnTo>
                    <a:pt x="72" y="538"/>
                  </a:lnTo>
                  <a:lnTo>
                    <a:pt x="64" y="568"/>
                  </a:lnTo>
                  <a:lnTo>
                    <a:pt x="64" y="568"/>
                  </a:lnTo>
                  <a:lnTo>
                    <a:pt x="56" y="599"/>
                  </a:lnTo>
                  <a:lnTo>
                    <a:pt x="50" y="630"/>
                  </a:lnTo>
                  <a:lnTo>
                    <a:pt x="38" y="691"/>
                  </a:lnTo>
                  <a:lnTo>
                    <a:pt x="38" y="691"/>
                  </a:lnTo>
                  <a:lnTo>
                    <a:pt x="25" y="750"/>
                  </a:lnTo>
                  <a:lnTo>
                    <a:pt x="15" y="809"/>
                  </a:lnTo>
                  <a:lnTo>
                    <a:pt x="15" y="809"/>
                  </a:lnTo>
                  <a:lnTo>
                    <a:pt x="6" y="865"/>
                  </a:lnTo>
                  <a:lnTo>
                    <a:pt x="2" y="893"/>
                  </a:lnTo>
                  <a:lnTo>
                    <a:pt x="1" y="906"/>
                  </a:lnTo>
                  <a:lnTo>
                    <a:pt x="0" y="921"/>
                  </a:lnTo>
                  <a:lnTo>
                    <a:pt x="0" y="921"/>
                  </a:lnTo>
                  <a:lnTo>
                    <a:pt x="1" y="923"/>
                  </a:lnTo>
                  <a:lnTo>
                    <a:pt x="2" y="924"/>
                  </a:lnTo>
                  <a:lnTo>
                    <a:pt x="3" y="925"/>
                  </a:lnTo>
                  <a:lnTo>
                    <a:pt x="5" y="925"/>
                  </a:lnTo>
                  <a:lnTo>
                    <a:pt x="7" y="925"/>
                  </a:lnTo>
                  <a:lnTo>
                    <a:pt x="8" y="924"/>
                  </a:lnTo>
                  <a:lnTo>
                    <a:pt x="9" y="923"/>
                  </a:lnTo>
                  <a:lnTo>
                    <a:pt x="9" y="921"/>
                  </a:lnTo>
                  <a:lnTo>
                    <a:pt x="9" y="921"/>
                  </a:lnTo>
                  <a:lnTo>
                    <a:pt x="10" y="906"/>
                  </a:lnTo>
                  <a:lnTo>
                    <a:pt x="11" y="891"/>
                  </a:lnTo>
                  <a:lnTo>
                    <a:pt x="13" y="875"/>
                  </a:lnTo>
                  <a:lnTo>
                    <a:pt x="16" y="862"/>
                  </a:lnTo>
                  <a:lnTo>
                    <a:pt x="16" y="862"/>
                  </a:lnTo>
                  <a:lnTo>
                    <a:pt x="21" y="833"/>
                  </a:lnTo>
                  <a:lnTo>
                    <a:pt x="25" y="803"/>
                  </a:lnTo>
                  <a:lnTo>
                    <a:pt x="25" y="803"/>
                  </a:lnTo>
                  <a:lnTo>
                    <a:pt x="31" y="774"/>
                  </a:lnTo>
                  <a:lnTo>
                    <a:pt x="37" y="744"/>
                  </a:lnTo>
                  <a:lnTo>
                    <a:pt x="48" y="685"/>
                  </a:lnTo>
                  <a:lnTo>
                    <a:pt x="48" y="685"/>
                  </a:lnTo>
                  <a:lnTo>
                    <a:pt x="62" y="623"/>
                  </a:lnTo>
                  <a:lnTo>
                    <a:pt x="68" y="592"/>
                  </a:lnTo>
                  <a:lnTo>
                    <a:pt x="75" y="560"/>
                  </a:lnTo>
                  <a:lnTo>
                    <a:pt x="75" y="560"/>
                  </a:lnTo>
                  <a:lnTo>
                    <a:pt x="83" y="531"/>
                  </a:lnTo>
                  <a:lnTo>
                    <a:pt x="93" y="503"/>
                  </a:lnTo>
                  <a:lnTo>
                    <a:pt x="110" y="446"/>
                  </a:lnTo>
                  <a:lnTo>
                    <a:pt x="110" y="446"/>
                  </a:lnTo>
                  <a:lnTo>
                    <a:pt x="117" y="417"/>
                  </a:lnTo>
                  <a:lnTo>
                    <a:pt x="124" y="386"/>
                  </a:lnTo>
                  <a:lnTo>
                    <a:pt x="129" y="355"/>
                  </a:lnTo>
                  <a:lnTo>
                    <a:pt x="132" y="324"/>
                  </a:lnTo>
                  <a:lnTo>
                    <a:pt x="138" y="262"/>
                  </a:lnTo>
                  <a:lnTo>
                    <a:pt x="141" y="231"/>
                  </a:lnTo>
                  <a:lnTo>
                    <a:pt x="145" y="201"/>
                  </a:lnTo>
                  <a:lnTo>
                    <a:pt x="145" y="201"/>
                  </a:lnTo>
                  <a:lnTo>
                    <a:pt x="148" y="186"/>
                  </a:lnTo>
                  <a:lnTo>
                    <a:pt x="153" y="172"/>
                  </a:lnTo>
                  <a:lnTo>
                    <a:pt x="157" y="157"/>
                  </a:lnTo>
                  <a:lnTo>
                    <a:pt x="161" y="143"/>
                  </a:lnTo>
                  <a:lnTo>
                    <a:pt x="161" y="143"/>
                  </a:lnTo>
                  <a:lnTo>
                    <a:pt x="164" y="119"/>
                  </a:lnTo>
                  <a:lnTo>
                    <a:pt x="167" y="94"/>
                  </a:lnTo>
                  <a:lnTo>
                    <a:pt x="167" y="94"/>
                  </a:lnTo>
                  <a:lnTo>
                    <a:pt x="169" y="70"/>
                  </a:lnTo>
                  <a:lnTo>
                    <a:pt x="171" y="45"/>
                  </a:lnTo>
                  <a:lnTo>
                    <a:pt x="171" y="45"/>
                  </a:lnTo>
                  <a:lnTo>
                    <a:pt x="171" y="40"/>
                  </a:lnTo>
                  <a:lnTo>
                    <a:pt x="172" y="36"/>
                  </a:lnTo>
                  <a:lnTo>
                    <a:pt x="177" y="26"/>
                  </a:lnTo>
                  <a:lnTo>
                    <a:pt x="181" y="17"/>
                  </a:lnTo>
                  <a:lnTo>
                    <a:pt x="183" y="12"/>
                  </a:lnTo>
                  <a:lnTo>
                    <a:pt x="185" y="7"/>
                  </a:lnTo>
                  <a:lnTo>
                    <a:pt x="185" y="7"/>
                  </a:lnTo>
                  <a:lnTo>
                    <a:pt x="185" y="5"/>
                  </a:lnTo>
                  <a:lnTo>
                    <a:pt x="183" y="4"/>
                  </a:lnTo>
                  <a:lnTo>
                    <a:pt x="180" y="1"/>
                  </a:lnTo>
                  <a:lnTo>
                    <a:pt x="179" y="0"/>
                  </a:lnTo>
                  <a:lnTo>
                    <a:pt x="177" y="1"/>
                  </a:lnTo>
                  <a:lnTo>
                    <a:pt x="176" y="3"/>
                  </a:lnTo>
                  <a:lnTo>
                    <a:pt x="175" y="5"/>
                  </a:lnTo>
                  <a:lnTo>
                    <a:pt x="175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299" name="Freeform 915"/>
            <p:cNvSpPr/>
            <p:nvPr>
              <p:custDataLst>
                <p:tags r:id="rId15"/>
              </p:custDataLst>
            </p:nvPr>
          </p:nvSpPr>
          <p:spPr bwMode="auto">
            <a:xfrm>
              <a:off x="3605213" y="1336675"/>
              <a:ext cx="98425" cy="500063"/>
            </a:xfrm>
            <a:custGeom>
              <a:avLst/>
              <a:gdLst/>
              <a:ahLst/>
              <a:cxnLst>
                <a:cxn ang="0">
                  <a:pos x="174" y="4"/>
                </a:cxn>
                <a:cxn ang="0">
                  <a:pos x="173" y="62"/>
                </a:cxn>
                <a:cxn ang="0">
                  <a:pos x="167" y="119"/>
                </a:cxn>
                <a:cxn ang="0">
                  <a:pos x="157" y="179"/>
                </a:cxn>
                <a:cxn ang="0">
                  <a:pos x="147" y="239"/>
                </a:cxn>
                <a:cxn ang="0">
                  <a:pos x="136" y="302"/>
                </a:cxn>
                <a:cxn ang="0">
                  <a:pos x="126" y="365"/>
                </a:cxn>
                <a:cxn ang="0">
                  <a:pos x="118" y="428"/>
                </a:cxn>
                <a:cxn ang="0">
                  <a:pos x="107" y="490"/>
                </a:cxn>
                <a:cxn ang="0">
                  <a:pos x="101" y="519"/>
                </a:cxn>
                <a:cxn ang="0">
                  <a:pos x="78" y="605"/>
                </a:cxn>
                <a:cxn ang="0">
                  <a:pos x="47" y="719"/>
                </a:cxn>
                <a:cxn ang="0">
                  <a:pos x="41" y="747"/>
                </a:cxn>
                <a:cxn ang="0">
                  <a:pos x="32" y="806"/>
                </a:cxn>
                <a:cxn ang="0">
                  <a:pos x="27" y="835"/>
                </a:cxn>
                <a:cxn ang="0">
                  <a:pos x="20" y="859"/>
                </a:cxn>
                <a:cxn ang="0">
                  <a:pos x="5" y="907"/>
                </a:cxn>
                <a:cxn ang="0">
                  <a:pos x="0" y="931"/>
                </a:cxn>
                <a:cxn ang="0">
                  <a:pos x="0" y="933"/>
                </a:cxn>
                <a:cxn ang="0">
                  <a:pos x="0" y="939"/>
                </a:cxn>
                <a:cxn ang="0">
                  <a:pos x="1" y="942"/>
                </a:cxn>
                <a:cxn ang="0">
                  <a:pos x="4" y="943"/>
                </a:cxn>
                <a:cxn ang="0">
                  <a:pos x="7" y="942"/>
                </a:cxn>
                <a:cxn ang="0">
                  <a:pos x="9" y="939"/>
                </a:cxn>
                <a:cxn ang="0">
                  <a:pos x="10" y="924"/>
                </a:cxn>
                <a:cxn ang="0">
                  <a:pos x="16" y="897"/>
                </a:cxn>
                <a:cxn ang="0">
                  <a:pos x="30" y="857"/>
                </a:cxn>
                <a:cxn ang="0">
                  <a:pos x="37" y="829"/>
                </a:cxn>
                <a:cxn ang="0">
                  <a:pos x="42" y="800"/>
                </a:cxn>
                <a:cxn ang="0">
                  <a:pos x="52" y="741"/>
                </a:cxn>
                <a:cxn ang="0">
                  <a:pos x="58" y="712"/>
                </a:cxn>
                <a:cxn ang="0">
                  <a:pos x="90" y="595"/>
                </a:cxn>
                <a:cxn ang="0">
                  <a:pos x="113" y="506"/>
                </a:cxn>
                <a:cxn ang="0">
                  <a:pos x="120" y="476"/>
                </a:cxn>
                <a:cxn ang="0">
                  <a:pos x="129" y="417"/>
                </a:cxn>
                <a:cxn ang="0">
                  <a:pos x="136" y="359"/>
                </a:cxn>
                <a:cxn ang="0">
                  <a:pos x="146" y="296"/>
                </a:cxn>
                <a:cxn ang="0">
                  <a:pos x="158" y="233"/>
                </a:cxn>
                <a:cxn ang="0">
                  <a:pos x="168" y="173"/>
                </a:cxn>
                <a:cxn ang="0">
                  <a:pos x="178" y="113"/>
                </a:cxn>
                <a:cxn ang="0">
                  <a:pos x="184" y="58"/>
                </a:cxn>
                <a:cxn ang="0">
                  <a:pos x="185" y="4"/>
                </a:cxn>
                <a:cxn ang="0">
                  <a:pos x="184" y="2"/>
                </a:cxn>
                <a:cxn ang="0">
                  <a:pos x="182" y="0"/>
                </a:cxn>
                <a:cxn ang="0">
                  <a:pos x="177" y="0"/>
                </a:cxn>
                <a:cxn ang="0">
                  <a:pos x="175" y="2"/>
                </a:cxn>
                <a:cxn ang="0">
                  <a:pos x="174" y="4"/>
                </a:cxn>
              </a:cxnLst>
              <a:rect l="0" t="0" r="r" b="b"/>
              <a:pathLst>
                <a:path w="185" h="943">
                  <a:moveTo>
                    <a:pt x="174" y="4"/>
                  </a:moveTo>
                  <a:lnTo>
                    <a:pt x="174" y="4"/>
                  </a:lnTo>
                  <a:lnTo>
                    <a:pt x="174" y="33"/>
                  </a:lnTo>
                  <a:lnTo>
                    <a:pt x="173" y="62"/>
                  </a:lnTo>
                  <a:lnTo>
                    <a:pt x="171" y="90"/>
                  </a:lnTo>
                  <a:lnTo>
                    <a:pt x="167" y="119"/>
                  </a:lnTo>
                  <a:lnTo>
                    <a:pt x="167" y="119"/>
                  </a:lnTo>
                  <a:lnTo>
                    <a:pt x="157" y="179"/>
                  </a:lnTo>
                  <a:lnTo>
                    <a:pt x="147" y="239"/>
                  </a:lnTo>
                  <a:lnTo>
                    <a:pt x="147" y="239"/>
                  </a:lnTo>
                  <a:lnTo>
                    <a:pt x="142" y="271"/>
                  </a:lnTo>
                  <a:lnTo>
                    <a:pt x="136" y="302"/>
                  </a:lnTo>
                  <a:lnTo>
                    <a:pt x="131" y="334"/>
                  </a:lnTo>
                  <a:lnTo>
                    <a:pt x="126" y="365"/>
                  </a:lnTo>
                  <a:lnTo>
                    <a:pt x="126" y="365"/>
                  </a:lnTo>
                  <a:lnTo>
                    <a:pt x="118" y="428"/>
                  </a:lnTo>
                  <a:lnTo>
                    <a:pt x="112" y="459"/>
                  </a:lnTo>
                  <a:lnTo>
                    <a:pt x="107" y="490"/>
                  </a:lnTo>
                  <a:lnTo>
                    <a:pt x="107" y="490"/>
                  </a:lnTo>
                  <a:lnTo>
                    <a:pt x="101" y="519"/>
                  </a:lnTo>
                  <a:lnTo>
                    <a:pt x="94" y="547"/>
                  </a:lnTo>
                  <a:lnTo>
                    <a:pt x="78" y="605"/>
                  </a:lnTo>
                  <a:lnTo>
                    <a:pt x="62" y="662"/>
                  </a:lnTo>
                  <a:lnTo>
                    <a:pt x="47" y="719"/>
                  </a:lnTo>
                  <a:lnTo>
                    <a:pt x="47" y="719"/>
                  </a:lnTo>
                  <a:lnTo>
                    <a:pt x="41" y="747"/>
                  </a:lnTo>
                  <a:lnTo>
                    <a:pt x="36" y="776"/>
                  </a:lnTo>
                  <a:lnTo>
                    <a:pt x="32" y="806"/>
                  </a:lnTo>
                  <a:lnTo>
                    <a:pt x="27" y="835"/>
                  </a:lnTo>
                  <a:lnTo>
                    <a:pt x="27" y="835"/>
                  </a:lnTo>
                  <a:lnTo>
                    <a:pt x="24" y="848"/>
                  </a:lnTo>
                  <a:lnTo>
                    <a:pt x="20" y="859"/>
                  </a:lnTo>
                  <a:lnTo>
                    <a:pt x="12" y="883"/>
                  </a:lnTo>
                  <a:lnTo>
                    <a:pt x="5" y="907"/>
                  </a:lnTo>
                  <a:lnTo>
                    <a:pt x="2" y="919"/>
                  </a:lnTo>
                  <a:lnTo>
                    <a:pt x="0" y="931"/>
                  </a:lnTo>
                  <a:lnTo>
                    <a:pt x="0" y="931"/>
                  </a:lnTo>
                  <a:lnTo>
                    <a:pt x="0" y="933"/>
                  </a:lnTo>
                  <a:lnTo>
                    <a:pt x="0" y="939"/>
                  </a:lnTo>
                  <a:lnTo>
                    <a:pt x="0" y="939"/>
                  </a:lnTo>
                  <a:lnTo>
                    <a:pt x="0" y="940"/>
                  </a:lnTo>
                  <a:lnTo>
                    <a:pt x="1" y="942"/>
                  </a:lnTo>
                  <a:lnTo>
                    <a:pt x="2" y="943"/>
                  </a:lnTo>
                  <a:lnTo>
                    <a:pt x="4" y="943"/>
                  </a:lnTo>
                  <a:lnTo>
                    <a:pt x="6" y="943"/>
                  </a:lnTo>
                  <a:lnTo>
                    <a:pt x="7" y="942"/>
                  </a:lnTo>
                  <a:lnTo>
                    <a:pt x="8" y="940"/>
                  </a:lnTo>
                  <a:lnTo>
                    <a:pt x="9" y="939"/>
                  </a:lnTo>
                  <a:lnTo>
                    <a:pt x="9" y="939"/>
                  </a:lnTo>
                  <a:lnTo>
                    <a:pt x="10" y="924"/>
                  </a:lnTo>
                  <a:lnTo>
                    <a:pt x="13" y="911"/>
                  </a:lnTo>
                  <a:lnTo>
                    <a:pt x="16" y="897"/>
                  </a:lnTo>
                  <a:lnTo>
                    <a:pt x="21" y="884"/>
                  </a:lnTo>
                  <a:lnTo>
                    <a:pt x="30" y="857"/>
                  </a:lnTo>
                  <a:lnTo>
                    <a:pt x="34" y="843"/>
                  </a:lnTo>
                  <a:lnTo>
                    <a:pt x="37" y="829"/>
                  </a:lnTo>
                  <a:lnTo>
                    <a:pt x="37" y="829"/>
                  </a:lnTo>
                  <a:lnTo>
                    <a:pt x="42" y="800"/>
                  </a:lnTo>
                  <a:lnTo>
                    <a:pt x="47" y="771"/>
                  </a:lnTo>
                  <a:lnTo>
                    <a:pt x="52" y="741"/>
                  </a:lnTo>
                  <a:lnTo>
                    <a:pt x="58" y="712"/>
                  </a:lnTo>
                  <a:lnTo>
                    <a:pt x="58" y="712"/>
                  </a:lnTo>
                  <a:lnTo>
                    <a:pt x="73" y="653"/>
                  </a:lnTo>
                  <a:lnTo>
                    <a:pt x="90" y="595"/>
                  </a:lnTo>
                  <a:lnTo>
                    <a:pt x="106" y="535"/>
                  </a:lnTo>
                  <a:lnTo>
                    <a:pt x="113" y="506"/>
                  </a:lnTo>
                  <a:lnTo>
                    <a:pt x="120" y="476"/>
                  </a:lnTo>
                  <a:lnTo>
                    <a:pt x="120" y="476"/>
                  </a:lnTo>
                  <a:lnTo>
                    <a:pt x="125" y="447"/>
                  </a:lnTo>
                  <a:lnTo>
                    <a:pt x="129" y="417"/>
                  </a:lnTo>
                  <a:lnTo>
                    <a:pt x="136" y="359"/>
                  </a:lnTo>
                  <a:lnTo>
                    <a:pt x="136" y="359"/>
                  </a:lnTo>
                  <a:lnTo>
                    <a:pt x="141" y="327"/>
                  </a:lnTo>
                  <a:lnTo>
                    <a:pt x="146" y="296"/>
                  </a:lnTo>
                  <a:lnTo>
                    <a:pt x="153" y="264"/>
                  </a:lnTo>
                  <a:lnTo>
                    <a:pt x="158" y="233"/>
                  </a:lnTo>
                  <a:lnTo>
                    <a:pt x="158" y="233"/>
                  </a:lnTo>
                  <a:lnTo>
                    <a:pt x="168" y="173"/>
                  </a:lnTo>
                  <a:lnTo>
                    <a:pt x="178" y="113"/>
                  </a:lnTo>
                  <a:lnTo>
                    <a:pt x="178" y="113"/>
                  </a:lnTo>
                  <a:lnTo>
                    <a:pt x="182" y="86"/>
                  </a:lnTo>
                  <a:lnTo>
                    <a:pt x="184" y="58"/>
                  </a:lnTo>
                  <a:lnTo>
                    <a:pt x="184" y="32"/>
                  </a:lnTo>
                  <a:lnTo>
                    <a:pt x="185" y="4"/>
                  </a:lnTo>
                  <a:lnTo>
                    <a:pt x="185" y="4"/>
                  </a:lnTo>
                  <a:lnTo>
                    <a:pt x="184" y="2"/>
                  </a:lnTo>
                  <a:lnTo>
                    <a:pt x="183" y="1"/>
                  </a:lnTo>
                  <a:lnTo>
                    <a:pt x="182" y="0"/>
                  </a:lnTo>
                  <a:lnTo>
                    <a:pt x="180" y="0"/>
                  </a:lnTo>
                  <a:lnTo>
                    <a:pt x="177" y="0"/>
                  </a:lnTo>
                  <a:lnTo>
                    <a:pt x="176" y="1"/>
                  </a:lnTo>
                  <a:lnTo>
                    <a:pt x="175" y="2"/>
                  </a:lnTo>
                  <a:lnTo>
                    <a:pt x="174" y="4"/>
                  </a:lnTo>
                  <a:lnTo>
                    <a:pt x="174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0" name="Freeform 916"/>
            <p:cNvSpPr/>
            <p:nvPr>
              <p:custDataLst>
                <p:tags r:id="rId16"/>
              </p:custDataLst>
            </p:nvPr>
          </p:nvSpPr>
          <p:spPr bwMode="auto">
            <a:xfrm>
              <a:off x="3649663" y="1366838"/>
              <a:ext cx="90488" cy="492125"/>
            </a:xfrm>
            <a:custGeom>
              <a:avLst/>
              <a:gdLst/>
              <a:ahLst/>
              <a:cxnLst>
                <a:cxn ang="0">
                  <a:pos x="162" y="5"/>
                </a:cxn>
                <a:cxn ang="0">
                  <a:pos x="161" y="67"/>
                </a:cxn>
                <a:cxn ang="0">
                  <a:pos x="155" y="128"/>
                </a:cxn>
                <a:cxn ang="0">
                  <a:pos x="151" y="156"/>
                </a:cxn>
                <a:cxn ang="0">
                  <a:pos x="141" y="214"/>
                </a:cxn>
                <a:cxn ang="0">
                  <a:pos x="137" y="243"/>
                </a:cxn>
                <a:cxn ang="0">
                  <a:pos x="123" y="335"/>
                </a:cxn>
                <a:cxn ang="0">
                  <a:pos x="111" y="397"/>
                </a:cxn>
                <a:cxn ang="0">
                  <a:pos x="97" y="457"/>
                </a:cxn>
                <a:cxn ang="0">
                  <a:pos x="87" y="487"/>
                </a:cxn>
                <a:cxn ang="0">
                  <a:pos x="69" y="543"/>
                </a:cxn>
                <a:cxn ang="0">
                  <a:pos x="51" y="599"/>
                </a:cxn>
                <a:cxn ang="0">
                  <a:pos x="48" y="614"/>
                </a:cxn>
                <a:cxn ang="0">
                  <a:pos x="44" y="658"/>
                </a:cxn>
                <a:cxn ang="0">
                  <a:pos x="40" y="702"/>
                </a:cxn>
                <a:cxn ang="0">
                  <a:pos x="38" y="717"/>
                </a:cxn>
                <a:cxn ang="0">
                  <a:pos x="23" y="796"/>
                </a:cxn>
                <a:cxn ang="0">
                  <a:pos x="17" y="822"/>
                </a:cxn>
                <a:cxn ang="0">
                  <a:pos x="12" y="846"/>
                </a:cxn>
                <a:cxn ang="0">
                  <a:pos x="6" y="898"/>
                </a:cxn>
                <a:cxn ang="0">
                  <a:pos x="0" y="924"/>
                </a:cxn>
                <a:cxn ang="0">
                  <a:pos x="0" y="926"/>
                </a:cxn>
                <a:cxn ang="0">
                  <a:pos x="3" y="928"/>
                </a:cxn>
                <a:cxn ang="0">
                  <a:pos x="6" y="929"/>
                </a:cxn>
                <a:cxn ang="0">
                  <a:pos x="9" y="928"/>
                </a:cxn>
                <a:cxn ang="0">
                  <a:pos x="10" y="926"/>
                </a:cxn>
                <a:cxn ang="0">
                  <a:pos x="14" y="902"/>
                </a:cxn>
                <a:cxn ang="0">
                  <a:pos x="20" y="855"/>
                </a:cxn>
                <a:cxn ang="0">
                  <a:pos x="25" y="831"/>
                </a:cxn>
                <a:cxn ang="0">
                  <a:pos x="30" y="805"/>
                </a:cxn>
                <a:cxn ang="0">
                  <a:pos x="45" y="727"/>
                </a:cxn>
                <a:cxn ang="0">
                  <a:pos x="49" y="698"/>
                </a:cxn>
                <a:cxn ang="0">
                  <a:pos x="54" y="640"/>
                </a:cxn>
                <a:cxn ang="0">
                  <a:pos x="58" y="610"/>
                </a:cxn>
                <a:cxn ang="0">
                  <a:pos x="66" y="580"/>
                </a:cxn>
                <a:cxn ang="0">
                  <a:pos x="86" y="519"/>
                </a:cxn>
                <a:cxn ang="0">
                  <a:pos x="97" y="490"/>
                </a:cxn>
                <a:cxn ang="0">
                  <a:pos x="113" y="431"/>
                </a:cxn>
                <a:cxn ang="0">
                  <a:pos x="126" y="372"/>
                </a:cxn>
                <a:cxn ang="0">
                  <a:pos x="137" y="312"/>
                </a:cxn>
                <a:cxn ang="0">
                  <a:pos x="145" y="252"/>
                </a:cxn>
                <a:cxn ang="0">
                  <a:pos x="155" y="186"/>
                </a:cxn>
                <a:cxn ang="0">
                  <a:pos x="166" y="121"/>
                </a:cxn>
                <a:cxn ang="0">
                  <a:pos x="169" y="92"/>
                </a:cxn>
                <a:cxn ang="0">
                  <a:pos x="171" y="34"/>
                </a:cxn>
                <a:cxn ang="0">
                  <a:pos x="171" y="5"/>
                </a:cxn>
                <a:cxn ang="0">
                  <a:pos x="170" y="1"/>
                </a:cxn>
                <a:cxn ang="0">
                  <a:pos x="167" y="0"/>
                </a:cxn>
                <a:cxn ang="0">
                  <a:pos x="164" y="1"/>
                </a:cxn>
                <a:cxn ang="0">
                  <a:pos x="162" y="5"/>
                </a:cxn>
              </a:cxnLst>
              <a:rect l="0" t="0" r="r" b="b"/>
              <a:pathLst>
                <a:path w="171" h="929">
                  <a:moveTo>
                    <a:pt x="162" y="5"/>
                  </a:moveTo>
                  <a:lnTo>
                    <a:pt x="162" y="5"/>
                  </a:lnTo>
                  <a:lnTo>
                    <a:pt x="162" y="36"/>
                  </a:lnTo>
                  <a:lnTo>
                    <a:pt x="161" y="67"/>
                  </a:lnTo>
                  <a:lnTo>
                    <a:pt x="160" y="97"/>
                  </a:lnTo>
                  <a:lnTo>
                    <a:pt x="155" y="128"/>
                  </a:lnTo>
                  <a:lnTo>
                    <a:pt x="155" y="128"/>
                  </a:lnTo>
                  <a:lnTo>
                    <a:pt x="151" y="156"/>
                  </a:lnTo>
                  <a:lnTo>
                    <a:pt x="146" y="185"/>
                  </a:lnTo>
                  <a:lnTo>
                    <a:pt x="141" y="214"/>
                  </a:lnTo>
                  <a:lnTo>
                    <a:pt x="137" y="243"/>
                  </a:lnTo>
                  <a:lnTo>
                    <a:pt x="137" y="243"/>
                  </a:lnTo>
                  <a:lnTo>
                    <a:pt x="129" y="305"/>
                  </a:lnTo>
                  <a:lnTo>
                    <a:pt x="123" y="335"/>
                  </a:lnTo>
                  <a:lnTo>
                    <a:pt x="117" y="366"/>
                  </a:lnTo>
                  <a:lnTo>
                    <a:pt x="111" y="397"/>
                  </a:lnTo>
                  <a:lnTo>
                    <a:pt x="104" y="427"/>
                  </a:lnTo>
                  <a:lnTo>
                    <a:pt x="97" y="457"/>
                  </a:lnTo>
                  <a:lnTo>
                    <a:pt x="87" y="487"/>
                  </a:lnTo>
                  <a:lnTo>
                    <a:pt x="87" y="487"/>
                  </a:lnTo>
                  <a:lnTo>
                    <a:pt x="78" y="515"/>
                  </a:lnTo>
                  <a:lnTo>
                    <a:pt x="69" y="543"/>
                  </a:lnTo>
                  <a:lnTo>
                    <a:pt x="59" y="572"/>
                  </a:lnTo>
                  <a:lnTo>
                    <a:pt x="51" y="599"/>
                  </a:lnTo>
                  <a:lnTo>
                    <a:pt x="51" y="599"/>
                  </a:lnTo>
                  <a:lnTo>
                    <a:pt x="48" y="614"/>
                  </a:lnTo>
                  <a:lnTo>
                    <a:pt x="46" y="628"/>
                  </a:lnTo>
                  <a:lnTo>
                    <a:pt x="44" y="658"/>
                  </a:lnTo>
                  <a:lnTo>
                    <a:pt x="42" y="687"/>
                  </a:lnTo>
                  <a:lnTo>
                    <a:pt x="40" y="702"/>
                  </a:lnTo>
                  <a:lnTo>
                    <a:pt x="38" y="717"/>
                  </a:lnTo>
                  <a:lnTo>
                    <a:pt x="38" y="717"/>
                  </a:lnTo>
                  <a:lnTo>
                    <a:pt x="28" y="769"/>
                  </a:lnTo>
                  <a:lnTo>
                    <a:pt x="23" y="796"/>
                  </a:lnTo>
                  <a:lnTo>
                    <a:pt x="17" y="822"/>
                  </a:lnTo>
                  <a:lnTo>
                    <a:pt x="17" y="822"/>
                  </a:lnTo>
                  <a:lnTo>
                    <a:pt x="15" y="834"/>
                  </a:lnTo>
                  <a:lnTo>
                    <a:pt x="12" y="846"/>
                  </a:lnTo>
                  <a:lnTo>
                    <a:pt x="9" y="872"/>
                  </a:lnTo>
                  <a:lnTo>
                    <a:pt x="6" y="898"/>
                  </a:lnTo>
                  <a:lnTo>
                    <a:pt x="4" y="910"/>
                  </a:lnTo>
                  <a:lnTo>
                    <a:pt x="0" y="924"/>
                  </a:lnTo>
                  <a:lnTo>
                    <a:pt x="0" y="924"/>
                  </a:lnTo>
                  <a:lnTo>
                    <a:pt x="0" y="926"/>
                  </a:lnTo>
                  <a:lnTo>
                    <a:pt x="2" y="927"/>
                  </a:lnTo>
                  <a:lnTo>
                    <a:pt x="3" y="928"/>
                  </a:lnTo>
                  <a:lnTo>
                    <a:pt x="5" y="929"/>
                  </a:lnTo>
                  <a:lnTo>
                    <a:pt x="6" y="929"/>
                  </a:lnTo>
                  <a:lnTo>
                    <a:pt x="8" y="929"/>
                  </a:lnTo>
                  <a:lnTo>
                    <a:pt x="9" y="928"/>
                  </a:lnTo>
                  <a:lnTo>
                    <a:pt x="10" y="926"/>
                  </a:lnTo>
                  <a:lnTo>
                    <a:pt x="10" y="926"/>
                  </a:lnTo>
                  <a:lnTo>
                    <a:pt x="13" y="915"/>
                  </a:lnTo>
                  <a:lnTo>
                    <a:pt x="14" y="902"/>
                  </a:lnTo>
                  <a:lnTo>
                    <a:pt x="17" y="878"/>
                  </a:lnTo>
                  <a:lnTo>
                    <a:pt x="20" y="855"/>
                  </a:lnTo>
                  <a:lnTo>
                    <a:pt x="22" y="842"/>
                  </a:lnTo>
                  <a:lnTo>
                    <a:pt x="25" y="831"/>
                  </a:lnTo>
                  <a:lnTo>
                    <a:pt x="25" y="831"/>
                  </a:lnTo>
                  <a:lnTo>
                    <a:pt x="30" y="805"/>
                  </a:lnTo>
                  <a:lnTo>
                    <a:pt x="36" y="778"/>
                  </a:lnTo>
                  <a:lnTo>
                    <a:pt x="45" y="727"/>
                  </a:lnTo>
                  <a:lnTo>
                    <a:pt x="45" y="727"/>
                  </a:lnTo>
                  <a:lnTo>
                    <a:pt x="49" y="698"/>
                  </a:lnTo>
                  <a:lnTo>
                    <a:pt x="52" y="669"/>
                  </a:lnTo>
                  <a:lnTo>
                    <a:pt x="54" y="640"/>
                  </a:lnTo>
                  <a:lnTo>
                    <a:pt x="58" y="610"/>
                  </a:lnTo>
                  <a:lnTo>
                    <a:pt x="58" y="610"/>
                  </a:lnTo>
                  <a:lnTo>
                    <a:pt x="61" y="595"/>
                  </a:lnTo>
                  <a:lnTo>
                    <a:pt x="66" y="580"/>
                  </a:lnTo>
                  <a:lnTo>
                    <a:pt x="76" y="550"/>
                  </a:lnTo>
                  <a:lnTo>
                    <a:pt x="86" y="519"/>
                  </a:lnTo>
                  <a:lnTo>
                    <a:pt x="97" y="490"/>
                  </a:lnTo>
                  <a:lnTo>
                    <a:pt x="97" y="490"/>
                  </a:lnTo>
                  <a:lnTo>
                    <a:pt x="106" y="461"/>
                  </a:lnTo>
                  <a:lnTo>
                    <a:pt x="113" y="431"/>
                  </a:lnTo>
                  <a:lnTo>
                    <a:pt x="120" y="402"/>
                  </a:lnTo>
                  <a:lnTo>
                    <a:pt x="126" y="372"/>
                  </a:lnTo>
                  <a:lnTo>
                    <a:pt x="132" y="342"/>
                  </a:lnTo>
                  <a:lnTo>
                    <a:pt x="137" y="312"/>
                  </a:lnTo>
                  <a:lnTo>
                    <a:pt x="145" y="252"/>
                  </a:lnTo>
                  <a:lnTo>
                    <a:pt x="145" y="252"/>
                  </a:lnTo>
                  <a:lnTo>
                    <a:pt x="149" y="219"/>
                  </a:lnTo>
                  <a:lnTo>
                    <a:pt x="155" y="186"/>
                  </a:lnTo>
                  <a:lnTo>
                    <a:pt x="161" y="154"/>
                  </a:lnTo>
                  <a:lnTo>
                    <a:pt x="166" y="121"/>
                  </a:lnTo>
                  <a:lnTo>
                    <a:pt x="166" y="121"/>
                  </a:lnTo>
                  <a:lnTo>
                    <a:pt x="169" y="92"/>
                  </a:lnTo>
                  <a:lnTo>
                    <a:pt x="171" y="63"/>
                  </a:lnTo>
                  <a:lnTo>
                    <a:pt x="171" y="34"/>
                  </a:lnTo>
                  <a:lnTo>
                    <a:pt x="171" y="5"/>
                  </a:lnTo>
                  <a:lnTo>
                    <a:pt x="171" y="5"/>
                  </a:lnTo>
                  <a:lnTo>
                    <a:pt x="171" y="2"/>
                  </a:lnTo>
                  <a:lnTo>
                    <a:pt x="170" y="1"/>
                  </a:lnTo>
                  <a:lnTo>
                    <a:pt x="168" y="0"/>
                  </a:lnTo>
                  <a:lnTo>
                    <a:pt x="167" y="0"/>
                  </a:lnTo>
                  <a:lnTo>
                    <a:pt x="165" y="0"/>
                  </a:lnTo>
                  <a:lnTo>
                    <a:pt x="164" y="1"/>
                  </a:lnTo>
                  <a:lnTo>
                    <a:pt x="163" y="2"/>
                  </a:lnTo>
                  <a:lnTo>
                    <a:pt x="162" y="5"/>
                  </a:lnTo>
                  <a:lnTo>
                    <a:pt x="162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1" name="Freeform 917"/>
            <p:cNvSpPr/>
            <p:nvPr>
              <p:custDataLst>
                <p:tags r:id="rId17"/>
              </p:custDataLst>
            </p:nvPr>
          </p:nvSpPr>
          <p:spPr bwMode="auto">
            <a:xfrm>
              <a:off x="3692525" y="1401763"/>
              <a:ext cx="90488" cy="436563"/>
            </a:xfrm>
            <a:custGeom>
              <a:avLst/>
              <a:gdLst/>
              <a:ahLst/>
              <a:cxnLst>
                <a:cxn ang="0">
                  <a:pos x="161" y="5"/>
                </a:cxn>
                <a:cxn ang="0">
                  <a:pos x="157" y="61"/>
                </a:cxn>
                <a:cxn ang="0">
                  <a:pos x="148" y="118"/>
                </a:cxn>
                <a:cxn ang="0">
                  <a:pos x="143" y="143"/>
                </a:cxn>
                <a:cxn ang="0">
                  <a:pos x="130" y="192"/>
                </a:cxn>
                <a:cxn ang="0">
                  <a:pos x="126" y="216"/>
                </a:cxn>
                <a:cxn ang="0">
                  <a:pos x="124" y="236"/>
                </a:cxn>
                <a:cxn ang="0">
                  <a:pos x="124" y="257"/>
                </a:cxn>
                <a:cxn ang="0">
                  <a:pos x="120" y="285"/>
                </a:cxn>
                <a:cxn ang="0">
                  <a:pos x="115" y="314"/>
                </a:cxn>
                <a:cxn ang="0">
                  <a:pos x="97" y="395"/>
                </a:cxn>
                <a:cxn ang="0">
                  <a:pos x="93" y="422"/>
                </a:cxn>
                <a:cxn ang="0">
                  <a:pos x="88" y="472"/>
                </a:cxn>
                <a:cxn ang="0">
                  <a:pos x="82" y="520"/>
                </a:cxn>
                <a:cxn ang="0">
                  <a:pos x="74" y="547"/>
                </a:cxn>
                <a:cxn ang="0">
                  <a:pos x="56" y="599"/>
                </a:cxn>
                <a:cxn ang="0">
                  <a:pos x="47" y="624"/>
                </a:cxn>
                <a:cxn ang="0">
                  <a:pos x="24" y="696"/>
                </a:cxn>
                <a:cxn ang="0">
                  <a:pos x="10" y="745"/>
                </a:cxn>
                <a:cxn ang="0">
                  <a:pos x="2" y="795"/>
                </a:cxn>
                <a:cxn ang="0">
                  <a:pos x="0" y="820"/>
                </a:cxn>
                <a:cxn ang="0">
                  <a:pos x="2" y="823"/>
                </a:cxn>
                <a:cxn ang="0">
                  <a:pos x="5" y="825"/>
                </a:cxn>
                <a:cxn ang="0">
                  <a:pos x="8" y="823"/>
                </a:cxn>
                <a:cxn ang="0">
                  <a:pos x="9" y="820"/>
                </a:cxn>
                <a:cxn ang="0">
                  <a:pos x="11" y="794"/>
                </a:cxn>
                <a:cxn ang="0">
                  <a:pos x="21" y="743"/>
                </a:cxn>
                <a:cxn ang="0">
                  <a:pos x="34" y="693"/>
                </a:cxn>
                <a:cxn ang="0">
                  <a:pos x="58" y="618"/>
                </a:cxn>
                <a:cxn ang="0">
                  <a:pos x="66" y="594"/>
                </a:cxn>
                <a:cxn ang="0">
                  <a:pos x="84" y="547"/>
                </a:cxn>
                <a:cxn ang="0">
                  <a:pos x="90" y="522"/>
                </a:cxn>
                <a:cxn ang="0">
                  <a:pos x="95" y="496"/>
                </a:cxn>
                <a:cxn ang="0">
                  <a:pos x="100" y="443"/>
                </a:cxn>
                <a:cxn ang="0">
                  <a:pos x="103" y="416"/>
                </a:cxn>
                <a:cxn ang="0">
                  <a:pos x="113" y="366"/>
                </a:cxn>
                <a:cxn ang="0">
                  <a:pos x="123" y="316"/>
                </a:cxn>
                <a:cxn ang="0">
                  <a:pos x="133" y="266"/>
                </a:cxn>
                <a:cxn ang="0">
                  <a:pos x="134" y="253"/>
                </a:cxn>
                <a:cxn ang="0">
                  <a:pos x="134" y="226"/>
                </a:cxn>
                <a:cxn ang="0">
                  <a:pos x="136" y="212"/>
                </a:cxn>
                <a:cxn ang="0">
                  <a:pos x="147" y="162"/>
                </a:cxn>
                <a:cxn ang="0">
                  <a:pos x="159" y="112"/>
                </a:cxn>
                <a:cxn ang="0">
                  <a:pos x="163" y="85"/>
                </a:cxn>
                <a:cxn ang="0">
                  <a:pos x="169" y="32"/>
                </a:cxn>
                <a:cxn ang="0">
                  <a:pos x="170" y="5"/>
                </a:cxn>
                <a:cxn ang="0">
                  <a:pos x="169" y="1"/>
                </a:cxn>
                <a:cxn ang="0">
                  <a:pos x="166" y="0"/>
                </a:cxn>
                <a:cxn ang="0">
                  <a:pos x="163" y="1"/>
                </a:cxn>
                <a:cxn ang="0">
                  <a:pos x="161" y="5"/>
                </a:cxn>
              </a:cxnLst>
              <a:rect l="0" t="0" r="r" b="b"/>
              <a:pathLst>
                <a:path w="170" h="825">
                  <a:moveTo>
                    <a:pt x="161" y="5"/>
                  </a:moveTo>
                  <a:lnTo>
                    <a:pt x="161" y="5"/>
                  </a:lnTo>
                  <a:lnTo>
                    <a:pt x="160" y="34"/>
                  </a:lnTo>
                  <a:lnTo>
                    <a:pt x="157" y="61"/>
                  </a:lnTo>
                  <a:lnTo>
                    <a:pt x="153" y="90"/>
                  </a:lnTo>
                  <a:lnTo>
                    <a:pt x="148" y="118"/>
                  </a:lnTo>
                  <a:lnTo>
                    <a:pt x="148" y="118"/>
                  </a:lnTo>
                  <a:lnTo>
                    <a:pt x="143" y="143"/>
                  </a:lnTo>
                  <a:lnTo>
                    <a:pt x="136" y="168"/>
                  </a:lnTo>
                  <a:lnTo>
                    <a:pt x="130" y="192"/>
                  </a:lnTo>
                  <a:lnTo>
                    <a:pt x="126" y="216"/>
                  </a:lnTo>
                  <a:lnTo>
                    <a:pt x="126" y="216"/>
                  </a:lnTo>
                  <a:lnTo>
                    <a:pt x="124" y="227"/>
                  </a:lnTo>
                  <a:lnTo>
                    <a:pt x="124" y="236"/>
                  </a:lnTo>
                  <a:lnTo>
                    <a:pt x="124" y="257"/>
                  </a:lnTo>
                  <a:lnTo>
                    <a:pt x="124" y="257"/>
                  </a:lnTo>
                  <a:lnTo>
                    <a:pt x="123" y="271"/>
                  </a:lnTo>
                  <a:lnTo>
                    <a:pt x="120" y="285"/>
                  </a:lnTo>
                  <a:lnTo>
                    <a:pt x="115" y="314"/>
                  </a:lnTo>
                  <a:lnTo>
                    <a:pt x="115" y="314"/>
                  </a:lnTo>
                  <a:lnTo>
                    <a:pt x="102" y="367"/>
                  </a:lnTo>
                  <a:lnTo>
                    <a:pt x="97" y="395"/>
                  </a:lnTo>
                  <a:lnTo>
                    <a:pt x="93" y="422"/>
                  </a:lnTo>
                  <a:lnTo>
                    <a:pt x="93" y="422"/>
                  </a:lnTo>
                  <a:lnTo>
                    <a:pt x="91" y="447"/>
                  </a:lnTo>
                  <a:lnTo>
                    <a:pt x="88" y="472"/>
                  </a:lnTo>
                  <a:lnTo>
                    <a:pt x="86" y="495"/>
                  </a:lnTo>
                  <a:lnTo>
                    <a:pt x="82" y="520"/>
                  </a:lnTo>
                  <a:lnTo>
                    <a:pt x="82" y="520"/>
                  </a:lnTo>
                  <a:lnTo>
                    <a:pt x="74" y="547"/>
                  </a:lnTo>
                  <a:lnTo>
                    <a:pt x="65" y="573"/>
                  </a:lnTo>
                  <a:lnTo>
                    <a:pt x="56" y="599"/>
                  </a:lnTo>
                  <a:lnTo>
                    <a:pt x="47" y="624"/>
                  </a:lnTo>
                  <a:lnTo>
                    <a:pt x="47" y="624"/>
                  </a:lnTo>
                  <a:lnTo>
                    <a:pt x="31" y="672"/>
                  </a:lnTo>
                  <a:lnTo>
                    <a:pt x="24" y="696"/>
                  </a:lnTo>
                  <a:lnTo>
                    <a:pt x="17" y="720"/>
                  </a:lnTo>
                  <a:lnTo>
                    <a:pt x="10" y="745"/>
                  </a:lnTo>
                  <a:lnTo>
                    <a:pt x="5" y="770"/>
                  </a:lnTo>
                  <a:lnTo>
                    <a:pt x="2" y="795"/>
                  </a:lnTo>
                  <a:lnTo>
                    <a:pt x="0" y="820"/>
                  </a:lnTo>
                  <a:lnTo>
                    <a:pt x="0" y="820"/>
                  </a:lnTo>
                  <a:lnTo>
                    <a:pt x="1" y="822"/>
                  </a:lnTo>
                  <a:lnTo>
                    <a:pt x="2" y="823"/>
                  </a:lnTo>
                  <a:lnTo>
                    <a:pt x="3" y="824"/>
                  </a:lnTo>
                  <a:lnTo>
                    <a:pt x="5" y="825"/>
                  </a:lnTo>
                  <a:lnTo>
                    <a:pt x="6" y="824"/>
                  </a:lnTo>
                  <a:lnTo>
                    <a:pt x="8" y="823"/>
                  </a:lnTo>
                  <a:lnTo>
                    <a:pt x="9" y="822"/>
                  </a:lnTo>
                  <a:lnTo>
                    <a:pt x="9" y="820"/>
                  </a:lnTo>
                  <a:lnTo>
                    <a:pt x="9" y="820"/>
                  </a:lnTo>
                  <a:lnTo>
                    <a:pt x="11" y="794"/>
                  </a:lnTo>
                  <a:lnTo>
                    <a:pt x="15" y="769"/>
                  </a:lnTo>
                  <a:lnTo>
                    <a:pt x="21" y="743"/>
                  </a:lnTo>
                  <a:lnTo>
                    <a:pt x="27" y="717"/>
                  </a:lnTo>
                  <a:lnTo>
                    <a:pt x="34" y="693"/>
                  </a:lnTo>
                  <a:lnTo>
                    <a:pt x="42" y="668"/>
                  </a:lnTo>
                  <a:lnTo>
                    <a:pt x="58" y="618"/>
                  </a:lnTo>
                  <a:lnTo>
                    <a:pt x="58" y="618"/>
                  </a:lnTo>
                  <a:lnTo>
                    <a:pt x="66" y="594"/>
                  </a:lnTo>
                  <a:lnTo>
                    <a:pt x="75" y="571"/>
                  </a:lnTo>
                  <a:lnTo>
                    <a:pt x="84" y="547"/>
                  </a:lnTo>
                  <a:lnTo>
                    <a:pt x="90" y="522"/>
                  </a:lnTo>
                  <a:lnTo>
                    <a:pt x="90" y="522"/>
                  </a:lnTo>
                  <a:lnTo>
                    <a:pt x="93" y="510"/>
                  </a:lnTo>
                  <a:lnTo>
                    <a:pt x="95" y="496"/>
                  </a:lnTo>
                  <a:lnTo>
                    <a:pt x="98" y="469"/>
                  </a:lnTo>
                  <a:lnTo>
                    <a:pt x="100" y="443"/>
                  </a:lnTo>
                  <a:lnTo>
                    <a:pt x="103" y="416"/>
                  </a:lnTo>
                  <a:lnTo>
                    <a:pt x="103" y="416"/>
                  </a:lnTo>
                  <a:lnTo>
                    <a:pt x="107" y="391"/>
                  </a:lnTo>
                  <a:lnTo>
                    <a:pt x="113" y="366"/>
                  </a:lnTo>
                  <a:lnTo>
                    <a:pt x="123" y="316"/>
                  </a:lnTo>
                  <a:lnTo>
                    <a:pt x="123" y="316"/>
                  </a:lnTo>
                  <a:lnTo>
                    <a:pt x="128" y="291"/>
                  </a:lnTo>
                  <a:lnTo>
                    <a:pt x="133" y="266"/>
                  </a:lnTo>
                  <a:lnTo>
                    <a:pt x="133" y="266"/>
                  </a:lnTo>
                  <a:lnTo>
                    <a:pt x="134" y="253"/>
                  </a:lnTo>
                  <a:lnTo>
                    <a:pt x="134" y="239"/>
                  </a:lnTo>
                  <a:lnTo>
                    <a:pt x="134" y="226"/>
                  </a:lnTo>
                  <a:lnTo>
                    <a:pt x="136" y="212"/>
                  </a:lnTo>
                  <a:lnTo>
                    <a:pt x="136" y="212"/>
                  </a:lnTo>
                  <a:lnTo>
                    <a:pt x="141" y="186"/>
                  </a:lnTo>
                  <a:lnTo>
                    <a:pt x="147" y="162"/>
                  </a:lnTo>
                  <a:lnTo>
                    <a:pt x="153" y="137"/>
                  </a:lnTo>
                  <a:lnTo>
                    <a:pt x="159" y="112"/>
                  </a:lnTo>
                  <a:lnTo>
                    <a:pt x="159" y="112"/>
                  </a:lnTo>
                  <a:lnTo>
                    <a:pt x="163" y="85"/>
                  </a:lnTo>
                  <a:lnTo>
                    <a:pt x="167" y="58"/>
                  </a:lnTo>
                  <a:lnTo>
                    <a:pt x="169" y="32"/>
                  </a:lnTo>
                  <a:lnTo>
                    <a:pt x="170" y="5"/>
                  </a:lnTo>
                  <a:lnTo>
                    <a:pt x="170" y="5"/>
                  </a:lnTo>
                  <a:lnTo>
                    <a:pt x="170" y="3"/>
                  </a:lnTo>
                  <a:lnTo>
                    <a:pt x="169" y="1"/>
                  </a:lnTo>
                  <a:lnTo>
                    <a:pt x="168" y="0"/>
                  </a:lnTo>
                  <a:lnTo>
                    <a:pt x="166" y="0"/>
                  </a:lnTo>
                  <a:lnTo>
                    <a:pt x="164" y="0"/>
                  </a:lnTo>
                  <a:lnTo>
                    <a:pt x="163" y="1"/>
                  </a:lnTo>
                  <a:lnTo>
                    <a:pt x="162" y="3"/>
                  </a:lnTo>
                  <a:lnTo>
                    <a:pt x="161" y="5"/>
                  </a:lnTo>
                  <a:lnTo>
                    <a:pt x="161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2" name="Freeform 918"/>
            <p:cNvSpPr/>
            <p:nvPr>
              <p:custDataLst>
                <p:tags r:id="rId18"/>
              </p:custDataLst>
            </p:nvPr>
          </p:nvSpPr>
          <p:spPr bwMode="auto">
            <a:xfrm>
              <a:off x="3751263" y="1443038"/>
              <a:ext cx="66675" cy="360363"/>
            </a:xfrm>
            <a:custGeom>
              <a:avLst/>
              <a:gdLst/>
              <a:ahLst/>
              <a:cxnLst>
                <a:cxn ang="0">
                  <a:pos x="117" y="4"/>
                </a:cxn>
                <a:cxn ang="0">
                  <a:pos x="116" y="50"/>
                </a:cxn>
                <a:cxn ang="0">
                  <a:pos x="108" y="139"/>
                </a:cxn>
                <a:cxn ang="0">
                  <a:pos x="94" y="228"/>
                </a:cxn>
                <a:cxn ang="0">
                  <a:pos x="68" y="361"/>
                </a:cxn>
                <a:cxn ang="0">
                  <a:pos x="63" y="383"/>
                </a:cxn>
                <a:cxn ang="0">
                  <a:pos x="57" y="404"/>
                </a:cxn>
                <a:cxn ang="0">
                  <a:pos x="48" y="432"/>
                </a:cxn>
                <a:cxn ang="0">
                  <a:pos x="47" y="440"/>
                </a:cxn>
                <a:cxn ang="0">
                  <a:pos x="44" y="482"/>
                </a:cxn>
                <a:cxn ang="0">
                  <a:pos x="38" y="523"/>
                </a:cxn>
                <a:cxn ang="0">
                  <a:pos x="32" y="542"/>
                </a:cxn>
                <a:cxn ang="0">
                  <a:pos x="10" y="598"/>
                </a:cxn>
                <a:cxn ang="0">
                  <a:pos x="7" y="608"/>
                </a:cxn>
                <a:cxn ang="0">
                  <a:pos x="2" y="637"/>
                </a:cxn>
                <a:cxn ang="0">
                  <a:pos x="0" y="678"/>
                </a:cxn>
                <a:cxn ang="0">
                  <a:pos x="0" y="680"/>
                </a:cxn>
                <a:cxn ang="0">
                  <a:pos x="3" y="682"/>
                </a:cxn>
                <a:cxn ang="0">
                  <a:pos x="6" y="682"/>
                </a:cxn>
                <a:cxn ang="0">
                  <a:pos x="9" y="680"/>
                </a:cxn>
                <a:cxn ang="0">
                  <a:pos x="9" y="678"/>
                </a:cxn>
                <a:cxn ang="0">
                  <a:pos x="12" y="635"/>
                </a:cxn>
                <a:cxn ang="0">
                  <a:pos x="22" y="594"/>
                </a:cxn>
                <a:cxn ang="0">
                  <a:pos x="36" y="556"/>
                </a:cxn>
                <a:cxn ang="0">
                  <a:pos x="48" y="517"/>
                </a:cxn>
                <a:cxn ang="0">
                  <a:pos x="51" y="501"/>
                </a:cxn>
                <a:cxn ang="0">
                  <a:pos x="56" y="448"/>
                </a:cxn>
                <a:cxn ang="0">
                  <a:pos x="57" y="436"/>
                </a:cxn>
                <a:cxn ang="0">
                  <a:pos x="67" y="398"/>
                </a:cxn>
                <a:cxn ang="0">
                  <a:pos x="77" y="359"/>
                </a:cxn>
                <a:cxn ang="0">
                  <a:pos x="80" y="347"/>
                </a:cxn>
                <a:cxn ang="0">
                  <a:pos x="96" y="262"/>
                </a:cxn>
                <a:cxn ang="0">
                  <a:pos x="112" y="178"/>
                </a:cxn>
                <a:cxn ang="0">
                  <a:pos x="119" y="134"/>
                </a:cxn>
                <a:cxn ang="0">
                  <a:pos x="127" y="48"/>
                </a:cxn>
                <a:cxn ang="0">
                  <a:pos x="128" y="4"/>
                </a:cxn>
                <a:cxn ang="0">
                  <a:pos x="126" y="1"/>
                </a:cxn>
                <a:cxn ang="0">
                  <a:pos x="122" y="0"/>
                </a:cxn>
                <a:cxn ang="0">
                  <a:pos x="119" y="1"/>
                </a:cxn>
                <a:cxn ang="0">
                  <a:pos x="117" y="4"/>
                </a:cxn>
              </a:cxnLst>
              <a:rect l="0" t="0" r="r" b="b"/>
              <a:pathLst>
                <a:path w="128" h="682">
                  <a:moveTo>
                    <a:pt x="117" y="4"/>
                  </a:moveTo>
                  <a:lnTo>
                    <a:pt x="117" y="4"/>
                  </a:lnTo>
                  <a:lnTo>
                    <a:pt x="117" y="27"/>
                  </a:lnTo>
                  <a:lnTo>
                    <a:pt x="116" y="50"/>
                  </a:lnTo>
                  <a:lnTo>
                    <a:pt x="113" y="95"/>
                  </a:lnTo>
                  <a:lnTo>
                    <a:pt x="108" y="139"/>
                  </a:lnTo>
                  <a:lnTo>
                    <a:pt x="101" y="184"/>
                  </a:lnTo>
                  <a:lnTo>
                    <a:pt x="94" y="228"/>
                  </a:lnTo>
                  <a:lnTo>
                    <a:pt x="84" y="273"/>
                  </a:lnTo>
                  <a:lnTo>
                    <a:pt x="68" y="361"/>
                  </a:lnTo>
                  <a:lnTo>
                    <a:pt x="68" y="361"/>
                  </a:lnTo>
                  <a:lnTo>
                    <a:pt x="63" y="383"/>
                  </a:lnTo>
                  <a:lnTo>
                    <a:pt x="57" y="404"/>
                  </a:lnTo>
                  <a:lnTo>
                    <a:pt x="57" y="404"/>
                  </a:lnTo>
                  <a:lnTo>
                    <a:pt x="51" y="422"/>
                  </a:lnTo>
                  <a:lnTo>
                    <a:pt x="48" y="432"/>
                  </a:lnTo>
                  <a:lnTo>
                    <a:pt x="47" y="440"/>
                  </a:lnTo>
                  <a:lnTo>
                    <a:pt x="47" y="440"/>
                  </a:lnTo>
                  <a:lnTo>
                    <a:pt x="46" y="461"/>
                  </a:lnTo>
                  <a:lnTo>
                    <a:pt x="44" y="482"/>
                  </a:lnTo>
                  <a:lnTo>
                    <a:pt x="41" y="503"/>
                  </a:lnTo>
                  <a:lnTo>
                    <a:pt x="38" y="523"/>
                  </a:lnTo>
                  <a:lnTo>
                    <a:pt x="38" y="523"/>
                  </a:lnTo>
                  <a:lnTo>
                    <a:pt x="32" y="542"/>
                  </a:lnTo>
                  <a:lnTo>
                    <a:pt x="24" y="561"/>
                  </a:lnTo>
                  <a:lnTo>
                    <a:pt x="10" y="598"/>
                  </a:lnTo>
                  <a:lnTo>
                    <a:pt x="10" y="598"/>
                  </a:lnTo>
                  <a:lnTo>
                    <a:pt x="7" y="608"/>
                  </a:lnTo>
                  <a:lnTo>
                    <a:pt x="5" y="618"/>
                  </a:lnTo>
                  <a:lnTo>
                    <a:pt x="2" y="637"/>
                  </a:lnTo>
                  <a:lnTo>
                    <a:pt x="0" y="657"/>
                  </a:lnTo>
                  <a:lnTo>
                    <a:pt x="0" y="678"/>
                  </a:lnTo>
                  <a:lnTo>
                    <a:pt x="0" y="678"/>
                  </a:lnTo>
                  <a:lnTo>
                    <a:pt x="0" y="680"/>
                  </a:lnTo>
                  <a:lnTo>
                    <a:pt x="1" y="681"/>
                  </a:lnTo>
                  <a:lnTo>
                    <a:pt x="3" y="682"/>
                  </a:lnTo>
                  <a:lnTo>
                    <a:pt x="4" y="682"/>
                  </a:lnTo>
                  <a:lnTo>
                    <a:pt x="6" y="682"/>
                  </a:lnTo>
                  <a:lnTo>
                    <a:pt x="7" y="681"/>
                  </a:lnTo>
                  <a:lnTo>
                    <a:pt x="9" y="680"/>
                  </a:lnTo>
                  <a:lnTo>
                    <a:pt x="9" y="678"/>
                  </a:lnTo>
                  <a:lnTo>
                    <a:pt x="9" y="678"/>
                  </a:lnTo>
                  <a:lnTo>
                    <a:pt x="10" y="656"/>
                  </a:lnTo>
                  <a:lnTo>
                    <a:pt x="12" y="635"/>
                  </a:lnTo>
                  <a:lnTo>
                    <a:pt x="16" y="615"/>
                  </a:lnTo>
                  <a:lnTo>
                    <a:pt x="22" y="594"/>
                  </a:lnTo>
                  <a:lnTo>
                    <a:pt x="22" y="594"/>
                  </a:lnTo>
                  <a:lnTo>
                    <a:pt x="36" y="556"/>
                  </a:lnTo>
                  <a:lnTo>
                    <a:pt x="43" y="537"/>
                  </a:lnTo>
                  <a:lnTo>
                    <a:pt x="48" y="517"/>
                  </a:lnTo>
                  <a:lnTo>
                    <a:pt x="48" y="517"/>
                  </a:lnTo>
                  <a:lnTo>
                    <a:pt x="51" y="501"/>
                  </a:lnTo>
                  <a:lnTo>
                    <a:pt x="53" y="483"/>
                  </a:lnTo>
                  <a:lnTo>
                    <a:pt x="56" y="448"/>
                  </a:lnTo>
                  <a:lnTo>
                    <a:pt x="56" y="448"/>
                  </a:lnTo>
                  <a:lnTo>
                    <a:pt x="57" y="436"/>
                  </a:lnTo>
                  <a:lnTo>
                    <a:pt x="60" y="422"/>
                  </a:lnTo>
                  <a:lnTo>
                    <a:pt x="67" y="398"/>
                  </a:lnTo>
                  <a:lnTo>
                    <a:pt x="74" y="372"/>
                  </a:lnTo>
                  <a:lnTo>
                    <a:pt x="77" y="359"/>
                  </a:lnTo>
                  <a:lnTo>
                    <a:pt x="80" y="347"/>
                  </a:lnTo>
                  <a:lnTo>
                    <a:pt x="80" y="347"/>
                  </a:lnTo>
                  <a:lnTo>
                    <a:pt x="87" y="305"/>
                  </a:lnTo>
                  <a:lnTo>
                    <a:pt x="96" y="262"/>
                  </a:lnTo>
                  <a:lnTo>
                    <a:pt x="104" y="220"/>
                  </a:lnTo>
                  <a:lnTo>
                    <a:pt x="112" y="178"/>
                  </a:lnTo>
                  <a:lnTo>
                    <a:pt x="112" y="178"/>
                  </a:lnTo>
                  <a:lnTo>
                    <a:pt x="119" y="134"/>
                  </a:lnTo>
                  <a:lnTo>
                    <a:pt x="123" y="92"/>
                  </a:lnTo>
                  <a:lnTo>
                    <a:pt x="127" y="48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7" y="2"/>
                  </a:lnTo>
                  <a:lnTo>
                    <a:pt x="126" y="1"/>
                  </a:lnTo>
                  <a:lnTo>
                    <a:pt x="125" y="0"/>
                  </a:lnTo>
                  <a:lnTo>
                    <a:pt x="122" y="0"/>
                  </a:lnTo>
                  <a:lnTo>
                    <a:pt x="120" y="0"/>
                  </a:lnTo>
                  <a:lnTo>
                    <a:pt x="119" y="1"/>
                  </a:lnTo>
                  <a:lnTo>
                    <a:pt x="118" y="2"/>
                  </a:lnTo>
                  <a:lnTo>
                    <a:pt x="117" y="4"/>
                  </a:lnTo>
                  <a:lnTo>
                    <a:pt x="117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3" name="Freeform 919"/>
            <p:cNvSpPr/>
            <p:nvPr>
              <p:custDataLst>
                <p:tags r:id="rId19"/>
              </p:custDataLst>
            </p:nvPr>
          </p:nvSpPr>
          <p:spPr bwMode="auto">
            <a:xfrm>
              <a:off x="3797300" y="1477963"/>
              <a:ext cx="60325" cy="268288"/>
            </a:xfrm>
            <a:custGeom>
              <a:avLst/>
              <a:gdLst/>
              <a:ahLst/>
              <a:cxnLst>
                <a:cxn ang="0">
                  <a:pos x="114" y="4"/>
                </a:cxn>
                <a:cxn ang="0">
                  <a:pos x="113" y="1"/>
                </a:cxn>
                <a:cxn ang="0">
                  <a:pos x="110" y="0"/>
                </a:cxn>
                <a:cxn ang="0">
                  <a:pos x="106" y="1"/>
                </a:cxn>
                <a:cxn ang="0">
                  <a:pos x="105" y="4"/>
                </a:cxn>
                <a:cxn ang="0">
                  <a:pos x="104" y="38"/>
                </a:cxn>
                <a:cxn ang="0">
                  <a:pos x="94" y="104"/>
                </a:cxn>
                <a:cxn ang="0">
                  <a:pos x="81" y="170"/>
                </a:cxn>
                <a:cxn ang="0">
                  <a:pos x="58" y="268"/>
                </a:cxn>
                <a:cxn ang="0">
                  <a:pos x="47" y="324"/>
                </a:cxn>
                <a:cxn ang="0">
                  <a:pos x="37" y="366"/>
                </a:cxn>
                <a:cxn ang="0">
                  <a:pos x="31" y="379"/>
                </a:cxn>
                <a:cxn ang="0">
                  <a:pos x="28" y="393"/>
                </a:cxn>
                <a:cxn ang="0">
                  <a:pos x="25" y="419"/>
                </a:cxn>
                <a:cxn ang="0">
                  <a:pos x="22" y="433"/>
                </a:cxn>
                <a:cxn ang="0">
                  <a:pos x="8" y="483"/>
                </a:cxn>
                <a:cxn ang="0">
                  <a:pos x="1" y="500"/>
                </a:cxn>
                <a:cxn ang="0">
                  <a:pos x="0" y="504"/>
                </a:cxn>
                <a:cxn ang="0">
                  <a:pos x="5" y="507"/>
                </a:cxn>
                <a:cxn ang="0">
                  <a:pos x="8" y="506"/>
                </a:cxn>
                <a:cxn ang="0">
                  <a:pos x="10" y="505"/>
                </a:cxn>
                <a:cxn ang="0">
                  <a:pos x="25" y="465"/>
                </a:cxn>
                <a:cxn ang="0">
                  <a:pos x="32" y="437"/>
                </a:cxn>
                <a:cxn ang="0">
                  <a:pos x="38" y="409"/>
                </a:cxn>
                <a:cxn ang="0">
                  <a:pos x="39" y="396"/>
                </a:cxn>
                <a:cxn ang="0">
                  <a:pos x="41" y="380"/>
                </a:cxn>
                <a:cxn ang="0">
                  <a:pos x="55" y="335"/>
                </a:cxn>
                <a:cxn ang="0">
                  <a:pos x="59" y="319"/>
                </a:cxn>
                <a:cxn ang="0">
                  <a:pos x="64" y="286"/>
                </a:cxn>
                <a:cxn ang="0">
                  <a:pos x="68" y="271"/>
                </a:cxn>
                <a:cxn ang="0">
                  <a:pos x="96" y="142"/>
                </a:cxn>
                <a:cxn ang="0">
                  <a:pos x="109" y="76"/>
                </a:cxn>
                <a:cxn ang="0">
                  <a:pos x="114" y="10"/>
                </a:cxn>
                <a:cxn ang="0">
                  <a:pos x="114" y="9"/>
                </a:cxn>
              </a:cxnLst>
              <a:rect l="0" t="0" r="r" b="b"/>
              <a:pathLst>
                <a:path w="114" h="507">
                  <a:moveTo>
                    <a:pt x="114" y="4"/>
                  </a:moveTo>
                  <a:lnTo>
                    <a:pt x="114" y="4"/>
                  </a:lnTo>
                  <a:lnTo>
                    <a:pt x="114" y="2"/>
                  </a:lnTo>
                  <a:lnTo>
                    <a:pt x="113" y="1"/>
                  </a:lnTo>
                  <a:lnTo>
                    <a:pt x="111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6" y="1"/>
                  </a:lnTo>
                  <a:lnTo>
                    <a:pt x="105" y="2"/>
                  </a:lnTo>
                  <a:lnTo>
                    <a:pt x="105" y="4"/>
                  </a:lnTo>
                  <a:lnTo>
                    <a:pt x="105" y="4"/>
                  </a:lnTo>
                  <a:lnTo>
                    <a:pt x="104" y="38"/>
                  </a:lnTo>
                  <a:lnTo>
                    <a:pt x="100" y="71"/>
                  </a:lnTo>
                  <a:lnTo>
                    <a:pt x="94" y="104"/>
                  </a:lnTo>
                  <a:lnTo>
                    <a:pt x="88" y="137"/>
                  </a:lnTo>
                  <a:lnTo>
                    <a:pt x="81" y="170"/>
                  </a:lnTo>
                  <a:lnTo>
                    <a:pt x="74" y="203"/>
                  </a:lnTo>
                  <a:lnTo>
                    <a:pt x="58" y="268"/>
                  </a:lnTo>
                  <a:lnTo>
                    <a:pt x="58" y="268"/>
                  </a:lnTo>
                  <a:lnTo>
                    <a:pt x="47" y="324"/>
                  </a:lnTo>
                  <a:lnTo>
                    <a:pt x="40" y="352"/>
                  </a:lnTo>
                  <a:lnTo>
                    <a:pt x="37" y="366"/>
                  </a:lnTo>
                  <a:lnTo>
                    <a:pt x="31" y="379"/>
                  </a:lnTo>
                  <a:lnTo>
                    <a:pt x="31" y="379"/>
                  </a:lnTo>
                  <a:lnTo>
                    <a:pt x="29" y="385"/>
                  </a:lnTo>
                  <a:lnTo>
                    <a:pt x="28" y="393"/>
                  </a:lnTo>
                  <a:lnTo>
                    <a:pt x="26" y="406"/>
                  </a:lnTo>
                  <a:lnTo>
                    <a:pt x="25" y="419"/>
                  </a:lnTo>
                  <a:lnTo>
                    <a:pt x="22" y="433"/>
                  </a:lnTo>
                  <a:lnTo>
                    <a:pt x="22" y="433"/>
                  </a:lnTo>
                  <a:lnTo>
                    <a:pt x="13" y="467"/>
                  </a:lnTo>
                  <a:lnTo>
                    <a:pt x="8" y="483"/>
                  </a:lnTo>
                  <a:lnTo>
                    <a:pt x="1" y="500"/>
                  </a:lnTo>
                  <a:lnTo>
                    <a:pt x="1" y="500"/>
                  </a:lnTo>
                  <a:lnTo>
                    <a:pt x="0" y="502"/>
                  </a:lnTo>
                  <a:lnTo>
                    <a:pt x="0" y="504"/>
                  </a:lnTo>
                  <a:lnTo>
                    <a:pt x="3" y="506"/>
                  </a:lnTo>
                  <a:lnTo>
                    <a:pt x="5" y="507"/>
                  </a:lnTo>
                  <a:lnTo>
                    <a:pt x="7" y="507"/>
                  </a:lnTo>
                  <a:lnTo>
                    <a:pt x="8" y="506"/>
                  </a:lnTo>
                  <a:lnTo>
                    <a:pt x="10" y="505"/>
                  </a:lnTo>
                  <a:lnTo>
                    <a:pt x="10" y="505"/>
                  </a:lnTo>
                  <a:lnTo>
                    <a:pt x="20" y="479"/>
                  </a:lnTo>
                  <a:lnTo>
                    <a:pt x="25" y="465"/>
                  </a:lnTo>
                  <a:lnTo>
                    <a:pt x="29" y="451"/>
                  </a:lnTo>
                  <a:lnTo>
                    <a:pt x="32" y="437"/>
                  </a:lnTo>
                  <a:lnTo>
                    <a:pt x="36" y="424"/>
                  </a:lnTo>
                  <a:lnTo>
                    <a:pt x="38" y="409"/>
                  </a:lnTo>
                  <a:lnTo>
                    <a:pt x="39" y="396"/>
                  </a:lnTo>
                  <a:lnTo>
                    <a:pt x="39" y="396"/>
                  </a:lnTo>
                  <a:lnTo>
                    <a:pt x="40" y="387"/>
                  </a:lnTo>
                  <a:lnTo>
                    <a:pt x="41" y="380"/>
                  </a:lnTo>
                  <a:lnTo>
                    <a:pt x="45" y="365"/>
                  </a:lnTo>
                  <a:lnTo>
                    <a:pt x="55" y="335"/>
                  </a:lnTo>
                  <a:lnTo>
                    <a:pt x="55" y="335"/>
                  </a:lnTo>
                  <a:lnTo>
                    <a:pt x="59" y="319"/>
                  </a:lnTo>
                  <a:lnTo>
                    <a:pt x="62" y="303"/>
                  </a:lnTo>
                  <a:lnTo>
                    <a:pt x="64" y="286"/>
                  </a:lnTo>
                  <a:lnTo>
                    <a:pt x="68" y="271"/>
                  </a:lnTo>
                  <a:lnTo>
                    <a:pt x="68" y="271"/>
                  </a:lnTo>
                  <a:lnTo>
                    <a:pt x="82" y="206"/>
                  </a:lnTo>
                  <a:lnTo>
                    <a:pt x="96" y="142"/>
                  </a:lnTo>
                  <a:lnTo>
                    <a:pt x="103" y="109"/>
                  </a:lnTo>
                  <a:lnTo>
                    <a:pt x="109" y="76"/>
                  </a:lnTo>
                  <a:lnTo>
                    <a:pt x="112" y="43"/>
                  </a:lnTo>
                  <a:lnTo>
                    <a:pt x="114" y="10"/>
                  </a:lnTo>
                  <a:lnTo>
                    <a:pt x="114" y="10"/>
                  </a:lnTo>
                  <a:lnTo>
                    <a:pt x="114" y="9"/>
                  </a:lnTo>
                  <a:lnTo>
                    <a:pt x="114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4" name="Freeform 920"/>
            <p:cNvSpPr/>
            <p:nvPr>
              <p:custDataLst>
                <p:tags r:id="rId20"/>
              </p:custDataLst>
            </p:nvPr>
          </p:nvSpPr>
          <p:spPr bwMode="auto">
            <a:xfrm>
              <a:off x="3857625" y="1504950"/>
              <a:ext cx="33338" cy="190500"/>
            </a:xfrm>
            <a:custGeom>
              <a:avLst/>
              <a:gdLst/>
              <a:ahLst/>
              <a:cxnLst>
                <a:cxn ang="0">
                  <a:pos x="54" y="2"/>
                </a:cxn>
                <a:cxn ang="0">
                  <a:pos x="48" y="11"/>
                </a:cxn>
                <a:cxn ang="0">
                  <a:pos x="45" y="24"/>
                </a:cxn>
                <a:cxn ang="0">
                  <a:pos x="46" y="44"/>
                </a:cxn>
                <a:cxn ang="0">
                  <a:pos x="46" y="50"/>
                </a:cxn>
                <a:cxn ang="0">
                  <a:pos x="42" y="74"/>
                </a:cxn>
                <a:cxn ang="0">
                  <a:pos x="31" y="123"/>
                </a:cxn>
                <a:cxn ang="0">
                  <a:pos x="29" y="147"/>
                </a:cxn>
                <a:cxn ang="0">
                  <a:pos x="28" y="162"/>
                </a:cxn>
                <a:cxn ang="0">
                  <a:pos x="24" y="206"/>
                </a:cxn>
                <a:cxn ang="0">
                  <a:pos x="13" y="265"/>
                </a:cxn>
                <a:cxn ang="0">
                  <a:pos x="11" y="275"/>
                </a:cxn>
                <a:cxn ang="0">
                  <a:pos x="9" y="306"/>
                </a:cxn>
                <a:cxn ang="0">
                  <a:pos x="8" y="319"/>
                </a:cxn>
                <a:cxn ang="0">
                  <a:pos x="0" y="354"/>
                </a:cxn>
                <a:cxn ang="0">
                  <a:pos x="0" y="356"/>
                </a:cxn>
                <a:cxn ang="0">
                  <a:pos x="4" y="360"/>
                </a:cxn>
                <a:cxn ang="0">
                  <a:pos x="7" y="360"/>
                </a:cxn>
                <a:cxn ang="0">
                  <a:pos x="9" y="357"/>
                </a:cxn>
                <a:cxn ang="0">
                  <a:pos x="16" y="325"/>
                </a:cxn>
                <a:cxn ang="0">
                  <a:pos x="19" y="292"/>
                </a:cxn>
                <a:cxn ang="0">
                  <a:pos x="20" y="280"/>
                </a:cxn>
                <a:cxn ang="0">
                  <a:pos x="27" y="240"/>
                </a:cxn>
                <a:cxn ang="0">
                  <a:pos x="35" y="201"/>
                </a:cxn>
                <a:cxn ang="0">
                  <a:pos x="37" y="188"/>
                </a:cxn>
                <a:cxn ang="0">
                  <a:pos x="38" y="161"/>
                </a:cxn>
                <a:cxn ang="0">
                  <a:pos x="40" y="133"/>
                </a:cxn>
                <a:cxn ang="0">
                  <a:pos x="44" y="109"/>
                </a:cxn>
                <a:cxn ang="0">
                  <a:pos x="50" y="85"/>
                </a:cxn>
                <a:cxn ang="0">
                  <a:pos x="57" y="53"/>
                </a:cxn>
                <a:cxn ang="0">
                  <a:pos x="57" y="43"/>
                </a:cxn>
                <a:cxn ang="0">
                  <a:pos x="56" y="24"/>
                </a:cxn>
                <a:cxn ang="0">
                  <a:pos x="56" y="15"/>
                </a:cxn>
                <a:cxn ang="0">
                  <a:pos x="60" y="8"/>
                </a:cxn>
                <a:cxn ang="0">
                  <a:pos x="62" y="7"/>
                </a:cxn>
                <a:cxn ang="0">
                  <a:pos x="62" y="3"/>
                </a:cxn>
                <a:cxn ang="0">
                  <a:pos x="58" y="0"/>
                </a:cxn>
                <a:cxn ang="0">
                  <a:pos x="54" y="2"/>
                </a:cxn>
              </a:cxnLst>
              <a:rect l="0" t="0" r="r" b="b"/>
              <a:pathLst>
                <a:path w="62" h="360">
                  <a:moveTo>
                    <a:pt x="54" y="2"/>
                  </a:moveTo>
                  <a:lnTo>
                    <a:pt x="54" y="2"/>
                  </a:lnTo>
                  <a:lnTo>
                    <a:pt x="50" y="6"/>
                  </a:lnTo>
                  <a:lnTo>
                    <a:pt x="48" y="11"/>
                  </a:lnTo>
                  <a:lnTo>
                    <a:pt x="46" y="17"/>
                  </a:lnTo>
                  <a:lnTo>
                    <a:pt x="45" y="24"/>
                  </a:lnTo>
                  <a:lnTo>
                    <a:pt x="46" y="38"/>
                  </a:lnTo>
                  <a:lnTo>
                    <a:pt x="46" y="44"/>
                  </a:lnTo>
                  <a:lnTo>
                    <a:pt x="46" y="50"/>
                  </a:lnTo>
                  <a:lnTo>
                    <a:pt x="46" y="50"/>
                  </a:lnTo>
                  <a:lnTo>
                    <a:pt x="44" y="62"/>
                  </a:lnTo>
                  <a:lnTo>
                    <a:pt x="42" y="74"/>
                  </a:lnTo>
                  <a:lnTo>
                    <a:pt x="36" y="99"/>
                  </a:lnTo>
                  <a:lnTo>
                    <a:pt x="31" y="123"/>
                  </a:lnTo>
                  <a:lnTo>
                    <a:pt x="29" y="135"/>
                  </a:lnTo>
                  <a:lnTo>
                    <a:pt x="29" y="147"/>
                  </a:lnTo>
                  <a:lnTo>
                    <a:pt x="29" y="147"/>
                  </a:lnTo>
                  <a:lnTo>
                    <a:pt x="28" y="162"/>
                  </a:lnTo>
                  <a:lnTo>
                    <a:pt x="27" y="177"/>
                  </a:lnTo>
                  <a:lnTo>
                    <a:pt x="24" y="206"/>
                  </a:lnTo>
                  <a:lnTo>
                    <a:pt x="19" y="236"/>
                  </a:lnTo>
                  <a:lnTo>
                    <a:pt x="13" y="265"/>
                  </a:lnTo>
                  <a:lnTo>
                    <a:pt x="13" y="265"/>
                  </a:lnTo>
                  <a:lnTo>
                    <a:pt x="11" y="275"/>
                  </a:lnTo>
                  <a:lnTo>
                    <a:pt x="10" y="286"/>
                  </a:lnTo>
                  <a:lnTo>
                    <a:pt x="9" y="306"/>
                  </a:lnTo>
                  <a:lnTo>
                    <a:pt x="9" y="306"/>
                  </a:lnTo>
                  <a:lnTo>
                    <a:pt x="8" y="319"/>
                  </a:lnTo>
                  <a:lnTo>
                    <a:pt x="5" y="331"/>
                  </a:lnTo>
                  <a:lnTo>
                    <a:pt x="0" y="354"/>
                  </a:lnTo>
                  <a:lnTo>
                    <a:pt x="0" y="354"/>
                  </a:lnTo>
                  <a:lnTo>
                    <a:pt x="0" y="356"/>
                  </a:lnTo>
                  <a:lnTo>
                    <a:pt x="1" y="358"/>
                  </a:lnTo>
                  <a:lnTo>
                    <a:pt x="4" y="360"/>
                  </a:lnTo>
                  <a:lnTo>
                    <a:pt x="6" y="360"/>
                  </a:lnTo>
                  <a:lnTo>
                    <a:pt x="7" y="360"/>
                  </a:lnTo>
                  <a:lnTo>
                    <a:pt x="8" y="359"/>
                  </a:lnTo>
                  <a:lnTo>
                    <a:pt x="9" y="357"/>
                  </a:lnTo>
                  <a:lnTo>
                    <a:pt x="9" y="357"/>
                  </a:lnTo>
                  <a:lnTo>
                    <a:pt x="16" y="325"/>
                  </a:lnTo>
                  <a:lnTo>
                    <a:pt x="18" y="309"/>
                  </a:lnTo>
                  <a:lnTo>
                    <a:pt x="19" y="292"/>
                  </a:lnTo>
                  <a:lnTo>
                    <a:pt x="19" y="292"/>
                  </a:lnTo>
                  <a:lnTo>
                    <a:pt x="20" y="280"/>
                  </a:lnTo>
                  <a:lnTo>
                    <a:pt x="22" y="266"/>
                  </a:lnTo>
                  <a:lnTo>
                    <a:pt x="27" y="240"/>
                  </a:lnTo>
                  <a:lnTo>
                    <a:pt x="33" y="215"/>
                  </a:lnTo>
                  <a:lnTo>
                    <a:pt x="35" y="201"/>
                  </a:lnTo>
                  <a:lnTo>
                    <a:pt x="37" y="188"/>
                  </a:lnTo>
                  <a:lnTo>
                    <a:pt x="37" y="188"/>
                  </a:lnTo>
                  <a:lnTo>
                    <a:pt x="38" y="174"/>
                  </a:lnTo>
                  <a:lnTo>
                    <a:pt x="38" y="161"/>
                  </a:lnTo>
                  <a:lnTo>
                    <a:pt x="39" y="146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4" y="109"/>
                  </a:lnTo>
                  <a:lnTo>
                    <a:pt x="50" y="85"/>
                  </a:lnTo>
                  <a:lnTo>
                    <a:pt x="50" y="85"/>
                  </a:lnTo>
                  <a:lnTo>
                    <a:pt x="55" y="65"/>
                  </a:lnTo>
                  <a:lnTo>
                    <a:pt x="57" y="53"/>
                  </a:lnTo>
                  <a:lnTo>
                    <a:pt x="57" y="43"/>
                  </a:lnTo>
                  <a:lnTo>
                    <a:pt x="57" y="43"/>
                  </a:lnTo>
                  <a:lnTo>
                    <a:pt x="56" y="34"/>
                  </a:lnTo>
                  <a:lnTo>
                    <a:pt x="56" y="24"/>
                  </a:lnTo>
                  <a:lnTo>
                    <a:pt x="56" y="19"/>
                  </a:lnTo>
                  <a:lnTo>
                    <a:pt x="56" y="15"/>
                  </a:lnTo>
                  <a:lnTo>
                    <a:pt x="58" y="11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2" y="7"/>
                  </a:lnTo>
                  <a:lnTo>
                    <a:pt x="62" y="5"/>
                  </a:lnTo>
                  <a:lnTo>
                    <a:pt x="62" y="3"/>
                  </a:lnTo>
                  <a:lnTo>
                    <a:pt x="61" y="2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4" y="2"/>
                  </a:lnTo>
                  <a:lnTo>
                    <a:pt x="54" y="2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5" name="Freeform 921"/>
            <p:cNvSpPr/>
            <p:nvPr>
              <p:custDataLst>
                <p:tags r:id="rId21"/>
              </p:custDataLst>
            </p:nvPr>
          </p:nvSpPr>
          <p:spPr bwMode="auto">
            <a:xfrm>
              <a:off x="3883025" y="1544638"/>
              <a:ext cx="22225" cy="130175"/>
            </a:xfrm>
            <a:custGeom>
              <a:avLst/>
              <a:gdLst/>
              <a:ahLst/>
              <a:cxnLst>
                <a:cxn ang="0">
                  <a:pos x="33" y="4"/>
                </a:cxn>
                <a:cxn ang="0">
                  <a:pos x="33" y="4"/>
                </a:cxn>
                <a:cxn ang="0">
                  <a:pos x="33" y="37"/>
                </a:cxn>
                <a:cxn ang="0">
                  <a:pos x="29" y="69"/>
                </a:cxn>
                <a:cxn ang="0">
                  <a:pos x="25" y="101"/>
                </a:cxn>
                <a:cxn ang="0">
                  <a:pos x="23" y="117"/>
                </a:cxn>
                <a:cxn ang="0">
                  <a:pos x="19" y="133"/>
                </a:cxn>
                <a:cxn ang="0">
                  <a:pos x="19" y="133"/>
                </a:cxn>
                <a:cxn ang="0">
                  <a:pos x="13" y="156"/>
                </a:cxn>
                <a:cxn ang="0">
                  <a:pos x="11" y="167"/>
                </a:cxn>
                <a:cxn ang="0">
                  <a:pos x="10" y="179"/>
                </a:cxn>
                <a:cxn ang="0">
                  <a:pos x="10" y="179"/>
                </a:cxn>
                <a:cxn ang="0">
                  <a:pos x="8" y="194"/>
                </a:cxn>
                <a:cxn ang="0">
                  <a:pos x="5" y="210"/>
                </a:cxn>
                <a:cxn ang="0">
                  <a:pos x="2" y="225"/>
                </a:cxn>
                <a:cxn ang="0">
                  <a:pos x="0" y="242"/>
                </a:cxn>
                <a:cxn ang="0">
                  <a:pos x="0" y="242"/>
                </a:cxn>
                <a:cxn ang="0">
                  <a:pos x="0" y="244"/>
                </a:cxn>
                <a:cxn ang="0">
                  <a:pos x="1" y="245"/>
                </a:cxn>
                <a:cxn ang="0">
                  <a:pos x="3" y="246"/>
                </a:cxn>
                <a:cxn ang="0">
                  <a:pos x="4" y="246"/>
                </a:cxn>
                <a:cxn ang="0">
                  <a:pos x="6" y="246"/>
                </a:cxn>
                <a:cxn ang="0">
                  <a:pos x="8" y="245"/>
                </a:cxn>
                <a:cxn ang="0">
                  <a:pos x="9" y="244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11" y="227"/>
                </a:cxn>
                <a:cxn ang="0">
                  <a:pos x="14" y="214"/>
                </a:cxn>
                <a:cxn ang="0">
                  <a:pos x="17" y="199"/>
                </a:cxn>
                <a:cxn ang="0">
                  <a:pos x="18" y="193"/>
                </a:cxn>
                <a:cxn ang="0">
                  <a:pos x="18" y="186"/>
                </a:cxn>
                <a:cxn ang="0">
                  <a:pos x="18" y="186"/>
                </a:cxn>
                <a:cxn ang="0">
                  <a:pos x="19" y="177"/>
                </a:cxn>
                <a:cxn ang="0">
                  <a:pos x="20" y="169"/>
                </a:cxn>
                <a:cxn ang="0">
                  <a:pos x="24" y="152"/>
                </a:cxn>
                <a:cxn ang="0">
                  <a:pos x="28" y="135"/>
                </a:cxn>
                <a:cxn ang="0">
                  <a:pos x="32" y="119"/>
                </a:cxn>
                <a:cxn ang="0">
                  <a:pos x="32" y="119"/>
                </a:cxn>
                <a:cxn ang="0">
                  <a:pos x="37" y="90"/>
                </a:cxn>
                <a:cxn ang="0">
                  <a:pos x="40" y="62"/>
                </a:cxn>
                <a:cxn ang="0">
                  <a:pos x="42" y="33"/>
                </a:cxn>
                <a:cxn ang="0">
                  <a:pos x="42" y="4"/>
                </a:cxn>
                <a:cxn ang="0">
                  <a:pos x="42" y="4"/>
                </a:cxn>
                <a:cxn ang="0">
                  <a:pos x="42" y="2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5" y="1"/>
                </a:cxn>
                <a:cxn ang="0">
                  <a:pos x="34" y="2"/>
                </a:cxn>
                <a:cxn ang="0">
                  <a:pos x="33" y="4"/>
                </a:cxn>
                <a:cxn ang="0">
                  <a:pos x="33" y="4"/>
                </a:cxn>
              </a:cxnLst>
              <a:rect l="0" t="0" r="r" b="b"/>
              <a:pathLst>
                <a:path w="42" h="246">
                  <a:moveTo>
                    <a:pt x="33" y="4"/>
                  </a:moveTo>
                  <a:lnTo>
                    <a:pt x="33" y="4"/>
                  </a:lnTo>
                  <a:lnTo>
                    <a:pt x="33" y="37"/>
                  </a:lnTo>
                  <a:lnTo>
                    <a:pt x="29" y="69"/>
                  </a:lnTo>
                  <a:lnTo>
                    <a:pt x="25" y="101"/>
                  </a:lnTo>
                  <a:lnTo>
                    <a:pt x="23" y="117"/>
                  </a:lnTo>
                  <a:lnTo>
                    <a:pt x="19" y="133"/>
                  </a:lnTo>
                  <a:lnTo>
                    <a:pt x="19" y="133"/>
                  </a:lnTo>
                  <a:lnTo>
                    <a:pt x="13" y="156"/>
                  </a:lnTo>
                  <a:lnTo>
                    <a:pt x="11" y="167"/>
                  </a:lnTo>
                  <a:lnTo>
                    <a:pt x="10" y="179"/>
                  </a:lnTo>
                  <a:lnTo>
                    <a:pt x="10" y="179"/>
                  </a:lnTo>
                  <a:lnTo>
                    <a:pt x="8" y="194"/>
                  </a:lnTo>
                  <a:lnTo>
                    <a:pt x="5" y="210"/>
                  </a:lnTo>
                  <a:lnTo>
                    <a:pt x="2" y="225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0" y="244"/>
                  </a:lnTo>
                  <a:lnTo>
                    <a:pt x="1" y="245"/>
                  </a:lnTo>
                  <a:lnTo>
                    <a:pt x="3" y="246"/>
                  </a:lnTo>
                  <a:lnTo>
                    <a:pt x="4" y="246"/>
                  </a:lnTo>
                  <a:lnTo>
                    <a:pt x="6" y="246"/>
                  </a:lnTo>
                  <a:lnTo>
                    <a:pt x="8" y="245"/>
                  </a:lnTo>
                  <a:lnTo>
                    <a:pt x="9" y="244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11" y="227"/>
                  </a:lnTo>
                  <a:lnTo>
                    <a:pt x="14" y="214"/>
                  </a:lnTo>
                  <a:lnTo>
                    <a:pt x="17" y="199"/>
                  </a:lnTo>
                  <a:lnTo>
                    <a:pt x="18" y="193"/>
                  </a:lnTo>
                  <a:lnTo>
                    <a:pt x="18" y="186"/>
                  </a:lnTo>
                  <a:lnTo>
                    <a:pt x="18" y="186"/>
                  </a:lnTo>
                  <a:lnTo>
                    <a:pt x="19" y="177"/>
                  </a:lnTo>
                  <a:lnTo>
                    <a:pt x="20" y="169"/>
                  </a:lnTo>
                  <a:lnTo>
                    <a:pt x="24" y="152"/>
                  </a:lnTo>
                  <a:lnTo>
                    <a:pt x="28" y="135"/>
                  </a:lnTo>
                  <a:lnTo>
                    <a:pt x="32" y="119"/>
                  </a:lnTo>
                  <a:lnTo>
                    <a:pt x="32" y="119"/>
                  </a:lnTo>
                  <a:lnTo>
                    <a:pt x="37" y="90"/>
                  </a:lnTo>
                  <a:lnTo>
                    <a:pt x="40" y="62"/>
                  </a:lnTo>
                  <a:lnTo>
                    <a:pt x="42" y="33"/>
                  </a:lnTo>
                  <a:lnTo>
                    <a:pt x="42" y="4"/>
                  </a:lnTo>
                  <a:lnTo>
                    <a:pt x="42" y="4"/>
                  </a:lnTo>
                  <a:lnTo>
                    <a:pt x="42" y="2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5" y="1"/>
                  </a:lnTo>
                  <a:lnTo>
                    <a:pt x="34" y="2"/>
                  </a:lnTo>
                  <a:lnTo>
                    <a:pt x="33" y="4"/>
                  </a:lnTo>
                  <a:lnTo>
                    <a:pt x="33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6" name="Freeform 922"/>
            <p:cNvSpPr/>
            <p:nvPr>
              <p:custDataLst>
                <p:tags r:id="rId22"/>
              </p:custDataLst>
            </p:nvPr>
          </p:nvSpPr>
          <p:spPr bwMode="auto">
            <a:xfrm>
              <a:off x="3454400" y="1239838"/>
              <a:ext cx="25400" cy="6508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12"/>
                </a:cxn>
                <a:cxn ang="0">
                  <a:pos x="36" y="19"/>
                </a:cxn>
                <a:cxn ang="0">
                  <a:pos x="31" y="34"/>
                </a:cxn>
                <a:cxn ang="0">
                  <a:pos x="26" y="47"/>
                </a:cxn>
                <a:cxn ang="0">
                  <a:pos x="18" y="62"/>
                </a:cxn>
                <a:cxn ang="0">
                  <a:pos x="12" y="75"/>
                </a:cxn>
                <a:cxn ang="0">
                  <a:pos x="6" y="89"/>
                </a:cxn>
                <a:cxn ang="0">
                  <a:pos x="2" y="103"/>
                </a:cxn>
                <a:cxn ang="0">
                  <a:pos x="1" y="110"/>
                </a:cxn>
                <a:cxn ang="0">
                  <a:pos x="0" y="117"/>
                </a:cxn>
                <a:cxn ang="0">
                  <a:pos x="0" y="117"/>
                </a:cxn>
                <a:cxn ang="0">
                  <a:pos x="0" y="120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0"/>
                </a:cxn>
                <a:cxn ang="0">
                  <a:pos x="9" y="117"/>
                </a:cxn>
                <a:cxn ang="0">
                  <a:pos x="9" y="117"/>
                </a:cxn>
                <a:cxn ang="0">
                  <a:pos x="10" y="109"/>
                </a:cxn>
                <a:cxn ang="0">
                  <a:pos x="12" y="101"/>
                </a:cxn>
                <a:cxn ang="0">
                  <a:pos x="15" y="94"/>
                </a:cxn>
                <a:cxn ang="0">
                  <a:pos x="19" y="86"/>
                </a:cxn>
                <a:cxn ang="0">
                  <a:pos x="27" y="73"/>
                </a:cxn>
                <a:cxn ang="0">
                  <a:pos x="30" y="65"/>
                </a:cxn>
                <a:cxn ang="0">
                  <a:pos x="33" y="58"/>
                </a:cxn>
                <a:cxn ang="0">
                  <a:pos x="33" y="58"/>
                </a:cxn>
                <a:cxn ang="0">
                  <a:pos x="42" y="32"/>
                </a:cxn>
                <a:cxn ang="0">
                  <a:pos x="45" y="18"/>
                </a:cxn>
                <a:cxn ang="0">
                  <a:pos x="47" y="4"/>
                </a:cxn>
                <a:cxn ang="0">
                  <a:pos x="47" y="4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4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7" h="123">
                  <a:moveTo>
                    <a:pt x="38" y="4"/>
                  </a:moveTo>
                  <a:lnTo>
                    <a:pt x="38" y="4"/>
                  </a:lnTo>
                  <a:lnTo>
                    <a:pt x="37" y="12"/>
                  </a:lnTo>
                  <a:lnTo>
                    <a:pt x="36" y="19"/>
                  </a:lnTo>
                  <a:lnTo>
                    <a:pt x="31" y="34"/>
                  </a:lnTo>
                  <a:lnTo>
                    <a:pt x="26" y="47"/>
                  </a:lnTo>
                  <a:lnTo>
                    <a:pt x="18" y="62"/>
                  </a:lnTo>
                  <a:lnTo>
                    <a:pt x="12" y="75"/>
                  </a:lnTo>
                  <a:lnTo>
                    <a:pt x="6" y="89"/>
                  </a:lnTo>
                  <a:lnTo>
                    <a:pt x="2" y="103"/>
                  </a:lnTo>
                  <a:lnTo>
                    <a:pt x="1" y="110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0" y="120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0"/>
                  </a:lnTo>
                  <a:lnTo>
                    <a:pt x="9" y="117"/>
                  </a:lnTo>
                  <a:lnTo>
                    <a:pt x="9" y="117"/>
                  </a:lnTo>
                  <a:lnTo>
                    <a:pt x="10" y="109"/>
                  </a:lnTo>
                  <a:lnTo>
                    <a:pt x="12" y="101"/>
                  </a:lnTo>
                  <a:lnTo>
                    <a:pt x="15" y="94"/>
                  </a:lnTo>
                  <a:lnTo>
                    <a:pt x="19" y="86"/>
                  </a:lnTo>
                  <a:lnTo>
                    <a:pt x="27" y="73"/>
                  </a:lnTo>
                  <a:lnTo>
                    <a:pt x="30" y="65"/>
                  </a:lnTo>
                  <a:lnTo>
                    <a:pt x="33" y="58"/>
                  </a:lnTo>
                  <a:lnTo>
                    <a:pt x="33" y="58"/>
                  </a:lnTo>
                  <a:lnTo>
                    <a:pt x="42" y="32"/>
                  </a:lnTo>
                  <a:lnTo>
                    <a:pt x="45" y="18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4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7" name="Freeform 923"/>
            <p:cNvSpPr/>
            <p:nvPr>
              <p:custDataLst>
                <p:tags r:id="rId23"/>
              </p:custDataLst>
            </p:nvPr>
          </p:nvSpPr>
          <p:spPr bwMode="auto">
            <a:xfrm>
              <a:off x="3471863" y="1241425"/>
              <a:ext cx="26988" cy="77788"/>
            </a:xfrm>
            <a:custGeom>
              <a:avLst/>
              <a:gdLst/>
              <a:ahLst/>
              <a:cxnLst>
                <a:cxn ang="0">
                  <a:pos x="43" y="5"/>
                </a:cxn>
                <a:cxn ang="0">
                  <a:pos x="43" y="5"/>
                </a:cxn>
                <a:cxn ang="0">
                  <a:pos x="42" y="13"/>
                </a:cxn>
                <a:cxn ang="0">
                  <a:pos x="40" y="23"/>
                </a:cxn>
                <a:cxn ang="0">
                  <a:pos x="35" y="40"/>
                </a:cxn>
                <a:cxn ang="0">
                  <a:pos x="29" y="57"/>
                </a:cxn>
                <a:cxn ang="0">
                  <a:pos x="21" y="73"/>
                </a:cxn>
                <a:cxn ang="0">
                  <a:pos x="14" y="91"/>
                </a:cxn>
                <a:cxn ang="0">
                  <a:pos x="7" y="107"/>
                </a:cxn>
                <a:cxn ang="0">
                  <a:pos x="3" y="125"/>
                </a:cxn>
                <a:cxn ang="0">
                  <a:pos x="1" y="133"/>
                </a:cxn>
                <a:cxn ang="0">
                  <a:pos x="0" y="142"/>
                </a:cxn>
                <a:cxn ang="0">
                  <a:pos x="0" y="142"/>
                </a:cxn>
                <a:cxn ang="0">
                  <a:pos x="1" y="144"/>
                </a:cxn>
                <a:cxn ang="0">
                  <a:pos x="1" y="145"/>
                </a:cxn>
                <a:cxn ang="0">
                  <a:pos x="3" y="146"/>
                </a:cxn>
                <a:cxn ang="0">
                  <a:pos x="5" y="146"/>
                </a:cxn>
                <a:cxn ang="0">
                  <a:pos x="6" y="146"/>
                </a:cxn>
                <a:cxn ang="0">
                  <a:pos x="8" y="145"/>
                </a:cxn>
                <a:cxn ang="0">
                  <a:pos x="9" y="144"/>
                </a:cxn>
                <a:cxn ang="0">
                  <a:pos x="9" y="142"/>
                </a:cxn>
                <a:cxn ang="0">
                  <a:pos x="9" y="142"/>
                </a:cxn>
                <a:cxn ang="0">
                  <a:pos x="10" y="133"/>
                </a:cxn>
                <a:cxn ang="0">
                  <a:pos x="12" y="125"/>
                </a:cxn>
                <a:cxn ang="0">
                  <a:pos x="17" y="107"/>
                </a:cxn>
                <a:cxn ang="0">
                  <a:pos x="24" y="91"/>
                </a:cxn>
                <a:cxn ang="0">
                  <a:pos x="31" y="73"/>
                </a:cxn>
                <a:cxn ang="0">
                  <a:pos x="38" y="57"/>
                </a:cxn>
                <a:cxn ang="0">
                  <a:pos x="44" y="40"/>
                </a:cxn>
                <a:cxn ang="0">
                  <a:pos x="49" y="23"/>
                </a:cxn>
                <a:cxn ang="0">
                  <a:pos x="51" y="13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1" y="3"/>
                </a:cxn>
                <a:cxn ang="0">
                  <a:pos x="51" y="2"/>
                </a:cxn>
                <a:cxn ang="0">
                  <a:pos x="49" y="1"/>
                </a:cxn>
                <a:cxn ang="0">
                  <a:pos x="47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5"/>
                </a:cxn>
                <a:cxn ang="0">
                  <a:pos x="43" y="5"/>
                </a:cxn>
              </a:cxnLst>
              <a:rect l="0" t="0" r="r" b="b"/>
              <a:pathLst>
                <a:path w="52" h="146">
                  <a:moveTo>
                    <a:pt x="43" y="5"/>
                  </a:moveTo>
                  <a:lnTo>
                    <a:pt x="43" y="5"/>
                  </a:lnTo>
                  <a:lnTo>
                    <a:pt x="42" y="13"/>
                  </a:lnTo>
                  <a:lnTo>
                    <a:pt x="40" y="23"/>
                  </a:lnTo>
                  <a:lnTo>
                    <a:pt x="35" y="40"/>
                  </a:lnTo>
                  <a:lnTo>
                    <a:pt x="29" y="57"/>
                  </a:lnTo>
                  <a:lnTo>
                    <a:pt x="21" y="73"/>
                  </a:lnTo>
                  <a:lnTo>
                    <a:pt x="14" y="91"/>
                  </a:lnTo>
                  <a:lnTo>
                    <a:pt x="7" y="107"/>
                  </a:lnTo>
                  <a:lnTo>
                    <a:pt x="3" y="125"/>
                  </a:lnTo>
                  <a:lnTo>
                    <a:pt x="1" y="133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4"/>
                  </a:lnTo>
                  <a:lnTo>
                    <a:pt x="1" y="145"/>
                  </a:lnTo>
                  <a:lnTo>
                    <a:pt x="3" y="146"/>
                  </a:lnTo>
                  <a:lnTo>
                    <a:pt x="5" y="146"/>
                  </a:lnTo>
                  <a:lnTo>
                    <a:pt x="6" y="146"/>
                  </a:lnTo>
                  <a:lnTo>
                    <a:pt x="8" y="145"/>
                  </a:lnTo>
                  <a:lnTo>
                    <a:pt x="9" y="144"/>
                  </a:lnTo>
                  <a:lnTo>
                    <a:pt x="9" y="142"/>
                  </a:lnTo>
                  <a:lnTo>
                    <a:pt x="9" y="142"/>
                  </a:lnTo>
                  <a:lnTo>
                    <a:pt x="10" y="133"/>
                  </a:lnTo>
                  <a:lnTo>
                    <a:pt x="12" y="125"/>
                  </a:lnTo>
                  <a:lnTo>
                    <a:pt x="17" y="107"/>
                  </a:lnTo>
                  <a:lnTo>
                    <a:pt x="24" y="91"/>
                  </a:lnTo>
                  <a:lnTo>
                    <a:pt x="31" y="73"/>
                  </a:lnTo>
                  <a:lnTo>
                    <a:pt x="38" y="57"/>
                  </a:lnTo>
                  <a:lnTo>
                    <a:pt x="44" y="40"/>
                  </a:lnTo>
                  <a:lnTo>
                    <a:pt x="49" y="23"/>
                  </a:lnTo>
                  <a:lnTo>
                    <a:pt x="51" y="13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1" y="3"/>
                  </a:lnTo>
                  <a:lnTo>
                    <a:pt x="51" y="2"/>
                  </a:lnTo>
                  <a:lnTo>
                    <a:pt x="49" y="1"/>
                  </a:lnTo>
                  <a:lnTo>
                    <a:pt x="47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5"/>
                  </a:lnTo>
                  <a:lnTo>
                    <a:pt x="43" y="5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8" name="Freeform 924"/>
            <p:cNvSpPr/>
            <p:nvPr>
              <p:custDataLst>
                <p:tags r:id="rId24"/>
              </p:custDataLst>
            </p:nvPr>
          </p:nvSpPr>
          <p:spPr bwMode="auto">
            <a:xfrm>
              <a:off x="3497263" y="1241425"/>
              <a:ext cx="34925" cy="100013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54" y="12"/>
                </a:cxn>
                <a:cxn ang="0">
                  <a:pos x="50" y="20"/>
                </a:cxn>
                <a:cxn ang="0">
                  <a:pos x="47" y="31"/>
                </a:cxn>
                <a:cxn ang="0">
                  <a:pos x="45" y="42"/>
                </a:cxn>
                <a:cxn ang="0">
                  <a:pos x="30" y="86"/>
                </a:cxn>
                <a:cxn ang="0">
                  <a:pos x="24" y="99"/>
                </a:cxn>
                <a:cxn ang="0">
                  <a:pos x="12" y="128"/>
                </a:cxn>
                <a:cxn ang="0">
                  <a:pos x="9" y="138"/>
                </a:cxn>
                <a:cxn ang="0">
                  <a:pos x="7" y="149"/>
                </a:cxn>
                <a:cxn ang="0">
                  <a:pos x="6" y="167"/>
                </a:cxn>
                <a:cxn ang="0">
                  <a:pos x="4" y="179"/>
                </a:cxn>
                <a:cxn ang="0">
                  <a:pos x="1" y="182"/>
                </a:cxn>
                <a:cxn ang="0">
                  <a:pos x="0" y="185"/>
                </a:cxn>
                <a:cxn ang="0">
                  <a:pos x="1" y="188"/>
                </a:cxn>
                <a:cxn ang="0">
                  <a:pos x="6" y="189"/>
                </a:cxn>
                <a:cxn ang="0">
                  <a:pos x="9" y="189"/>
                </a:cxn>
                <a:cxn ang="0">
                  <a:pos x="15" y="179"/>
                </a:cxn>
                <a:cxn ang="0">
                  <a:pos x="16" y="167"/>
                </a:cxn>
                <a:cxn ang="0">
                  <a:pos x="15" y="159"/>
                </a:cxn>
                <a:cxn ang="0">
                  <a:pos x="17" y="142"/>
                </a:cxn>
                <a:cxn ang="0">
                  <a:pos x="25" y="119"/>
                </a:cxn>
                <a:cxn ang="0">
                  <a:pos x="32" y="103"/>
                </a:cxn>
                <a:cxn ang="0">
                  <a:pos x="42" y="80"/>
                </a:cxn>
                <a:cxn ang="0">
                  <a:pos x="49" y="58"/>
                </a:cxn>
                <a:cxn ang="0">
                  <a:pos x="57" y="30"/>
                </a:cxn>
                <a:cxn ang="0">
                  <a:pos x="59" y="24"/>
                </a:cxn>
                <a:cxn ang="0">
                  <a:pos x="64" y="12"/>
                </a:cxn>
                <a:cxn ang="0">
                  <a:pos x="66" y="6"/>
                </a:cxn>
                <a:cxn ang="0">
                  <a:pos x="65" y="2"/>
                </a:cxn>
                <a:cxn ang="0">
                  <a:pos x="61" y="0"/>
                </a:cxn>
                <a:cxn ang="0">
                  <a:pos x="58" y="2"/>
                </a:cxn>
                <a:cxn ang="0">
                  <a:pos x="57" y="4"/>
                </a:cxn>
              </a:cxnLst>
              <a:rect l="0" t="0" r="r" b="b"/>
              <a:pathLst>
                <a:path w="66" h="190">
                  <a:moveTo>
                    <a:pt x="57" y="4"/>
                  </a:moveTo>
                  <a:lnTo>
                    <a:pt x="57" y="4"/>
                  </a:lnTo>
                  <a:lnTo>
                    <a:pt x="56" y="8"/>
                  </a:lnTo>
                  <a:lnTo>
                    <a:pt x="54" y="12"/>
                  </a:lnTo>
                  <a:lnTo>
                    <a:pt x="50" y="20"/>
                  </a:lnTo>
                  <a:lnTo>
                    <a:pt x="50" y="20"/>
                  </a:lnTo>
                  <a:lnTo>
                    <a:pt x="48" y="26"/>
                  </a:lnTo>
                  <a:lnTo>
                    <a:pt x="47" y="31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5" y="71"/>
                  </a:lnTo>
                  <a:lnTo>
                    <a:pt x="30" y="86"/>
                  </a:lnTo>
                  <a:lnTo>
                    <a:pt x="24" y="99"/>
                  </a:lnTo>
                  <a:lnTo>
                    <a:pt x="24" y="99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9" y="138"/>
                  </a:lnTo>
                  <a:lnTo>
                    <a:pt x="9" y="138"/>
                  </a:lnTo>
                  <a:lnTo>
                    <a:pt x="7" y="142"/>
                  </a:lnTo>
                  <a:lnTo>
                    <a:pt x="7" y="149"/>
                  </a:lnTo>
                  <a:lnTo>
                    <a:pt x="6" y="161"/>
                  </a:lnTo>
                  <a:lnTo>
                    <a:pt x="6" y="167"/>
                  </a:lnTo>
                  <a:lnTo>
                    <a:pt x="5" y="173"/>
                  </a:lnTo>
                  <a:lnTo>
                    <a:pt x="4" y="179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0" y="184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1" y="188"/>
                  </a:lnTo>
                  <a:lnTo>
                    <a:pt x="4" y="190"/>
                  </a:lnTo>
                  <a:lnTo>
                    <a:pt x="6" y="189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13" y="184"/>
                  </a:lnTo>
                  <a:lnTo>
                    <a:pt x="15" y="179"/>
                  </a:lnTo>
                  <a:lnTo>
                    <a:pt x="16" y="173"/>
                  </a:lnTo>
                  <a:lnTo>
                    <a:pt x="16" y="167"/>
                  </a:lnTo>
                  <a:lnTo>
                    <a:pt x="16" y="167"/>
                  </a:lnTo>
                  <a:lnTo>
                    <a:pt x="15" y="159"/>
                  </a:lnTo>
                  <a:lnTo>
                    <a:pt x="16" y="151"/>
                  </a:lnTo>
                  <a:lnTo>
                    <a:pt x="17" y="142"/>
                  </a:lnTo>
                  <a:lnTo>
                    <a:pt x="19" y="134"/>
                  </a:lnTo>
                  <a:lnTo>
                    <a:pt x="25" y="119"/>
                  </a:lnTo>
                  <a:lnTo>
                    <a:pt x="32" y="103"/>
                  </a:lnTo>
                  <a:lnTo>
                    <a:pt x="32" y="103"/>
                  </a:lnTo>
                  <a:lnTo>
                    <a:pt x="37" y="92"/>
                  </a:lnTo>
                  <a:lnTo>
                    <a:pt x="42" y="80"/>
                  </a:lnTo>
                  <a:lnTo>
                    <a:pt x="49" y="58"/>
                  </a:lnTo>
                  <a:lnTo>
                    <a:pt x="49" y="58"/>
                  </a:lnTo>
                  <a:lnTo>
                    <a:pt x="53" y="44"/>
                  </a:lnTo>
                  <a:lnTo>
                    <a:pt x="57" y="30"/>
                  </a:lnTo>
                  <a:lnTo>
                    <a:pt x="57" y="30"/>
                  </a:lnTo>
                  <a:lnTo>
                    <a:pt x="59" y="24"/>
                  </a:lnTo>
                  <a:lnTo>
                    <a:pt x="62" y="18"/>
                  </a:lnTo>
                  <a:lnTo>
                    <a:pt x="64" y="12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4"/>
                  </a:lnTo>
                  <a:lnTo>
                    <a:pt x="65" y="2"/>
                  </a:lnTo>
                  <a:lnTo>
                    <a:pt x="63" y="1"/>
                  </a:lnTo>
                  <a:lnTo>
                    <a:pt x="61" y="0"/>
                  </a:lnTo>
                  <a:lnTo>
                    <a:pt x="59" y="1"/>
                  </a:lnTo>
                  <a:lnTo>
                    <a:pt x="58" y="2"/>
                  </a:lnTo>
                  <a:lnTo>
                    <a:pt x="57" y="4"/>
                  </a:lnTo>
                  <a:lnTo>
                    <a:pt x="57" y="4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09" name="Freeform 925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3362325" y="1298575"/>
              <a:ext cx="142875" cy="146050"/>
            </a:xfrm>
            <a:custGeom>
              <a:avLst/>
              <a:gdLst/>
              <a:ahLst/>
              <a:cxnLst>
                <a:cxn ang="0">
                  <a:pos x="131" y="277"/>
                </a:cxn>
                <a:cxn ang="0">
                  <a:pos x="96" y="271"/>
                </a:cxn>
                <a:cxn ang="0">
                  <a:pos x="62" y="257"/>
                </a:cxn>
                <a:cxn ang="0">
                  <a:pos x="34" y="236"/>
                </a:cxn>
                <a:cxn ang="0">
                  <a:pos x="13" y="206"/>
                </a:cxn>
                <a:cxn ang="0">
                  <a:pos x="1" y="168"/>
                </a:cxn>
                <a:cxn ang="0">
                  <a:pos x="0" y="139"/>
                </a:cxn>
                <a:cxn ang="0">
                  <a:pos x="8" y="98"/>
                </a:cxn>
                <a:cxn ang="0">
                  <a:pos x="27" y="61"/>
                </a:cxn>
                <a:cxn ang="0">
                  <a:pos x="55" y="31"/>
                </a:cxn>
                <a:cxn ang="0">
                  <a:pos x="91" y="10"/>
                </a:cxn>
                <a:cxn ang="0">
                  <a:pos x="118" y="0"/>
                </a:cxn>
                <a:cxn ang="0">
                  <a:pos x="128" y="1"/>
                </a:cxn>
                <a:cxn ang="0">
                  <a:pos x="138" y="9"/>
                </a:cxn>
                <a:cxn ang="0">
                  <a:pos x="146" y="14"/>
                </a:cxn>
                <a:cxn ang="0">
                  <a:pos x="183" y="24"/>
                </a:cxn>
                <a:cxn ang="0">
                  <a:pos x="214" y="41"/>
                </a:cxn>
                <a:cxn ang="0">
                  <a:pos x="239" y="63"/>
                </a:cxn>
                <a:cxn ang="0">
                  <a:pos x="257" y="90"/>
                </a:cxn>
                <a:cxn ang="0">
                  <a:pos x="268" y="122"/>
                </a:cxn>
                <a:cxn ang="0">
                  <a:pos x="271" y="145"/>
                </a:cxn>
                <a:cxn ang="0">
                  <a:pos x="268" y="179"/>
                </a:cxn>
                <a:cxn ang="0">
                  <a:pos x="255" y="212"/>
                </a:cxn>
                <a:cxn ang="0">
                  <a:pos x="236" y="241"/>
                </a:cxn>
                <a:cxn ang="0">
                  <a:pos x="209" y="263"/>
                </a:cxn>
                <a:cxn ang="0">
                  <a:pos x="174" y="275"/>
                </a:cxn>
                <a:cxn ang="0">
                  <a:pos x="144" y="277"/>
                </a:cxn>
                <a:cxn ang="0">
                  <a:pos x="101" y="48"/>
                </a:cxn>
                <a:cxn ang="0">
                  <a:pos x="62" y="79"/>
                </a:cxn>
                <a:cxn ang="0">
                  <a:pos x="48" y="100"/>
                </a:cxn>
                <a:cxn ang="0">
                  <a:pos x="38" y="126"/>
                </a:cxn>
                <a:cxn ang="0">
                  <a:pos x="37" y="153"/>
                </a:cxn>
                <a:cxn ang="0">
                  <a:pos x="41" y="172"/>
                </a:cxn>
                <a:cxn ang="0">
                  <a:pos x="52" y="194"/>
                </a:cxn>
                <a:cxn ang="0">
                  <a:pos x="67" y="214"/>
                </a:cxn>
                <a:cxn ang="0">
                  <a:pos x="88" y="229"/>
                </a:cxn>
                <a:cxn ang="0">
                  <a:pos x="112" y="238"/>
                </a:cxn>
                <a:cxn ang="0">
                  <a:pos x="139" y="241"/>
                </a:cxn>
                <a:cxn ang="0">
                  <a:pos x="155" y="240"/>
                </a:cxn>
                <a:cxn ang="0">
                  <a:pos x="171" y="236"/>
                </a:cxn>
                <a:cxn ang="0">
                  <a:pos x="194" y="224"/>
                </a:cxn>
                <a:cxn ang="0">
                  <a:pos x="213" y="208"/>
                </a:cxn>
                <a:cxn ang="0">
                  <a:pos x="225" y="187"/>
                </a:cxn>
                <a:cxn ang="0">
                  <a:pos x="233" y="163"/>
                </a:cxn>
                <a:cxn ang="0">
                  <a:pos x="233" y="139"/>
                </a:cxn>
                <a:cxn ang="0">
                  <a:pos x="228" y="121"/>
                </a:cxn>
                <a:cxn ang="0">
                  <a:pos x="216" y="97"/>
                </a:cxn>
                <a:cxn ang="0">
                  <a:pos x="199" y="78"/>
                </a:cxn>
                <a:cxn ang="0">
                  <a:pos x="177" y="63"/>
                </a:cxn>
                <a:cxn ang="0">
                  <a:pos x="150" y="53"/>
                </a:cxn>
                <a:cxn ang="0">
                  <a:pos x="119" y="49"/>
                </a:cxn>
                <a:cxn ang="0">
                  <a:pos x="112" y="47"/>
                </a:cxn>
              </a:cxnLst>
              <a:rect l="0" t="0" r="r" b="b"/>
              <a:pathLst>
                <a:path w="271" h="277">
                  <a:moveTo>
                    <a:pt x="144" y="277"/>
                  </a:moveTo>
                  <a:lnTo>
                    <a:pt x="144" y="277"/>
                  </a:lnTo>
                  <a:lnTo>
                    <a:pt x="131" y="277"/>
                  </a:lnTo>
                  <a:lnTo>
                    <a:pt x="120" y="276"/>
                  </a:lnTo>
                  <a:lnTo>
                    <a:pt x="108" y="274"/>
                  </a:lnTo>
                  <a:lnTo>
                    <a:pt x="96" y="271"/>
                  </a:lnTo>
                  <a:lnTo>
                    <a:pt x="85" y="267"/>
                  </a:lnTo>
                  <a:lnTo>
                    <a:pt x="73" y="263"/>
                  </a:lnTo>
                  <a:lnTo>
                    <a:pt x="62" y="257"/>
                  </a:lnTo>
                  <a:lnTo>
                    <a:pt x="53" y="251"/>
                  </a:lnTo>
                  <a:lnTo>
                    <a:pt x="42" y="244"/>
                  </a:lnTo>
                  <a:lnTo>
                    <a:pt x="34" y="236"/>
                  </a:lnTo>
                  <a:lnTo>
                    <a:pt x="26" y="226"/>
                  </a:lnTo>
                  <a:lnTo>
                    <a:pt x="19" y="217"/>
                  </a:lnTo>
                  <a:lnTo>
                    <a:pt x="13" y="206"/>
                  </a:lnTo>
                  <a:lnTo>
                    <a:pt x="7" y="194"/>
                  </a:lnTo>
                  <a:lnTo>
                    <a:pt x="3" y="181"/>
                  </a:lnTo>
                  <a:lnTo>
                    <a:pt x="1" y="168"/>
                  </a:lnTo>
                  <a:lnTo>
                    <a:pt x="1" y="168"/>
                  </a:lnTo>
                  <a:lnTo>
                    <a:pt x="0" y="153"/>
                  </a:lnTo>
                  <a:lnTo>
                    <a:pt x="0" y="139"/>
                  </a:lnTo>
                  <a:lnTo>
                    <a:pt x="1" y="125"/>
                  </a:lnTo>
                  <a:lnTo>
                    <a:pt x="4" y="112"/>
                  </a:lnTo>
                  <a:lnTo>
                    <a:pt x="8" y="98"/>
                  </a:lnTo>
                  <a:lnTo>
                    <a:pt x="14" y="86"/>
                  </a:lnTo>
                  <a:lnTo>
                    <a:pt x="20" y="74"/>
                  </a:lnTo>
                  <a:lnTo>
                    <a:pt x="27" y="61"/>
                  </a:lnTo>
                  <a:lnTo>
                    <a:pt x="35" y="51"/>
                  </a:lnTo>
                  <a:lnTo>
                    <a:pt x="45" y="41"/>
                  </a:lnTo>
                  <a:lnTo>
                    <a:pt x="55" y="31"/>
                  </a:lnTo>
                  <a:lnTo>
                    <a:pt x="66" y="23"/>
                  </a:lnTo>
                  <a:lnTo>
                    <a:pt x="78" y="16"/>
                  </a:lnTo>
                  <a:lnTo>
                    <a:pt x="91" y="10"/>
                  </a:lnTo>
                  <a:lnTo>
                    <a:pt x="103" y="4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8" y="1"/>
                  </a:lnTo>
                  <a:lnTo>
                    <a:pt x="132" y="2"/>
                  </a:lnTo>
                  <a:lnTo>
                    <a:pt x="135" y="5"/>
                  </a:lnTo>
                  <a:lnTo>
                    <a:pt x="138" y="9"/>
                  </a:lnTo>
                  <a:lnTo>
                    <a:pt x="141" y="13"/>
                  </a:lnTo>
                  <a:lnTo>
                    <a:pt x="146" y="14"/>
                  </a:lnTo>
                  <a:lnTo>
                    <a:pt x="146" y="14"/>
                  </a:lnTo>
                  <a:lnTo>
                    <a:pt x="158" y="17"/>
                  </a:lnTo>
                  <a:lnTo>
                    <a:pt x="171" y="20"/>
                  </a:lnTo>
                  <a:lnTo>
                    <a:pt x="183" y="24"/>
                  </a:lnTo>
                  <a:lnTo>
                    <a:pt x="193" y="29"/>
                  </a:lnTo>
                  <a:lnTo>
                    <a:pt x="204" y="34"/>
                  </a:lnTo>
                  <a:lnTo>
                    <a:pt x="214" y="41"/>
                  </a:lnTo>
                  <a:lnTo>
                    <a:pt x="223" y="48"/>
                  </a:lnTo>
                  <a:lnTo>
                    <a:pt x="232" y="55"/>
                  </a:lnTo>
                  <a:lnTo>
                    <a:pt x="239" y="63"/>
                  </a:lnTo>
                  <a:lnTo>
                    <a:pt x="246" y="72"/>
                  </a:lnTo>
                  <a:lnTo>
                    <a:pt x="252" y="81"/>
                  </a:lnTo>
                  <a:lnTo>
                    <a:pt x="257" y="90"/>
                  </a:lnTo>
                  <a:lnTo>
                    <a:pt x="261" y="100"/>
                  </a:lnTo>
                  <a:lnTo>
                    <a:pt x="266" y="111"/>
                  </a:lnTo>
                  <a:lnTo>
                    <a:pt x="268" y="122"/>
                  </a:lnTo>
                  <a:lnTo>
                    <a:pt x="270" y="134"/>
                  </a:lnTo>
                  <a:lnTo>
                    <a:pt x="270" y="134"/>
                  </a:lnTo>
                  <a:lnTo>
                    <a:pt x="271" y="145"/>
                  </a:lnTo>
                  <a:lnTo>
                    <a:pt x="271" y="156"/>
                  </a:lnTo>
                  <a:lnTo>
                    <a:pt x="270" y="168"/>
                  </a:lnTo>
                  <a:lnTo>
                    <a:pt x="268" y="179"/>
                  </a:lnTo>
                  <a:lnTo>
                    <a:pt x="265" y="190"/>
                  </a:lnTo>
                  <a:lnTo>
                    <a:pt x="260" y="202"/>
                  </a:lnTo>
                  <a:lnTo>
                    <a:pt x="255" y="212"/>
                  </a:lnTo>
                  <a:lnTo>
                    <a:pt x="250" y="222"/>
                  </a:lnTo>
                  <a:lnTo>
                    <a:pt x="243" y="232"/>
                  </a:lnTo>
                  <a:lnTo>
                    <a:pt x="236" y="241"/>
                  </a:lnTo>
                  <a:lnTo>
                    <a:pt x="227" y="249"/>
                  </a:lnTo>
                  <a:lnTo>
                    <a:pt x="218" y="256"/>
                  </a:lnTo>
                  <a:lnTo>
                    <a:pt x="209" y="263"/>
                  </a:lnTo>
                  <a:lnTo>
                    <a:pt x="197" y="268"/>
                  </a:lnTo>
                  <a:lnTo>
                    <a:pt x="186" y="272"/>
                  </a:lnTo>
                  <a:lnTo>
                    <a:pt x="174" y="275"/>
                  </a:lnTo>
                  <a:lnTo>
                    <a:pt x="174" y="275"/>
                  </a:lnTo>
                  <a:lnTo>
                    <a:pt x="159" y="277"/>
                  </a:lnTo>
                  <a:lnTo>
                    <a:pt x="144" y="277"/>
                  </a:lnTo>
                  <a:lnTo>
                    <a:pt x="144" y="277"/>
                  </a:lnTo>
                  <a:close/>
                  <a:moveTo>
                    <a:pt x="101" y="48"/>
                  </a:moveTo>
                  <a:lnTo>
                    <a:pt x="101" y="48"/>
                  </a:lnTo>
                  <a:lnTo>
                    <a:pt x="87" y="56"/>
                  </a:lnTo>
                  <a:lnTo>
                    <a:pt x="73" y="66"/>
                  </a:lnTo>
                  <a:lnTo>
                    <a:pt x="62" y="79"/>
                  </a:lnTo>
                  <a:lnTo>
                    <a:pt x="57" y="86"/>
                  </a:lnTo>
                  <a:lnTo>
                    <a:pt x="52" y="93"/>
                  </a:lnTo>
                  <a:lnTo>
                    <a:pt x="48" y="100"/>
                  </a:lnTo>
                  <a:lnTo>
                    <a:pt x="44" y="109"/>
                  </a:lnTo>
                  <a:lnTo>
                    <a:pt x="40" y="117"/>
                  </a:lnTo>
                  <a:lnTo>
                    <a:pt x="38" y="126"/>
                  </a:lnTo>
                  <a:lnTo>
                    <a:pt x="37" y="135"/>
                  </a:lnTo>
                  <a:lnTo>
                    <a:pt x="36" y="144"/>
                  </a:lnTo>
                  <a:lnTo>
                    <a:pt x="37" y="153"/>
                  </a:lnTo>
                  <a:lnTo>
                    <a:pt x="38" y="163"/>
                  </a:lnTo>
                  <a:lnTo>
                    <a:pt x="38" y="163"/>
                  </a:lnTo>
                  <a:lnTo>
                    <a:pt x="41" y="172"/>
                  </a:lnTo>
                  <a:lnTo>
                    <a:pt x="44" y="180"/>
                  </a:lnTo>
                  <a:lnTo>
                    <a:pt x="48" y="187"/>
                  </a:lnTo>
                  <a:lnTo>
                    <a:pt x="52" y="194"/>
                  </a:lnTo>
                  <a:lnTo>
                    <a:pt x="56" y="202"/>
                  </a:lnTo>
                  <a:lnTo>
                    <a:pt x="62" y="208"/>
                  </a:lnTo>
                  <a:lnTo>
                    <a:pt x="67" y="214"/>
                  </a:lnTo>
                  <a:lnTo>
                    <a:pt x="73" y="219"/>
                  </a:lnTo>
                  <a:lnTo>
                    <a:pt x="81" y="224"/>
                  </a:lnTo>
                  <a:lnTo>
                    <a:pt x="88" y="229"/>
                  </a:lnTo>
                  <a:lnTo>
                    <a:pt x="95" y="232"/>
                  </a:lnTo>
                  <a:lnTo>
                    <a:pt x="103" y="235"/>
                  </a:lnTo>
                  <a:lnTo>
                    <a:pt x="112" y="238"/>
                  </a:lnTo>
                  <a:lnTo>
                    <a:pt x="121" y="239"/>
                  </a:lnTo>
                  <a:lnTo>
                    <a:pt x="129" y="241"/>
                  </a:lnTo>
                  <a:lnTo>
                    <a:pt x="139" y="241"/>
                  </a:lnTo>
                  <a:lnTo>
                    <a:pt x="139" y="241"/>
                  </a:lnTo>
                  <a:lnTo>
                    <a:pt x="147" y="241"/>
                  </a:lnTo>
                  <a:lnTo>
                    <a:pt x="155" y="240"/>
                  </a:lnTo>
                  <a:lnTo>
                    <a:pt x="163" y="238"/>
                  </a:lnTo>
                  <a:lnTo>
                    <a:pt x="171" y="236"/>
                  </a:lnTo>
                  <a:lnTo>
                    <a:pt x="171" y="236"/>
                  </a:lnTo>
                  <a:lnTo>
                    <a:pt x="179" y="233"/>
                  </a:lnTo>
                  <a:lnTo>
                    <a:pt x="187" y="229"/>
                  </a:lnTo>
                  <a:lnTo>
                    <a:pt x="194" y="224"/>
                  </a:lnTo>
                  <a:lnTo>
                    <a:pt x="201" y="219"/>
                  </a:lnTo>
                  <a:lnTo>
                    <a:pt x="207" y="214"/>
                  </a:lnTo>
                  <a:lnTo>
                    <a:pt x="213" y="208"/>
                  </a:lnTo>
                  <a:lnTo>
                    <a:pt x="217" y="202"/>
                  </a:lnTo>
                  <a:lnTo>
                    <a:pt x="222" y="194"/>
                  </a:lnTo>
                  <a:lnTo>
                    <a:pt x="225" y="187"/>
                  </a:lnTo>
                  <a:lnTo>
                    <a:pt x="228" y="180"/>
                  </a:lnTo>
                  <a:lnTo>
                    <a:pt x="230" y="172"/>
                  </a:lnTo>
                  <a:lnTo>
                    <a:pt x="233" y="163"/>
                  </a:lnTo>
                  <a:lnTo>
                    <a:pt x="234" y="155"/>
                  </a:lnTo>
                  <a:lnTo>
                    <a:pt x="234" y="147"/>
                  </a:lnTo>
                  <a:lnTo>
                    <a:pt x="233" y="139"/>
                  </a:lnTo>
                  <a:lnTo>
                    <a:pt x="230" y="130"/>
                  </a:lnTo>
                  <a:lnTo>
                    <a:pt x="230" y="130"/>
                  </a:lnTo>
                  <a:lnTo>
                    <a:pt x="228" y="121"/>
                  </a:lnTo>
                  <a:lnTo>
                    <a:pt x="225" y="113"/>
                  </a:lnTo>
                  <a:lnTo>
                    <a:pt x="221" y="105"/>
                  </a:lnTo>
                  <a:lnTo>
                    <a:pt x="216" y="97"/>
                  </a:lnTo>
                  <a:lnTo>
                    <a:pt x="212" y="90"/>
                  </a:lnTo>
                  <a:lnTo>
                    <a:pt x="206" y="84"/>
                  </a:lnTo>
                  <a:lnTo>
                    <a:pt x="199" y="78"/>
                  </a:lnTo>
                  <a:lnTo>
                    <a:pt x="192" y="73"/>
                  </a:lnTo>
                  <a:lnTo>
                    <a:pt x="185" y="67"/>
                  </a:lnTo>
                  <a:lnTo>
                    <a:pt x="177" y="63"/>
                  </a:lnTo>
                  <a:lnTo>
                    <a:pt x="168" y="59"/>
                  </a:lnTo>
                  <a:lnTo>
                    <a:pt x="160" y="56"/>
                  </a:lnTo>
                  <a:lnTo>
                    <a:pt x="150" y="53"/>
                  </a:lnTo>
                  <a:lnTo>
                    <a:pt x="141" y="51"/>
                  </a:lnTo>
                  <a:lnTo>
                    <a:pt x="129" y="50"/>
                  </a:lnTo>
                  <a:lnTo>
                    <a:pt x="119" y="49"/>
                  </a:lnTo>
                  <a:lnTo>
                    <a:pt x="119" y="49"/>
                  </a:lnTo>
                  <a:lnTo>
                    <a:pt x="115" y="49"/>
                  </a:lnTo>
                  <a:lnTo>
                    <a:pt x="112" y="47"/>
                  </a:lnTo>
                  <a:lnTo>
                    <a:pt x="107" y="45"/>
                  </a:lnTo>
                  <a:lnTo>
                    <a:pt x="101" y="48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10" name="Freeform 926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3282950" y="1227138"/>
              <a:ext cx="644525" cy="642938"/>
            </a:xfrm>
            <a:custGeom>
              <a:avLst/>
              <a:gdLst/>
              <a:ahLst/>
              <a:cxnLst>
                <a:cxn ang="0">
                  <a:pos x="653" y="1206"/>
                </a:cxn>
                <a:cxn ang="0">
                  <a:pos x="563" y="1160"/>
                </a:cxn>
                <a:cxn ang="0">
                  <a:pos x="550" y="1153"/>
                </a:cxn>
                <a:cxn ang="0">
                  <a:pos x="236" y="832"/>
                </a:cxn>
                <a:cxn ang="0">
                  <a:pos x="143" y="731"/>
                </a:cxn>
                <a:cxn ang="0">
                  <a:pos x="77" y="679"/>
                </a:cxn>
                <a:cxn ang="0">
                  <a:pos x="72" y="657"/>
                </a:cxn>
                <a:cxn ang="0">
                  <a:pos x="40" y="570"/>
                </a:cxn>
                <a:cxn ang="0">
                  <a:pos x="11" y="425"/>
                </a:cxn>
                <a:cxn ang="0">
                  <a:pos x="1" y="212"/>
                </a:cxn>
                <a:cxn ang="0">
                  <a:pos x="10" y="196"/>
                </a:cxn>
                <a:cxn ang="0">
                  <a:pos x="19" y="182"/>
                </a:cxn>
                <a:cxn ang="0">
                  <a:pos x="110" y="81"/>
                </a:cxn>
                <a:cxn ang="0">
                  <a:pos x="210" y="10"/>
                </a:cxn>
                <a:cxn ang="0">
                  <a:pos x="228" y="8"/>
                </a:cxn>
                <a:cxn ang="0">
                  <a:pos x="242" y="2"/>
                </a:cxn>
                <a:cxn ang="0">
                  <a:pos x="419" y="2"/>
                </a:cxn>
                <a:cxn ang="0">
                  <a:pos x="599" y="26"/>
                </a:cxn>
                <a:cxn ang="0">
                  <a:pos x="638" y="36"/>
                </a:cxn>
                <a:cxn ang="0">
                  <a:pos x="656" y="46"/>
                </a:cxn>
                <a:cxn ang="0">
                  <a:pos x="887" y="256"/>
                </a:cxn>
                <a:cxn ang="0">
                  <a:pos x="1107" y="475"/>
                </a:cxn>
                <a:cxn ang="0">
                  <a:pos x="1167" y="525"/>
                </a:cxn>
                <a:cxn ang="0">
                  <a:pos x="1185" y="553"/>
                </a:cxn>
                <a:cxn ang="0">
                  <a:pos x="1215" y="644"/>
                </a:cxn>
                <a:cxn ang="0">
                  <a:pos x="1218" y="725"/>
                </a:cxn>
                <a:cxn ang="0">
                  <a:pos x="1194" y="798"/>
                </a:cxn>
                <a:cxn ang="0">
                  <a:pos x="1193" y="817"/>
                </a:cxn>
                <a:cxn ang="0">
                  <a:pos x="1109" y="909"/>
                </a:cxn>
                <a:cxn ang="0">
                  <a:pos x="862" y="1146"/>
                </a:cxn>
                <a:cxn ang="0">
                  <a:pos x="853" y="1157"/>
                </a:cxn>
                <a:cxn ang="0">
                  <a:pos x="761" y="1206"/>
                </a:cxn>
                <a:cxn ang="0">
                  <a:pos x="231" y="43"/>
                </a:cxn>
                <a:cxn ang="0">
                  <a:pos x="137" y="108"/>
                </a:cxn>
                <a:cxn ang="0">
                  <a:pos x="54" y="198"/>
                </a:cxn>
                <a:cxn ang="0">
                  <a:pos x="40" y="216"/>
                </a:cxn>
                <a:cxn ang="0">
                  <a:pos x="45" y="400"/>
                </a:cxn>
                <a:cxn ang="0">
                  <a:pos x="68" y="529"/>
                </a:cxn>
                <a:cxn ang="0">
                  <a:pos x="105" y="637"/>
                </a:cxn>
                <a:cxn ang="0">
                  <a:pos x="112" y="658"/>
                </a:cxn>
                <a:cxn ang="0">
                  <a:pos x="181" y="718"/>
                </a:cxn>
                <a:cxn ang="0">
                  <a:pos x="294" y="841"/>
                </a:cxn>
                <a:cxn ang="0">
                  <a:pos x="585" y="1129"/>
                </a:cxn>
                <a:cxn ang="0">
                  <a:pos x="633" y="1159"/>
                </a:cxn>
                <a:cxn ang="0">
                  <a:pos x="706" y="1177"/>
                </a:cxn>
                <a:cxn ang="0">
                  <a:pos x="765" y="1165"/>
                </a:cxn>
                <a:cxn ang="0">
                  <a:pos x="823" y="1131"/>
                </a:cxn>
                <a:cxn ang="0">
                  <a:pos x="865" y="1090"/>
                </a:cxn>
                <a:cxn ang="0">
                  <a:pos x="1140" y="817"/>
                </a:cxn>
                <a:cxn ang="0">
                  <a:pos x="1147" y="803"/>
                </a:cxn>
                <a:cxn ang="0">
                  <a:pos x="1177" y="736"/>
                </a:cxn>
                <a:cxn ang="0">
                  <a:pos x="1179" y="657"/>
                </a:cxn>
                <a:cxn ang="0">
                  <a:pos x="1148" y="564"/>
                </a:cxn>
                <a:cxn ang="0">
                  <a:pos x="1140" y="556"/>
                </a:cxn>
                <a:cxn ang="0">
                  <a:pos x="894" y="335"/>
                </a:cxn>
                <a:cxn ang="0">
                  <a:pos x="627" y="72"/>
                </a:cxn>
                <a:cxn ang="0">
                  <a:pos x="558" y="57"/>
                </a:cxn>
                <a:cxn ang="0">
                  <a:pos x="377" y="39"/>
                </a:cxn>
                <a:cxn ang="0">
                  <a:pos x="236" y="40"/>
                </a:cxn>
              </a:cxnLst>
              <a:rect l="0" t="0" r="r" b="b"/>
              <a:pathLst>
                <a:path w="1220" h="1215">
                  <a:moveTo>
                    <a:pt x="706" y="1215"/>
                  </a:moveTo>
                  <a:lnTo>
                    <a:pt x="706" y="1215"/>
                  </a:lnTo>
                  <a:lnTo>
                    <a:pt x="688" y="1214"/>
                  </a:lnTo>
                  <a:lnTo>
                    <a:pt x="671" y="1211"/>
                  </a:lnTo>
                  <a:lnTo>
                    <a:pt x="653" y="1206"/>
                  </a:lnTo>
                  <a:lnTo>
                    <a:pt x="636" y="1200"/>
                  </a:lnTo>
                  <a:lnTo>
                    <a:pt x="617" y="1193"/>
                  </a:lnTo>
                  <a:lnTo>
                    <a:pt x="599" y="1184"/>
                  </a:lnTo>
                  <a:lnTo>
                    <a:pt x="581" y="1172"/>
                  </a:lnTo>
                  <a:lnTo>
                    <a:pt x="563" y="1160"/>
                  </a:lnTo>
                  <a:lnTo>
                    <a:pt x="561" y="1158"/>
                  </a:lnTo>
                  <a:lnTo>
                    <a:pt x="558" y="1158"/>
                  </a:lnTo>
                  <a:lnTo>
                    <a:pt x="558" y="1158"/>
                  </a:lnTo>
                  <a:lnTo>
                    <a:pt x="554" y="1156"/>
                  </a:lnTo>
                  <a:lnTo>
                    <a:pt x="550" y="1153"/>
                  </a:lnTo>
                  <a:lnTo>
                    <a:pt x="307" y="910"/>
                  </a:lnTo>
                  <a:lnTo>
                    <a:pt x="307" y="910"/>
                  </a:lnTo>
                  <a:lnTo>
                    <a:pt x="290" y="891"/>
                  </a:lnTo>
                  <a:lnTo>
                    <a:pt x="271" y="872"/>
                  </a:lnTo>
                  <a:lnTo>
                    <a:pt x="236" y="832"/>
                  </a:lnTo>
                  <a:lnTo>
                    <a:pt x="236" y="832"/>
                  </a:lnTo>
                  <a:lnTo>
                    <a:pt x="200" y="790"/>
                  </a:lnTo>
                  <a:lnTo>
                    <a:pt x="181" y="771"/>
                  </a:lnTo>
                  <a:lnTo>
                    <a:pt x="163" y="751"/>
                  </a:lnTo>
                  <a:lnTo>
                    <a:pt x="143" y="731"/>
                  </a:lnTo>
                  <a:lnTo>
                    <a:pt x="123" y="714"/>
                  </a:lnTo>
                  <a:lnTo>
                    <a:pt x="102" y="697"/>
                  </a:lnTo>
                  <a:lnTo>
                    <a:pt x="80" y="682"/>
                  </a:lnTo>
                  <a:lnTo>
                    <a:pt x="80" y="682"/>
                  </a:lnTo>
                  <a:lnTo>
                    <a:pt x="77" y="679"/>
                  </a:lnTo>
                  <a:lnTo>
                    <a:pt x="74" y="677"/>
                  </a:lnTo>
                  <a:lnTo>
                    <a:pt x="72" y="670"/>
                  </a:lnTo>
                  <a:lnTo>
                    <a:pt x="71" y="665"/>
                  </a:lnTo>
                  <a:lnTo>
                    <a:pt x="71" y="661"/>
                  </a:lnTo>
                  <a:lnTo>
                    <a:pt x="72" y="657"/>
                  </a:lnTo>
                  <a:lnTo>
                    <a:pt x="71" y="654"/>
                  </a:lnTo>
                  <a:lnTo>
                    <a:pt x="71" y="654"/>
                  </a:lnTo>
                  <a:lnTo>
                    <a:pt x="59" y="626"/>
                  </a:lnTo>
                  <a:lnTo>
                    <a:pt x="49" y="598"/>
                  </a:lnTo>
                  <a:lnTo>
                    <a:pt x="40" y="570"/>
                  </a:lnTo>
                  <a:lnTo>
                    <a:pt x="32" y="541"/>
                  </a:lnTo>
                  <a:lnTo>
                    <a:pt x="25" y="512"/>
                  </a:lnTo>
                  <a:lnTo>
                    <a:pt x="19" y="483"/>
                  </a:lnTo>
                  <a:lnTo>
                    <a:pt x="15" y="453"/>
                  </a:lnTo>
                  <a:lnTo>
                    <a:pt x="11" y="425"/>
                  </a:lnTo>
                  <a:lnTo>
                    <a:pt x="7" y="396"/>
                  </a:lnTo>
                  <a:lnTo>
                    <a:pt x="4" y="368"/>
                  </a:lnTo>
                  <a:lnTo>
                    <a:pt x="1" y="312"/>
                  </a:lnTo>
                  <a:lnTo>
                    <a:pt x="0" y="259"/>
                  </a:lnTo>
                  <a:lnTo>
                    <a:pt x="1" y="212"/>
                  </a:lnTo>
                  <a:lnTo>
                    <a:pt x="1" y="212"/>
                  </a:lnTo>
                  <a:lnTo>
                    <a:pt x="1" y="207"/>
                  </a:lnTo>
                  <a:lnTo>
                    <a:pt x="3" y="202"/>
                  </a:lnTo>
                  <a:lnTo>
                    <a:pt x="6" y="198"/>
                  </a:lnTo>
                  <a:lnTo>
                    <a:pt x="10" y="196"/>
                  </a:lnTo>
                  <a:lnTo>
                    <a:pt x="14" y="193"/>
                  </a:lnTo>
                  <a:lnTo>
                    <a:pt x="16" y="188"/>
                  </a:lnTo>
                  <a:lnTo>
                    <a:pt x="16" y="188"/>
                  </a:lnTo>
                  <a:lnTo>
                    <a:pt x="17" y="185"/>
                  </a:lnTo>
                  <a:lnTo>
                    <a:pt x="19" y="182"/>
                  </a:lnTo>
                  <a:lnTo>
                    <a:pt x="19" y="182"/>
                  </a:lnTo>
                  <a:lnTo>
                    <a:pt x="41" y="154"/>
                  </a:lnTo>
                  <a:lnTo>
                    <a:pt x="63" y="127"/>
                  </a:lnTo>
                  <a:lnTo>
                    <a:pt x="86" y="103"/>
                  </a:lnTo>
                  <a:lnTo>
                    <a:pt x="110" y="81"/>
                  </a:lnTo>
                  <a:lnTo>
                    <a:pt x="135" y="60"/>
                  </a:lnTo>
                  <a:lnTo>
                    <a:pt x="159" y="41"/>
                  </a:lnTo>
                  <a:lnTo>
                    <a:pt x="185" y="25"/>
                  </a:lnTo>
                  <a:lnTo>
                    <a:pt x="210" y="10"/>
                  </a:lnTo>
                  <a:lnTo>
                    <a:pt x="210" y="10"/>
                  </a:lnTo>
                  <a:lnTo>
                    <a:pt x="215" y="8"/>
                  </a:lnTo>
                  <a:lnTo>
                    <a:pt x="219" y="7"/>
                  </a:lnTo>
                  <a:lnTo>
                    <a:pt x="219" y="7"/>
                  </a:lnTo>
                  <a:lnTo>
                    <a:pt x="222" y="8"/>
                  </a:lnTo>
                  <a:lnTo>
                    <a:pt x="228" y="8"/>
                  </a:lnTo>
                  <a:lnTo>
                    <a:pt x="232" y="5"/>
                  </a:lnTo>
                  <a:lnTo>
                    <a:pt x="232" y="5"/>
                  </a:lnTo>
                  <a:lnTo>
                    <a:pt x="236" y="3"/>
                  </a:lnTo>
                  <a:lnTo>
                    <a:pt x="242" y="2"/>
                  </a:lnTo>
                  <a:lnTo>
                    <a:pt x="242" y="2"/>
                  </a:lnTo>
                  <a:lnTo>
                    <a:pt x="291" y="0"/>
                  </a:lnTo>
                  <a:lnTo>
                    <a:pt x="335" y="0"/>
                  </a:lnTo>
                  <a:lnTo>
                    <a:pt x="335" y="0"/>
                  </a:lnTo>
                  <a:lnTo>
                    <a:pt x="377" y="0"/>
                  </a:lnTo>
                  <a:lnTo>
                    <a:pt x="419" y="2"/>
                  </a:lnTo>
                  <a:lnTo>
                    <a:pt x="458" y="5"/>
                  </a:lnTo>
                  <a:lnTo>
                    <a:pt x="495" y="8"/>
                  </a:lnTo>
                  <a:lnTo>
                    <a:pt x="531" y="13"/>
                  </a:lnTo>
                  <a:lnTo>
                    <a:pt x="566" y="20"/>
                  </a:lnTo>
                  <a:lnTo>
                    <a:pt x="599" y="26"/>
                  </a:lnTo>
                  <a:lnTo>
                    <a:pt x="631" y="34"/>
                  </a:lnTo>
                  <a:lnTo>
                    <a:pt x="631" y="34"/>
                  </a:lnTo>
                  <a:lnTo>
                    <a:pt x="634" y="35"/>
                  </a:lnTo>
                  <a:lnTo>
                    <a:pt x="636" y="36"/>
                  </a:lnTo>
                  <a:lnTo>
                    <a:pt x="638" y="36"/>
                  </a:lnTo>
                  <a:lnTo>
                    <a:pt x="638" y="36"/>
                  </a:lnTo>
                  <a:lnTo>
                    <a:pt x="642" y="36"/>
                  </a:lnTo>
                  <a:lnTo>
                    <a:pt x="646" y="38"/>
                  </a:lnTo>
                  <a:lnTo>
                    <a:pt x="656" y="46"/>
                  </a:lnTo>
                  <a:lnTo>
                    <a:pt x="656" y="46"/>
                  </a:lnTo>
                  <a:lnTo>
                    <a:pt x="697" y="80"/>
                  </a:lnTo>
                  <a:lnTo>
                    <a:pt x="736" y="114"/>
                  </a:lnTo>
                  <a:lnTo>
                    <a:pt x="775" y="149"/>
                  </a:lnTo>
                  <a:lnTo>
                    <a:pt x="812" y="184"/>
                  </a:lnTo>
                  <a:lnTo>
                    <a:pt x="887" y="256"/>
                  </a:lnTo>
                  <a:lnTo>
                    <a:pt x="958" y="328"/>
                  </a:lnTo>
                  <a:lnTo>
                    <a:pt x="958" y="328"/>
                  </a:lnTo>
                  <a:lnTo>
                    <a:pt x="1008" y="379"/>
                  </a:lnTo>
                  <a:lnTo>
                    <a:pt x="1057" y="428"/>
                  </a:lnTo>
                  <a:lnTo>
                    <a:pt x="1107" y="475"/>
                  </a:lnTo>
                  <a:lnTo>
                    <a:pt x="1156" y="521"/>
                  </a:lnTo>
                  <a:lnTo>
                    <a:pt x="1159" y="524"/>
                  </a:lnTo>
                  <a:lnTo>
                    <a:pt x="1163" y="524"/>
                  </a:lnTo>
                  <a:lnTo>
                    <a:pt x="1163" y="524"/>
                  </a:lnTo>
                  <a:lnTo>
                    <a:pt x="1167" y="525"/>
                  </a:lnTo>
                  <a:lnTo>
                    <a:pt x="1171" y="527"/>
                  </a:lnTo>
                  <a:lnTo>
                    <a:pt x="1173" y="529"/>
                  </a:lnTo>
                  <a:lnTo>
                    <a:pt x="1175" y="533"/>
                  </a:lnTo>
                  <a:lnTo>
                    <a:pt x="1175" y="533"/>
                  </a:lnTo>
                  <a:lnTo>
                    <a:pt x="1185" y="553"/>
                  </a:lnTo>
                  <a:lnTo>
                    <a:pt x="1193" y="571"/>
                  </a:lnTo>
                  <a:lnTo>
                    <a:pt x="1201" y="590"/>
                  </a:lnTo>
                  <a:lnTo>
                    <a:pt x="1207" y="607"/>
                  </a:lnTo>
                  <a:lnTo>
                    <a:pt x="1211" y="626"/>
                  </a:lnTo>
                  <a:lnTo>
                    <a:pt x="1215" y="644"/>
                  </a:lnTo>
                  <a:lnTo>
                    <a:pt x="1218" y="660"/>
                  </a:lnTo>
                  <a:lnTo>
                    <a:pt x="1220" y="677"/>
                  </a:lnTo>
                  <a:lnTo>
                    <a:pt x="1220" y="693"/>
                  </a:lnTo>
                  <a:lnTo>
                    <a:pt x="1220" y="710"/>
                  </a:lnTo>
                  <a:lnTo>
                    <a:pt x="1218" y="725"/>
                  </a:lnTo>
                  <a:lnTo>
                    <a:pt x="1216" y="741"/>
                  </a:lnTo>
                  <a:lnTo>
                    <a:pt x="1212" y="755"/>
                  </a:lnTo>
                  <a:lnTo>
                    <a:pt x="1208" y="771"/>
                  </a:lnTo>
                  <a:lnTo>
                    <a:pt x="1202" y="785"/>
                  </a:lnTo>
                  <a:lnTo>
                    <a:pt x="1194" y="798"/>
                  </a:lnTo>
                  <a:lnTo>
                    <a:pt x="1192" y="804"/>
                  </a:lnTo>
                  <a:lnTo>
                    <a:pt x="1193" y="809"/>
                  </a:lnTo>
                  <a:lnTo>
                    <a:pt x="1193" y="809"/>
                  </a:lnTo>
                  <a:lnTo>
                    <a:pt x="1194" y="813"/>
                  </a:lnTo>
                  <a:lnTo>
                    <a:pt x="1193" y="817"/>
                  </a:lnTo>
                  <a:lnTo>
                    <a:pt x="1191" y="821"/>
                  </a:lnTo>
                  <a:lnTo>
                    <a:pt x="1188" y="826"/>
                  </a:lnTo>
                  <a:lnTo>
                    <a:pt x="1188" y="826"/>
                  </a:lnTo>
                  <a:lnTo>
                    <a:pt x="1147" y="869"/>
                  </a:lnTo>
                  <a:lnTo>
                    <a:pt x="1109" y="909"/>
                  </a:lnTo>
                  <a:lnTo>
                    <a:pt x="1070" y="948"/>
                  </a:lnTo>
                  <a:lnTo>
                    <a:pt x="1031" y="985"/>
                  </a:lnTo>
                  <a:lnTo>
                    <a:pt x="952" y="1062"/>
                  </a:lnTo>
                  <a:lnTo>
                    <a:pt x="862" y="1146"/>
                  </a:lnTo>
                  <a:lnTo>
                    <a:pt x="862" y="1146"/>
                  </a:lnTo>
                  <a:lnTo>
                    <a:pt x="858" y="1151"/>
                  </a:lnTo>
                  <a:lnTo>
                    <a:pt x="857" y="1152"/>
                  </a:lnTo>
                  <a:lnTo>
                    <a:pt x="857" y="1152"/>
                  </a:lnTo>
                  <a:lnTo>
                    <a:pt x="853" y="1157"/>
                  </a:lnTo>
                  <a:lnTo>
                    <a:pt x="853" y="1157"/>
                  </a:lnTo>
                  <a:lnTo>
                    <a:pt x="834" y="1170"/>
                  </a:lnTo>
                  <a:lnTo>
                    <a:pt x="815" y="1182"/>
                  </a:lnTo>
                  <a:lnTo>
                    <a:pt x="798" y="1192"/>
                  </a:lnTo>
                  <a:lnTo>
                    <a:pt x="779" y="1200"/>
                  </a:lnTo>
                  <a:lnTo>
                    <a:pt x="761" y="1206"/>
                  </a:lnTo>
                  <a:lnTo>
                    <a:pt x="743" y="1211"/>
                  </a:lnTo>
                  <a:lnTo>
                    <a:pt x="724" y="1214"/>
                  </a:lnTo>
                  <a:lnTo>
                    <a:pt x="706" y="1215"/>
                  </a:lnTo>
                  <a:lnTo>
                    <a:pt x="706" y="1215"/>
                  </a:lnTo>
                  <a:close/>
                  <a:moveTo>
                    <a:pt x="231" y="43"/>
                  </a:moveTo>
                  <a:lnTo>
                    <a:pt x="231" y="43"/>
                  </a:lnTo>
                  <a:lnTo>
                    <a:pt x="206" y="57"/>
                  </a:lnTo>
                  <a:lnTo>
                    <a:pt x="182" y="72"/>
                  </a:lnTo>
                  <a:lnTo>
                    <a:pt x="159" y="90"/>
                  </a:lnTo>
                  <a:lnTo>
                    <a:pt x="137" y="108"/>
                  </a:lnTo>
                  <a:lnTo>
                    <a:pt x="114" y="129"/>
                  </a:lnTo>
                  <a:lnTo>
                    <a:pt x="93" y="151"/>
                  </a:lnTo>
                  <a:lnTo>
                    <a:pt x="73" y="175"/>
                  </a:lnTo>
                  <a:lnTo>
                    <a:pt x="54" y="198"/>
                  </a:lnTo>
                  <a:lnTo>
                    <a:pt x="54" y="198"/>
                  </a:lnTo>
                  <a:lnTo>
                    <a:pt x="50" y="202"/>
                  </a:lnTo>
                  <a:lnTo>
                    <a:pt x="46" y="205"/>
                  </a:lnTo>
                  <a:lnTo>
                    <a:pt x="40" y="208"/>
                  </a:lnTo>
                  <a:lnTo>
                    <a:pt x="40" y="216"/>
                  </a:lnTo>
                  <a:lnTo>
                    <a:pt x="40" y="216"/>
                  </a:lnTo>
                  <a:lnTo>
                    <a:pt x="39" y="280"/>
                  </a:lnTo>
                  <a:lnTo>
                    <a:pt x="40" y="311"/>
                  </a:lnTo>
                  <a:lnTo>
                    <a:pt x="41" y="342"/>
                  </a:lnTo>
                  <a:lnTo>
                    <a:pt x="43" y="371"/>
                  </a:lnTo>
                  <a:lnTo>
                    <a:pt x="45" y="400"/>
                  </a:lnTo>
                  <a:lnTo>
                    <a:pt x="49" y="427"/>
                  </a:lnTo>
                  <a:lnTo>
                    <a:pt x="52" y="453"/>
                  </a:lnTo>
                  <a:lnTo>
                    <a:pt x="56" y="479"/>
                  </a:lnTo>
                  <a:lnTo>
                    <a:pt x="61" y="504"/>
                  </a:lnTo>
                  <a:lnTo>
                    <a:pt x="68" y="529"/>
                  </a:lnTo>
                  <a:lnTo>
                    <a:pt x="74" y="552"/>
                  </a:lnTo>
                  <a:lnTo>
                    <a:pt x="80" y="574"/>
                  </a:lnTo>
                  <a:lnTo>
                    <a:pt x="88" y="596"/>
                  </a:lnTo>
                  <a:lnTo>
                    <a:pt x="96" y="618"/>
                  </a:lnTo>
                  <a:lnTo>
                    <a:pt x="105" y="637"/>
                  </a:lnTo>
                  <a:lnTo>
                    <a:pt x="105" y="637"/>
                  </a:lnTo>
                  <a:lnTo>
                    <a:pt x="107" y="642"/>
                  </a:lnTo>
                  <a:lnTo>
                    <a:pt x="107" y="648"/>
                  </a:lnTo>
                  <a:lnTo>
                    <a:pt x="107" y="654"/>
                  </a:lnTo>
                  <a:lnTo>
                    <a:pt x="112" y="658"/>
                  </a:lnTo>
                  <a:lnTo>
                    <a:pt x="112" y="658"/>
                  </a:lnTo>
                  <a:lnTo>
                    <a:pt x="131" y="671"/>
                  </a:lnTo>
                  <a:lnTo>
                    <a:pt x="148" y="686"/>
                  </a:lnTo>
                  <a:lnTo>
                    <a:pt x="165" y="701"/>
                  </a:lnTo>
                  <a:lnTo>
                    <a:pt x="181" y="718"/>
                  </a:lnTo>
                  <a:lnTo>
                    <a:pt x="213" y="751"/>
                  </a:lnTo>
                  <a:lnTo>
                    <a:pt x="243" y="785"/>
                  </a:lnTo>
                  <a:lnTo>
                    <a:pt x="243" y="785"/>
                  </a:lnTo>
                  <a:lnTo>
                    <a:pt x="276" y="822"/>
                  </a:lnTo>
                  <a:lnTo>
                    <a:pt x="294" y="841"/>
                  </a:lnTo>
                  <a:lnTo>
                    <a:pt x="311" y="859"/>
                  </a:lnTo>
                  <a:lnTo>
                    <a:pt x="579" y="1127"/>
                  </a:lnTo>
                  <a:lnTo>
                    <a:pt x="582" y="1128"/>
                  </a:lnTo>
                  <a:lnTo>
                    <a:pt x="582" y="1128"/>
                  </a:lnTo>
                  <a:lnTo>
                    <a:pt x="585" y="1129"/>
                  </a:lnTo>
                  <a:lnTo>
                    <a:pt x="588" y="1131"/>
                  </a:lnTo>
                  <a:lnTo>
                    <a:pt x="588" y="1131"/>
                  </a:lnTo>
                  <a:lnTo>
                    <a:pt x="604" y="1142"/>
                  </a:lnTo>
                  <a:lnTo>
                    <a:pt x="618" y="1152"/>
                  </a:lnTo>
                  <a:lnTo>
                    <a:pt x="633" y="1159"/>
                  </a:lnTo>
                  <a:lnTo>
                    <a:pt x="647" y="1165"/>
                  </a:lnTo>
                  <a:lnTo>
                    <a:pt x="662" y="1170"/>
                  </a:lnTo>
                  <a:lnTo>
                    <a:pt x="677" y="1174"/>
                  </a:lnTo>
                  <a:lnTo>
                    <a:pt x="691" y="1177"/>
                  </a:lnTo>
                  <a:lnTo>
                    <a:pt x="706" y="1177"/>
                  </a:lnTo>
                  <a:lnTo>
                    <a:pt x="706" y="1177"/>
                  </a:lnTo>
                  <a:lnTo>
                    <a:pt x="720" y="1177"/>
                  </a:lnTo>
                  <a:lnTo>
                    <a:pt x="735" y="1174"/>
                  </a:lnTo>
                  <a:lnTo>
                    <a:pt x="750" y="1170"/>
                  </a:lnTo>
                  <a:lnTo>
                    <a:pt x="765" y="1165"/>
                  </a:lnTo>
                  <a:lnTo>
                    <a:pt x="779" y="1159"/>
                  </a:lnTo>
                  <a:lnTo>
                    <a:pt x="794" y="1152"/>
                  </a:lnTo>
                  <a:lnTo>
                    <a:pt x="808" y="1142"/>
                  </a:lnTo>
                  <a:lnTo>
                    <a:pt x="823" y="1131"/>
                  </a:lnTo>
                  <a:lnTo>
                    <a:pt x="823" y="1131"/>
                  </a:lnTo>
                  <a:lnTo>
                    <a:pt x="824" y="1130"/>
                  </a:lnTo>
                  <a:lnTo>
                    <a:pt x="825" y="1130"/>
                  </a:lnTo>
                  <a:lnTo>
                    <a:pt x="826" y="1129"/>
                  </a:lnTo>
                  <a:lnTo>
                    <a:pt x="865" y="1090"/>
                  </a:lnTo>
                  <a:lnTo>
                    <a:pt x="865" y="1090"/>
                  </a:lnTo>
                  <a:lnTo>
                    <a:pt x="934" y="1017"/>
                  </a:lnTo>
                  <a:lnTo>
                    <a:pt x="1002" y="949"/>
                  </a:lnTo>
                  <a:lnTo>
                    <a:pt x="1069" y="883"/>
                  </a:lnTo>
                  <a:lnTo>
                    <a:pt x="1105" y="850"/>
                  </a:lnTo>
                  <a:lnTo>
                    <a:pt x="1140" y="817"/>
                  </a:lnTo>
                  <a:lnTo>
                    <a:pt x="1143" y="815"/>
                  </a:lnTo>
                  <a:lnTo>
                    <a:pt x="1144" y="811"/>
                  </a:lnTo>
                  <a:lnTo>
                    <a:pt x="1144" y="811"/>
                  </a:lnTo>
                  <a:lnTo>
                    <a:pt x="1145" y="807"/>
                  </a:lnTo>
                  <a:lnTo>
                    <a:pt x="1147" y="803"/>
                  </a:lnTo>
                  <a:lnTo>
                    <a:pt x="1147" y="803"/>
                  </a:lnTo>
                  <a:lnTo>
                    <a:pt x="1157" y="786"/>
                  </a:lnTo>
                  <a:lnTo>
                    <a:pt x="1165" y="770"/>
                  </a:lnTo>
                  <a:lnTo>
                    <a:pt x="1173" y="753"/>
                  </a:lnTo>
                  <a:lnTo>
                    <a:pt x="1177" y="736"/>
                  </a:lnTo>
                  <a:lnTo>
                    <a:pt x="1180" y="720"/>
                  </a:lnTo>
                  <a:lnTo>
                    <a:pt x="1182" y="703"/>
                  </a:lnTo>
                  <a:lnTo>
                    <a:pt x="1182" y="688"/>
                  </a:lnTo>
                  <a:lnTo>
                    <a:pt x="1181" y="672"/>
                  </a:lnTo>
                  <a:lnTo>
                    <a:pt x="1179" y="657"/>
                  </a:lnTo>
                  <a:lnTo>
                    <a:pt x="1176" y="642"/>
                  </a:lnTo>
                  <a:lnTo>
                    <a:pt x="1173" y="628"/>
                  </a:lnTo>
                  <a:lnTo>
                    <a:pt x="1169" y="614"/>
                  </a:lnTo>
                  <a:lnTo>
                    <a:pt x="1158" y="588"/>
                  </a:lnTo>
                  <a:lnTo>
                    <a:pt x="1148" y="564"/>
                  </a:lnTo>
                  <a:lnTo>
                    <a:pt x="1146" y="560"/>
                  </a:lnTo>
                  <a:lnTo>
                    <a:pt x="1143" y="558"/>
                  </a:lnTo>
                  <a:lnTo>
                    <a:pt x="1143" y="558"/>
                  </a:lnTo>
                  <a:lnTo>
                    <a:pt x="1140" y="556"/>
                  </a:lnTo>
                  <a:lnTo>
                    <a:pt x="1140" y="556"/>
                  </a:lnTo>
                  <a:lnTo>
                    <a:pt x="1089" y="514"/>
                  </a:lnTo>
                  <a:lnTo>
                    <a:pt x="1039" y="471"/>
                  </a:lnTo>
                  <a:lnTo>
                    <a:pt x="991" y="427"/>
                  </a:lnTo>
                  <a:lnTo>
                    <a:pt x="942" y="381"/>
                  </a:lnTo>
                  <a:lnTo>
                    <a:pt x="894" y="335"/>
                  </a:lnTo>
                  <a:lnTo>
                    <a:pt x="846" y="289"/>
                  </a:lnTo>
                  <a:lnTo>
                    <a:pt x="752" y="196"/>
                  </a:lnTo>
                  <a:lnTo>
                    <a:pt x="752" y="196"/>
                  </a:lnTo>
                  <a:lnTo>
                    <a:pt x="629" y="75"/>
                  </a:lnTo>
                  <a:lnTo>
                    <a:pt x="627" y="72"/>
                  </a:lnTo>
                  <a:lnTo>
                    <a:pt x="623" y="72"/>
                  </a:lnTo>
                  <a:lnTo>
                    <a:pt x="622" y="71"/>
                  </a:lnTo>
                  <a:lnTo>
                    <a:pt x="622" y="71"/>
                  </a:lnTo>
                  <a:lnTo>
                    <a:pt x="590" y="64"/>
                  </a:lnTo>
                  <a:lnTo>
                    <a:pt x="558" y="57"/>
                  </a:lnTo>
                  <a:lnTo>
                    <a:pt x="525" y="52"/>
                  </a:lnTo>
                  <a:lnTo>
                    <a:pt x="491" y="46"/>
                  </a:lnTo>
                  <a:lnTo>
                    <a:pt x="455" y="43"/>
                  </a:lnTo>
                  <a:lnTo>
                    <a:pt x="417" y="40"/>
                  </a:lnTo>
                  <a:lnTo>
                    <a:pt x="377" y="39"/>
                  </a:lnTo>
                  <a:lnTo>
                    <a:pt x="336" y="38"/>
                  </a:lnTo>
                  <a:lnTo>
                    <a:pt x="336" y="38"/>
                  </a:lnTo>
                  <a:lnTo>
                    <a:pt x="291" y="39"/>
                  </a:lnTo>
                  <a:lnTo>
                    <a:pt x="241" y="40"/>
                  </a:lnTo>
                  <a:lnTo>
                    <a:pt x="236" y="40"/>
                  </a:lnTo>
                  <a:lnTo>
                    <a:pt x="232" y="42"/>
                  </a:lnTo>
                  <a:lnTo>
                    <a:pt x="232" y="42"/>
                  </a:lnTo>
                  <a:lnTo>
                    <a:pt x="231" y="43"/>
                  </a:lnTo>
                  <a:lnTo>
                    <a:pt x="231" y="43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311" name="Freeform 927"/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3424238" y="1154113"/>
              <a:ext cx="557213" cy="225425"/>
            </a:xfrm>
            <a:custGeom>
              <a:avLst/>
              <a:gdLst/>
              <a:ahLst/>
              <a:cxnLst>
                <a:cxn ang="0">
                  <a:pos x="77" y="421"/>
                </a:cxn>
                <a:cxn ang="0">
                  <a:pos x="65" y="420"/>
                </a:cxn>
                <a:cxn ang="0">
                  <a:pos x="28" y="385"/>
                </a:cxn>
                <a:cxn ang="0">
                  <a:pos x="2" y="324"/>
                </a:cxn>
                <a:cxn ang="0">
                  <a:pos x="1" y="253"/>
                </a:cxn>
                <a:cxn ang="0">
                  <a:pos x="3" y="188"/>
                </a:cxn>
                <a:cxn ang="0">
                  <a:pos x="40" y="100"/>
                </a:cxn>
                <a:cxn ang="0">
                  <a:pos x="87" y="65"/>
                </a:cxn>
                <a:cxn ang="0">
                  <a:pos x="160" y="37"/>
                </a:cxn>
                <a:cxn ang="0">
                  <a:pos x="250" y="24"/>
                </a:cxn>
                <a:cxn ang="0">
                  <a:pos x="311" y="37"/>
                </a:cxn>
                <a:cxn ang="0">
                  <a:pos x="412" y="72"/>
                </a:cxn>
                <a:cxn ang="0">
                  <a:pos x="529" y="127"/>
                </a:cxn>
                <a:cxn ang="0">
                  <a:pos x="587" y="70"/>
                </a:cxn>
                <a:cxn ang="0">
                  <a:pos x="661" y="29"/>
                </a:cxn>
                <a:cxn ang="0">
                  <a:pos x="790" y="1"/>
                </a:cxn>
                <a:cxn ang="0">
                  <a:pos x="894" y="10"/>
                </a:cxn>
                <a:cxn ang="0">
                  <a:pos x="971" y="35"/>
                </a:cxn>
                <a:cxn ang="0">
                  <a:pos x="1030" y="87"/>
                </a:cxn>
                <a:cxn ang="0">
                  <a:pos x="1052" y="163"/>
                </a:cxn>
                <a:cxn ang="0">
                  <a:pos x="1025" y="252"/>
                </a:cxn>
                <a:cxn ang="0">
                  <a:pos x="951" y="306"/>
                </a:cxn>
                <a:cxn ang="0">
                  <a:pos x="871" y="326"/>
                </a:cxn>
                <a:cxn ang="0">
                  <a:pos x="769" y="315"/>
                </a:cxn>
                <a:cxn ang="0">
                  <a:pos x="623" y="246"/>
                </a:cxn>
                <a:cxn ang="0">
                  <a:pos x="524" y="190"/>
                </a:cxn>
                <a:cxn ang="0">
                  <a:pos x="479" y="259"/>
                </a:cxn>
                <a:cxn ang="0">
                  <a:pos x="458" y="261"/>
                </a:cxn>
                <a:cxn ang="0">
                  <a:pos x="451" y="244"/>
                </a:cxn>
                <a:cxn ang="0">
                  <a:pos x="504" y="162"/>
                </a:cxn>
                <a:cxn ang="0">
                  <a:pos x="394" y="95"/>
                </a:cxn>
                <a:cxn ang="0">
                  <a:pos x="310" y="68"/>
                </a:cxn>
                <a:cxn ang="0">
                  <a:pos x="213" y="57"/>
                </a:cxn>
                <a:cxn ang="0">
                  <a:pos x="142" y="76"/>
                </a:cxn>
                <a:cxn ang="0">
                  <a:pos x="89" y="99"/>
                </a:cxn>
                <a:cxn ang="0">
                  <a:pos x="47" y="159"/>
                </a:cxn>
                <a:cxn ang="0">
                  <a:pos x="30" y="231"/>
                </a:cxn>
                <a:cxn ang="0">
                  <a:pos x="41" y="335"/>
                </a:cxn>
                <a:cxn ang="0">
                  <a:pos x="65" y="372"/>
                </a:cxn>
                <a:cxn ang="0">
                  <a:pos x="101" y="397"/>
                </a:cxn>
                <a:cxn ang="0">
                  <a:pos x="117" y="394"/>
                </a:cxn>
                <a:cxn ang="0">
                  <a:pos x="127" y="410"/>
                </a:cxn>
                <a:cxn ang="0">
                  <a:pos x="112" y="425"/>
                </a:cxn>
                <a:cxn ang="0">
                  <a:pos x="819" y="29"/>
                </a:cxn>
                <a:cxn ang="0">
                  <a:pos x="736" y="41"/>
                </a:cxn>
                <a:cxn ang="0">
                  <a:pos x="628" y="80"/>
                </a:cxn>
                <a:cxn ang="0">
                  <a:pos x="550" y="152"/>
                </a:cxn>
                <a:cxn ang="0">
                  <a:pos x="632" y="213"/>
                </a:cxn>
                <a:cxn ang="0">
                  <a:pos x="723" y="264"/>
                </a:cxn>
                <a:cxn ang="0">
                  <a:pos x="808" y="289"/>
                </a:cxn>
                <a:cxn ang="0">
                  <a:pos x="922" y="285"/>
                </a:cxn>
                <a:cxn ang="0">
                  <a:pos x="994" y="243"/>
                </a:cxn>
                <a:cxn ang="0">
                  <a:pos x="1021" y="169"/>
                </a:cxn>
                <a:cxn ang="0">
                  <a:pos x="1014" y="119"/>
                </a:cxn>
                <a:cxn ang="0">
                  <a:pos x="991" y="91"/>
                </a:cxn>
                <a:cxn ang="0">
                  <a:pos x="938" y="55"/>
                </a:cxn>
                <a:cxn ang="0">
                  <a:pos x="849" y="32"/>
                </a:cxn>
              </a:cxnLst>
              <a:rect l="0" t="0" r="r" b="b"/>
              <a:pathLst>
                <a:path w="1052" h="426">
                  <a:moveTo>
                    <a:pt x="96" y="426"/>
                  </a:moveTo>
                  <a:lnTo>
                    <a:pt x="96" y="426"/>
                  </a:lnTo>
                  <a:lnTo>
                    <a:pt x="90" y="425"/>
                  </a:lnTo>
                  <a:lnTo>
                    <a:pt x="85" y="425"/>
                  </a:lnTo>
                  <a:lnTo>
                    <a:pt x="80" y="423"/>
                  </a:lnTo>
                  <a:lnTo>
                    <a:pt x="77" y="421"/>
                  </a:lnTo>
                  <a:lnTo>
                    <a:pt x="74" y="418"/>
                  </a:lnTo>
                  <a:lnTo>
                    <a:pt x="68" y="423"/>
                  </a:lnTo>
                  <a:lnTo>
                    <a:pt x="68" y="421"/>
                  </a:lnTo>
                  <a:lnTo>
                    <a:pt x="68" y="421"/>
                  </a:lnTo>
                  <a:lnTo>
                    <a:pt x="65" y="420"/>
                  </a:lnTo>
                  <a:lnTo>
                    <a:pt x="65" y="420"/>
                  </a:lnTo>
                  <a:lnTo>
                    <a:pt x="59" y="417"/>
                  </a:lnTo>
                  <a:lnTo>
                    <a:pt x="53" y="413"/>
                  </a:lnTo>
                  <a:lnTo>
                    <a:pt x="53" y="413"/>
                  </a:lnTo>
                  <a:lnTo>
                    <a:pt x="44" y="405"/>
                  </a:lnTo>
                  <a:lnTo>
                    <a:pt x="36" y="396"/>
                  </a:lnTo>
                  <a:lnTo>
                    <a:pt x="28" y="385"/>
                  </a:lnTo>
                  <a:lnTo>
                    <a:pt x="21" y="373"/>
                  </a:lnTo>
                  <a:lnTo>
                    <a:pt x="14" y="361"/>
                  </a:lnTo>
                  <a:lnTo>
                    <a:pt x="9" y="349"/>
                  </a:lnTo>
                  <a:lnTo>
                    <a:pt x="5" y="336"/>
                  </a:lnTo>
                  <a:lnTo>
                    <a:pt x="2" y="324"/>
                  </a:lnTo>
                  <a:lnTo>
                    <a:pt x="2" y="324"/>
                  </a:lnTo>
                  <a:lnTo>
                    <a:pt x="0" y="313"/>
                  </a:lnTo>
                  <a:lnTo>
                    <a:pt x="0" y="300"/>
                  </a:lnTo>
                  <a:lnTo>
                    <a:pt x="0" y="275"/>
                  </a:lnTo>
                  <a:lnTo>
                    <a:pt x="0" y="275"/>
                  </a:lnTo>
                  <a:lnTo>
                    <a:pt x="1" y="253"/>
                  </a:lnTo>
                  <a:lnTo>
                    <a:pt x="1" y="253"/>
                  </a:lnTo>
                  <a:lnTo>
                    <a:pt x="1" y="234"/>
                  </a:lnTo>
                  <a:lnTo>
                    <a:pt x="1" y="234"/>
                  </a:lnTo>
                  <a:lnTo>
                    <a:pt x="0" y="210"/>
                  </a:lnTo>
                  <a:lnTo>
                    <a:pt x="1" y="198"/>
                  </a:lnTo>
                  <a:lnTo>
                    <a:pt x="3" y="188"/>
                  </a:lnTo>
                  <a:lnTo>
                    <a:pt x="3" y="188"/>
                  </a:lnTo>
                  <a:lnTo>
                    <a:pt x="8" y="166"/>
                  </a:lnTo>
                  <a:lnTo>
                    <a:pt x="13" y="153"/>
                  </a:lnTo>
                  <a:lnTo>
                    <a:pt x="18" y="139"/>
                  </a:lnTo>
                  <a:lnTo>
                    <a:pt x="25" y="126"/>
                  </a:lnTo>
                  <a:lnTo>
                    <a:pt x="32" y="112"/>
                  </a:lnTo>
                  <a:lnTo>
                    <a:pt x="40" y="100"/>
                  </a:lnTo>
                  <a:lnTo>
                    <a:pt x="44" y="95"/>
                  </a:lnTo>
                  <a:lnTo>
                    <a:pt x="49" y="89"/>
                  </a:lnTo>
                  <a:lnTo>
                    <a:pt x="49" y="89"/>
                  </a:lnTo>
                  <a:lnTo>
                    <a:pt x="62" y="80"/>
                  </a:lnTo>
                  <a:lnTo>
                    <a:pt x="73" y="72"/>
                  </a:lnTo>
                  <a:lnTo>
                    <a:pt x="87" y="65"/>
                  </a:lnTo>
                  <a:lnTo>
                    <a:pt x="100" y="58"/>
                  </a:lnTo>
                  <a:lnTo>
                    <a:pt x="114" y="53"/>
                  </a:lnTo>
                  <a:lnTo>
                    <a:pt x="127" y="47"/>
                  </a:lnTo>
                  <a:lnTo>
                    <a:pt x="156" y="38"/>
                  </a:lnTo>
                  <a:lnTo>
                    <a:pt x="160" y="37"/>
                  </a:lnTo>
                  <a:lnTo>
                    <a:pt x="160" y="37"/>
                  </a:lnTo>
                  <a:lnTo>
                    <a:pt x="180" y="31"/>
                  </a:lnTo>
                  <a:lnTo>
                    <a:pt x="198" y="27"/>
                  </a:lnTo>
                  <a:lnTo>
                    <a:pt x="218" y="24"/>
                  </a:lnTo>
                  <a:lnTo>
                    <a:pt x="236" y="24"/>
                  </a:lnTo>
                  <a:lnTo>
                    <a:pt x="236" y="24"/>
                  </a:lnTo>
                  <a:lnTo>
                    <a:pt x="250" y="24"/>
                  </a:lnTo>
                  <a:lnTo>
                    <a:pt x="262" y="25"/>
                  </a:lnTo>
                  <a:lnTo>
                    <a:pt x="275" y="27"/>
                  </a:lnTo>
                  <a:lnTo>
                    <a:pt x="287" y="31"/>
                  </a:lnTo>
                  <a:lnTo>
                    <a:pt x="287" y="31"/>
                  </a:lnTo>
                  <a:lnTo>
                    <a:pt x="309" y="36"/>
                  </a:lnTo>
                  <a:lnTo>
                    <a:pt x="311" y="37"/>
                  </a:lnTo>
                  <a:lnTo>
                    <a:pt x="311" y="37"/>
                  </a:lnTo>
                  <a:lnTo>
                    <a:pt x="338" y="44"/>
                  </a:lnTo>
                  <a:lnTo>
                    <a:pt x="362" y="51"/>
                  </a:lnTo>
                  <a:lnTo>
                    <a:pt x="387" y="60"/>
                  </a:lnTo>
                  <a:lnTo>
                    <a:pt x="400" y="66"/>
                  </a:lnTo>
                  <a:lnTo>
                    <a:pt x="412" y="72"/>
                  </a:lnTo>
                  <a:lnTo>
                    <a:pt x="412" y="72"/>
                  </a:lnTo>
                  <a:lnTo>
                    <a:pt x="438" y="85"/>
                  </a:lnTo>
                  <a:lnTo>
                    <a:pt x="464" y="100"/>
                  </a:lnTo>
                  <a:lnTo>
                    <a:pt x="513" y="130"/>
                  </a:lnTo>
                  <a:lnTo>
                    <a:pt x="523" y="136"/>
                  </a:lnTo>
                  <a:lnTo>
                    <a:pt x="529" y="127"/>
                  </a:lnTo>
                  <a:lnTo>
                    <a:pt x="529" y="127"/>
                  </a:lnTo>
                  <a:lnTo>
                    <a:pt x="540" y="113"/>
                  </a:lnTo>
                  <a:lnTo>
                    <a:pt x="551" y="101"/>
                  </a:lnTo>
                  <a:lnTo>
                    <a:pt x="563" y="89"/>
                  </a:lnTo>
                  <a:lnTo>
                    <a:pt x="574" y="79"/>
                  </a:lnTo>
                  <a:lnTo>
                    <a:pt x="587" y="70"/>
                  </a:lnTo>
                  <a:lnTo>
                    <a:pt x="599" y="60"/>
                  </a:lnTo>
                  <a:lnTo>
                    <a:pt x="611" y="52"/>
                  </a:lnTo>
                  <a:lnTo>
                    <a:pt x="625" y="45"/>
                  </a:lnTo>
                  <a:lnTo>
                    <a:pt x="625" y="45"/>
                  </a:lnTo>
                  <a:lnTo>
                    <a:pt x="642" y="37"/>
                  </a:lnTo>
                  <a:lnTo>
                    <a:pt x="661" y="29"/>
                  </a:lnTo>
                  <a:lnTo>
                    <a:pt x="680" y="23"/>
                  </a:lnTo>
                  <a:lnTo>
                    <a:pt x="698" y="18"/>
                  </a:lnTo>
                  <a:lnTo>
                    <a:pt x="734" y="10"/>
                  </a:lnTo>
                  <a:lnTo>
                    <a:pt x="767" y="4"/>
                  </a:lnTo>
                  <a:lnTo>
                    <a:pt x="767" y="4"/>
                  </a:lnTo>
                  <a:lnTo>
                    <a:pt x="790" y="1"/>
                  </a:lnTo>
                  <a:lnTo>
                    <a:pt x="813" y="0"/>
                  </a:lnTo>
                  <a:lnTo>
                    <a:pt x="813" y="0"/>
                  </a:lnTo>
                  <a:lnTo>
                    <a:pt x="826" y="0"/>
                  </a:lnTo>
                  <a:lnTo>
                    <a:pt x="841" y="1"/>
                  </a:lnTo>
                  <a:lnTo>
                    <a:pt x="868" y="5"/>
                  </a:lnTo>
                  <a:lnTo>
                    <a:pt x="894" y="10"/>
                  </a:lnTo>
                  <a:lnTo>
                    <a:pt x="922" y="16"/>
                  </a:lnTo>
                  <a:lnTo>
                    <a:pt x="922" y="16"/>
                  </a:lnTo>
                  <a:lnTo>
                    <a:pt x="935" y="19"/>
                  </a:lnTo>
                  <a:lnTo>
                    <a:pt x="947" y="23"/>
                  </a:lnTo>
                  <a:lnTo>
                    <a:pt x="959" y="28"/>
                  </a:lnTo>
                  <a:lnTo>
                    <a:pt x="971" y="35"/>
                  </a:lnTo>
                  <a:lnTo>
                    <a:pt x="982" y="42"/>
                  </a:lnTo>
                  <a:lnTo>
                    <a:pt x="994" y="49"/>
                  </a:lnTo>
                  <a:lnTo>
                    <a:pt x="1004" y="57"/>
                  </a:lnTo>
                  <a:lnTo>
                    <a:pt x="1013" y="67"/>
                  </a:lnTo>
                  <a:lnTo>
                    <a:pt x="1022" y="77"/>
                  </a:lnTo>
                  <a:lnTo>
                    <a:pt x="1030" y="87"/>
                  </a:lnTo>
                  <a:lnTo>
                    <a:pt x="1037" y="99"/>
                  </a:lnTo>
                  <a:lnTo>
                    <a:pt x="1043" y="110"/>
                  </a:lnTo>
                  <a:lnTo>
                    <a:pt x="1047" y="122"/>
                  </a:lnTo>
                  <a:lnTo>
                    <a:pt x="1050" y="135"/>
                  </a:lnTo>
                  <a:lnTo>
                    <a:pt x="1052" y="148"/>
                  </a:lnTo>
                  <a:lnTo>
                    <a:pt x="1052" y="163"/>
                  </a:lnTo>
                  <a:lnTo>
                    <a:pt x="1052" y="163"/>
                  </a:lnTo>
                  <a:lnTo>
                    <a:pt x="1050" y="183"/>
                  </a:lnTo>
                  <a:lnTo>
                    <a:pt x="1047" y="203"/>
                  </a:lnTo>
                  <a:lnTo>
                    <a:pt x="1041" y="221"/>
                  </a:lnTo>
                  <a:lnTo>
                    <a:pt x="1034" y="237"/>
                  </a:lnTo>
                  <a:lnTo>
                    <a:pt x="1025" y="252"/>
                  </a:lnTo>
                  <a:lnTo>
                    <a:pt x="1014" y="264"/>
                  </a:lnTo>
                  <a:lnTo>
                    <a:pt x="1003" y="275"/>
                  </a:lnTo>
                  <a:lnTo>
                    <a:pt x="991" y="285"/>
                  </a:lnTo>
                  <a:lnTo>
                    <a:pt x="978" y="293"/>
                  </a:lnTo>
                  <a:lnTo>
                    <a:pt x="965" y="300"/>
                  </a:lnTo>
                  <a:lnTo>
                    <a:pt x="951" y="306"/>
                  </a:lnTo>
                  <a:lnTo>
                    <a:pt x="938" y="311"/>
                  </a:lnTo>
                  <a:lnTo>
                    <a:pt x="924" y="316"/>
                  </a:lnTo>
                  <a:lnTo>
                    <a:pt x="912" y="320"/>
                  </a:lnTo>
                  <a:lnTo>
                    <a:pt x="887" y="324"/>
                  </a:lnTo>
                  <a:lnTo>
                    <a:pt x="887" y="324"/>
                  </a:lnTo>
                  <a:lnTo>
                    <a:pt x="871" y="326"/>
                  </a:lnTo>
                  <a:lnTo>
                    <a:pt x="854" y="327"/>
                  </a:lnTo>
                  <a:lnTo>
                    <a:pt x="854" y="327"/>
                  </a:lnTo>
                  <a:lnTo>
                    <a:pt x="841" y="326"/>
                  </a:lnTo>
                  <a:lnTo>
                    <a:pt x="827" y="325"/>
                  </a:lnTo>
                  <a:lnTo>
                    <a:pt x="799" y="321"/>
                  </a:lnTo>
                  <a:lnTo>
                    <a:pt x="769" y="315"/>
                  </a:lnTo>
                  <a:lnTo>
                    <a:pt x="740" y="305"/>
                  </a:lnTo>
                  <a:lnTo>
                    <a:pt x="711" y="294"/>
                  </a:lnTo>
                  <a:lnTo>
                    <a:pt x="681" y="281"/>
                  </a:lnTo>
                  <a:lnTo>
                    <a:pt x="652" y="265"/>
                  </a:lnTo>
                  <a:lnTo>
                    <a:pt x="623" y="246"/>
                  </a:lnTo>
                  <a:lnTo>
                    <a:pt x="623" y="246"/>
                  </a:lnTo>
                  <a:lnTo>
                    <a:pt x="597" y="229"/>
                  </a:lnTo>
                  <a:lnTo>
                    <a:pt x="571" y="209"/>
                  </a:lnTo>
                  <a:lnTo>
                    <a:pt x="571" y="209"/>
                  </a:lnTo>
                  <a:lnTo>
                    <a:pt x="541" y="187"/>
                  </a:lnTo>
                  <a:lnTo>
                    <a:pt x="531" y="179"/>
                  </a:lnTo>
                  <a:lnTo>
                    <a:pt x="524" y="190"/>
                  </a:lnTo>
                  <a:lnTo>
                    <a:pt x="524" y="190"/>
                  </a:lnTo>
                  <a:lnTo>
                    <a:pt x="500" y="227"/>
                  </a:lnTo>
                  <a:lnTo>
                    <a:pt x="500" y="227"/>
                  </a:lnTo>
                  <a:lnTo>
                    <a:pt x="482" y="256"/>
                  </a:lnTo>
                  <a:lnTo>
                    <a:pt x="482" y="256"/>
                  </a:lnTo>
                  <a:lnTo>
                    <a:pt x="479" y="259"/>
                  </a:lnTo>
                  <a:lnTo>
                    <a:pt x="476" y="262"/>
                  </a:lnTo>
                  <a:lnTo>
                    <a:pt x="473" y="263"/>
                  </a:lnTo>
                  <a:lnTo>
                    <a:pt x="469" y="263"/>
                  </a:lnTo>
                  <a:lnTo>
                    <a:pt x="469" y="263"/>
                  </a:lnTo>
                  <a:lnTo>
                    <a:pt x="464" y="263"/>
                  </a:lnTo>
                  <a:lnTo>
                    <a:pt x="458" y="261"/>
                  </a:lnTo>
                  <a:lnTo>
                    <a:pt x="455" y="258"/>
                  </a:lnTo>
                  <a:lnTo>
                    <a:pt x="452" y="254"/>
                  </a:lnTo>
                  <a:lnTo>
                    <a:pt x="452" y="254"/>
                  </a:lnTo>
                  <a:lnTo>
                    <a:pt x="451" y="251"/>
                  </a:lnTo>
                  <a:lnTo>
                    <a:pt x="450" y="247"/>
                  </a:lnTo>
                  <a:lnTo>
                    <a:pt x="451" y="244"/>
                  </a:lnTo>
                  <a:lnTo>
                    <a:pt x="453" y="240"/>
                  </a:lnTo>
                  <a:lnTo>
                    <a:pt x="453" y="240"/>
                  </a:lnTo>
                  <a:lnTo>
                    <a:pt x="474" y="208"/>
                  </a:lnTo>
                  <a:lnTo>
                    <a:pt x="474" y="208"/>
                  </a:lnTo>
                  <a:lnTo>
                    <a:pt x="498" y="172"/>
                  </a:lnTo>
                  <a:lnTo>
                    <a:pt x="504" y="162"/>
                  </a:lnTo>
                  <a:lnTo>
                    <a:pt x="477" y="144"/>
                  </a:lnTo>
                  <a:lnTo>
                    <a:pt x="477" y="144"/>
                  </a:lnTo>
                  <a:lnTo>
                    <a:pt x="445" y="123"/>
                  </a:lnTo>
                  <a:lnTo>
                    <a:pt x="429" y="113"/>
                  </a:lnTo>
                  <a:lnTo>
                    <a:pt x="412" y="104"/>
                  </a:lnTo>
                  <a:lnTo>
                    <a:pt x="394" y="95"/>
                  </a:lnTo>
                  <a:lnTo>
                    <a:pt x="377" y="86"/>
                  </a:lnTo>
                  <a:lnTo>
                    <a:pt x="359" y="80"/>
                  </a:lnTo>
                  <a:lnTo>
                    <a:pt x="343" y="75"/>
                  </a:lnTo>
                  <a:lnTo>
                    <a:pt x="335" y="74"/>
                  </a:lnTo>
                  <a:lnTo>
                    <a:pt x="335" y="74"/>
                  </a:lnTo>
                  <a:lnTo>
                    <a:pt x="310" y="68"/>
                  </a:lnTo>
                  <a:lnTo>
                    <a:pt x="284" y="63"/>
                  </a:lnTo>
                  <a:lnTo>
                    <a:pt x="256" y="58"/>
                  </a:lnTo>
                  <a:lnTo>
                    <a:pt x="243" y="57"/>
                  </a:lnTo>
                  <a:lnTo>
                    <a:pt x="229" y="57"/>
                  </a:lnTo>
                  <a:lnTo>
                    <a:pt x="229" y="57"/>
                  </a:lnTo>
                  <a:lnTo>
                    <a:pt x="213" y="57"/>
                  </a:lnTo>
                  <a:lnTo>
                    <a:pt x="196" y="59"/>
                  </a:lnTo>
                  <a:lnTo>
                    <a:pt x="182" y="64"/>
                  </a:lnTo>
                  <a:lnTo>
                    <a:pt x="167" y="68"/>
                  </a:lnTo>
                  <a:lnTo>
                    <a:pt x="167" y="68"/>
                  </a:lnTo>
                  <a:lnTo>
                    <a:pt x="156" y="72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28" y="81"/>
                  </a:lnTo>
                  <a:lnTo>
                    <a:pt x="115" y="86"/>
                  </a:lnTo>
                  <a:lnTo>
                    <a:pt x="101" y="91"/>
                  </a:lnTo>
                  <a:lnTo>
                    <a:pt x="89" y="99"/>
                  </a:lnTo>
                  <a:lnTo>
                    <a:pt x="89" y="99"/>
                  </a:lnTo>
                  <a:lnTo>
                    <a:pt x="81" y="106"/>
                  </a:lnTo>
                  <a:lnTo>
                    <a:pt x="74" y="112"/>
                  </a:lnTo>
                  <a:lnTo>
                    <a:pt x="68" y="119"/>
                  </a:lnTo>
                  <a:lnTo>
                    <a:pt x="63" y="127"/>
                  </a:lnTo>
                  <a:lnTo>
                    <a:pt x="55" y="143"/>
                  </a:lnTo>
                  <a:lnTo>
                    <a:pt x="47" y="159"/>
                  </a:lnTo>
                  <a:lnTo>
                    <a:pt x="44" y="166"/>
                  </a:lnTo>
                  <a:lnTo>
                    <a:pt x="44" y="166"/>
                  </a:lnTo>
                  <a:lnTo>
                    <a:pt x="40" y="175"/>
                  </a:lnTo>
                  <a:lnTo>
                    <a:pt x="37" y="184"/>
                  </a:lnTo>
                  <a:lnTo>
                    <a:pt x="33" y="207"/>
                  </a:lnTo>
                  <a:lnTo>
                    <a:pt x="30" y="231"/>
                  </a:lnTo>
                  <a:lnTo>
                    <a:pt x="29" y="256"/>
                  </a:lnTo>
                  <a:lnTo>
                    <a:pt x="30" y="281"/>
                  </a:lnTo>
                  <a:lnTo>
                    <a:pt x="33" y="304"/>
                  </a:lnTo>
                  <a:lnTo>
                    <a:pt x="35" y="316"/>
                  </a:lnTo>
                  <a:lnTo>
                    <a:pt x="38" y="326"/>
                  </a:lnTo>
                  <a:lnTo>
                    <a:pt x="41" y="335"/>
                  </a:lnTo>
                  <a:lnTo>
                    <a:pt x="45" y="344"/>
                  </a:lnTo>
                  <a:lnTo>
                    <a:pt x="45" y="344"/>
                  </a:lnTo>
                  <a:lnTo>
                    <a:pt x="49" y="353"/>
                  </a:lnTo>
                  <a:lnTo>
                    <a:pt x="55" y="360"/>
                  </a:lnTo>
                  <a:lnTo>
                    <a:pt x="60" y="366"/>
                  </a:lnTo>
                  <a:lnTo>
                    <a:pt x="65" y="372"/>
                  </a:lnTo>
                  <a:lnTo>
                    <a:pt x="71" y="378"/>
                  </a:lnTo>
                  <a:lnTo>
                    <a:pt x="77" y="382"/>
                  </a:lnTo>
                  <a:lnTo>
                    <a:pt x="92" y="391"/>
                  </a:lnTo>
                  <a:lnTo>
                    <a:pt x="92" y="391"/>
                  </a:lnTo>
                  <a:lnTo>
                    <a:pt x="97" y="394"/>
                  </a:lnTo>
                  <a:lnTo>
                    <a:pt x="101" y="397"/>
                  </a:lnTo>
                  <a:lnTo>
                    <a:pt x="108" y="390"/>
                  </a:lnTo>
                  <a:lnTo>
                    <a:pt x="109" y="393"/>
                  </a:lnTo>
                  <a:lnTo>
                    <a:pt x="109" y="393"/>
                  </a:lnTo>
                  <a:lnTo>
                    <a:pt x="112" y="393"/>
                  </a:lnTo>
                  <a:lnTo>
                    <a:pt x="112" y="393"/>
                  </a:lnTo>
                  <a:lnTo>
                    <a:pt x="117" y="394"/>
                  </a:lnTo>
                  <a:lnTo>
                    <a:pt x="121" y="395"/>
                  </a:lnTo>
                  <a:lnTo>
                    <a:pt x="123" y="397"/>
                  </a:lnTo>
                  <a:lnTo>
                    <a:pt x="125" y="400"/>
                  </a:lnTo>
                  <a:lnTo>
                    <a:pt x="127" y="405"/>
                  </a:lnTo>
                  <a:lnTo>
                    <a:pt x="127" y="410"/>
                  </a:lnTo>
                  <a:lnTo>
                    <a:pt x="127" y="410"/>
                  </a:lnTo>
                  <a:lnTo>
                    <a:pt x="127" y="413"/>
                  </a:lnTo>
                  <a:lnTo>
                    <a:pt x="125" y="419"/>
                  </a:lnTo>
                  <a:lnTo>
                    <a:pt x="123" y="421"/>
                  </a:lnTo>
                  <a:lnTo>
                    <a:pt x="121" y="423"/>
                  </a:lnTo>
                  <a:lnTo>
                    <a:pt x="117" y="425"/>
                  </a:lnTo>
                  <a:lnTo>
                    <a:pt x="112" y="425"/>
                  </a:lnTo>
                  <a:lnTo>
                    <a:pt x="112" y="425"/>
                  </a:lnTo>
                  <a:lnTo>
                    <a:pt x="103" y="426"/>
                  </a:lnTo>
                  <a:lnTo>
                    <a:pt x="103" y="426"/>
                  </a:lnTo>
                  <a:lnTo>
                    <a:pt x="96" y="426"/>
                  </a:lnTo>
                  <a:lnTo>
                    <a:pt x="96" y="426"/>
                  </a:lnTo>
                  <a:close/>
                  <a:moveTo>
                    <a:pt x="819" y="29"/>
                  </a:moveTo>
                  <a:lnTo>
                    <a:pt x="819" y="29"/>
                  </a:lnTo>
                  <a:lnTo>
                    <a:pt x="805" y="31"/>
                  </a:lnTo>
                  <a:lnTo>
                    <a:pt x="788" y="32"/>
                  </a:lnTo>
                  <a:lnTo>
                    <a:pt x="771" y="34"/>
                  </a:lnTo>
                  <a:lnTo>
                    <a:pt x="754" y="37"/>
                  </a:lnTo>
                  <a:lnTo>
                    <a:pt x="736" y="41"/>
                  </a:lnTo>
                  <a:lnTo>
                    <a:pt x="717" y="46"/>
                  </a:lnTo>
                  <a:lnTo>
                    <a:pt x="675" y="58"/>
                  </a:lnTo>
                  <a:lnTo>
                    <a:pt x="675" y="58"/>
                  </a:lnTo>
                  <a:lnTo>
                    <a:pt x="659" y="65"/>
                  </a:lnTo>
                  <a:lnTo>
                    <a:pt x="643" y="72"/>
                  </a:lnTo>
                  <a:lnTo>
                    <a:pt x="628" y="80"/>
                  </a:lnTo>
                  <a:lnTo>
                    <a:pt x="613" y="90"/>
                  </a:lnTo>
                  <a:lnTo>
                    <a:pt x="599" y="101"/>
                  </a:lnTo>
                  <a:lnTo>
                    <a:pt x="586" y="113"/>
                  </a:lnTo>
                  <a:lnTo>
                    <a:pt x="572" y="127"/>
                  </a:lnTo>
                  <a:lnTo>
                    <a:pt x="559" y="142"/>
                  </a:lnTo>
                  <a:lnTo>
                    <a:pt x="550" y="152"/>
                  </a:lnTo>
                  <a:lnTo>
                    <a:pt x="562" y="160"/>
                  </a:lnTo>
                  <a:lnTo>
                    <a:pt x="562" y="160"/>
                  </a:lnTo>
                  <a:lnTo>
                    <a:pt x="582" y="174"/>
                  </a:lnTo>
                  <a:lnTo>
                    <a:pt x="602" y="190"/>
                  </a:lnTo>
                  <a:lnTo>
                    <a:pt x="602" y="190"/>
                  </a:lnTo>
                  <a:lnTo>
                    <a:pt x="632" y="213"/>
                  </a:lnTo>
                  <a:lnTo>
                    <a:pt x="648" y="224"/>
                  </a:lnTo>
                  <a:lnTo>
                    <a:pt x="664" y="234"/>
                  </a:lnTo>
                  <a:lnTo>
                    <a:pt x="664" y="234"/>
                  </a:lnTo>
                  <a:lnTo>
                    <a:pt x="688" y="246"/>
                  </a:lnTo>
                  <a:lnTo>
                    <a:pt x="704" y="255"/>
                  </a:lnTo>
                  <a:lnTo>
                    <a:pt x="723" y="264"/>
                  </a:lnTo>
                  <a:lnTo>
                    <a:pt x="744" y="272"/>
                  </a:lnTo>
                  <a:lnTo>
                    <a:pt x="765" y="279"/>
                  </a:lnTo>
                  <a:lnTo>
                    <a:pt x="787" y="286"/>
                  </a:lnTo>
                  <a:lnTo>
                    <a:pt x="797" y="288"/>
                  </a:lnTo>
                  <a:lnTo>
                    <a:pt x="808" y="289"/>
                  </a:lnTo>
                  <a:lnTo>
                    <a:pt x="808" y="289"/>
                  </a:lnTo>
                  <a:lnTo>
                    <a:pt x="834" y="291"/>
                  </a:lnTo>
                  <a:lnTo>
                    <a:pt x="859" y="292"/>
                  </a:lnTo>
                  <a:lnTo>
                    <a:pt x="859" y="292"/>
                  </a:lnTo>
                  <a:lnTo>
                    <a:pt x="882" y="291"/>
                  </a:lnTo>
                  <a:lnTo>
                    <a:pt x="903" y="289"/>
                  </a:lnTo>
                  <a:lnTo>
                    <a:pt x="922" y="285"/>
                  </a:lnTo>
                  <a:lnTo>
                    <a:pt x="940" y="279"/>
                  </a:lnTo>
                  <a:lnTo>
                    <a:pt x="955" y="273"/>
                  </a:lnTo>
                  <a:lnTo>
                    <a:pt x="970" y="265"/>
                  </a:lnTo>
                  <a:lnTo>
                    <a:pt x="983" y="255"/>
                  </a:lnTo>
                  <a:lnTo>
                    <a:pt x="994" y="243"/>
                  </a:lnTo>
                  <a:lnTo>
                    <a:pt x="994" y="243"/>
                  </a:lnTo>
                  <a:lnTo>
                    <a:pt x="1001" y="233"/>
                  </a:lnTo>
                  <a:lnTo>
                    <a:pt x="1007" y="222"/>
                  </a:lnTo>
                  <a:lnTo>
                    <a:pt x="1012" y="209"/>
                  </a:lnTo>
                  <a:lnTo>
                    <a:pt x="1016" y="197"/>
                  </a:lnTo>
                  <a:lnTo>
                    <a:pt x="1019" y="182"/>
                  </a:lnTo>
                  <a:lnTo>
                    <a:pt x="1021" y="169"/>
                  </a:lnTo>
                  <a:lnTo>
                    <a:pt x="1021" y="156"/>
                  </a:lnTo>
                  <a:lnTo>
                    <a:pt x="1020" y="142"/>
                  </a:lnTo>
                  <a:lnTo>
                    <a:pt x="1020" y="142"/>
                  </a:lnTo>
                  <a:lnTo>
                    <a:pt x="1019" y="134"/>
                  </a:lnTo>
                  <a:lnTo>
                    <a:pt x="1016" y="127"/>
                  </a:lnTo>
                  <a:lnTo>
                    <a:pt x="1014" y="119"/>
                  </a:lnTo>
                  <a:lnTo>
                    <a:pt x="1010" y="113"/>
                  </a:lnTo>
                  <a:lnTo>
                    <a:pt x="1007" y="107"/>
                  </a:lnTo>
                  <a:lnTo>
                    <a:pt x="1002" y="101"/>
                  </a:lnTo>
                  <a:lnTo>
                    <a:pt x="997" y="96"/>
                  </a:lnTo>
                  <a:lnTo>
                    <a:pt x="991" y="91"/>
                  </a:lnTo>
                  <a:lnTo>
                    <a:pt x="991" y="91"/>
                  </a:lnTo>
                  <a:lnTo>
                    <a:pt x="973" y="79"/>
                  </a:lnTo>
                  <a:lnTo>
                    <a:pt x="973" y="79"/>
                  </a:lnTo>
                  <a:lnTo>
                    <a:pt x="956" y="67"/>
                  </a:lnTo>
                  <a:lnTo>
                    <a:pt x="947" y="60"/>
                  </a:lnTo>
                  <a:lnTo>
                    <a:pt x="938" y="55"/>
                  </a:lnTo>
                  <a:lnTo>
                    <a:pt x="938" y="55"/>
                  </a:lnTo>
                  <a:lnTo>
                    <a:pt x="926" y="50"/>
                  </a:lnTo>
                  <a:lnTo>
                    <a:pt x="914" y="46"/>
                  </a:lnTo>
                  <a:lnTo>
                    <a:pt x="889" y="39"/>
                  </a:lnTo>
                  <a:lnTo>
                    <a:pt x="865" y="35"/>
                  </a:lnTo>
                  <a:lnTo>
                    <a:pt x="849" y="32"/>
                  </a:lnTo>
                  <a:lnTo>
                    <a:pt x="849" y="32"/>
                  </a:lnTo>
                  <a:lnTo>
                    <a:pt x="834" y="31"/>
                  </a:lnTo>
                  <a:lnTo>
                    <a:pt x="819" y="29"/>
                  </a:lnTo>
                  <a:lnTo>
                    <a:pt x="819" y="29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  <a:alpha val="0"/>
                </a:schemeClr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1617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61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E54FF6-624E-42A9-BE39-C1F0F9C6F910}" type="slidenum">
              <a:rPr lang="en-US" altLang="zh-CN" sz="790"/>
              <a:pPr/>
              <a:t>21</a:t>
            </a:fld>
            <a:endParaRPr lang="en-US" altLang="zh-CN" sz="79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325393-5E16-4E65-9D9F-E45E64F3AA39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sp>
        <p:nvSpPr>
          <p:cNvPr id="4" name="矩形 3"/>
          <p:cNvSpPr/>
          <p:nvPr/>
        </p:nvSpPr>
        <p:spPr>
          <a:xfrm>
            <a:off x="496570" y="1480820"/>
            <a:ext cx="8074025" cy="43726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 dirty="0">
                <a:latin typeface="Sitka Text" pitchFamily="2" charset="0"/>
              </a:rPr>
              <a:t>vector&lt;Edge&gt; </a:t>
            </a:r>
            <a:r>
              <a:rPr lang="en-US" altLang="zh-CN" sz="1600" dirty="0" err="1">
                <a:latin typeface="Sitka Text" pitchFamily="2" charset="0"/>
              </a:rPr>
              <a:t>kruskal</a:t>
            </a:r>
            <a:r>
              <a:rPr lang="en-US" altLang="zh-CN" sz="1600" dirty="0">
                <a:latin typeface="Sitka Text" pitchFamily="2" charset="0"/>
              </a:rPr>
              <a:t>( vector&lt;Edge&gt; edges, </a:t>
            </a:r>
            <a:r>
              <a:rPr lang="en-US" altLang="zh-CN" sz="1600" dirty="0" err="1">
                <a:latin typeface="Sitka Text" pitchFamily="2" charset="0"/>
              </a:rPr>
              <a:t>int</a:t>
            </a:r>
            <a:r>
              <a:rPr lang="en-US" altLang="zh-CN" sz="1600" dirty="0">
                <a:latin typeface="Sitka Text" pitchFamily="2" charset="0"/>
              </a:rPr>
              <a:t> </a:t>
            </a:r>
            <a:r>
              <a:rPr lang="en-US" altLang="zh-CN" sz="1600" dirty="0" err="1">
                <a:latin typeface="Sitka Text" pitchFamily="2" charset="0"/>
              </a:rPr>
              <a:t>numVertices</a:t>
            </a:r>
            <a:r>
              <a:rPr lang="en-US" altLang="zh-CN" sz="1600" dirty="0">
                <a:latin typeface="Sitka Text" pitchFamily="2" charset="0"/>
              </a:rPr>
              <a:t> )</a:t>
            </a:r>
          </a:p>
          <a:p>
            <a:r>
              <a:rPr lang="en-US" altLang="zh-CN" sz="1600" dirty="0">
                <a:latin typeface="Sitka Text" pitchFamily="2" charset="0"/>
              </a:rPr>
              <a:t>{</a:t>
            </a:r>
          </a:p>
          <a:p>
            <a:r>
              <a:rPr lang="en-US" altLang="zh-CN" sz="1600" dirty="0">
                <a:latin typeface="Sitka Text" pitchFamily="2" charset="0"/>
              </a:rPr>
              <a:t>    </a:t>
            </a:r>
            <a:r>
              <a:rPr lang="en-US" altLang="zh-CN" sz="1600" dirty="0" err="1">
                <a:latin typeface="Sitka Text" pitchFamily="2" charset="0"/>
              </a:rPr>
              <a:t>DisjSets</a:t>
            </a:r>
            <a:r>
              <a:rPr lang="en-US" altLang="zh-CN" sz="1600" dirty="0">
                <a:latin typeface="Sitka Text" pitchFamily="2" charset="0"/>
              </a:rPr>
              <a:t> ds{ </a:t>
            </a:r>
            <a:r>
              <a:rPr lang="en-US" altLang="zh-CN" sz="1600" dirty="0" err="1">
                <a:latin typeface="Sitka Text" pitchFamily="2" charset="0"/>
              </a:rPr>
              <a:t>numVertices</a:t>
            </a:r>
            <a:r>
              <a:rPr lang="en-US" altLang="zh-CN" sz="1600" dirty="0">
                <a:latin typeface="Sitka Text" pitchFamily="2" charset="0"/>
              </a:rPr>
              <a:t> };</a:t>
            </a:r>
          </a:p>
          <a:p>
            <a:r>
              <a:rPr lang="en-US" altLang="zh-CN" sz="1600" dirty="0">
                <a:latin typeface="Sitka Text" pitchFamily="2" charset="0"/>
              </a:rPr>
              <a:t>    </a:t>
            </a:r>
            <a:r>
              <a:rPr lang="en-US" altLang="zh-CN" sz="1600" dirty="0" err="1">
                <a:latin typeface="Sitka Text" pitchFamily="2" charset="0"/>
              </a:rPr>
              <a:t>priority_queue</a:t>
            </a:r>
            <a:r>
              <a:rPr lang="en-US" altLang="zh-CN" sz="1600" dirty="0">
                <a:latin typeface="Sitka Text" pitchFamily="2" charset="0"/>
              </a:rPr>
              <a:t> </a:t>
            </a:r>
            <a:r>
              <a:rPr lang="en-US" altLang="zh-CN" sz="1600" dirty="0" err="1">
                <a:latin typeface="Sitka Text" pitchFamily="2" charset="0"/>
              </a:rPr>
              <a:t>pq</a:t>
            </a:r>
            <a:r>
              <a:rPr lang="en-US" altLang="zh-CN" sz="1600" dirty="0">
                <a:latin typeface="Sitka Text" pitchFamily="2" charset="0"/>
              </a:rPr>
              <a:t>{ edges };</a:t>
            </a:r>
          </a:p>
          <a:p>
            <a:r>
              <a:rPr lang="en-US" altLang="zh-CN" sz="1600" dirty="0">
                <a:latin typeface="Sitka Text" pitchFamily="2" charset="0"/>
              </a:rPr>
              <a:t>    vector&lt;Edge&gt; </a:t>
            </a:r>
            <a:r>
              <a:rPr lang="en-US" altLang="zh-CN" sz="1600" dirty="0" err="1">
                <a:latin typeface="Sitka Text" pitchFamily="2" charset="0"/>
              </a:rPr>
              <a:t>mst</a:t>
            </a:r>
            <a:r>
              <a:rPr lang="en-US" altLang="zh-CN" sz="1600" dirty="0">
                <a:latin typeface="Sitka Text" pitchFamily="2" charset="0"/>
              </a:rPr>
              <a:t>;</a:t>
            </a:r>
          </a:p>
          <a:p>
            <a:endParaRPr lang="en-US" altLang="zh-CN" sz="1600" dirty="0">
              <a:latin typeface="Sitka Text" pitchFamily="2" charset="0"/>
            </a:endParaRPr>
          </a:p>
          <a:p>
            <a:r>
              <a:rPr lang="en-US" altLang="zh-CN" sz="1600" dirty="0">
                <a:latin typeface="Sitka Text" pitchFamily="2" charset="0"/>
              </a:rPr>
              <a:t>    while( </a:t>
            </a:r>
            <a:r>
              <a:rPr lang="en-US" altLang="zh-CN" sz="1600" dirty="0" err="1">
                <a:latin typeface="Sitka Text" pitchFamily="2" charset="0"/>
              </a:rPr>
              <a:t>mst.size</a:t>
            </a:r>
            <a:r>
              <a:rPr lang="en-US" altLang="zh-CN" sz="1600" dirty="0">
                <a:latin typeface="Sitka Text" pitchFamily="2" charset="0"/>
              </a:rPr>
              <a:t>( ) != </a:t>
            </a:r>
            <a:r>
              <a:rPr lang="en-US" altLang="zh-CN" sz="1600" dirty="0" err="1">
                <a:latin typeface="Sitka Text" pitchFamily="2" charset="0"/>
              </a:rPr>
              <a:t>numVertices</a:t>
            </a:r>
            <a:r>
              <a:rPr lang="en-US" altLang="zh-CN" sz="1600" dirty="0">
                <a:latin typeface="Sitka Text" pitchFamily="2" charset="0"/>
              </a:rPr>
              <a:t> - 1 ){</a:t>
            </a:r>
          </a:p>
          <a:p>
            <a:r>
              <a:rPr lang="en-US" altLang="zh-CN" sz="1600" dirty="0">
                <a:latin typeface="Sitka Text" pitchFamily="2" charset="0"/>
              </a:rPr>
              <a:t>        Edge e = </a:t>
            </a:r>
            <a:r>
              <a:rPr lang="en-US" altLang="zh-CN" sz="1600" dirty="0" err="1">
                <a:latin typeface="Sitka Text" pitchFamily="2" charset="0"/>
              </a:rPr>
              <a:t>pq.pop</a:t>
            </a:r>
            <a:r>
              <a:rPr lang="en-US" altLang="zh-CN" sz="1600" dirty="0">
                <a:latin typeface="Sitka Text" pitchFamily="2" charset="0"/>
              </a:rPr>
              <a:t>( ); </a:t>
            </a:r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// Edge e = (u, v)</a:t>
            </a:r>
          </a:p>
          <a:p>
            <a:r>
              <a:rPr lang="en-US" altLang="zh-CN" sz="1600" dirty="0">
                <a:latin typeface="Sitka Text" pitchFamily="2" charset="0"/>
              </a:rPr>
              <a:t>        </a:t>
            </a:r>
            <a:r>
              <a:rPr lang="en-US" altLang="zh-CN" sz="1600" dirty="0" err="1">
                <a:latin typeface="Sitka Text" pitchFamily="2" charset="0"/>
              </a:rPr>
              <a:t>SetType</a:t>
            </a:r>
            <a:r>
              <a:rPr lang="en-US" altLang="zh-CN" sz="1600" dirty="0">
                <a:latin typeface="Sitka Text" pitchFamily="2" charset="0"/>
              </a:rPr>
              <a:t> </a:t>
            </a:r>
            <a:r>
              <a:rPr lang="en-US" altLang="zh-CN" sz="1600" dirty="0" err="1">
                <a:latin typeface="Sitka Text" pitchFamily="2" charset="0"/>
              </a:rPr>
              <a:t>uset</a:t>
            </a:r>
            <a:r>
              <a:rPr lang="en-US" altLang="zh-CN" sz="1600" dirty="0">
                <a:latin typeface="Sitka Text" pitchFamily="2" charset="0"/>
              </a:rPr>
              <a:t> = </a:t>
            </a:r>
            <a:r>
              <a:rPr lang="en-US" altLang="zh-CN" sz="1600" dirty="0" err="1">
                <a:latin typeface="Sitka Text" pitchFamily="2" charset="0"/>
              </a:rPr>
              <a:t>ds.find</a:t>
            </a:r>
            <a:r>
              <a:rPr lang="en-US" altLang="zh-CN" sz="1600" dirty="0">
                <a:latin typeface="Sitka Text" pitchFamily="2" charset="0"/>
              </a:rPr>
              <a:t>( </a:t>
            </a:r>
            <a:r>
              <a:rPr lang="en-US" altLang="zh-CN" sz="1600" dirty="0" err="1">
                <a:latin typeface="Sitka Text" pitchFamily="2" charset="0"/>
              </a:rPr>
              <a:t>e.getu</a:t>
            </a:r>
            <a:r>
              <a:rPr lang="en-US" altLang="zh-CN" sz="1600" dirty="0">
                <a:latin typeface="Sitka Text" pitchFamily="2" charset="0"/>
              </a:rPr>
              <a:t>( ) );</a:t>
            </a:r>
          </a:p>
          <a:p>
            <a:r>
              <a:rPr lang="en-US" altLang="zh-CN" sz="1600" dirty="0">
                <a:latin typeface="Sitka Text" pitchFamily="2" charset="0"/>
              </a:rPr>
              <a:t>        </a:t>
            </a:r>
            <a:r>
              <a:rPr lang="en-US" altLang="zh-CN" sz="1600" dirty="0" err="1">
                <a:latin typeface="Sitka Text" pitchFamily="2" charset="0"/>
              </a:rPr>
              <a:t>SetType</a:t>
            </a:r>
            <a:r>
              <a:rPr lang="en-US" altLang="zh-CN" sz="1600" dirty="0">
                <a:latin typeface="Sitka Text" pitchFamily="2" charset="0"/>
              </a:rPr>
              <a:t> </a:t>
            </a:r>
            <a:r>
              <a:rPr lang="en-US" altLang="zh-CN" sz="1600" dirty="0" err="1">
                <a:latin typeface="Sitka Text" pitchFamily="2" charset="0"/>
              </a:rPr>
              <a:t>vset</a:t>
            </a:r>
            <a:r>
              <a:rPr lang="en-US" altLang="zh-CN" sz="1600" dirty="0">
                <a:latin typeface="Sitka Text" pitchFamily="2" charset="0"/>
              </a:rPr>
              <a:t> = </a:t>
            </a:r>
            <a:r>
              <a:rPr lang="en-US" altLang="zh-CN" sz="1600" dirty="0" err="1">
                <a:latin typeface="Sitka Text" pitchFamily="2" charset="0"/>
              </a:rPr>
              <a:t>ds.find</a:t>
            </a:r>
            <a:r>
              <a:rPr lang="en-US" altLang="zh-CN" sz="1600" dirty="0">
                <a:latin typeface="Sitka Text" pitchFamily="2" charset="0"/>
              </a:rPr>
              <a:t>( </a:t>
            </a:r>
            <a:r>
              <a:rPr lang="en-US" altLang="zh-CN" sz="1600" dirty="0" err="1">
                <a:latin typeface="Sitka Text" pitchFamily="2" charset="0"/>
              </a:rPr>
              <a:t>e.getv</a:t>
            </a:r>
            <a:r>
              <a:rPr lang="en-US" altLang="zh-CN" sz="1600" dirty="0">
                <a:latin typeface="Sitka Text" pitchFamily="2" charset="0"/>
              </a:rPr>
              <a:t>( ) );</a:t>
            </a:r>
          </a:p>
          <a:p>
            <a:r>
              <a:rPr lang="en-US" altLang="zh-CN" sz="1600" dirty="0">
                <a:latin typeface="Sitka Text" pitchFamily="2" charset="0"/>
              </a:rPr>
              <a:t>        </a:t>
            </a:r>
          </a:p>
          <a:p>
            <a:r>
              <a:rPr lang="en-US" altLang="zh-CN" sz="1600" dirty="0">
                <a:latin typeface="Sitka Text" pitchFamily="2" charset="0"/>
              </a:rPr>
              <a:t>        if( </a:t>
            </a:r>
            <a:r>
              <a:rPr lang="en-US" altLang="zh-CN" sz="1600" dirty="0" err="1">
                <a:latin typeface="Sitka Text" pitchFamily="2" charset="0"/>
              </a:rPr>
              <a:t>uset</a:t>
            </a:r>
            <a:r>
              <a:rPr lang="en-US" altLang="zh-CN" sz="1600" dirty="0">
                <a:latin typeface="Sitka Text" pitchFamily="2" charset="0"/>
              </a:rPr>
              <a:t> != </a:t>
            </a:r>
            <a:r>
              <a:rPr lang="en-US" altLang="zh-CN" sz="1600" dirty="0" err="1">
                <a:latin typeface="Sitka Text" pitchFamily="2" charset="0"/>
              </a:rPr>
              <a:t>vset</a:t>
            </a:r>
            <a:r>
              <a:rPr lang="en-US" altLang="zh-CN" sz="1600" dirty="0">
                <a:latin typeface="Sitka Text" pitchFamily="2" charset="0"/>
              </a:rPr>
              <a:t> ){</a:t>
            </a:r>
          </a:p>
          <a:p>
            <a:r>
              <a:rPr lang="en-US" altLang="zh-CN" sz="1600" dirty="0">
                <a:solidFill>
                  <a:srgbClr val="008000"/>
                </a:solidFill>
                <a:latin typeface="Sitka Text" pitchFamily="2" charset="0"/>
              </a:rPr>
              <a:t>            // Accept the edge</a:t>
            </a:r>
          </a:p>
          <a:p>
            <a:r>
              <a:rPr lang="en-US" altLang="zh-CN" sz="1600" dirty="0">
                <a:latin typeface="Sitka Text" pitchFamily="2" charset="0"/>
              </a:rPr>
              <a:t>            </a:t>
            </a:r>
            <a:r>
              <a:rPr lang="en-US" altLang="zh-CN" sz="1600" dirty="0" err="1">
                <a:latin typeface="Sitka Text" pitchFamily="2" charset="0"/>
              </a:rPr>
              <a:t>mst.push_back</a:t>
            </a:r>
            <a:r>
              <a:rPr lang="en-US" altLang="zh-CN" sz="1600" dirty="0">
                <a:latin typeface="Sitka Text" pitchFamily="2" charset="0"/>
              </a:rPr>
              <a:t>( e );</a:t>
            </a:r>
          </a:p>
          <a:p>
            <a:r>
              <a:rPr lang="en-US" altLang="zh-CN" sz="1600" dirty="0">
                <a:latin typeface="Sitka Text" pitchFamily="2" charset="0"/>
              </a:rPr>
              <a:t>            </a:t>
            </a:r>
            <a:r>
              <a:rPr lang="en-US" altLang="zh-CN" sz="1600" dirty="0" err="1">
                <a:latin typeface="Sitka Text" pitchFamily="2" charset="0"/>
              </a:rPr>
              <a:t>ds.union</a:t>
            </a:r>
            <a:r>
              <a:rPr lang="en-US" altLang="zh-CN" sz="1600" dirty="0">
                <a:latin typeface="Sitka Text" pitchFamily="2" charset="0"/>
              </a:rPr>
              <a:t>( </a:t>
            </a:r>
            <a:r>
              <a:rPr lang="en-US" altLang="zh-CN" sz="1600" dirty="0" err="1">
                <a:latin typeface="Sitka Text" pitchFamily="2" charset="0"/>
              </a:rPr>
              <a:t>uset</a:t>
            </a:r>
            <a:r>
              <a:rPr lang="en-US" altLang="zh-CN" sz="1600" dirty="0">
                <a:latin typeface="Sitka Text" pitchFamily="2" charset="0"/>
              </a:rPr>
              <a:t>, </a:t>
            </a:r>
            <a:r>
              <a:rPr lang="en-US" altLang="zh-CN" sz="1600" dirty="0" err="1">
                <a:latin typeface="Sitka Text" pitchFamily="2" charset="0"/>
              </a:rPr>
              <a:t>vset</a:t>
            </a:r>
            <a:r>
              <a:rPr lang="en-US" altLang="zh-CN" sz="1600" dirty="0">
                <a:latin typeface="Sitka Text" pitchFamily="2" charset="0"/>
              </a:rPr>
              <a:t> );</a:t>
            </a:r>
          </a:p>
          <a:p>
            <a:r>
              <a:rPr lang="en-US" altLang="zh-CN" sz="1600" dirty="0">
                <a:latin typeface="Sitka Text" pitchFamily="2" charset="0"/>
              </a:rPr>
              <a:t>        }</a:t>
            </a:r>
          </a:p>
          <a:p>
            <a:r>
              <a:rPr lang="en-US" altLang="zh-CN" sz="1600" dirty="0">
                <a:latin typeface="Sitka Text" pitchFamily="2" charset="0"/>
              </a:rPr>
              <a:t>    }</a:t>
            </a:r>
          </a:p>
          <a:p>
            <a:r>
              <a:rPr lang="en-US" altLang="zh-CN" sz="1600" dirty="0">
                <a:latin typeface="Sitka Text" pitchFamily="2" charset="0"/>
              </a:rPr>
              <a:t>    return </a:t>
            </a:r>
            <a:r>
              <a:rPr lang="en-US" altLang="zh-CN" sz="1600" dirty="0" err="1">
                <a:latin typeface="Sitka Text" pitchFamily="2" charset="0"/>
              </a:rPr>
              <a:t>mst</a:t>
            </a:r>
            <a:r>
              <a:rPr lang="en-US" altLang="zh-CN" sz="1600" dirty="0">
                <a:latin typeface="Sitka Text" pitchFamily="2" charset="0"/>
              </a:rPr>
              <a:t>;</a:t>
            </a:r>
          </a:p>
          <a:p>
            <a:r>
              <a:rPr lang="en-US" altLang="zh-CN" sz="1600" dirty="0">
                <a:latin typeface="Sitka Text" pitchFamily="2" charset="0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64985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Example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790"/>
              <a:pPr/>
              <a:t>22</a:t>
            </a:fld>
            <a:endParaRPr lang="en-US" altLang="zh-CN" sz="79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4677410" y="1698625"/>
            <a:ext cx="598170" cy="598170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2677795" y="5353050"/>
            <a:ext cx="598170" cy="59817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" name="AutoShape 7"/>
          <p:cNvCxnSpPr>
            <a:cxnSpLocks noChangeShapeType="1"/>
            <a:stCxn id="20" idx="2"/>
            <a:endCxn id="17" idx="6"/>
          </p:cNvCxnSpPr>
          <p:nvPr/>
        </p:nvCxnSpPr>
        <p:spPr bwMode="auto">
          <a:xfrm flipH="1" flipV="1">
            <a:off x="3277870" y="3879215"/>
            <a:ext cx="1401445" cy="127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8"/>
          <p:cNvCxnSpPr>
            <a:cxnSpLocks noChangeShapeType="1"/>
            <a:stCxn id="8" idx="5"/>
            <a:endCxn id="12" idx="1"/>
          </p:cNvCxnSpPr>
          <p:nvPr/>
        </p:nvCxnSpPr>
        <p:spPr bwMode="auto">
          <a:xfrm>
            <a:off x="5187950" y="2209165"/>
            <a:ext cx="1483995" cy="1460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6584315" y="3582035"/>
            <a:ext cx="598170" cy="59817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4677410" y="5353050"/>
            <a:ext cx="598170" cy="59817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4" name="AutoShape 12"/>
          <p:cNvCxnSpPr>
            <a:cxnSpLocks noChangeShapeType="1"/>
            <a:stCxn id="13" idx="7"/>
            <a:endCxn id="12" idx="3"/>
          </p:cNvCxnSpPr>
          <p:nvPr/>
        </p:nvCxnSpPr>
        <p:spPr bwMode="auto">
          <a:xfrm flipV="1">
            <a:off x="5187950" y="4092575"/>
            <a:ext cx="1483995" cy="134810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AutoShape 14"/>
          <p:cNvCxnSpPr>
            <a:cxnSpLocks noChangeShapeType="1"/>
            <a:stCxn id="8" idx="4"/>
            <a:endCxn id="20" idx="0"/>
          </p:cNvCxnSpPr>
          <p:nvPr/>
        </p:nvCxnSpPr>
        <p:spPr bwMode="auto">
          <a:xfrm>
            <a:off x="4976495" y="2296795"/>
            <a:ext cx="2540" cy="128524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15"/>
          <p:cNvCxnSpPr>
            <a:cxnSpLocks noChangeShapeType="1"/>
            <a:stCxn id="12" idx="2"/>
            <a:endCxn id="20" idx="6"/>
          </p:cNvCxnSpPr>
          <p:nvPr/>
        </p:nvCxnSpPr>
        <p:spPr bwMode="auto">
          <a:xfrm flipH="1">
            <a:off x="5278120" y="3881120"/>
            <a:ext cx="130619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2680335" y="3580130"/>
            <a:ext cx="598170" cy="59817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8" name="AutoShape 17"/>
          <p:cNvCxnSpPr>
            <a:cxnSpLocks noChangeShapeType="1"/>
            <a:stCxn id="17" idx="7"/>
            <a:endCxn id="8" idx="3"/>
          </p:cNvCxnSpPr>
          <p:nvPr/>
        </p:nvCxnSpPr>
        <p:spPr bwMode="auto">
          <a:xfrm flipV="1">
            <a:off x="3190875" y="2209165"/>
            <a:ext cx="1574165" cy="145923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18"/>
          <p:cNvCxnSpPr>
            <a:cxnSpLocks noChangeShapeType="1"/>
            <a:stCxn id="9" idx="0"/>
            <a:endCxn id="17" idx="4"/>
          </p:cNvCxnSpPr>
          <p:nvPr/>
        </p:nvCxnSpPr>
        <p:spPr bwMode="auto">
          <a:xfrm flipV="1">
            <a:off x="2976245" y="4178300"/>
            <a:ext cx="2540" cy="11747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4679950" y="3582035"/>
            <a:ext cx="598170" cy="59817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1" name="AutoShape 21"/>
          <p:cNvCxnSpPr>
            <a:cxnSpLocks noChangeShapeType="1"/>
            <a:stCxn id="9" idx="7"/>
            <a:endCxn id="20" idx="3"/>
          </p:cNvCxnSpPr>
          <p:nvPr/>
        </p:nvCxnSpPr>
        <p:spPr bwMode="auto">
          <a:xfrm flipV="1">
            <a:off x="3187700" y="4092575"/>
            <a:ext cx="1579245" cy="134810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3347720" y="2484755"/>
            <a:ext cx="85026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4440555" y="2800985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5730875" y="2523490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3722370" y="5751195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5445760" y="3401695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7" name="Text Box 29"/>
          <p:cNvSpPr txBox="1">
            <a:spLocks noChangeArrowheads="1"/>
          </p:cNvSpPr>
          <p:nvPr/>
        </p:nvSpPr>
        <p:spPr bwMode="auto">
          <a:xfrm>
            <a:off x="5952490" y="4745355"/>
            <a:ext cx="5492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8" name="Text Box 30"/>
          <p:cNvSpPr txBox="1">
            <a:spLocks noChangeArrowheads="1"/>
          </p:cNvSpPr>
          <p:nvPr/>
        </p:nvSpPr>
        <p:spPr bwMode="auto">
          <a:xfrm>
            <a:off x="3687445" y="3478530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29" name="Text Box 31"/>
          <p:cNvSpPr txBox="1">
            <a:spLocks noChangeArrowheads="1"/>
          </p:cNvSpPr>
          <p:nvPr/>
        </p:nvSpPr>
        <p:spPr bwMode="auto">
          <a:xfrm>
            <a:off x="3938270" y="4117975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30" name="Text Box 32"/>
          <p:cNvSpPr txBox="1">
            <a:spLocks noChangeArrowheads="1"/>
          </p:cNvSpPr>
          <p:nvPr/>
        </p:nvSpPr>
        <p:spPr bwMode="auto">
          <a:xfrm>
            <a:off x="2305050" y="4494530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31" name="直接连接符 30"/>
          <p:cNvCxnSpPr>
            <a:stCxn id="17" idx="5"/>
            <a:endCxn id="13" idx="1"/>
          </p:cNvCxnSpPr>
          <p:nvPr/>
        </p:nvCxnSpPr>
        <p:spPr>
          <a:xfrm>
            <a:off x="3190875" y="4090670"/>
            <a:ext cx="1574165" cy="135001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直接连接符 31"/>
          <p:cNvCxnSpPr>
            <a:stCxn id="9" idx="6"/>
            <a:endCxn id="13" idx="2"/>
          </p:cNvCxnSpPr>
          <p:nvPr/>
        </p:nvCxnSpPr>
        <p:spPr>
          <a:xfrm>
            <a:off x="3275330" y="5652135"/>
            <a:ext cx="140144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3938270" y="5034915"/>
            <a:ext cx="63817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207010" y="708025"/>
            <a:ext cx="361632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0" name="矩形 19"/>
          <p:cNvSpPr/>
          <p:nvPr>
            <p:custDataLst>
              <p:tags r:id="rId3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1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Initialization</a:t>
            </a:r>
          </a:p>
        </p:txBody>
      </p:sp>
      <p:sp>
        <p:nvSpPr>
          <p:cNvPr id="27" name="Oval 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768975" y="2044065"/>
            <a:ext cx="508635" cy="508635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Oval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068445" y="515175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Oval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390765" y="364553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" name="Oval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768975" y="515175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Oval 16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070350" y="364426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Oval 19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770880" y="364553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4" cstate="print"/>
          <a:stretch>
            <a:fillRect/>
          </a:stretch>
        </p:blipFill>
        <p:spPr>
          <a:xfrm>
            <a:off x="624840" y="4042410"/>
            <a:ext cx="2120900" cy="2043430"/>
          </a:xfrm>
          <a:prstGeom prst="rect">
            <a:avLst/>
          </a:prstGeom>
        </p:spPr>
      </p:pic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790"/>
              <a:pPr/>
              <a:t>23</a:t>
            </a:fld>
            <a:endParaRPr lang="en-US" altLang="zh-CN" sz="79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sp>
        <p:nvSpPr>
          <p:cNvPr id="3" name="矩形 2"/>
          <p:cNvSpPr/>
          <p:nvPr/>
        </p:nvSpPr>
        <p:spPr>
          <a:xfrm>
            <a:off x="565150" y="2138680"/>
            <a:ext cx="393319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Initially, Forest of 6 trees</a:t>
            </a:r>
          </a:p>
          <a:p>
            <a:r>
              <a:rPr lang="en-US" altLang="zh-CN" dirty="0">
                <a:latin typeface="Sitka Text" pitchFamily="2" charset="0"/>
              </a:rPr>
              <a:t>F= {{1},{2},{3},{4},{5},{6}}</a:t>
            </a:r>
          </a:p>
          <a:p>
            <a:endParaRPr lang="en-US" altLang="zh-CN" dirty="0">
              <a:latin typeface="Sitka Text" pitchFamily="2" charset="0"/>
            </a:endParaRPr>
          </a:p>
          <a:p>
            <a:r>
              <a:rPr lang="en-US" altLang="zh-CN" dirty="0">
                <a:latin typeface="Sitka Text" pitchFamily="2" charset="0"/>
              </a:rPr>
              <a:t>Edges in a heap (not shown)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0866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Step 1</a:t>
            </a:r>
          </a:p>
        </p:txBody>
      </p:sp>
      <p:pic>
        <p:nvPicPr>
          <p:cNvPr id="19" name="图片 18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22" name="Oval 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768975" y="2044065"/>
            <a:ext cx="508635" cy="508635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Oval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068445" y="515175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Oval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390765" y="364553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Oval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768975" y="515175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6" name="AutoShape 14"/>
          <p:cNvCxnSpPr>
            <a:cxnSpLocks noChangeShapeType="1"/>
            <a:stCxn id="22" idx="4"/>
            <a:endCxn id="38" idx="0"/>
          </p:cNvCxnSpPr>
          <p:nvPr>
            <p:custDataLst>
              <p:tags r:id="rId9"/>
            </p:custDataLst>
          </p:nvPr>
        </p:nvCxnSpPr>
        <p:spPr bwMode="auto">
          <a:xfrm>
            <a:off x="6022975" y="2552700"/>
            <a:ext cx="1905" cy="109283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Oval 16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070350" y="364426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" name="Oval 19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770880" y="364553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" name="Text Box 2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7680" y="2954020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6" cstate="print"/>
          <a:stretch>
            <a:fillRect/>
          </a:stretch>
        </p:blipFill>
        <p:spPr>
          <a:xfrm>
            <a:off x="624840" y="4042410"/>
            <a:ext cx="2120900" cy="2043430"/>
          </a:xfrm>
          <a:prstGeom prst="rect">
            <a:avLst/>
          </a:prstGeom>
        </p:spPr>
      </p:pic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790"/>
              <a:pPr/>
              <a:t>24</a:t>
            </a:fld>
            <a:endParaRPr lang="en-US" altLang="zh-CN" sz="79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sp>
        <p:nvSpPr>
          <p:cNvPr id="3" name="矩形 2"/>
          <p:cNvSpPr/>
          <p:nvPr/>
        </p:nvSpPr>
        <p:spPr>
          <a:xfrm>
            <a:off x="577215" y="1947545"/>
            <a:ext cx="386715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Select edge with lowest cost (1,3)</a:t>
            </a:r>
          </a:p>
          <a:p>
            <a:r>
              <a:rPr lang="en-US" altLang="zh-CN" dirty="0">
                <a:latin typeface="Sitka Text" pitchFamily="2" charset="0"/>
              </a:rPr>
              <a:t>Find(1) = 1, Find (3) = 3</a:t>
            </a:r>
          </a:p>
          <a:p>
            <a:r>
              <a:rPr lang="en-US" altLang="zh-CN" dirty="0">
                <a:latin typeface="Sitka Text" pitchFamily="2" charset="0"/>
              </a:rPr>
              <a:t>Union(1,3)</a:t>
            </a:r>
          </a:p>
          <a:p>
            <a:r>
              <a:rPr lang="en-US" altLang="zh-CN" dirty="0">
                <a:latin typeface="Sitka Text" pitchFamily="2" charset="0"/>
              </a:rPr>
              <a:t>F= {{1,3},{2}, {4},{5},{6}}</a:t>
            </a:r>
          </a:p>
          <a:p>
            <a:r>
              <a:rPr lang="en-US" altLang="zh-CN" dirty="0">
                <a:latin typeface="Sitka Text" pitchFamily="2" charset="0"/>
              </a:rPr>
              <a:t>1 edge accepted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0866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Step 2</a:t>
            </a:r>
          </a:p>
        </p:txBody>
      </p:sp>
      <p:pic>
        <p:nvPicPr>
          <p:cNvPr id="26" name="图片 2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" name="Oval 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768975" y="2044065"/>
            <a:ext cx="508635" cy="508635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Oval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068445" y="515175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Oval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390765" y="364553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Oval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768975" y="515175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8" name="AutoShape 14"/>
          <p:cNvCxnSpPr>
            <a:cxnSpLocks noChangeShapeType="1"/>
            <a:stCxn id="10" idx="4"/>
            <a:endCxn id="30" idx="0"/>
          </p:cNvCxnSpPr>
          <p:nvPr>
            <p:custDataLst>
              <p:tags r:id="rId9"/>
            </p:custDataLst>
          </p:nvPr>
        </p:nvCxnSpPr>
        <p:spPr bwMode="auto">
          <a:xfrm>
            <a:off x="6022975" y="2552700"/>
            <a:ext cx="1905" cy="109283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Oval 16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070350" y="364426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Oval 19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770880" y="364553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2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7680" y="2954020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32" name="直接连接符 31"/>
          <p:cNvCxnSpPr>
            <a:stCxn id="29" idx="5"/>
            <a:endCxn id="25" idx="1"/>
          </p:cNvCxnSpPr>
          <p:nvPr>
            <p:custDataLst>
              <p:tags r:id="rId13"/>
            </p:custDataLst>
          </p:nvPr>
        </p:nvCxnSpPr>
        <p:spPr>
          <a:xfrm>
            <a:off x="4504690" y="4078605"/>
            <a:ext cx="1338580" cy="114808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 Box 32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140325" y="4852035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8" cstate="print"/>
          <a:stretch>
            <a:fillRect/>
          </a:stretch>
        </p:blipFill>
        <p:spPr>
          <a:xfrm>
            <a:off x="624840" y="4042410"/>
            <a:ext cx="2120900" cy="2043430"/>
          </a:xfrm>
          <a:prstGeom prst="rect">
            <a:avLst/>
          </a:prstGeom>
        </p:spPr>
      </p:pic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790"/>
              <a:pPr/>
              <a:t>25</a:t>
            </a:fld>
            <a:endParaRPr lang="en-US" altLang="zh-CN" sz="79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sp>
        <p:nvSpPr>
          <p:cNvPr id="3" name="矩形 2"/>
          <p:cNvSpPr/>
          <p:nvPr/>
        </p:nvSpPr>
        <p:spPr>
          <a:xfrm>
            <a:off x="574675" y="1947545"/>
            <a:ext cx="386969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Select edge with lowest cost (2,5)</a:t>
            </a:r>
          </a:p>
          <a:p>
            <a:r>
              <a:rPr lang="en-US" altLang="zh-CN" dirty="0">
                <a:latin typeface="Sitka Text" pitchFamily="2" charset="0"/>
              </a:rPr>
              <a:t>Find(2) = 2, Find (5) = 5</a:t>
            </a:r>
          </a:p>
          <a:p>
            <a:r>
              <a:rPr lang="en-US" altLang="zh-CN" dirty="0">
                <a:latin typeface="Sitka Text" pitchFamily="2" charset="0"/>
              </a:rPr>
              <a:t>Union(2,5)</a:t>
            </a:r>
          </a:p>
          <a:p>
            <a:r>
              <a:rPr lang="en-US" altLang="zh-CN" dirty="0">
                <a:latin typeface="Sitka Text" pitchFamily="2" charset="0"/>
              </a:rPr>
              <a:t>F= {{1,3},{2,5}, {4},{6}}</a:t>
            </a:r>
          </a:p>
          <a:p>
            <a:r>
              <a:rPr lang="en-US" altLang="zh-CN" dirty="0">
                <a:latin typeface="Sitka Text" pitchFamily="2" charset="0"/>
              </a:rPr>
              <a:t>2 edge accepted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0866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Step 3</a:t>
            </a:r>
          </a:p>
        </p:txBody>
      </p:sp>
      <p:pic>
        <p:nvPicPr>
          <p:cNvPr id="26" name="图片 2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" name="Oval 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768975" y="2044065"/>
            <a:ext cx="508635" cy="508635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Oval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068445" y="515175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Oval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390765" y="364553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Oval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768975" y="515175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8" name="AutoShape 14"/>
          <p:cNvCxnSpPr>
            <a:cxnSpLocks noChangeShapeType="1"/>
            <a:stCxn id="10" idx="4"/>
            <a:endCxn id="30" idx="0"/>
          </p:cNvCxnSpPr>
          <p:nvPr>
            <p:custDataLst>
              <p:tags r:id="rId9"/>
            </p:custDataLst>
          </p:nvPr>
        </p:nvCxnSpPr>
        <p:spPr bwMode="auto">
          <a:xfrm>
            <a:off x="6022975" y="2552700"/>
            <a:ext cx="1905" cy="109283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Oval 16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070350" y="364426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Oval 19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770880" y="364553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2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7680" y="2954020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32" name="直接连接符 31"/>
          <p:cNvCxnSpPr>
            <a:stCxn id="29" idx="5"/>
            <a:endCxn id="25" idx="1"/>
          </p:cNvCxnSpPr>
          <p:nvPr>
            <p:custDataLst>
              <p:tags r:id="rId13"/>
            </p:custDataLst>
          </p:nvPr>
        </p:nvCxnSpPr>
        <p:spPr>
          <a:xfrm>
            <a:off x="4504690" y="4078605"/>
            <a:ext cx="1338580" cy="114808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接连接符 32"/>
          <p:cNvCxnSpPr>
            <a:stCxn id="29" idx="4"/>
            <a:endCxn id="11" idx="0"/>
          </p:cNvCxnSpPr>
          <p:nvPr>
            <p:custDataLst>
              <p:tags r:id="rId14"/>
            </p:custDataLst>
          </p:nvPr>
        </p:nvCxnSpPr>
        <p:spPr>
          <a:xfrm flipH="1">
            <a:off x="4322445" y="4152900"/>
            <a:ext cx="1905" cy="99885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Text Box 32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751580" y="4392930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5" name="Text Box 32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140325" y="4852035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0" cstate="print"/>
          <a:stretch>
            <a:fillRect/>
          </a:stretch>
        </p:blipFill>
        <p:spPr>
          <a:xfrm>
            <a:off x="624840" y="4042410"/>
            <a:ext cx="2120900" cy="2043430"/>
          </a:xfrm>
          <a:prstGeom prst="rect">
            <a:avLst/>
          </a:prstGeom>
        </p:spPr>
      </p:pic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790"/>
              <a:pPr/>
              <a:t>26</a:t>
            </a:fld>
            <a:endParaRPr lang="en-US" altLang="zh-CN" sz="79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sp>
        <p:nvSpPr>
          <p:cNvPr id="3" name="矩形 2"/>
          <p:cNvSpPr/>
          <p:nvPr/>
        </p:nvSpPr>
        <p:spPr>
          <a:xfrm>
            <a:off x="593725" y="1947545"/>
            <a:ext cx="370713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Select edge with lowest cost (2,6)</a:t>
            </a:r>
          </a:p>
          <a:p>
            <a:r>
              <a:rPr lang="en-US" altLang="zh-CN" dirty="0">
                <a:latin typeface="Sitka Text" pitchFamily="2" charset="0"/>
              </a:rPr>
              <a:t>Find(2) = 2, Find (6) = 6</a:t>
            </a:r>
          </a:p>
          <a:p>
            <a:r>
              <a:rPr lang="en-US" altLang="zh-CN" dirty="0">
                <a:latin typeface="Sitka Text" pitchFamily="2" charset="0"/>
              </a:rPr>
              <a:t>Union(2,6)</a:t>
            </a:r>
          </a:p>
          <a:p>
            <a:r>
              <a:rPr lang="en-US" altLang="zh-CN" dirty="0">
                <a:latin typeface="Sitka Text" pitchFamily="2" charset="0"/>
              </a:rPr>
              <a:t>F= {{1,3},{2,5,6}, {4}}</a:t>
            </a:r>
          </a:p>
          <a:p>
            <a:r>
              <a:rPr lang="en-US" altLang="zh-CN" dirty="0">
                <a:latin typeface="Sitka Text" pitchFamily="2" charset="0"/>
              </a:rPr>
              <a:t>3 edge accepted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0866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Step 4</a:t>
            </a:r>
          </a:p>
        </p:txBody>
      </p:sp>
      <p:pic>
        <p:nvPicPr>
          <p:cNvPr id="26" name="图片 2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" name="Oval 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768975" y="2044065"/>
            <a:ext cx="508635" cy="508635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Oval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068445" y="515175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Oval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390765" y="364553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Oval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768975" y="515175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8" name="AutoShape 14"/>
          <p:cNvCxnSpPr>
            <a:cxnSpLocks noChangeShapeType="1"/>
            <a:stCxn id="10" idx="4"/>
            <a:endCxn id="30" idx="0"/>
          </p:cNvCxnSpPr>
          <p:nvPr>
            <p:custDataLst>
              <p:tags r:id="rId9"/>
            </p:custDataLst>
          </p:nvPr>
        </p:nvCxnSpPr>
        <p:spPr bwMode="auto">
          <a:xfrm>
            <a:off x="6022975" y="2552700"/>
            <a:ext cx="1905" cy="109283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Oval 16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070350" y="364426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Oval 19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770880" y="364553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2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7680" y="2954020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32" name="直接连接符 31"/>
          <p:cNvCxnSpPr>
            <a:stCxn id="29" idx="5"/>
            <a:endCxn id="25" idx="1"/>
          </p:cNvCxnSpPr>
          <p:nvPr>
            <p:custDataLst>
              <p:tags r:id="rId13"/>
            </p:custDataLst>
          </p:nvPr>
        </p:nvCxnSpPr>
        <p:spPr>
          <a:xfrm>
            <a:off x="4504690" y="4078605"/>
            <a:ext cx="1338580" cy="114808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接连接符 32"/>
          <p:cNvCxnSpPr>
            <a:stCxn id="29" idx="4"/>
            <a:endCxn id="11" idx="0"/>
          </p:cNvCxnSpPr>
          <p:nvPr>
            <p:custDataLst>
              <p:tags r:id="rId14"/>
            </p:custDataLst>
          </p:nvPr>
        </p:nvCxnSpPr>
        <p:spPr>
          <a:xfrm flipH="1">
            <a:off x="4322445" y="4152900"/>
            <a:ext cx="1905" cy="99885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Text Box 32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751580" y="4392930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5" name="Text Box 32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140325" y="4852035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0" cstate="print"/>
          <a:stretch>
            <a:fillRect/>
          </a:stretch>
        </p:blipFill>
        <p:spPr>
          <a:xfrm>
            <a:off x="624840" y="4042410"/>
            <a:ext cx="2120900" cy="2043430"/>
          </a:xfrm>
          <a:prstGeom prst="rect">
            <a:avLst/>
          </a:prstGeom>
        </p:spPr>
      </p:pic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790"/>
              <a:pPr/>
              <a:t>27</a:t>
            </a:fld>
            <a:endParaRPr lang="en-US" altLang="zh-CN" sz="79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sp>
        <p:nvSpPr>
          <p:cNvPr id="3" name="矩形 2"/>
          <p:cNvSpPr/>
          <p:nvPr/>
        </p:nvSpPr>
        <p:spPr>
          <a:xfrm>
            <a:off x="589915" y="1947545"/>
            <a:ext cx="414147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Select edge with lowest cost (5,6)</a:t>
            </a:r>
          </a:p>
          <a:p>
            <a:r>
              <a:rPr lang="en-US" altLang="zh-CN" dirty="0">
                <a:latin typeface="Sitka Text" pitchFamily="2" charset="0"/>
              </a:rPr>
              <a:t>Find(5) = 2, Find (6) = 2</a:t>
            </a:r>
          </a:p>
          <a:p>
            <a:r>
              <a:rPr lang="en-US" altLang="zh-CN" dirty="0">
                <a:latin typeface="Sitka Text" pitchFamily="2" charset="0"/>
              </a:rPr>
              <a:t>Do nothing</a:t>
            </a:r>
          </a:p>
          <a:p>
            <a:r>
              <a:rPr lang="en-US" altLang="zh-CN" dirty="0">
                <a:latin typeface="Sitka Text" pitchFamily="2" charset="0"/>
              </a:rPr>
              <a:t>F= {{1,3},{2,5,6}, {4}}</a:t>
            </a:r>
          </a:p>
          <a:p>
            <a:r>
              <a:rPr lang="en-US" altLang="zh-CN" dirty="0">
                <a:latin typeface="Sitka Text" pitchFamily="2" charset="0"/>
              </a:rPr>
              <a:t>3 edge accepted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0866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Step 5</a:t>
            </a:r>
          </a:p>
        </p:txBody>
      </p:sp>
      <p:pic>
        <p:nvPicPr>
          <p:cNvPr id="26" name="图片 2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0" name="Oval 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768975" y="2044065"/>
            <a:ext cx="508635" cy="508635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Oval 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068445" y="515175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Oval 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390765" y="364553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Oval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768975" y="515175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8" name="AutoShape 14"/>
          <p:cNvCxnSpPr>
            <a:cxnSpLocks noChangeShapeType="1"/>
            <a:stCxn id="10" idx="4"/>
            <a:endCxn id="30" idx="0"/>
          </p:cNvCxnSpPr>
          <p:nvPr>
            <p:custDataLst>
              <p:tags r:id="rId9"/>
            </p:custDataLst>
          </p:nvPr>
        </p:nvCxnSpPr>
        <p:spPr bwMode="auto">
          <a:xfrm>
            <a:off x="6022975" y="2552700"/>
            <a:ext cx="1905" cy="109283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Oval 16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070350" y="364426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Oval 19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770880" y="3645535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2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7680" y="2954020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32" name="直接连接符 31"/>
          <p:cNvCxnSpPr>
            <a:stCxn id="29" idx="5"/>
            <a:endCxn id="25" idx="1"/>
          </p:cNvCxnSpPr>
          <p:nvPr>
            <p:custDataLst>
              <p:tags r:id="rId13"/>
            </p:custDataLst>
          </p:nvPr>
        </p:nvCxnSpPr>
        <p:spPr>
          <a:xfrm>
            <a:off x="4504690" y="4078605"/>
            <a:ext cx="1338580" cy="114808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直接连接符 32"/>
          <p:cNvCxnSpPr>
            <a:stCxn id="29" idx="4"/>
            <a:endCxn id="11" idx="0"/>
          </p:cNvCxnSpPr>
          <p:nvPr>
            <p:custDataLst>
              <p:tags r:id="rId14"/>
            </p:custDataLst>
          </p:nvPr>
        </p:nvCxnSpPr>
        <p:spPr>
          <a:xfrm flipH="1">
            <a:off x="4322445" y="4152900"/>
            <a:ext cx="1905" cy="99885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Text Box 32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751580" y="4392930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5" name="Text Box 32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140325" y="4852035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36" name="直接连接符 35"/>
          <p:cNvCxnSpPr>
            <a:stCxn id="30" idx="6"/>
            <a:endCxn id="24" idx="2"/>
          </p:cNvCxnSpPr>
          <p:nvPr>
            <p:custDataLst>
              <p:tags r:id="rId17"/>
            </p:custDataLst>
          </p:nvPr>
        </p:nvCxnSpPr>
        <p:spPr>
          <a:xfrm>
            <a:off x="6279515" y="3900170"/>
            <a:ext cx="1111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Text Box 26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422390" y="3463290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2" cstate="print"/>
          <a:stretch>
            <a:fillRect/>
          </a:stretch>
        </p:blipFill>
        <p:spPr>
          <a:xfrm>
            <a:off x="624840" y="4042410"/>
            <a:ext cx="2120900" cy="2043430"/>
          </a:xfrm>
          <a:prstGeom prst="rect">
            <a:avLst/>
          </a:prstGeom>
        </p:spPr>
      </p:pic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790"/>
              <a:pPr/>
              <a:t>28</a:t>
            </a:fld>
            <a:endParaRPr lang="en-US" altLang="zh-CN" sz="79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sp>
        <p:nvSpPr>
          <p:cNvPr id="3" name="矩形 2"/>
          <p:cNvSpPr/>
          <p:nvPr/>
        </p:nvSpPr>
        <p:spPr>
          <a:xfrm>
            <a:off x="556260" y="1947545"/>
            <a:ext cx="4103370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Select edge with lowest cost (3,4)</a:t>
            </a:r>
          </a:p>
          <a:p>
            <a:r>
              <a:rPr lang="en-US" altLang="zh-CN" dirty="0">
                <a:latin typeface="Sitka Text" pitchFamily="2" charset="0"/>
              </a:rPr>
              <a:t>Find(3) = 1, Find (4) = 4</a:t>
            </a:r>
          </a:p>
          <a:p>
            <a:r>
              <a:rPr lang="en-US" altLang="zh-CN" dirty="0">
                <a:latin typeface="Sitka Text" pitchFamily="2" charset="0"/>
              </a:rPr>
              <a:t>Union(1,4)</a:t>
            </a:r>
          </a:p>
          <a:p>
            <a:r>
              <a:rPr lang="en-US" altLang="zh-CN" dirty="0">
                <a:latin typeface="Sitka Text" pitchFamily="2" charset="0"/>
              </a:rPr>
              <a:t>F= {{1,3,4},{2,5,6}}</a:t>
            </a:r>
          </a:p>
          <a:p>
            <a:r>
              <a:rPr lang="en-US" altLang="zh-CN" dirty="0">
                <a:latin typeface="Sitka Text" pitchFamily="2" charset="0"/>
              </a:rPr>
              <a:t>4 edge accepted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208661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1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Step 6</a:t>
            </a:r>
          </a:p>
        </p:txBody>
      </p:sp>
      <p:pic>
        <p:nvPicPr>
          <p:cNvPr id="26" name="图片 2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63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D770B-D33A-4179-B078-47C18BDD686D}" type="slidenum">
              <a:rPr lang="en-US" altLang="zh-CN" sz="790"/>
              <a:pPr/>
              <a:t>29</a:t>
            </a:fld>
            <a:endParaRPr lang="en-US" altLang="zh-CN" sz="79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70613-B3ED-4551-B16A-9780A35170F9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sp>
        <p:nvSpPr>
          <p:cNvPr id="3" name="矩形 2"/>
          <p:cNvSpPr/>
          <p:nvPr/>
        </p:nvSpPr>
        <p:spPr>
          <a:xfrm>
            <a:off x="467995" y="1844040"/>
            <a:ext cx="3968115" cy="20059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dirty="0">
                <a:latin typeface="Sitka Text" pitchFamily="2" charset="0"/>
              </a:rPr>
              <a:t>Select edge with lowest cost (4,5)</a:t>
            </a:r>
          </a:p>
          <a:p>
            <a:r>
              <a:rPr lang="en-US" altLang="zh-CN" dirty="0">
                <a:latin typeface="Sitka Text" pitchFamily="2" charset="0"/>
              </a:rPr>
              <a:t>Find(4) = 1, Find (5) = 2</a:t>
            </a:r>
          </a:p>
          <a:p>
            <a:r>
              <a:rPr lang="en-US" altLang="zh-CN" dirty="0">
                <a:latin typeface="Sitka Text" pitchFamily="2" charset="0"/>
              </a:rPr>
              <a:t>Union(1,2)</a:t>
            </a:r>
          </a:p>
          <a:p>
            <a:r>
              <a:rPr lang="en-US" altLang="zh-CN" dirty="0">
                <a:latin typeface="Sitka Text" pitchFamily="2" charset="0"/>
              </a:rPr>
              <a:t>F= {{1,3,4,2,5,6}}</a:t>
            </a:r>
          </a:p>
          <a:p>
            <a:r>
              <a:rPr lang="en-US" altLang="zh-CN" dirty="0">
                <a:latin typeface="Sitka Text" pitchFamily="2" charset="0"/>
              </a:rPr>
              <a:t>5 edge accepted: end</a:t>
            </a:r>
          </a:p>
          <a:p>
            <a:r>
              <a:rPr lang="en-US" altLang="zh-CN" dirty="0">
                <a:latin typeface="Sitka Text" pitchFamily="2" charset="0"/>
              </a:rPr>
              <a:t>Total cost = 10</a:t>
            </a:r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5768975" y="1685290"/>
            <a:ext cx="508635" cy="508635"/>
          </a:xfrm>
          <a:prstGeom prst="ellipse">
            <a:avLst/>
          </a:prstGeom>
          <a:noFill/>
          <a:ln w="19050">
            <a:solidFill>
              <a:srgbClr val="263AF8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4068445" y="4792980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7390765" y="3286760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5768975" y="4792980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5" name="AutoShape 14"/>
          <p:cNvCxnSpPr>
            <a:cxnSpLocks noChangeShapeType="1"/>
            <a:stCxn id="8" idx="4"/>
            <a:endCxn id="20" idx="0"/>
          </p:cNvCxnSpPr>
          <p:nvPr/>
        </p:nvCxnSpPr>
        <p:spPr bwMode="auto">
          <a:xfrm>
            <a:off x="6022975" y="2193925"/>
            <a:ext cx="1905" cy="109283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4070350" y="3285490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5770880" y="3286760"/>
            <a:ext cx="508635" cy="50863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5567680" y="2595245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5" name="直接连接符 4"/>
          <p:cNvCxnSpPr>
            <a:stCxn id="17" idx="5"/>
            <a:endCxn id="13" idx="1"/>
          </p:cNvCxnSpPr>
          <p:nvPr/>
        </p:nvCxnSpPr>
        <p:spPr>
          <a:xfrm>
            <a:off x="4504690" y="3719830"/>
            <a:ext cx="1338580" cy="114808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直接连接符 5"/>
          <p:cNvCxnSpPr>
            <a:stCxn id="17" idx="4"/>
            <a:endCxn id="9" idx="0"/>
          </p:cNvCxnSpPr>
          <p:nvPr/>
        </p:nvCxnSpPr>
        <p:spPr>
          <a:xfrm flipH="1">
            <a:off x="4322445" y="3794125"/>
            <a:ext cx="1905" cy="99885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 Box 32"/>
          <p:cNvSpPr txBox="1">
            <a:spLocks noChangeArrowheads="1"/>
          </p:cNvSpPr>
          <p:nvPr/>
        </p:nvSpPr>
        <p:spPr bwMode="auto">
          <a:xfrm>
            <a:off x="3751580" y="4034155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9" name="Text Box 32"/>
          <p:cNvSpPr txBox="1">
            <a:spLocks noChangeArrowheads="1"/>
          </p:cNvSpPr>
          <p:nvPr/>
        </p:nvSpPr>
        <p:spPr bwMode="auto">
          <a:xfrm>
            <a:off x="5140325" y="4493260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</a:p>
        </p:txBody>
      </p:sp>
      <p:cxnSp>
        <p:nvCxnSpPr>
          <p:cNvPr id="7" name="直接连接符 6"/>
          <p:cNvCxnSpPr>
            <a:stCxn id="20" idx="6"/>
            <a:endCxn id="12" idx="2"/>
          </p:cNvCxnSpPr>
          <p:nvPr/>
        </p:nvCxnSpPr>
        <p:spPr>
          <a:xfrm>
            <a:off x="6279515" y="3541395"/>
            <a:ext cx="11112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连接符 9"/>
          <p:cNvCxnSpPr>
            <a:stCxn id="12" idx="3"/>
            <a:endCxn id="13" idx="7"/>
          </p:cNvCxnSpPr>
          <p:nvPr/>
        </p:nvCxnSpPr>
        <p:spPr>
          <a:xfrm flipH="1">
            <a:off x="6203315" y="3721100"/>
            <a:ext cx="1262380" cy="114681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 Box 26"/>
          <p:cNvSpPr txBox="1">
            <a:spLocks noChangeArrowheads="1"/>
          </p:cNvSpPr>
          <p:nvPr/>
        </p:nvSpPr>
        <p:spPr bwMode="auto">
          <a:xfrm>
            <a:off x="6422390" y="3104515"/>
            <a:ext cx="54229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4" name="Text Box 29"/>
          <p:cNvSpPr txBox="1">
            <a:spLocks noChangeArrowheads="1"/>
          </p:cNvSpPr>
          <p:nvPr/>
        </p:nvSpPr>
        <p:spPr bwMode="auto">
          <a:xfrm>
            <a:off x="6853555" y="4248785"/>
            <a:ext cx="467360" cy="39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1" name="矩形 10"/>
          <p:cNvSpPr/>
          <p:nvPr/>
        </p:nvSpPr>
        <p:spPr>
          <a:xfrm>
            <a:off x="3190875" y="5527675"/>
            <a:ext cx="532955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Sitka Text" pitchFamily="2" charset="0"/>
              </a:rPr>
              <a:t>Although there is a unique spanning tree in this example, this is not generally the case</a:t>
            </a:r>
          </a:p>
          <a:p>
            <a:endParaRPr lang="en-US" altLang="zh-CN" dirty="0">
              <a:latin typeface="Sitka Text" pitchFamily="2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24840" y="4042410"/>
            <a:ext cx="2120900" cy="204343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38314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Kruskal’s Algorithm Analysis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5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7203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720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915B95-534A-42F3-BCC9-5EA16AC98885}" type="slidenum">
              <a:rPr lang="en-US" altLang="zh-CN" sz="790"/>
              <a:pPr/>
              <a:t>30</a:t>
            </a:fld>
            <a:endParaRPr lang="en-US" altLang="zh-CN" sz="790"/>
          </a:p>
        </p:txBody>
      </p:sp>
      <p:sp>
        <p:nvSpPr>
          <p:cNvPr id="1720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Initialize forest </a:t>
            </a:r>
            <a:r>
              <a:rPr lang="en-US" altLang="zh-CN" dirty="0">
                <a:solidFill>
                  <a:srgbClr val="CC0000"/>
                </a:solidFill>
                <a:ea typeface="宋体" panose="02010600030101010101" pitchFamily="2" charset="-122"/>
              </a:rPr>
              <a:t>O(n)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Initialize heap </a:t>
            </a:r>
            <a:r>
              <a:rPr lang="en-US" altLang="zh-CN" dirty="0">
                <a:solidFill>
                  <a:srgbClr val="CC0000"/>
                </a:solidFill>
                <a:ea typeface="宋体" panose="02010600030101010101" pitchFamily="2" charset="-122"/>
              </a:rPr>
              <a:t>O(m), m = |E|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Loop performed </a:t>
            </a:r>
            <a:r>
              <a:rPr lang="en-US" altLang="zh-CN" dirty="0">
                <a:solidFill>
                  <a:srgbClr val="CC0000"/>
                </a:solidFill>
                <a:ea typeface="宋体" panose="02010600030101010101" pitchFamily="2" charset="-122"/>
              </a:rPr>
              <a:t>m</a:t>
            </a:r>
            <a:r>
              <a:rPr lang="en-US" altLang="zh-CN" dirty="0">
                <a:ea typeface="宋体" panose="02010600030101010101" pitchFamily="2" charset="-122"/>
              </a:rPr>
              <a:t> times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In the loop one </a:t>
            </a:r>
            <a:r>
              <a:rPr lang="en-US" altLang="zh-CN" dirty="0" err="1">
                <a:ea typeface="宋体" panose="02010600030101010101" pitchFamily="2" charset="-122"/>
              </a:rPr>
              <a:t>Deletemin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O(</a:t>
            </a:r>
            <a:r>
              <a:rPr lang="en-US" altLang="zh-CN" dirty="0" err="1">
                <a:solidFill>
                  <a:srgbClr val="263AF8"/>
                </a:solidFill>
                <a:ea typeface="宋体" panose="02010600030101010101" pitchFamily="2" charset="-122"/>
              </a:rPr>
              <a:t>logm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Two Find, each 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O(</a:t>
            </a:r>
            <a:r>
              <a:rPr lang="en-US" altLang="zh-CN" dirty="0" err="1">
                <a:solidFill>
                  <a:srgbClr val="263AF8"/>
                </a:solidFill>
                <a:ea typeface="宋体" panose="02010600030101010101" pitchFamily="2" charset="-122"/>
              </a:rPr>
              <a:t>logn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One Union (at most) 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O(1)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So worst case 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O(</a:t>
            </a:r>
            <a:r>
              <a:rPr lang="en-US" altLang="zh-CN" dirty="0" err="1">
                <a:solidFill>
                  <a:srgbClr val="263AF8"/>
                </a:solidFill>
                <a:ea typeface="宋体" panose="02010600030101010101" pitchFamily="2" charset="-122"/>
              </a:rPr>
              <a:t>mlogm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) = O(</a:t>
            </a:r>
            <a:r>
              <a:rPr lang="en-US" altLang="zh-CN" dirty="0" err="1">
                <a:solidFill>
                  <a:srgbClr val="263AF8"/>
                </a:solidFill>
                <a:ea typeface="宋体" panose="02010600030101010101" pitchFamily="2" charset="-122"/>
              </a:rPr>
              <a:t>mlogn</a:t>
            </a:r>
            <a:r>
              <a:rPr lang="en-US" altLang="zh-CN" dirty="0">
                <a:solidFill>
                  <a:srgbClr val="263AF8"/>
                </a:solidFill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3045AA-4DA3-470C-A303-0FFB7315DD56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grpSp>
        <p:nvGrpSpPr>
          <p:cNvPr id="56" name="Group 4"/>
          <p:cNvGrpSpPr>
            <a:grpSpLocks noChangeAspect="1"/>
          </p:cNvGrpSpPr>
          <p:nvPr/>
        </p:nvGrpSpPr>
        <p:grpSpPr bwMode="auto">
          <a:xfrm rot="960000">
            <a:off x="8012430" y="5226685"/>
            <a:ext cx="780415" cy="911860"/>
            <a:chOff x="3082" y="1214"/>
            <a:chExt cx="1623" cy="1896"/>
          </a:xfrm>
          <a:solidFill>
            <a:srgbClr val="345F86">
              <a:alpha val="57000"/>
            </a:srgbClr>
          </a:solidFill>
        </p:grpSpPr>
        <p:grpSp>
          <p:nvGrpSpPr>
            <p:cNvPr id="57" name="Group 205"/>
            <p:cNvGrpSpPr/>
            <p:nvPr/>
          </p:nvGrpSpPr>
          <p:grpSpPr bwMode="auto">
            <a:xfrm>
              <a:off x="3082" y="1214"/>
              <a:ext cx="1623" cy="1603"/>
              <a:chOff x="3082" y="1214"/>
              <a:chExt cx="1623" cy="1603"/>
            </a:xfrm>
            <a:grpFill/>
          </p:grpSpPr>
          <p:sp>
            <p:nvSpPr>
              <p:cNvPr id="330" name="Freeform 5"/>
              <p:cNvSpPr/>
              <p:nvPr>
                <p:custDataLst>
                  <p:tags r:id="rId251"/>
                </p:custDataLst>
              </p:nvPr>
            </p:nvSpPr>
            <p:spPr bwMode="auto">
              <a:xfrm>
                <a:off x="3608" y="2103"/>
                <a:ext cx="13" cy="0"/>
              </a:xfrm>
              <a:custGeom>
                <a:avLst/>
                <a:gdLst>
                  <a:gd name="T0" fmla="*/ 0 w 6"/>
                  <a:gd name="T1" fmla="*/ 6 w 6"/>
                  <a:gd name="T2" fmla="*/ 0 w 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">
                    <a:moveTo>
                      <a:pt x="0" y="0"/>
                    </a:moveTo>
                    <a:cubicBezTo>
                      <a:pt x="1" y="0"/>
                      <a:pt x="3" y="0"/>
                      <a:pt x="6" y="0"/>
                    </a:cubicBezTo>
                    <a:cubicBezTo>
                      <a:pt x="3" y="0"/>
                      <a:pt x="2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1" name="Freeform 6"/>
              <p:cNvSpPr/>
              <p:nvPr>
                <p:custDataLst>
                  <p:tags r:id="rId252"/>
                </p:custDataLst>
              </p:nvPr>
            </p:nvSpPr>
            <p:spPr bwMode="auto">
              <a:xfrm>
                <a:off x="3576" y="1893"/>
                <a:ext cx="5" cy="0"/>
              </a:xfrm>
              <a:custGeom>
                <a:avLst/>
                <a:gdLst>
                  <a:gd name="T0" fmla="*/ 0 w 2"/>
                  <a:gd name="T1" fmla="*/ 0 w 2"/>
                  <a:gd name="T2" fmla="*/ 0 w 2"/>
                  <a:gd name="T3" fmla="*/ 0 w 2"/>
                  <a:gd name="T4" fmla="*/ 2 w 2"/>
                  <a:gd name="T5" fmla="*/ 2 w 2"/>
                  <a:gd name="T6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2" name="Freeform 7"/>
              <p:cNvSpPr/>
              <p:nvPr>
                <p:custDataLst>
                  <p:tags r:id="rId253"/>
                </p:custDataLst>
              </p:nvPr>
            </p:nvSpPr>
            <p:spPr bwMode="auto">
              <a:xfrm>
                <a:off x="3615" y="1903"/>
                <a:ext cx="0" cy="5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3" name="Freeform 8"/>
              <p:cNvSpPr/>
              <p:nvPr>
                <p:custDataLst>
                  <p:tags r:id="rId254"/>
                </p:custDataLst>
              </p:nvPr>
            </p:nvSpPr>
            <p:spPr bwMode="auto">
              <a:xfrm>
                <a:off x="3566" y="1893"/>
                <a:ext cx="6" cy="0"/>
              </a:xfrm>
              <a:custGeom>
                <a:avLst/>
                <a:gdLst>
                  <a:gd name="T0" fmla="*/ 3 w 3"/>
                  <a:gd name="T1" fmla="*/ 3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3">
                    <a:moveTo>
                      <a:pt x="3" y="0"/>
                    </a:moveTo>
                    <a:cubicBezTo>
                      <a:pt x="0" y="0"/>
                      <a:pt x="1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4" name="Freeform 9"/>
              <p:cNvSpPr/>
              <p:nvPr>
                <p:custDataLst>
                  <p:tags r:id="rId255"/>
                </p:custDataLst>
              </p:nvPr>
            </p:nvSpPr>
            <p:spPr bwMode="auto">
              <a:xfrm>
                <a:off x="3820" y="23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5" name="Freeform 10"/>
              <p:cNvSpPr/>
              <p:nvPr>
                <p:custDataLst>
                  <p:tags r:id="rId256"/>
                </p:custDataLst>
              </p:nvPr>
            </p:nvSpPr>
            <p:spPr bwMode="auto">
              <a:xfrm>
                <a:off x="3642" y="2209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6" name="Freeform 11"/>
              <p:cNvSpPr/>
              <p:nvPr>
                <p:custDataLst>
                  <p:tags r:id="rId257"/>
                </p:custDataLst>
              </p:nvPr>
            </p:nvSpPr>
            <p:spPr bwMode="auto">
              <a:xfrm>
                <a:off x="3549" y="2154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7" name="Freeform 12"/>
              <p:cNvSpPr/>
              <p:nvPr>
                <p:custDataLst>
                  <p:tags r:id="rId258"/>
                </p:custDataLst>
              </p:nvPr>
            </p:nvSpPr>
            <p:spPr bwMode="auto">
              <a:xfrm>
                <a:off x="3610" y="1895"/>
                <a:ext cx="9" cy="8"/>
              </a:xfrm>
              <a:custGeom>
                <a:avLst/>
                <a:gdLst>
                  <a:gd name="T0" fmla="*/ 1 w 4"/>
                  <a:gd name="T1" fmla="*/ 1 h 4"/>
                  <a:gd name="T2" fmla="*/ 1 w 4"/>
                  <a:gd name="T3" fmla="*/ 2 h 4"/>
                  <a:gd name="T4" fmla="*/ 0 w 4"/>
                  <a:gd name="T5" fmla="*/ 2 h 4"/>
                  <a:gd name="T6" fmla="*/ 2 w 4"/>
                  <a:gd name="T7" fmla="*/ 4 h 4"/>
                  <a:gd name="T8" fmla="*/ 2 w 4"/>
                  <a:gd name="T9" fmla="*/ 2 h 4"/>
                  <a:gd name="T10" fmla="*/ 3 w 4"/>
                  <a:gd name="T11" fmla="*/ 1 h 4"/>
                  <a:gd name="T12" fmla="*/ 4 w 4"/>
                  <a:gd name="T13" fmla="*/ 0 h 4"/>
                  <a:gd name="T14" fmla="*/ 4 w 4"/>
                  <a:gd name="T15" fmla="*/ 0 h 4"/>
                  <a:gd name="T16" fmla="*/ 4 w 4"/>
                  <a:gd name="T17" fmla="*/ 0 h 4"/>
                  <a:gd name="T18" fmla="*/ 2 w 4"/>
                  <a:gd name="T19" fmla="*/ 0 h 4"/>
                  <a:gd name="T20" fmla="*/ 2 w 4"/>
                  <a:gd name="T21" fmla="*/ 0 h 4"/>
                  <a:gd name="T22" fmla="*/ 1 w 4"/>
                  <a:gd name="T2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4">
                    <a:moveTo>
                      <a:pt x="1" y="1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1" y="2"/>
                      <a:pt x="2" y="3"/>
                      <a:pt x="2" y="4"/>
                    </a:cubicBezTo>
                    <a:cubicBezTo>
                      <a:pt x="2" y="3"/>
                      <a:pt x="2" y="3"/>
                      <a:pt x="2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8" name="Freeform 13"/>
              <p:cNvSpPr/>
              <p:nvPr>
                <p:custDataLst>
                  <p:tags r:id="rId259"/>
                </p:custDataLst>
              </p:nvPr>
            </p:nvSpPr>
            <p:spPr bwMode="auto">
              <a:xfrm>
                <a:off x="3926" y="1914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39" name="Freeform 14"/>
              <p:cNvSpPr/>
              <p:nvPr>
                <p:custDataLst>
                  <p:tags r:id="rId260"/>
                </p:custDataLst>
              </p:nvPr>
            </p:nvSpPr>
            <p:spPr bwMode="auto">
              <a:xfrm>
                <a:off x="3810" y="177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0 h 2"/>
                  <a:gd name="T4" fmla="*/ 1 w 1"/>
                  <a:gd name="T5" fmla="*/ 2 h 2"/>
                  <a:gd name="T6" fmla="*/ 0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2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0" name="Freeform 15"/>
              <p:cNvSpPr/>
              <p:nvPr>
                <p:custDataLst>
                  <p:tags r:id="rId261"/>
                </p:custDataLst>
              </p:nvPr>
            </p:nvSpPr>
            <p:spPr bwMode="auto">
              <a:xfrm>
                <a:off x="3846" y="2474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1" name="Freeform 16"/>
              <p:cNvSpPr/>
              <p:nvPr>
                <p:custDataLst>
                  <p:tags r:id="rId262"/>
                </p:custDataLst>
              </p:nvPr>
            </p:nvSpPr>
            <p:spPr bwMode="auto">
              <a:xfrm>
                <a:off x="3943" y="2546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2" name="Freeform 17"/>
              <p:cNvSpPr/>
              <p:nvPr>
                <p:custDataLst>
                  <p:tags r:id="rId263"/>
                </p:custDataLst>
              </p:nvPr>
            </p:nvSpPr>
            <p:spPr bwMode="auto">
              <a:xfrm>
                <a:off x="3846" y="2474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3" name="Freeform 18"/>
              <p:cNvSpPr/>
              <p:nvPr>
                <p:custDataLst>
                  <p:tags r:id="rId264"/>
                </p:custDataLst>
              </p:nvPr>
            </p:nvSpPr>
            <p:spPr bwMode="auto">
              <a:xfrm>
                <a:off x="4156" y="220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4" name="Freeform 19"/>
              <p:cNvSpPr/>
              <p:nvPr>
                <p:custDataLst>
                  <p:tags r:id="rId265"/>
                </p:custDataLst>
              </p:nvPr>
            </p:nvSpPr>
            <p:spPr bwMode="auto">
              <a:xfrm>
                <a:off x="4056" y="221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5" name="Freeform 20"/>
              <p:cNvSpPr/>
              <p:nvPr>
                <p:custDataLst>
                  <p:tags r:id="rId266"/>
                </p:custDataLst>
              </p:nvPr>
            </p:nvSpPr>
            <p:spPr bwMode="auto">
              <a:xfrm>
                <a:off x="3837" y="2470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6" name="Freeform 21"/>
              <p:cNvSpPr/>
              <p:nvPr>
                <p:custDataLst>
                  <p:tags r:id="rId267"/>
                </p:custDataLst>
              </p:nvPr>
            </p:nvSpPr>
            <p:spPr bwMode="auto">
              <a:xfrm>
                <a:off x="3954" y="2311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7" name="Freeform 22"/>
              <p:cNvSpPr/>
              <p:nvPr>
                <p:custDataLst>
                  <p:tags r:id="rId268"/>
                </p:custDataLst>
              </p:nvPr>
            </p:nvSpPr>
            <p:spPr bwMode="auto">
              <a:xfrm>
                <a:off x="3576" y="189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8" name="Freeform 23"/>
              <p:cNvSpPr/>
              <p:nvPr>
                <p:custDataLst>
                  <p:tags r:id="rId269"/>
                </p:custDataLst>
              </p:nvPr>
            </p:nvSpPr>
            <p:spPr bwMode="auto">
              <a:xfrm>
                <a:off x="3281" y="254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49" name="Freeform 24"/>
              <p:cNvSpPr/>
              <p:nvPr>
                <p:custDataLst>
                  <p:tags r:id="rId270"/>
                </p:custDataLst>
              </p:nvPr>
            </p:nvSpPr>
            <p:spPr bwMode="auto">
              <a:xfrm>
                <a:off x="3364" y="2470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1 h 2"/>
                  <a:gd name="T6" fmla="*/ 1 w 1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0" name="Freeform 25"/>
              <p:cNvSpPr/>
              <p:nvPr>
                <p:custDataLst>
                  <p:tags r:id="rId271"/>
                </p:custDataLst>
              </p:nvPr>
            </p:nvSpPr>
            <p:spPr bwMode="auto">
              <a:xfrm>
                <a:off x="3360" y="2470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1" name="Freeform 26"/>
              <p:cNvSpPr/>
              <p:nvPr>
                <p:custDataLst>
                  <p:tags r:id="rId272"/>
                </p:custDataLst>
              </p:nvPr>
            </p:nvSpPr>
            <p:spPr bwMode="auto">
              <a:xfrm>
                <a:off x="3353" y="2470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0" y="0"/>
                      <a:pt x="1" y="1"/>
                      <a:pt x="0" y="1"/>
                    </a:cubicBezTo>
                    <a:cubicBezTo>
                      <a:pt x="1" y="1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2" name="Freeform 27"/>
              <p:cNvSpPr/>
              <p:nvPr>
                <p:custDataLst>
                  <p:tags r:id="rId273"/>
                </p:custDataLst>
              </p:nvPr>
            </p:nvSpPr>
            <p:spPr bwMode="auto">
              <a:xfrm>
                <a:off x="3392" y="2482"/>
                <a:ext cx="2" cy="5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1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3" name="Freeform 28"/>
              <p:cNvSpPr/>
              <p:nvPr>
                <p:custDataLst>
                  <p:tags r:id="rId274"/>
                </p:custDataLst>
              </p:nvPr>
            </p:nvSpPr>
            <p:spPr bwMode="auto">
              <a:xfrm>
                <a:off x="3390" y="2480"/>
                <a:ext cx="2" cy="7"/>
              </a:xfrm>
              <a:custGeom>
                <a:avLst/>
                <a:gdLst>
                  <a:gd name="T0" fmla="*/ 1 w 1"/>
                  <a:gd name="T1" fmla="*/ 3 h 3"/>
                  <a:gd name="T2" fmla="*/ 0 w 1"/>
                  <a:gd name="T3" fmla="*/ 0 h 3"/>
                  <a:gd name="T4" fmla="*/ 1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1" y="2"/>
                      <a:pt x="1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4" name="Freeform 29"/>
              <p:cNvSpPr/>
              <p:nvPr>
                <p:custDataLst>
                  <p:tags r:id="rId275"/>
                </p:custDataLst>
              </p:nvPr>
            </p:nvSpPr>
            <p:spPr bwMode="auto">
              <a:xfrm>
                <a:off x="3341" y="247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1" y="1"/>
                      <a:pt x="1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5" name="Freeform 30"/>
              <p:cNvSpPr/>
              <p:nvPr>
                <p:custDataLst>
                  <p:tags r:id="rId276"/>
                </p:custDataLst>
              </p:nvPr>
            </p:nvSpPr>
            <p:spPr bwMode="auto">
              <a:xfrm>
                <a:off x="3822" y="2279"/>
                <a:ext cx="5" cy="4"/>
              </a:xfrm>
              <a:custGeom>
                <a:avLst/>
                <a:gdLst>
                  <a:gd name="T0" fmla="*/ 1 w 2"/>
                  <a:gd name="T1" fmla="*/ 0 h 2"/>
                  <a:gd name="T2" fmla="*/ 0 w 2"/>
                  <a:gd name="T3" fmla="*/ 1 h 2"/>
                  <a:gd name="T4" fmla="*/ 0 w 2"/>
                  <a:gd name="T5" fmla="*/ 2 h 2"/>
                  <a:gd name="T6" fmla="*/ 1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6" name="Freeform 31"/>
              <p:cNvSpPr/>
              <p:nvPr>
                <p:custDataLst>
                  <p:tags r:id="rId277"/>
                </p:custDataLst>
              </p:nvPr>
            </p:nvSpPr>
            <p:spPr bwMode="auto">
              <a:xfrm>
                <a:off x="3292" y="252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0 w 2"/>
                  <a:gd name="T3" fmla="*/ 0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7" name="Freeform 32"/>
              <p:cNvSpPr/>
              <p:nvPr>
                <p:custDataLst>
                  <p:tags r:id="rId278"/>
                </p:custDataLst>
              </p:nvPr>
            </p:nvSpPr>
            <p:spPr bwMode="auto">
              <a:xfrm>
                <a:off x="3699" y="2796"/>
                <a:ext cx="7" cy="5"/>
              </a:xfrm>
              <a:custGeom>
                <a:avLst/>
                <a:gdLst>
                  <a:gd name="T0" fmla="*/ 2 w 3"/>
                  <a:gd name="T1" fmla="*/ 2 h 2"/>
                  <a:gd name="T2" fmla="*/ 2 w 3"/>
                  <a:gd name="T3" fmla="*/ 0 h 2"/>
                  <a:gd name="T4" fmla="*/ 2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3" y="1"/>
                      <a:pt x="2" y="0"/>
                      <a:pt x="2" y="0"/>
                    </a:cubicBezTo>
                    <a:cubicBezTo>
                      <a:pt x="0" y="0"/>
                      <a:pt x="3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8" name="Freeform 33"/>
              <p:cNvSpPr/>
              <p:nvPr>
                <p:custDataLst>
                  <p:tags r:id="rId279"/>
                </p:custDataLst>
              </p:nvPr>
            </p:nvSpPr>
            <p:spPr bwMode="auto">
              <a:xfrm>
                <a:off x="4616" y="18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59" name="Freeform 34"/>
              <p:cNvSpPr/>
              <p:nvPr>
                <p:custDataLst>
                  <p:tags r:id="rId280"/>
                </p:custDataLst>
              </p:nvPr>
            </p:nvSpPr>
            <p:spPr bwMode="auto">
              <a:xfrm>
                <a:off x="3262" y="2567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4 w 4"/>
                  <a:gd name="T3" fmla="*/ 4 h 4"/>
                  <a:gd name="T4" fmla="*/ 0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4" y="4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0" name="Freeform 35"/>
              <p:cNvSpPr/>
              <p:nvPr>
                <p:custDataLst>
                  <p:tags r:id="rId281"/>
                </p:custDataLst>
              </p:nvPr>
            </p:nvSpPr>
            <p:spPr bwMode="auto">
              <a:xfrm>
                <a:off x="3570" y="1893"/>
                <a:ext cx="6" cy="6"/>
              </a:xfrm>
              <a:custGeom>
                <a:avLst/>
                <a:gdLst>
                  <a:gd name="T0" fmla="*/ 1 w 3"/>
                  <a:gd name="T1" fmla="*/ 0 h 3"/>
                  <a:gd name="T2" fmla="*/ 1 w 3"/>
                  <a:gd name="T3" fmla="*/ 0 h 3"/>
                  <a:gd name="T4" fmla="*/ 1 w 3"/>
                  <a:gd name="T5" fmla="*/ 0 h 3"/>
                  <a:gd name="T6" fmla="*/ 1 w 3"/>
                  <a:gd name="T7" fmla="*/ 0 h 3"/>
                  <a:gd name="T8" fmla="*/ 1 w 3"/>
                  <a:gd name="T9" fmla="*/ 0 h 3"/>
                  <a:gd name="T10" fmla="*/ 2 w 3"/>
                  <a:gd name="T11" fmla="*/ 1 h 3"/>
                  <a:gd name="T12" fmla="*/ 0 w 3"/>
                  <a:gd name="T13" fmla="*/ 2 h 3"/>
                  <a:gd name="T14" fmla="*/ 2 w 3"/>
                  <a:gd name="T15" fmla="*/ 2 h 3"/>
                  <a:gd name="T16" fmla="*/ 3 w 3"/>
                  <a:gd name="T17" fmla="*/ 0 h 3"/>
                  <a:gd name="T18" fmla="*/ 1 w 3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1" y="2"/>
                      <a:pt x="0" y="0"/>
                      <a:pt x="0" y="2"/>
                    </a:cubicBezTo>
                    <a:cubicBezTo>
                      <a:pt x="0" y="3"/>
                      <a:pt x="1" y="3"/>
                      <a:pt x="2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1" name="Freeform 36"/>
              <p:cNvSpPr/>
              <p:nvPr>
                <p:custDataLst>
                  <p:tags r:id="rId282"/>
                </p:custDataLst>
              </p:nvPr>
            </p:nvSpPr>
            <p:spPr bwMode="auto">
              <a:xfrm>
                <a:off x="3207" y="2465"/>
                <a:ext cx="183" cy="174"/>
              </a:xfrm>
              <a:custGeom>
                <a:avLst/>
                <a:gdLst>
                  <a:gd name="T0" fmla="*/ 83 w 86"/>
                  <a:gd name="T1" fmla="*/ 5 h 82"/>
                  <a:gd name="T2" fmla="*/ 80 w 86"/>
                  <a:gd name="T3" fmla="*/ 4 h 82"/>
                  <a:gd name="T4" fmla="*/ 77 w 86"/>
                  <a:gd name="T5" fmla="*/ 8 h 82"/>
                  <a:gd name="T6" fmla="*/ 76 w 86"/>
                  <a:gd name="T7" fmla="*/ 6 h 82"/>
                  <a:gd name="T8" fmla="*/ 72 w 86"/>
                  <a:gd name="T9" fmla="*/ 7 h 82"/>
                  <a:gd name="T10" fmla="*/ 70 w 86"/>
                  <a:gd name="T11" fmla="*/ 4 h 82"/>
                  <a:gd name="T12" fmla="*/ 67 w 86"/>
                  <a:gd name="T13" fmla="*/ 1 h 82"/>
                  <a:gd name="T14" fmla="*/ 68 w 86"/>
                  <a:gd name="T15" fmla="*/ 6 h 82"/>
                  <a:gd name="T16" fmla="*/ 70 w 86"/>
                  <a:gd name="T17" fmla="*/ 10 h 82"/>
                  <a:gd name="T18" fmla="*/ 65 w 86"/>
                  <a:gd name="T19" fmla="*/ 6 h 82"/>
                  <a:gd name="T20" fmla="*/ 65 w 86"/>
                  <a:gd name="T21" fmla="*/ 8 h 82"/>
                  <a:gd name="T22" fmla="*/ 62 w 86"/>
                  <a:gd name="T23" fmla="*/ 6 h 82"/>
                  <a:gd name="T24" fmla="*/ 61 w 86"/>
                  <a:gd name="T25" fmla="*/ 8 h 82"/>
                  <a:gd name="T26" fmla="*/ 59 w 86"/>
                  <a:gd name="T27" fmla="*/ 9 h 82"/>
                  <a:gd name="T28" fmla="*/ 62 w 86"/>
                  <a:gd name="T29" fmla="*/ 15 h 82"/>
                  <a:gd name="T30" fmla="*/ 58 w 86"/>
                  <a:gd name="T31" fmla="*/ 10 h 82"/>
                  <a:gd name="T32" fmla="*/ 57 w 86"/>
                  <a:gd name="T33" fmla="*/ 12 h 82"/>
                  <a:gd name="T34" fmla="*/ 53 w 86"/>
                  <a:gd name="T35" fmla="*/ 17 h 82"/>
                  <a:gd name="T36" fmla="*/ 51 w 86"/>
                  <a:gd name="T37" fmla="*/ 19 h 82"/>
                  <a:gd name="T38" fmla="*/ 48 w 86"/>
                  <a:gd name="T39" fmla="*/ 22 h 82"/>
                  <a:gd name="T40" fmla="*/ 48 w 86"/>
                  <a:gd name="T41" fmla="*/ 24 h 82"/>
                  <a:gd name="T42" fmla="*/ 46 w 86"/>
                  <a:gd name="T43" fmla="*/ 24 h 82"/>
                  <a:gd name="T44" fmla="*/ 45 w 86"/>
                  <a:gd name="T45" fmla="*/ 25 h 82"/>
                  <a:gd name="T46" fmla="*/ 46 w 86"/>
                  <a:gd name="T47" fmla="*/ 27 h 82"/>
                  <a:gd name="T48" fmla="*/ 43 w 86"/>
                  <a:gd name="T49" fmla="*/ 28 h 82"/>
                  <a:gd name="T50" fmla="*/ 40 w 86"/>
                  <a:gd name="T51" fmla="*/ 30 h 82"/>
                  <a:gd name="T52" fmla="*/ 38 w 86"/>
                  <a:gd name="T53" fmla="*/ 32 h 82"/>
                  <a:gd name="T54" fmla="*/ 36 w 86"/>
                  <a:gd name="T55" fmla="*/ 34 h 82"/>
                  <a:gd name="T56" fmla="*/ 36 w 86"/>
                  <a:gd name="T57" fmla="*/ 37 h 82"/>
                  <a:gd name="T58" fmla="*/ 34 w 86"/>
                  <a:gd name="T59" fmla="*/ 36 h 82"/>
                  <a:gd name="T60" fmla="*/ 34 w 86"/>
                  <a:gd name="T61" fmla="*/ 37 h 82"/>
                  <a:gd name="T62" fmla="*/ 31 w 86"/>
                  <a:gd name="T63" fmla="*/ 41 h 82"/>
                  <a:gd name="T64" fmla="*/ 32 w 86"/>
                  <a:gd name="T65" fmla="*/ 45 h 82"/>
                  <a:gd name="T66" fmla="*/ 31 w 86"/>
                  <a:gd name="T67" fmla="*/ 48 h 82"/>
                  <a:gd name="T68" fmla="*/ 28 w 86"/>
                  <a:gd name="T69" fmla="*/ 47 h 82"/>
                  <a:gd name="T70" fmla="*/ 25 w 86"/>
                  <a:gd name="T71" fmla="*/ 53 h 82"/>
                  <a:gd name="T72" fmla="*/ 24 w 86"/>
                  <a:gd name="T73" fmla="*/ 55 h 82"/>
                  <a:gd name="T74" fmla="*/ 18 w 86"/>
                  <a:gd name="T75" fmla="*/ 59 h 82"/>
                  <a:gd name="T76" fmla="*/ 15 w 86"/>
                  <a:gd name="T77" fmla="*/ 59 h 82"/>
                  <a:gd name="T78" fmla="*/ 14 w 86"/>
                  <a:gd name="T79" fmla="*/ 60 h 82"/>
                  <a:gd name="T80" fmla="*/ 11 w 86"/>
                  <a:gd name="T81" fmla="*/ 69 h 82"/>
                  <a:gd name="T82" fmla="*/ 2 w 86"/>
                  <a:gd name="T83" fmla="*/ 75 h 82"/>
                  <a:gd name="T84" fmla="*/ 23 w 86"/>
                  <a:gd name="T85" fmla="*/ 72 h 82"/>
                  <a:gd name="T86" fmla="*/ 28 w 86"/>
                  <a:gd name="T87" fmla="*/ 68 h 82"/>
                  <a:gd name="T88" fmla="*/ 42 w 86"/>
                  <a:gd name="T89" fmla="*/ 48 h 82"/>
                  <a:gd name="T90" fmla="*/ 49 w 86"/>
                  <a:gd name="T91" fmla="*/ 45 h 82"/>
                  <a:gd name="T92" fmla="*/ 55 w 86"/>
                  <a:gd name="T93" fmla="*/ 43 h 82"/>
                  <a:gd name="T94" fmla="*/ 63 w 86"/>
                  <a:gd name="T95" fmla="*/ 35 h 82"/>
                  <a:gd name="T96" fmla="*/ 68 w 86"/>
                  <a:gd name="T97" fmla="*/ 31 h 82"/>
                  <a:gd name="T98" fmla="*/ 74 w 86"/>
                  <a:gd name="T99" fmla="*/ 23 h 82"/>
                  <a:gd name="T100" fmla="*/ 75 w 86"/>
                  <a:gd name="T101" fmla="*/ 16 h 82"/>
                  <a:gd name="T102" fmla="*/ 82 w 86"/>
                  <a:gd name="T103" fmla="*/ 14 h 82"/>
                  <a:gd name="T104" fmla="*/ 84 w 86"/>
                  <a:gd name="T105" fmla="*/ 13 h 82"/>
                  <a:gd name="T106" fmla="*/ 84 w 86"/>
                  <a:gd name="T107" fmla="*/ 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6" h="82">
                    <a:moveTo>
                      <a:pt x="84" y="7"/>
                    </a:moveTo>
                    <a:cubicBezTo>
                      <a:pt x="85" y="8"/>
                      <a:pt x="85" y="9"/>
                      <a:pt x="86" y="10"/>
                    </a:cubicBezTo>
                    <a:cubicBezTo>
                      <a:pt x="85" y="6"/>
                      <a:pt x="85" y="6"/>
                      <a:pt x="85" y="6"/>
                    </a:cubicBezTo>
                    <a:cubicBezTo>
                      <a:pt x="85" y="7"/>
                      <a:pt x="85" y="6"/>
                      <a:pt x="84" y="5"/>
                    </a:cubicBezTo>
                    <a:cubicBezTo>
                      <a:pt x="84" y="6"/>
                      <a:pt x="84" y="6"/>
                      <a:pt x="84" y="6"/>
                    </a:cubicBezTo>
                    <a:cubicBezTo>
                      <a:pt x="83" y="5"/>
                      <a:pt x="83" y="5"/>
                      <a:pt x="83" y="5"/>
                    </a:cubicBezTo>
                    <a:cubicBezTo>
                      <a:pt x="83" y="5"/>
                      <a:pt x="82" y="4"/>
                      <a:pt x="82" y="6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83" y="7"/>
                      <a:pt x="84" y="9"/>
                      <a:pt x="83" y="8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2" y="6"/>
                      <a:pt x="82" y="6"/>
                      <a:pt x="82" y="6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2" y="7"/>
                      <a:pt x="80" y="5"/>
                      <a:pt x="81" y="6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79" y="5"/>
                      <a:pt x="81" y="7"/>
                      <a:pt x="81" y="7"/>
                    </a:cubicBezTo>
                    <a:cubicBezTo>
                      <a:pt x="80" y="7"/>
                      <a:pt x="79" y="5"/>
                      <a:pt x="79" y="4"/>
                    </a:cubicBezTo>
                    <a:cubicBezTo>
                      <a:pt x="78" y="4"/>
                      <a:pt x="79" y="6"/>
                      <a:pt x="77" y="5"/>
                    </a:cubicBezTo>
                    <a:cubicBezTo>
                      <a:pt x="77" y="5"/>
                      <a:pt x="77" y="6"/>
                      <a:pt x="77" y="8"/>
                    </a:cubicBezTo>
                    <a:cubicBezTo>
                      <a:pt x="77" y="8"/>
                      <a:pt x="76" y="5"/>
                      <a:pt x="76" y="6"/>
                    </a:cubicBezTo>
                    <a:cubicBezTo>
                      <a:pt x="75" y="5"/>
                      <a:pt x="74" y="3"/>
                      <a:pt x="74" y="2"/>
                    </a:cubicBezTo>
                    <a:cubicBezTo>
                      <a:pt x="74" y="2"/>
                      <a:pt x="73" y="1"/>
                      <a:pt x="73" y="2"/>
                    </a:cubicBezTo>
                    <a:cubicBezTo>
                      <a:pt x="73" y="1"/>
                      <a:pt x="72" y="0"/>
                      <a:pt x="72" y="0"/>
                    </a:cubicBezTo>
                    <a:cubicBezTo>
                      <a:pt x="73" y="1"/>
                      <a:pt x="74" y="3"/>
                      <a:pt x="74" y="3"/>
                    </a:cubicBezTo>
                    <a:cubicBezTo>
                      <a:pt x="76" y="5"/>
                      <a:pt x="74" y="4"/>
                      <a:pt x="76" y="6"/>
                    </a:cubicBezTo>
                    <a:cubicBezTo>
                      <a:pt x="75" y="6"/>
                      <a:pt x="74" y="6"/>
                      <a:pt x="74" y="7"/>
                    </a:cubicBezTo>
                    <a:cubicBezTo>
                      <a:pt x="74" y="7"/>
                      <a:pt x="73" y="5"/>
                      <a:pt x="73" y="4"/>
                    </a:cubicBezTo>
                    <a:cubicBezTo>
                      <a:pt x="73" y="6"/>
                      <a:pt x="73" y="7"/>
                      <a:pt x="73" y="7"/>
                    </a:cubicBezTo>
                    <a:cubicBezTo>
                      <a:pt x="74" y="8"/>
                      <a:pt x="74" y="8"/>
                      <a:pt x="75" y="10"/>
                    </a:cubicBezTo>
                    <a:cubicBezTo>
                      <a:pt x="75" y="10"/>
                      <a:pt x="75" y="11"/>
                      <a:pt x="75" y="11"/>
                    </a:cubicBezTo>
                    <a:cubicBezTo>
                      <a:pt x="74" y="9"/>
                      <a:pt x="72" y="7"/>
                      <a:pt x="72" y="7"/>
                    </a:cubicBezTo>
                    <a:cubicBezTo>
                      <a:pt x="71" y="5"/>
                      <a:pt x="73" y="7"/>
                      <a:pt x="71" y="5"/>
                    </a:cubicBezTo>
                    <a:cubicBezTo>
                      <a:pt x="70" y="3"/>
                      <a:pt x="71" y="2"/>
                      <a:pt x="72" y="3"/>
                    </a:cubicBezTo>
                    <a:cubicBezTo>
                      <a:pt x="71" y="1"/>
                      <a:pt x="71" y="3"/>
                      <a:pt x="70" y="1"/>
                    </a:cubicBezTo>
                    <a:cubicBezTo>
                      <a:pt x="70" y="1"/>
                      <a:pt x="70" y="3"/>
                      <a:pt x="70" y="3"/>
                    </a:cubicBezTo>
                    <a:cubicBezTo>
                      <a:pt x="71" y="4"/>
                      <a:pt x="71" y="4"/>
                      <a:pt x="71" y="5"/>
                    </a:cubicBezTo>
                    <a:cubicBezTo>
                      <a:pt x="72" y="8"/>
                      <a:pt x="70" y="4"/>
                      <a:pt x="70" y="4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9" y="3"/>
                      <a:pt x="69" y="4"/>
                      <a:pt x="69" y="4"/>
                    </a:cubicBezTo>
                    <a:cubicBezTo>
                      <a:pt x="67" y="2"/>
                      <a:pt x="69" y="4"/>
                      <a:pt x="68" y="2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6" y="0"/>
                      <a:pt x="68" y="2"/>
                      <a:pt x="67" y="2"/>
                    </a:cubicBezTo>
                    <a:cubicBezTo>
                      <a:pt x="67" y="1"/>
                      <a:pt x="67" y="1"/>
                      <a:pt x="67" y="1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68" y="3"/>
                      <a:pt x="69" y="4"/>
                      <a:pt x="69" y="4"/>
                    </a:cubicBezTo>
                    <a:cubicBezTo>
                      <a:pt x="70" y="7"/>
                      <a:pt x="69" y="4"/>
                      <a:pt x="69" y="5"/>
                    </a:cubicBezTo>
                    <a:cubicBezTo>
                      <a:pt x="69" y="7"/>
                      <a:pt x="69" y="5"/>
                      <a:pt x="70" y="6"/>
                    </a:cubicBezTo>
                    <a:cubicBezTo>
                      <a:pt x="71" y="8"/>
                      <a:pt x="70" y="8"/>
                      <a:pt x="70" y="8"/>
                    </a:cubicBezTo>
                    <a:cubicBezTo>
                      <a:pt x="70" y="9"/>
                      <a:pt x="69" y="7"/>
                      <a:pt x="68" y="6"/>
                    </a:cubicBezTo>
                    <a:cubicBezTo>
                      <a:pt x="68" y="6"/>
                      <a:pt x="68" y="5"/>
                      <a:pt x="69" y="6"/>
                    </a:cubicBezTo>
                    <a:cubicBezTo>
                      <a:pt x="68" y="4"/>
                      <a:pt x="67" y="3"/>
                      <a:pt x="66" y="2"/>
                    </a:cubicBezTo>
                    <a:cubicBezTo>
                      <a:pt x="65" y="1"/>
                      <a:pt x="67" y="4"/>
                      <a:pt x="67" y="4"/>
                    </a:cubicBezTo>
                    <a:cubicBezTo>
                      <a:pt x="67" y="3"/>
                      <a:pt x="68" y="5"/>
                      <a:pt x="68" y="6"/>
                    </a:cubicBezTo>
                    <a:cubicBezTo>
                      <a:pt x="70" y="10"/>
                      <a:pt x="66" y="3"/>
                      <a:pt x="66" y="4"/>
                    </a:cubicBezTo>
                    <a:cubicBezTo>
                      <a:pt x="68" y="6"/>
                      <a:pt x="67" y="8"/>
                      <a:pt x="70" y="10"/>
                    </a:cubicBezTo>
                    <a:cubicBezTo>
                      <a:pt x="70" y="11"/>
                      <a:pt x="70" y="12"/>
                      <a:pt x="70" y="12"/>
                    </a:cubicBezTo>
                    <a:cubicBezTo>
                      <a:pt x="69" y="10"/>
                      <a:pt x="69" y="10"/>
                      <a:pt x="68" y="8"/>
                    </a:cubicBezTo>
                    <a:cubicBezTo>
                      <a:pt x="68" y="9"/>
                      <a:pt x="68" y="9"/>
                      <a:pt x="68" y="9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4" y="4"/>
                      <a:pt x="65" y="5"/>
                      <a:pt x="65" y="6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5"/>
                      <a:pt x="65" y="7"/>
                      <a:pt x="65" y="7"/>
                    </a:cubicBezTo>
                    <a:cubicBezTo>
                      <a:pt x="65" y="7"/>
                      <a:pt x="64" y="6"/>
                      <a:pt x="63" y="5"/>
                    </a:cubicBezTo>
                    <a:cubicBezTo>
                      <a:pt x="63" y="4"/>
                      <a:pt x="63" y="4"/>
                      <a:pt x="63" y="4"/>
                    </a:cubicBezTo>
                    <a:cubicBezTo>
                      <a:pt x="63" y="5"/>
                      <a:pt x="62" y="3"/>
                      <a:pt x="62" y="4"/>
                    </a:cubicBezTo>
                    <a:cubicBezTo>
                      <a:pt x="63" y="5"/>
                      <a:pt x="64" y="6"/>
                      <a:pt x="65" y="8"/>
                    </a:cubicBezTo>
                    <a:cubicBezTo>
                      <a:pt x="65" y="8"/>
                      <a:pt x="64" y="7"/>
                      <a:pt x="64" y="7"/>
                    </a:cubicBezTo>
                    <a:cubicBezTo>
                      <a:pt x="63" y="6"/>
                      <a:pt x="63" y="6"/>
                      <a:pt x="63" y="6"/>
                    </a:cubicBezTo>
                    <a:cubicBezTo>
                      <a:pt x="63" y="7"/>
                      <a:pt x="62" y="4"/>
                      <a:pt x="62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2" y="6"/>
                      <a:pt x="62" y="5"/>
                      <a:pt x="61" y="5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61" y="5"/>
                      <a:pt x="61" y="5"/>
                      <a:pt x="61" y="5"/>
                    </a:cubicBezTo>
                    <a:cubicBezTo>
                      <a:pt x="62" y="6"/>
                      <a:pt x="63" y="8"/>
                      <a:pt x="61" y="6"/>
                    </a:cubicBezTo>
                    <a:cubicBezTo>
                      <a:pt x="63" y="8"/>
                      <a:pt x="61" y="6"/>
                      <a:pt x="62" y="7"/>
                    </a:cubicBezTo>
                    <a:cubicBezTo>
                      <a:pt x="64" y="9"/>
                      <a:pt x="63" y="9"/>
                      <a:pt x="63" y="9"/>
                    </a:cubicBezTo>
                    <a:cubicBezTo>
                      <a:pt x="62" y="7"/>
                      <a:pt x="63" y="9"/>
                      <a:pt x="63" y="9"/>
                    </a:cubicBezTo>
                    <a:cubicBezTo>
                      <a:pt x="61" y="8"/>
                      <a:pt x="61" y="8"/>
                      <a:pt x="61" y="8"/>
                    </a:cubicBezTo>
                    <a:cubicBezTo>
                      <a:pt x="62" y="9"/>
                      <a:pt x="62" y="9"/>
                      <a:pt x="62" y="9"/>
                    </a:cubicBezTo>
                    <a:cubicBezTo>
                      <a:pt x="60" y="6"/>
                      <a:pt x="62" y="10"/>
                      <a:pt x="61" y="10"/>
                    </a:cubicBezTo>
                    <a:cubicBezTo>
                      <a:pt x="61" y="9"/>
                      <a:pt x="60" y="7"/>
                      <a:pt x="60" y="7"/>
                    </a:cubicBezTo>
                    <a:cubicBezTo>
                      <a:pt x="61" y="9"/>
                      <a:pt x="61" y="10"/>
                      <a:pt x="62" y="11"/>
                    </a:cubicBezTo>
                    <a:cubicBezTo>
                      <a:pt x="61" y="11"/>
                      <a:pt x="60" y="9"/>
                      <a:pt x="59" y="7"/>
                    </a:cubicBezTo>
                    <a:cubicBezTo>
                      <a:pt x="60" y="9"/>
                      <a:pt x="58" y="7"/>
                      <a:pt x="59" y="9"/>
                    </a:cubicBezTo>
                    <a:cubicBezTo>
                      <a:pt x="60" y="9"/>
                      <a:pt x="60" y="10"/>
                      <a:pt x="61" y="11"/>
                    </a:cubicBezTo>
                    <a:cubicBezTo>
                      <a:pt x="61" y="11"/>
                      <a:pt x="60" y="10"/>
                      <a:pt x="60" y="10"/>
                    </a:cubicBezTo>
                    <a:cubicBezTo>
                      <a:pt x="60" y="10"/>
                      <a:pt x="61" y="12"/>
                      <a:pt x="61" y="12"/>
                    </a:cubicBezTo>
                    <a:cubicBezTo>
                      <a:pt x="61" y="12"/>
                      <a:pt x="62" y="14"/>
                      <a:pt x="61" y="13"/>
                    </a:cubicBezTo>
                    <a:cubicBezTo>
                      <a:pt x="60" y="12"/>
                      <a:pt x="61" y="12"/>
                      <a:pt x="60" y="11"/>
                    </a:cubicBezTo>
                    <a:cubicBezTo>
                      <a:pt x="60" y="11"/>
                      <a:pt x="62" y="15"/>
                      <a:pt x="62" y="15"/>
                    </a:cubicBezTo>
                    <a:cubicBezTo>
                      <a:pt x="63" y="16"/>
                      <a:pt x="65" y="18"/>
                      <a:pt x="65" y="19"/>
                    </a:cubicBezTo>
                    <a:cubicBezTo>
                      <a:pt x="64" y="19"/>
                      <a:pt x="65" y="18"/>
                      <a:pt x="63" y="17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1" y="15"/>
                      <a:pt x="61" y="13"/>
                      <a:pt x="59" y="11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59" y="12"/>
                      <a:pt x="58" y="10"/>
                      <a:pt x="58" y="10"/>
                    </a:cubicBezTo>
                    <a:cubicBezTo>
                      <a:pt x="59" y="12"/>
                      <a:pt x="57" y="11"/>
                      <a:pt x="58" y="11"/>
                    </a:cubicBezTo>
                    <a:cubicBezTo>
                      <a:pt x="59" y="12"/>
                      <a:pt x="58" y="11"/>
                      <a:pt x="58" y="12"/>
                    </a:cubicBezTo>
                    <a:cubicBezTo>
                      <a:pt x="58" y="12"/>
                      <a:pt x="60" y="14"/>
                      <a:pt x="59" y="14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6" y="11"/>
                      <a:pt x="58" y="13"/>
                      <a:pt x="57" y="12"/>
                    </a:cubicBezTo>
                    <a:cubicBezTo>
                      <a:pt x="57" y="12"/>
                      <a:pt x="57" y="12"/>
                      <a:pt x="57" y="12"/>
                    </a:cubicBezTo>
                    <a:cubicBezTo>
                      <a:pt x="56" y="12"/>
                      <a:pt x="55" y="13"/>
                      <a:pt x="57" y="17"/>
                    </a:cubicBezTo>
                    <a:cubicBezTo>
                      <a:pt x="56" y="16"/>
                      <a:pt x="55" y="16"/>
                      <a:pt x="54" y="15"/>
                    </a:cubicBezTo>
                    <a:cubicBezTo>
                      <a:pt x="55" y="16"/>
                      <a:pt x="55" y="17"/>
                      <a:pt x="55" y="17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5"/>
                      <a:pt x="54" y="17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2" y="16"/>
                      <a:pt x="54" y="18"/>
                      <a:pt x="54" y="18"/>
                    </a:cubicBezTo>
                    <a:cubicBezTo>
                      <a:pt x="53" y="17"/>
                      <a:pt x="53" y="17"/>
                      <a:pt x="53" y="17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19"/>
                      <a:pt x="53" y="19"/>
                      <a:pt x="52" y="17"/>
                    </a:cubicBezTo>
                    <a:cubicBezTo>
                      <a:pt x="53" y="18"/>
                      <a:pt x="53" y="18"/>
                      <a:pt x="53" y="18"/>
                    </a:cubicBezTo>
                    <a:cubicBezTo>
                      <a:pt x="52" y="18"/>
                      <a:pt x="51" y="18"/>
                      <a:pt x="51" y="19"/>
                    </a:cubicBezTo>
                    <a:cubicBezTo>
                      <a:pt x="52" y="19"/>
                      <a:pt x="52" y="20"/>
                      <a:pt x="53" y="21"/>
                    </a:cubicBezTo>
                    <a:cubicBezTo>
                      <a:pt x="55" y="22"/>
                      <a:pt x="53" y="20"/>
                      <a:pt x="54" y="22"/>
                    </a:cubicBezTo>
                    <a:cubicBezTo>
                      <a:pt x="53" y="21"/>
                      <a:pt x="52" y="20"/>
                      <a:pt x="52" y="20"/>
                    </a:cubicBezTo>
                    <a:cubicBezTo>
                      <a:pt x="49" y="18"/>
                      <a:pt x="50" y="21"/>
                      <a:pt x="50" y="20"/>
                    </a:cubicBezTo>
                    <a:cubicBezTo>
                      <a:pt x="50" y="21"/>
                      <a:pt x="50" y="21"/>
                      <a:pt x="50" y="21"/>
                    </a:cubicBezTo>
                    <a:cubicBezTo>
                      <a:pt x="48" y="20"/>
                      <a:pt x="50" y="22"/>
                      <a:pt x="48" y="22"/>
                    </a:cubicBezTo>
                    <a:cubicBezTo>
                      <a:pt x="49" y="22"/>
                      <a:pt x="51" y="25"/>
                      <a:pt x="51" y="25"/>
                    </a:cubicBezTo>
                    <a:cubicBezTo>
                      <a:pt x="52" y="26"/>
                      <a:pt x="49" y="23"/>
                      <a:pt x="48" y="22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4"/>
                      <a:pt x="49" y="25"/>
                      <a:pt x="48" y="2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24"/>
                      <a:pt x="47" y="23"/>
                      <a:pt x="47" y="23"/>
                    </a:cubicBezTo>
                    <a:cubicBezTo>
                      <a:pt x="48" y="25"/>
                      <a:pt x="47" y="24"/>
                      <a:pt x="48" y="25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4"/>
                      <a:pt x="47" y="25"/>
                      <a:pt x="47" y="26"/>
                    </a:cubicBezTo>
                    <a:cubicBezTo>
                      <a:pt x="48" y="27"/>
                      <a:pt x="47" y="26"/>
                      <a:pt x="46" y="26"/>
                    </a:cubicBezTo>
                    <a:cubicBezTo>
                      <a:pt x="46" y="25"/>
                      <a:pt x="47" y="26"/>
                      <a:pt x="47" y="25"/>
                    </a:cubicBezTo>
                    <a:cubicBezTo>
                      <a:pt x="46" y="24"/>
                      <a:pt x="46" y="25"/>
                      <a:pt x="46" y="25"/>
                    </a:cubicBezTo>
                    <a:cubicBezTo>
                      <a:pt x="46" y="25"/>
                      <a:pt x="47" y="26"/>
                      <a:pt x="46" y="26"/>
                    </a:cubicBezTo>
                    <a:cubicBezTo>
                      <a:pt x="46" y="26"/>
                      <a:pt x="46" y="26"/>
                      <a:pt x="45" y="25"/>
                    </a:cubicBezTo>
                    <a:cubicBezTo>
                      <a:pt x="46" y="26"/>
                      <a:pt x="45" y="26"/>
                      <a:pt x="46" y="27"/>
                    </a:cubicBezTo>
                    <a:cubicBezTo>
                      <a:pt x="46" y="27"/>
                      <a:pt x="47" y="27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6" y="28"/>
                      <a:pt x="47" y="29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7" y="28"/>
                      <a:pt x="46" y="28"/>
                      <a:pt x="46" y="29"/>
                    </a:cubicBezTo>
                    <a:cubicBezTo>
                      <a:pt x="45" y="27"/>
                      <a:pt x="44" y="26"/>
                      <a:pt x="44" y="26"/>
                    </a:cubicBezTo>
                    <a:cubicBezTo>
                      <a:pt x="44" y="27"/>
                      <a:pt x="44" y="27"/>
                      <a:pt x="44" y="27"/>
                    </a:cubicBezTo>
                    <a:cubicBezTo>
                      <a:pt x="44" y="28"/>
                      <a:pt x="44" y="27"/>
                      <a:pt x="43" y="27"/>
                    </a:cubicBezTo>
                    <a:cubicBezTo>
                      <a:pt x="42" y="26"/>
                      <a:pt x="46" y="31"/>
                      <a:pt x="45" y="30"/>
                    </a:cubicBezTo>
                    <a:cubicBezTo>
                      <a:pt x="44" y="28"/>
                      <a:pt x="43" y="28"/>
                      <a:pt x="43" y="28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4" y="29"/>
                      <a:pt x="42" y="28"/>
                      <a:pt x="44" y="28"/>
                    </a:cubicBezTo>
                    <a:cubicBezTo>
                      <a:pt x="44" y="29"/>
                      <a:pt x="44" y="29"/>
                      <a:pt x="44" y="30"/>
                    </a:cubicBezTo>
                    <a:cubicBezTo>
                      <a:pt x="41" y="27"/>
                      <a:pt x="42" y="30"/>
                      <a:pt x="40" y="29"/>
                    </a:cubicBezTo>
                    <a:cubicBezTo>
                      <a:pt x="42" y="30"/>
                      <a:pt x="41" y="29"/>
                      <a:pt x="41" y="30"/>
                    </a:cubicBezTo>
                    <a:cubicBezTo>
                      <a:pt x="39" y="28"/>
                      <a:pt x="41" y="31"/>
                      <a:pt x="40" y="30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0" y="31"/>
                      <a:pt x="44" y="35"/>
                      <a:pt x="41" y="33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38" y="29"/>
                      <a:pt x="41" y="33"/>
                      <a:pt x="39" y="31"/>
                    </a:cubicBezTo>
                    <a:cubicBezTo>
                      <a:pt x="39" y="32"/>
                      <a:pt x="40" y="33"/>
                      <a:pt x="41" y="34"/>
                    </a:cubicBezTo>
                    <a:cubicBezTo>
                      <a:pt x="40" y="33"/>
                      <a:pt x="39" y="33"/>
                      <a:pt x="38" y="32"/>
                    </a:cubicBezTo>
                    <a:cubicBezTo>
                      <a:pt x="39" y="33"/>
                      <a:pt x="39" y="33"/>
                      <a:pt x="38" y="33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7" y="32"/>
                      <a:pt x="38" y="33"/>
                      <a:pt x="38" y="33"/>
                    </a:cubicBezTo>
                    <a:cubicBezTo>
                      <a:pt x="37" y="32"/>
                      <a:pt x="37" y="33"/>
                      <a:pt x="36" y="33"/>
                    </a:cubicBezTo>
                    <a:cubicBezTo>
                      <a:pt x="37" y="35"/>
                      <a:pt x="35" y="32"/>
                      <a:pt x="37" y="35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5"/>
                      <a:pt x="38" y="36"/>
                      <a:pt x="38" y="37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3"/>
                      <a:pt x="36" y="35"/>
                      <a:pt x="35" y="34"/>
                    </a:cubicBezTo>
                    <a:cubicBezTo>
                      <a:pt x="36" y="35"/>
                      <a:pt x="35" y="34"/>
                      <a:pt x="36" y="35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6" y="38"/>
                      <a:pt x="35" y="36"/>
                      <a:pt x="35" y="36"/>
                    </a:cubicBezTo>
                    <a:cubicBezTo>
                      <a:pt x="34" y="35"/>
                      <a:pt x="34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5" y="36"/>
                      <a:pt x="35" y="37"/>
                    </a:cubicBezTo>
                    <a:cubicBezTo>
                      <a:pt x="35" y="36"/>
                      <a:pt x="35" y="36"/>
                      <a:pt x="34" y="36"/>
                    </a:cubicBezTo>
                    <a:cubicBezTo>
                      <a:pt x="34" y="36"/>
                      <a:pt x="34" y="36"/>
                      <a:pt x="35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3" y="35"/>
                      <a:pt x="33" y="36"/>
                      <a:pt x="34" y="37"/>
                    </a:cubicBezTo>
                    <a:cubicBezTo>
                      <a:pt x="32" y="36"/>
                      <a:pt x="33" y="38"/>
                      <a:pt x="33" y="39"/>
                    </a:cubicBezTo>
                    <a:cubicBezTo>
                      <a:pt x="33" y="39"/>
                      <a:pt x="32" y="38"/>
                      <a:pt x="33" y="38"/>
                    </a:cubicBezTo>
                    <a:cubicBezTo>
                      <a:pt x="33" y="39"/>
                      <a:pt x="33" y="40"/>
                      <a:pt x="33" y="39"/>
                    </a:cubicBezTo>
                    <a:cubicBezTo>
                      <a:pt x="33" y="40"/>
                      <a:pt x="32" y="38"/>
                      <a:pt x="32" y="38"/>
                    </a:cubicBezTo>
                    <a:cubicBezTo>
                      <a:pt x="31" y="38"/>
                      <a:pt x="33" y="40"/>
                      <a:pt x="32" y="40"/>
                    </a:cubicBezTo>
                    <a:cubicBezTo>
                      <a:pt x="30" y="38"/>
                      <a:pt x="33" y="42"/>
                      <a:pt x="31" y="41"/>
                    </a:cubicBezTo>
                    <a:cubicBezTo>
                      <a:pt x="31" y="41"/>
                      <a:pt x="31" y="40"/>
                      <a:pt x="30" y="39"/>
                    </a:cubicBezTo>
                    <a:cubicBezTo>
                      <a:pt x="30" y="40"/>
                      <a:pt x="30" y="41"/>
                      <a:pt x="31" y="43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30" y="41"/>
                      <a:pt x="30" y="42"/>
                      <a:pt x="31" y="43"/>
                    </a:cubicBezTo>
                    <a:cubicBezTo>
                      <a:pt x="32" y="44"/>
                      <a:pt x="32" y="45"/>
                      <a:pt x="32" y="45"/>
                    </a:cubicBezTo>
                    <a:cubicBezTo>
                      <a:pt x="32" y="45"/>
                      <a:pt x="32" y="45"/>
                      <a:pt x="32" y="45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1" y="45"/>
                      <a:pt x="31" y="45"/>
                      <a:pt x="31" y="45"/>
                    </a:cubicBezTo>
                    <a:cubicBezTo>
                      <a:pt x="29" y="43"/>
                      <a:pt x="29" y="44"/>
                      <a:pt x="29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29" y="44"/>
                      <a:pt x="29" y="44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31" y="48"/>
                      <a:pt x="30" y="47"/>
                      <a:pt x="29" y="46"/>
                    </a:cubicBezTo>
                    <a:cubicBezTo>
                      <a:pt x="29" y="46"/>
                      <a:pt x="31" y="49"/>
                      <a:pt x="31" y="50"/>
                    </a:cubicBezTo>
                    <a:cubicBezTo>
                      <a:pt x="31" y="50"/>
                      <a:pt x="31" y="51"/>
                      <a:pt x="31" y="51"/>
                    </a:cubicBezTo>
                    <a:cubicBezTo>
                      <a:pt x="30" y="50"/>
                      <a:pt x="31" y="51"/>
                      <a:pt x="31" y="51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49"/>
                      <a:pt x="28" y="48"/>
                      <a:pt x="28" y="47"/>
                    </a:cubicBezTo>
                    <a:cubicBezTo>
                      <a:pt x="28" y="48"/>
                      <a:pt x="27" y="47"/>
                      <a:pt x="26" y="47"/>
                    </a:cubicBezTo>
                    <a:cubicBezTo>
                      <a:pt x="28" y="49"/>
                      <a:pt x="27" y="49"/>
                      <a:pt x="28" y="51"/>
                    </a:cubicBezTo>
                    <a:cubicBezTo>
                      <a:pt x="28" y="51"/>
                      <a:pt x="27" y="49"/>
                      <a:pt x="26" y="49"/>
                    </a:cubicBezTo>
                    <a:cubicBezTo>
                      <a:pt x="27" y="50"/>
                      <a:pt x="26" y="50"/>
                      <a:pt x="25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5" y="51"/>
                      <a:pt x="24" y="51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4" y="51"/>
                      <a:pt x="27" y="54"/>
                      <a:pt x="25" y="53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3" y="52"/>
                      <a:pt x="24" y="54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24" y="53"/>
                      <a:pt x="23" y="53"/>
                      <a:pt x="24" y="55"/>
                    </a:cubicBezTo>
                    <a:cubicBezTo>
                      <a:pt x="23" y="53"/>
                      <a:pt x="23" y="53"/>
                      <a:pt x="23" y="53"/>
                    </a:cubicBezTo>
                    <a:cubicBezTo>
                      <a:pt x="22" y="52"/>
                      <a:pt x="24" y="55"/>
                      <a:pt x="23" y="55"/>
                    </a:cubicBezTo>
                    <a:cubicBezTo>
                      <a:pt x="23" y="55"/>
                      <a:pt x="22" y="54"/>
                      <a:pt x="22" y="54"/>
                    </a:cubicBezTo>
                    <a:cubicBezTo>
                      <a:pt x="23" y="55"/>
                      <a:pt x="22" y="55"/>
                      <a:pt x="23" y="55"/>
                    </a:cubicBezTo>
                    <a:cubicBezTo>
                      <a:pt x="21" y="54"/>
                      <a:pt x="21" y="54"/>
                      <a:pt x="21" y="54"/>
                    </a:cubicBezTo>
                    <a:cubicBezTo>
                      <a:pt x="20" y="55"/>
                      <a:pt x="18" y="56"/>
                      <a:pt x="18" y="59"/>
                    </a:cubicBezTo>
                    <a:cubicBezTo>
                      <a:pt x="16" y="57"/>
                      <a:pt x="17" y="57"/>
                      <a:pt x="16" y="56"/>
                    </a:cubicBezTo>
                    <a:cubicBezTo>
                      <a:pt x="18" y="58"/>
                      <a:pt x="16" y="57"/>
                      <a:pt x="16" y="58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8"/>
                      <a:pt x="15" y="57"/>
                      <a:pt x="16" y="58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7" y="59"/>
                      <a:pt x="14" y="56"/>
                      <a:pt x="15" y="59"/>
                    </a:cubicBezTo>
                    <a:cubicBezTo>
                      <a:pt x="14" y="57"/>
                      <a:pt x="14" y="57"/>
                      <a:pt x="14" y="57"/>
                    </a:cubicBezTo>
                    <a:cubicBezTo>
                      <a:pt x="16" y="60"/>
                      <a:pt x="13" y="57"/>
                      <a:pt x="15" y="59"/>
                    </a:cubicBezTo>
                    <a:cubicBezTo>
                      <a:pt x="14" y="59"/>
                      <a:pt x="14" y="59"/>
                      <a:pt x="14" y="59"/>
                    </a:cubicBezTo>
                    <a:cubicBezTo>
                      <a:pt x="13" y="58"/>
                      <a:pt x="15" y="61"/>
                      <a:pt x="14" y="60"/>
                    </a:cubicBezTo>
                    <a:cubicBezTo>
                      <a:pt x="14" y="60"/>
                      <a:pt x="14" y="61"/>
                      <a:pt x="15" y="63"/>
                    </a:cubicBezTo>
                    <a:cubicBezTo>
                      <a:pt x="14" y="60"/>
                      <a:pt x="14" y="60"/>
                      <a:pt x="14" y="60"/>
                    </a:cubicBezTo>
                    <a:cubicBezTo>
                      <a:pt x="13" y="62"/>
                      <a:pt x="12" y="63"/>
                      <a:pt x="13" y="65"/>
                    </a:cubicBezTo>
                    <a:cubicBezTo>
                      <a:pt x="12" y="65"/>
                      <a:pt x="12" y="65"/>
                      <a:pt x="12" y="65"/>
                    </a:cubicBezTo>
                    <a:cubicBezTo>
                      <a:pt x="13" y="67"/>
                      <a:pt x="9" y="64"/>
                      <a:pt x="12" y="67"/>
                    </a:cubicBezTo>
                    <a:cubicBezTo>
                      <a:pt x="13" y="69"/>
                      <a:pt x="13" y="69"/>
                      <a:pt x="13" y="69"/>
                    </a:cubicBezTo>
                    <a:cubicBezTo>
                      <a:pt x="11" y="67"/>
                      <a:pt x="11" y="67"/>
                      <a:pt x="11" y="67"/>
                    </a:cubicBezTo>
                    <a:cubicBezTo>
                      <a:pt x="11" y="68"/>
                      <a:pt x="10" y="68"/>
                      <a:pt x="11" y="69"/>
                    </a:cubicBezTo>
                    <a:cubicBezTo>
                      <a:pt x="10" y="68"/>
                      <a:pt x="10" y="68"/>
                      <a:pt x="10" y="68"/>
                    </a:cubicBezTo>
                    <a:cubicBezTo>
                      <a:pt x="10" y="68"/>
                      <a:pt x="11" y="70"/>
                      <a:pt x="11" y="70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7" y="68"/>
                      <a:pt x="4" y="67"/>
                      <a:pt x="5" y="71"/>
                    </a:cubicBezTo>
                    <a:cubicBezTo>
                      <a:pt x="5" y="72"/>
                      <a:pt x="3" y="70"/>
                      <a:pt x="3" y="70"/>
                    </a:cubicBezTo>
                    <a:cubicBezTo>
                      <a:pt x="5" y="73"/>
                      <a:pt x="0" y="70"/>
                      <a:pt x="2" y="75"/>
                    </a:cubicBezTo>
                    <a:cubicBezTo>
                      <a:pt x="2" y="77"/>
                      <a:pt x="6" y="82"/>
                      <a:pt x="6" y="82"/>
                    </a:cubicBezTo>
                    <a:cubicBezTo>
                      <a:pt x="7" y="78"/>
                      <a:pt x="10" y="79"/>
                      <a:pt x="14" y="80"/>
                    </a:cubicBezTo>
                    <a:cubicBezTo>
                      <a:pt x="14" y="79"/>
                      <a:pt x="14" y="77"/>
                      <a:pt x="15" y="78"/>
                    </a:cubicBezTo>
                    <a:cubicBezTo>
                      <a:pt x="18" y="75"/>
                      <a:pt x="23" y="77"/>
                      <a:pt x="24" y="73"/>
                    </a:cubicBezTo>
                    <a:cubicBezTo>
                      <a:pt x="23" y="73"/>
                      <a:pt x="23" y="72"/>
                      <a:pt x="23" y="71"/>
                    </a:cubicBezTo>
                    <a:cubicBezTo>
                      <a:pt x="23" y="72"/>
                      <a:pt x="23" y="72"/>
                      <a:pt x="23" y="72"/>
                    </a:cubicBezTo>
                    <a:cubicBezTo>
                      <a:pt x="22" y="71"/>
                      <a:pt x="22" y="71"/>
                      <a:pt x="22" y="71"/>
                    </a:cubicBezTo>
                    <a:cubicBezTo>
                      <a:pt x="23" y="70"/>
                      <a:pt x="24" y="72"/>
                      <a:pt x="24" y="72"/>
                    </a:cubicBezTo>
                    <a:cubicBezTo>
                      <a:pt x="25" y="71"/>
                      <a:pt x="25" y="70"/>
                      <a:pt x="26" y="70"/>
                    </a:cubicBezTo>
                    <a:cubicBezTo>
                      <a:pt x="25" y="68"/>
                      <a:pt x="27" y="69"/>
                      <a:pt x="25" y="67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8" y="68"/>
                    </a:cubicBezTo>
                    <a:cubicBezTo>
                      <a:pt x="32" y="68"/>
                      <a:pt x="33" y="64"/>
                      <a:pt x="36" y="63"/>
                    </a:cubicBezTo>
                    <a:cubicBezTo>
                      <a:pt x="39" y="60"/>
                      <a:pt x="40" y="57"/>
                      <a:pt x="43" y="54"/>
                    </a:cubicBezTo>
                    <a:cubicBezTo>
                      <a:pt x="41" y="51"/>
                      <a:pt x="42" y="52"/>
                      <a:pt x="41" y="49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48"/>
                      <a:pt x="42" y="49"/>
                      <a:pt x="44" y="50"/>
                    </a:cubicBezTo>
                    <a:cubicBezTo>
                      <a:pt x="43" y="49"/>
                      <a:pt x="44" y="50"/>
                      <a:pt x="42" y="48"/>
                    </a:cubicBezTo>
                    <a:cubicBezTo>
                      <a:pt x="41" y="47"/>
                      <a:pt x="44" y="50"/>
                      <a:pt x="44" y="49"/>
                    </a:cubicBezTo>
                    <a:cubicBezTo>
                      <a:pt x="45" y="50"/>
                      <a:pt x="43" y="48"/>
                      <a:pt x="44" y="49"/>
                    </a:cubicBezTo>
                    <a:cubicBezTo>
                      <a:pt x="43" y="46"/>
                      <a:pt x="44" y="50"/>
                      <a:pt x="47" y="50"/>
                    </a:cubicBezTo>
                    <a:cubicBezTo>
                      <a:pt x="47" y="49"/>
                      <a:pt x="47" y="46"/>
                      <a:pt x="49" y="46"/>
                    </a:cubicBezTo>
                    <a:cubicBezTo>
                      <a:pt x="49" y="46"/>
                      <a:pt x="48" y="45"/>
                      <a:pt x="48" y="45"/>
                    </a:cubicBezTo>
                    <a:cubicBezTo>
                      <a:pt x="50" y="47"/>
                      <a:pt x="48" y="44"/>
                      <a:pt x="49" y="45"/>
                    </a:cubicBezTo>
                    <a:cubicBezTo>
                      <a:pt x="50" y="46"/>
                      <a:pt x="50" y="46"/>
                      <a:pt x="50" y="46"/>
                    </a:cubicBezTo>
                    <a:cubicBezTo>
                      <a:pt x="51" y="46"/>
                      <a:pt x="50" y="45"/>
                      <a:pt x="52" y="45"/>
                    </a:cubicBezTo>
                    <a:cubicBezTo>
                      <a:pt x="51" y="44"/>
                      <a:pt x="54" y="45"/>
                      <a:pt x="53" y="44"/>
                    </a:cubicBezTo>
                    <a:cubicBezTo>
                      <a:pt x="54" y="45"/>
                      <a:pt x="54" y="44"/>
                      <a:pt x="54" y="45"/>
                    </a:cubicBezTo>
                    <a:cubicBezTo>
                      <a:pt x="52" y="42"/>
                      <a:pt x="56" y="45"/>
                      <a:pt x="55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56" y="42"/>
                      <a:pt x="58" y="42"/>
                      <a:pt x="58" y="39"/>
                    </a:cubicBezTo>
                    <a:cubicBezTo>
                      <a:pt x="59" y="38"/>
                      <a:pt x="62" y="40"/>
                      <a:pt x="62" y="38"/>
                    </a:cubicBezTo>
                    <a:cubicBezTo>
                      <a:pt x="61" y="37"/>
                      <a:pt x="61" y="37"/>
                      <a:pt x="61" y="37"/>
                    </a:cubicBezTo>
                    <a:cubicBezTo>
                      <a:pt x="61" y="36"/>
                      <a:pt x="62" y="37"/>
                      <a:pt x="62" y="38"/>
                    </a:cubicBezTo>
                    <a:cubicBezTo>
                      <a:pt x="61" y="36"/>
                      <a:pt x="63" y="37"/>
                      <a:pt x="64" y="37"/>
                    </a:cubicBezTo>
                    <a:cubicBezTo>
                      <a:pt x="63" y="36"/>
                      <a:pt x="63" y="36"/>
                      <a:pt x="63" y="35"/>
                    </a:cubicBezTo>
                    <a:cubicBezTo>
                      <a:pt x="66" y="36"/>
                      <a:pt x="63" y="33"/>
                      <a:pt x="66" y="34"/>
                    </a:cubicBezTo>
                    <a:cubicBezTo>
                      <a:pt x="63" y="32"/>
                      <a:pt x="65" y="33"/>
                      <a:pt x="64" y="32"/>
                    </a:cubicBezTo>
                    <a:cubicBezTo>
                      <a:pt x="64" y="32"/>
                      <a:pt x="65" y="33"/>
                      <a:pt x="65" y="33"/>
                    </a:cubicBezTo>
                    <a:cubicBezTo>
                      <a:pt x="66" y="33"/>
                      <a:pt x="66" y="32"/>
                      <a:pt x="67" y="33"/>
                    </a:cubicBezTo>
                    <a:cubicBezTo>
                      <a:pt x="67" y="32"/>
                      <a:pt x="66" y="31"/>
                      <a:pt x="66" y="31"/>
                    </a:cubicBezTo>
                    <a:cubicBezTo>
                      <a:pt x="68" y="33"/>
                      <a:pt x="67" y="31"/>
                      <a:pt x="68" y="31"/>
                    </a:cubicBezTo>
                    <a:cubicBezTo>
                      <a:pt x="66" y="29"/>
                      <a:pt x="66" y="28"/>
                      <a:pt x="66" y="28"/>
                    </a:cubicBezTo>
                    <a:cubicBezTo>
                      <a:pt x="68" y="31"/>
                      <a:pt x="68" y="31"/>
                      <a:pt x="68" y="31"/>
                    </a:cubicBezTo>
                    <a:cubicBezTo>
                      <a:pt x="68" y="29"/>
                      <a:pt x="71" y="30"/>
                      <a:pt x="70" y="27"/>
                    </a:cubicBezTo>
                    <a:cubicBezTo>
                      <a:pt x="71" y="28"/>
                      <a:pt x="71" y="28"/>
                      <a:pt x="71" y="28"/>
                    </a:cubicBezTo>
                    <a:cubicBezTo>
                      <a:pt x="71" y="25"/>
                      <a:pt x="73" y="26"/>
                      <a:pt x="72" y="23"/>
                    </a:cubicBezTo>
                    <a:cubicBezTo>
                      <a:pt x="73" y="23"/>
                      <a:pt x="73" y="24"/>
                      <a:pt x="74" y="23"/>
                    </a:cubicBezTo>
                    <a:cubicBezTo>
                      <a:pt x="73" y="22"/>
                      <a:pt x="73" y="22"/>
                      <a:pt x="72" y="20"/>
                    </a:cubicBezTo>
                    <a:cubicBezTo>
                      <a:pt x="72" y="20"/>
                      <a:pt x="73" y="21"/>
                      <a:pt x="74" y="21"/>
                    </a:cubicBezTo>
                    <a:cubicBezTo>
                      <a:pt x="74" y="21"/>
                      <a:pt x="76" y="23"/>
                      <a:pt x="75" y="20"/>
                    </a:cubicBezTo>
                    <a:cubicBezTo>
                      <a:pt x="76" y="21"/>
                      <a:pt x="76" y="21"/>
                      <a:pt x="76" y="21"/>
                    </a:cubicBezTo>
                    <a:cubicBezTo>
                      <a:pt x="76" y="20"/>
                      <a:pt x="75" y="18"/>
                      <a:pt x="76" y="19"/>
                    </a:cubicBezTo>
                    <a:cubicBezTo>
                      <a:pt x="76" y="18"/>
                      <a:pt x="76" y="17"/>
                      <a:pt x="75" y="16"/>
                    </a:cubicBezTo>
                    <a:cubicBezTo>
                      <a:pt x="75" y="16"/>
                      <a:pt x="76" y="18"/>
                      <a:pt x="76" y="17"/>
                    </a:cubicBezTo>
                    <a:cubicBezTo>
                      <a:pt x="77" y="19"/>
                      <a:pt x="77" y="19"/>
                      <a:pt x="77" y="19"/>
                    </a:cubicBezTo>
                    <a:cubicBezTo>
                      <a:pt x="78" y="18"/>
                      <a:pt x="78" y="17"/>
                      <a:pt x="79" y="15"/>
                    </a:cubicBezTo>
                    <a:cubicBezTo>
                      <a:pt x="80" y="17"/>
                      <a:pt x="80" y="15"/>
                      <a:pt x="81" y="15"/>
                    </a:cubicBezTo>
                    <a:cubicBezTo>
                      <a:pt x="81" y="14"/>
                      <a:pt x="82" y="15"/>
                      <a:pt x="81" y="13"/>
                    </a:cubicBezTo>
                    <a:cubicBezTo>
                      <a:pt x="82" y="14"/>
                      <a:pt x="82" y="14"/>
                      <a:pt x="82" y="14"/>
                    </a:cubicBezTo>
                    <a:cubicBezTo>
                      <a:pt x="82" y="14"/>
                      <a:pt x="83" y="13"/>
                      <a:pt x="84" y="14"/>
                    </a:cubicBezTo>
                    <a:cubicBezTo>
                      <a:pt x="84" y="14"/>
                      <a:pt x="83" y="12"/>
                      <a:pt x="83" y="11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1"/>
                      <a:pt x="83" y="10"/>
                      <a:pt x="82" y="8"/>
                    </a:cubicBezTo>
                    <a:cubicBezTo>
                      <a:pt x="83" y="9"/>
                      <a:pt x="82" y="8"/>
                      <a:pt x="83" y="9"/>
                    </a:cubicBezTo>
                    <a:cubicBezTo>
                      <a:pt x="83" y="10"/>
                      <a:pt x="84" y="11"/>
                      <a:pt x="84" y="13"/>
                    </a:cubicBezTo>
                    <a:cubicBezTo>
                      <a:pt x="85" y="13"/>
                      <a:pt x="84" y="10"/>
                      <a:pt x="85" y="11"/>
                    </a:cubicBezTo>
                    <a:cubicBezTo>
                      <a:pt x="86" y="12"/>
                      <a:pt x="86" y="11"/>
                      <a:pt x="85" y="9"/>
                    </a:cubicBezTo>
                    <a:cubicBezTo>
                      <a:pt x="85" y="10"/>
                      <a:pt x="85" y="10"/>
                      <a:pt x="86" y="11"/>
                    </a:cubicBezTo>
                    <a:cubicBezTo>
                      <a:pt x="86" y="11"/>
                      <a:pt x="86" y="11"/>
                      <a:pt x="86" y="10"/>
                    </a:cubicBezTo>
                    <a:cubicBezTo>
                      <a:pt x="86" y="10"/>
                      <a:pt x="85" y="10"/>
                      <a:pt x="85" y="10"/>
                    </a:cubicBezTo>
                    <a:cubicBezTo>
                      <a:pt x="85" y="9"/>
                      <a:pt x="85" y="8"/>
                      <a:pt x="84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3" y="6"/>
                      <a:pt x="84" y="5"/>
                      <a:pt x="8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2" name="Freeform 37"/>
              <p:cNvSpPr/>
              <p:nvPr>
                <p:custDataLst>
                  <p:tags r:id="rId283"/>
                </p:custDataLst>
              </p:nvPr>
            </p:nvSpPr>
            <p:spPr bwMode="auto">
              <a:xfrm>
                <a:off x="3725" y="226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3" name="Freeform 38"/>
              <p:cNvSpPr/>
              <p:nvPr>
                <p:custDataLst>
                  <p:tags r:id="rId284"/>
                </p:custDataLst>
              </p:nvPr>
            </p:nvSpPr>
            <p:spPr bwMode="auto">
              <a:xfrm>
                <a:off x="3474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4" name="Freeform 39"/>
              <p:cNvSpPr/>
              <p:nvPr>
                <p:custDataLst>
                  <p:tags r:id="rId285"/>
                </p:custDataLst>
              </p:nvPr>
            </p:nvSpPr>
            <p:spPr bwMode="auto">
              <a:xfrm>
                <a:off x="3799" y="26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5" name="Freeform 40"/>
              <p:cNvSpPr/>
              <p:nvPr>
                <p:custDataLst>
                  <p:tags r:id="rId286"/>
                </p:custDataLst>
              </p:nvPr>
            </p:nvSpPr>
            <p:spPr bwMode="auto">
              <a:xfrm>
                <a:off x="3470" y="2079"/>
                <a:ext cx="2" cy="3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6" name="Freeform 41"/>
              <p:cNvSpPr/>
              <p:nvPr>
                <p:custDataLst>
                  <p:tags r:id="rId287"/>
                </p:custDataLst>
              </p:nvPr>
            </p:nvSpPr>
            <p:spPr bwMode="auto">
              <a:xfrm>
                <a:off x="3825" y="27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7" name="Freeform 42"/>
              <p:cNvSpPr/>
              <p:nvPr>
                <p:custDataLst>
                  <p:tags r:id="rId288"/>
                </p:custDataLst>
              </p:nvPr>
            </p:nvSpPr>
            <p:spPr bwMode="auto">
              <a:xfrm>
                <a:off x="3466" y="215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8" name="Freeform 43"/>
              <p:cNvSpPr/>
              <p:nvPr>
                <p:custDataLst>
                  <p:tags r:id="rId289"/>
                </p:custDataLst>
              </p:nvPr>
            </p:nvSpPr>
            <p:spPr bwMode="auto">
              <a:xfrm>
                <a:off x="3916" y="2582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69" name="Freeform 44"/>
              <p:cNvSpPr/>
              <p:nvPr>
                <p:custDataLst>
                  <p:tags r:id="rId290"/>
                </p:custDataLst>
              </p:nvPr>
            </p:nvSpPr>
            <p:spPr bwMode="auto">
              <a:xfrm>
                <a:off x="3899" y="27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0" name="Freeform 45"/>
              <p:cNvSpPr/>
              <p:nvPr>
                <p:custDataLst>
                  <p:tags r:id="rId291"/>
                </p:custDataLst>
              </p:nvPr>
            </p:nvSpPr>
            <p:spPr bwMode="auto">
              <a:xfrm>
                <a:off x="3926" y="2582"/>
                <a:ext cx="3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1" name="Freeform 46"/>
              <p:cNvSpPr/>
              <p:nvPr>
                <p:custDataLst>
                  <p:tags r:id="rId292"/>
                </p:custDataLst>
              </p:nvPr>
            </p:nvSpPr>
            <p:spPr bwMode="auto">
              <a:xfrm>
                <a:off x="3850" y="26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2" name="Freeform 47"/>
              <p:cNvSpPr/>
              <p:nvPr>
                <p:custDataLst>
                  <p:tags r:id="rId293"/>
                </p:custDataLst>
              </p:nvPr>
            </p:nvSpPr>
            <p:spPr bwMode="auto">
              <a:xfrm>
                <a:off x="3926" y="25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3" name="Freeform 48"/>
              <p:cNvSpPr/>
              <p:nvPr>
                <p:custDataLst>
                  <p:tags r:id="rId294"/>
                </p:custDataLst>
              </p:nvPr>
            </p:nvSpPr>
            <p:spPr bwMode="auto">
              <a:xfrm>
                <a:off x="3810" y="27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4" name="Freeform 49"/>
              <p:cNvSpPr/>
              <p:nvPr>
                <p:custDataLst>
                  <p:tags r:id="rId295"/>
                </p:custDataLst>
              </p:nvPr>
            </p:nvSpPr>
            <p:spPr bwMode="auto">
              <a:xfrm>
                <a:off x="3827" y="2270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5" name="Freeform 50"/>
              <p:cNvSpPr/>
              <p:nvPr>
                <p:custDataLst>
                  <p:tags r:id="rId296"/>
                </p:custDataLst>
              </p:nvPr>
            </p:nvSpPr>
            <p:spPr bwMode="auto">
              <a:xfrm>
                <a:off x="3470" y="208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6" name="Freeform 51"/>
              <p:cNvSpPr/>
              <p:nvPr>
                <p:custDataLst>
                  <p:tags r:id="rId297"/>
                </p:custDataLst>
              </p:nvPr>
            </p:nvSpPr>
            <p:spPr bwMode="auto">
              <a:xfrm>
                <a:off x="4497" y="233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0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1" y="0"/>
                      <a:pt x="0" y="1"/>
                    </a:cubicBezTo>
                    <a:cubicBezTo>
                      <a:pt x="1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7" name="Freeform 52"/>
              <p:cNvSpPr/>
              <p:nvPr>
                <p:custDataLst>
                  <p:tags r:id="rId298"/>
                </p:custDataLst>
              </p:nvPr>
            </p:nvSpPr>
            <p:spPr bwMode="auto">
              <a:xfrm>
                <a:off x="4468" y="231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0 h 2"/>
                  <a:gd name="T4" fmla="*/ 0 w 2"/>
                  <a:gd name="T5" fmla="*/ 2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8" name="Freeform 53"/>
              <p:cNvSpPr/>
              <p:nvPr>
                <p:custDataLst>
                  <p:tags r:id="rId299"/>
                </p:custDataLst>
              </p:nvPr>
            </p:nvSpPr>
            <p:spPr bwMode="auto">
              <a:xfrm>
                <a:off x="4451" y="22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79" name="Freeform 54"/>
              <p:cNvSpPr/>
              <p:nvPr>
                <p:custDataLst>
                  <p:tags r:id="rId300"/>
                </p:custDataLst>
              </p:nvPr>
            </p:nvSpPr>
            <p:spPr bwMode="auto">
              <a:xfrm>
                <a:off x="4385" y="2289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0" name="Freeform 55"/>
              <p:cNvSpPr/>
              <p:nvPr>
                <p:custDataLst>
                  <p:tags r:id="rId301"/>
                </p:custDataLst>
              </p:nvPr>
            </p:nvSpPr>
            <p:spPr bwMode="auto">
              <a:xfrm>
                <a:off x="4381" y="2277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1 h 1"/>
                  <a:gd name="T4" fmla="*/ 1 w 2"/>
                  <a:gd name="T5" fmla="*/ 0 h 1"/>
                  <a:gd name="T6" fmla="*/ 1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1" name="Freeform 56"/>
              <p:cNvSpPr/>
              <p:nvPr>
                <p:custDataLst>
                  <p:tags r:id="rId302"/>
                </p:custDataLst>
              </p:nvPr>
            </p:nvSpPr>
            <p:spPr bwMode="auto">
              <a:xfrm>
                <a:off x="4383" y="2281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2" name="Freeform 57"/>
              <p:cNvSpPr/>
              <p:nvPr>
                <p:custDataLst>
                  <p:tags r:id="rId303"/>
                </p:custDataLst>
              </p:nvPr>
            </p:nvSpPr>
            <p:spPr bwMode="auto">
              <a:xfrm>
                <a:off x="4504" y="232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3" name="Freeform 58"/>
              <p:cNvSpPr/>
              <p:nvPr>
                <p:custDataLst>
                  <p:tags r:id="rId304"/>
                </p:custDataLst>
              </p:nvPr>
            </p:nvSpPr>
            <p:spPr bwMode="auto">
              <a:xfrm>
                <a:off x="3602" y="1893"/>
                <a:ext cx="27" cy="2"/>
              </a:xfrm>
              <a:custGeom>
                <a:avLst/>
                <a:gdLst>
                  <a:gd name="T0" fmla="*/ 4 w 13"/>
                  <a:gd name="T1" fmla="*/ 1 h 1"/>
                  <a:gd name="T2" fmla="*/ 6 w 13"/>
                  <a:gd name="T3" fmla="*/ 1 h 1"/>
                  <a:gd name="T4" fmla="*/ 6 w 13"/>
                  <a:gd name="T5" fmla="*/ 1 h 1"/>
                  <a:gd name="T6" fmla="*/ 6 w 13"/>
                  <a:gd name="T7" fmla="*/ 1 h 1"/>
                  <a:gd name="T8" fmla="*/ 6 w 13"/>
                  <a:gd name="T9" fmla="*/ 1 h 1"/>
                  <a:gd name="T10" fmla="*/ 6 w 13"/>
                  <a:gd name="T11" fmla="*/ 1 h 1"/>
                  <a:gd name="T12" fmla="*/ 6 w 13"/>
                  <a:gd name="T13" fmla="*/ 1 h 1"/>
                  <a:gd name="T14" fmla="*/ 6 w 13"/>
                  <a:gd name="T15" fmla="*/ 1 h 1"/>
                  <a:gd name="T16" fmla="*/ 4 w 13"/>
                  <a:gd name="T17" fmla="*/ 1 h 1"/>
                  <a:gd name="T18" fmla="*/ 4 w 13"/>
                  <a:gd name="T1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">
                    <a:moveTo>
                      <a:pt x="4" y="1"/>
                    </a:moveTo>
                    <a:cubicBezTo>
                      <a:pt x="4" y="1"/>
                      <a:pt x="5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0" y="0"/>
                      <a:pt x="13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4" name="Freeform 59"/>
              <p:cNvSpPr/>
              <p:nvPr>
                <p:custDataLst>
                  <p:tags r:id="rId305"/>
                </p:custDataLst>
              </p:nvPr>
            </p:nvSpPr>
            <p:spPr bwMode="auto">
              <a:xfrm>
                <a:off x="4495" y="233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5" name="Freeform 60"/>
              <p:cNvSpPr/>
              <p:nvPr>
                <p:custDataLst>
                  <p:tags r:id="rId306"/>
                </p:custDataLst>
              </p:nvPr>
            </p:nvSpPr>
            <p:spPr bwMode="auto">
              <a:xfrm>
                <a:off x="4381" y="2277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2 w 2"/>
                  <a:gd name="T3" fmla="*/ 0 h 4"/>
                  <a:gd name="T4" fmla="*/ 1 w 2"/>
                  <a:gd name="T5" fmla="*/ 2 h 4"/>
                  <a:gd name="T6" fmla="*/ 1 w 2"/>
                  <a:gd name="T7" fmla="*/ 2 h 4"/>
                  <a:gd name="T8" fmla="*/ 0 w 2"/>
                  <a:gd name="T9" fmla="*/ 4 h 4"/>
                  <a:gd name="T10" fmla="*/ 2 w 2"/>
                  <a:gd name="T1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2" y="0"/>
                      <a:pt x="2" y="0"/>
                    </a:cubicBezTo>
                    <a:cubicBezTo>
                      <a:pt x="1" y="1"/>
                      <a:pt x="1" y="1"/>
                      <a:pt x="1" y="2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0" y="3"/>
                      <a:pt x="0" y="4"/>
                      <a:pt x="0" y="4"/>
                    </a:cubicBezTo>
                    <a:cubicBezTo>
                      <a:pt x="1" y="3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6" name="Freeform 61"/>
              <p:cNvSpPr/>
              <p:nvPr>
                <p:custDataLst>
                  <p:tags r:id="rId307"/>
                </p:custDataLst>
              </p:nvPr>
            </p:nvSpPr>
            <p:spPr bwMode="auto">
              <a:xfrm>
                <a:off x="4519" y="2328"/>
                <a:ext cx="2" cy="2"/>
              </a:xfrm>
              <a:custGeom>
                <a:avLst/>
                <a:gdLst>
                  <a:gd name="T0" fmla="*/ 0 w 2"/>
                  <a:gd name="T1" fmla="*/ 2 h 2"/>
                  <a:gd name="T2" fmla="*/ 0 w 2"/>
                  <a:gd name="T3" fmla="*/ 2 h 2"/>
                  <a:gd name="T4" fmla="*/ 2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7" name="Freeform 62"/>
              <p:cNvSpPr/>
              <p:nvPr>
                <p:custDataLst>
                  <p:tags r:id="rId308"/>
                </p:custDataLst>
              </p:nvPr>
            </p:nvSpPr>
            <p:spPr bwMode="auto">
              <a:xfrm>
                <a:off x="4504" y="2325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8" name="Freeform 63"/>
              <p:cNvSpPr/>
              <p:nvPr>
                <p:custDataLst>
                  <p:tags r:id="rId309"/>
                </p:custDataLst>
              </p:nvPr>
            </p:nvSpPr>
            <p:spPr bwMode="auto">
              <a:xfrm>
                <a:off x="4391" y="2294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1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2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89" name="Freeform 64"/>
              <p:cNvSpPr/>
              <p:nvPr>
                <p:custDataLst>
                  <p:tags r:id="rId310"/>
                </p:custDataLst>
              </p:nvPr>
            </p:nvSpPr>
            <p:spPr bwMode="auto">
              <a:xfrm>
                <a:off x="4381" y="2281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0" name="Freeform 65"/>
              <p:cNvSpPr/>
              <p:nvPr>
                <p:custDataLst>
                  <p:tags r:id="rId311"/>
                </p:custDataLst>
              </p:nvPr>
            </p:nvSpPr>
            <p:spPr bwMode="auto">
              <a:xfrm>
                <a:off x="3332" y="1903"/>
                <a:ext cx="2" cy="7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3 h 3"/>
                  <a:gd name="T4" fmla="*/ 1 w 1"/>
                  <a:gd name="T5" fmla="*/ 0 h 3"/>
                  <a:gd name="T6" fmla="*/ 0 w 1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0" y="3"/>
                      <a:pt x="0" y="3"/>
                      <a:pt x="1" y="3"/>
                    </a:cubicBezTo>
                    <a:cubicBezTo>
                      <a:pt x="1" y="2"/>
                      <a:pt x="1" y="1"/>
                      <a:pt x="1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1" name="Freeform 66"/>
              <p:cNvSpPr/>
              <p:nvPr>
                <p:custDataLst>
                  <p:tags r:id="rId312"/>
                </p:custDataLst>
              </p:nvPr>
            </p:nvSpPr>
            <p:spPr bwMode="auto">
              <a:xfrm>
                <a:off x="3566" y="2372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2" name="Freeform 67"/>
              <p:cNvSpPr/>
              <p:nvPr>
                <p:custDataLst>
                  <p:tags r:id="rId313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3" name="Freeform 68"/>
              <p:cNvSpPr/>
              <p:nvPr>
                <p:custDataLst>
                  <p:tags r:id="rId314"/>
                </p:custDataLst>
              </p:nvPr>
            </p:nvSpPr>
            <p:spPr bwMode="auto">
              <a:xfrm>
                <a:off x="4060" y="1568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4" name="Freeform 69"/>
              <p:cNvSpPr/>
              <p:nvPr>
                <p:custDataLst>
                  <p:tags r:id="rId315"/>
                </p:custDataLst>
              </p:nvPr>
            </p:nvSpPr>
            <p:spPr bwMode="auto">
              <a:xfrm>
                <a:off x="3472" y="207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5" name="Freeform 70"/>
              <p:cNvSpPr/>
              <p:nvPr>
                <p:custDataLst>
                  <p:tags r:id="rId316"/>
                </p:custDataLst>
              </p:nvPr>
            </p:nvSpPr>
            <p:spPr bwMode="auto">
              <a:xfrm>
                <a:off x="3474" y="207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1 h 1"/>
                  <a:gd name="T4" fmla="*/ 1 h 1"/>
                  <a:gd name="T5" fmla="*/ 1 h 1"/>
                  <a:gd name="T6" fmla="*/ 0 h 1"/>
                  <a:gd name="T7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6" name="Freeform 71"/>
              <p:cNvSpPr/>
              <p:nvPr>
                <p:custDataLst>
                  <p:tags r:id="rId317"/>
                </p:custDataLst>
              </p:nvPr>
            </p:nvSpPr>
            <p:spPr bwMode="auto">
              <a:xfrm>
                <a:off x="3702" y="1530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0 w 2"/>
                  <a:gd name="T3" fmla="*/ 1 h 1"/>
                  <a:gd name="T4" fmla="*/ 2 w 2"/>
                  <a:gd name="T5" fmla="*/ 0 h 1"/>
                  <a:gd name="T6" fmla="*/ 0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7" name="Freeform 72"/>
              <p:cNvSpPr/>
              <p:nvPr>
                <p:custDataLst>
                  <p:tags r:id="rId318"/>
                </p:custDataLst>
              </p:nvPr>
            </p:nvSpPr>
            <p:spPr bwMode="auto">
              <a:xfrm>
                <a:off x="3421" y="2084"/>
                <a:ext cx="17" cy="15"/>
              </a:xfrm>
              <a:custGeom>
                <a:avLst/>
                <a:gdLst>
                  <a:gd name="T0" fmla="*/ 2 w 8"/>
                  <a:gd name="T1" fmla="*/ 5 h 7"/>
                  <a:gd name="T2" fmla="*/ 4 w 8"/>
                  <a:gd name="T3" fmla="*/ 2 h 7"/>
                  <a:gd name="T4" fmla="*/ 2 w 8"/>
                  <a:gd name="T5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2" y="5"/>
                    </a:moveTo>
                    <a:cubicBezTo>
                      <a:pt x="8" y="0"/>
                      <a:pt x="0" y="7"/>
                      <a:pt x="4" y="2"/>
                    </a:cubicBezTo>
                    <a:cubicBezTo>
                      <a:pt x="2" y="3"/>
                      <a:pt x="2" y="4"/>
                      <a:pt x="2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8" name="Freeform 73"/>
              <p:cNvSpPr/>
              <p:nvPr>
                <p:custDataLst>
                  <p:tags r:id="rId319"/>
                </p:custDataLst>
              </p:nvPr>
            </p:nvSpPr>
            <p:spPr bwMode="auto">
              <a:xfrm>
                <a:off x="4381" y="2247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0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99" name="Freeform 74"/>
              <p:cNvSpPr/>
              <p:nvPr>
                <p:custDataLst>
                  <p:tags r:id="rId320"/>
                </p:custDataLst>
              </p:nvPr>
            </p:nvSpPr>
            <p:spPr bwMode="auto">
              <a:xfrm>
                <a:off x="4381" y="2247"/>
                <a:ext cx="2" cy="6"/>
              </a:xfrm>
              <a:custGeom>
                <a:avLst/>
                <a:gdLst>
                  <a:gd name="T0" fmla="*/ 1 w 1"/>
                  <a:gd name="T1" fmla="*/ 0 h 3"/>
                  <a:gd name="T2" fmla="*/ 0 w 1"/>
                  <a:gd name="T3" fmla="*/ 3 h 3"/>
                  <a:gd name="T4" fmla="*/ 1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0" name="Freeform 75"/>
              <p:cNvSpPr/>
              <p:nvPr>
                <p:custDataLst>
                  <p:tags r:id="rId321"/>
                </p:custDataLst>
              </p:nvPr>
            </p:nvSpPr>
            <p:spPr bwMode="auto">
              <a:xfrm>
                <a:off x="3914" y="15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1" name="Freeform 76"/>
              <p:cNvSpPr/>
              <p:nvPr>
                <p:custDataLst>
                  <p:tags r:id="rId322"/>
                </p:custDataLst>
              </p:nvPr>
            </p:nvSpPr>
            <p:spPr bwMode="auto">
              <a:xfrm>
                <a:off x="3317" y="1492"/>
                <a:ext cx="1064" cy="1219"/>
              </a:xfrm>
              <a:custGeom>
                <a:avLst/>
                <a:gdLst>
                  <a:gd name="T0" fmla="*/ 307 w 501"/>
                  <a:gd name="T1" fmla="*/ 7 h 575"/>
                  <a:gd name="T2" fmla="*/ 204 w 501"/>
                  <a:gd name="T3" fmla="*/ 13 h 575"/>
                  <a:gd name="T4" fmla="*/ 130 w 501"/>
                  <a:gd name="T5" fmla="*/ 42 h 575"/>
                  <a:gd name="T6" fmla="*/ 23 w 501"/>
                  <a:gd name="T7" fmla="*/ 152 h 575"/>
                  <a:gd name="T8" fmla="*/ 0 w 501"/>
                  <a:gd name="T9" fmla="*/ 247 h 575"/>
                  <a:gd name="T10" fmla="*/ 50 w 501"/>
                  <a:gd name="T11" fmla="*/ 385 h 575"/>
                  <a:gd name="T12" fmla="*/ 111 w 501"/>
                  <a:gd name="T13" fmla="*/ 430 h 575"/>
                  <a:gd name="T14" fmla="*/ 184 w 501"/>
                  <a:gd name="T15" fmla="*/ 490 h 575"/>
                  <a:gd name="T16" fmla="*/ 202 w 501"/>
                  <a:gd name="T17" fmla="*/ 528 h 575"/>
                  <a:gd name="T18" fmla="*/ 213 w 501"/>
                  <a:gd name="T19" fmla="*/ 562 h 575"/>
                  <a:gd name="T20" fmla="*/ 214 w 501"/>
                  <a:gd name="T21" fmla="*/ 567 h 575"/>
                  <a:gd name="T22" fmla="*/ 211 w 501"/>
                  <a:gd name="T23" fmla="*/ 536 h 575"/>
                  <a:gd name="T24" fmla="*/ 199 w 501"/>
                  <a:gd name="T25" fmla="*/ 494 h 575"/>
                  <a:gd name="T26" fmla="*/ 165 w 501"/>
                  <a:gd name="T27" fmla="*/ 454 h 575"/>
                  <a:gd name="T28" fmla="*/ 164 w 501"/>
                  <a:gd name="T29" fmla="*/ 451 h 575"/>
                  <a:gd name="T30" fmla="*/ 135 w 501"/>
                  <a:gd name="T31" fmla="*/ 430 h 575"/>
                  <a:gd name="T32" fmla="*/ 134 w 501"/>
                  <a:gd name="T33" fmla="*/ 428 h 575"/>
                  <a:gd name="T34" fmla="*/ 125 w 501"/>
                  <a:gd name="T35" fmla="*/ 419 h 575"/>
                  <a:gd name="T36" fmla="*/ 97 w 501"/>
                  <a:gd name="T37" fmla="*/ 407 h 575"/>
                  <a:gd name="T38" fmla="*/ 85 w 501"/>
                  <a:gd name="T39" fmla="*/ 394 h 575"/>
                  <a:gd name="T40" fmla="*/ 77 w 501"/>
                  <a:gd name="T41" fmla="*/ 384 h 575"/>
                  <a:gd name="T42" fmla="*/ 63 w 501"/>
                  <a:gd name="T43" fmla="*/ 368 h 575"/>
                  <a:gd name="T44" fmla="*/ 49 w 501"/>
                  <a:gd name="T45" fmla="*/ 353 h 575"/>
                  <a:gd name="T46" fmla="*/ 40 w 501"/>
                  <a:gd name="T47" fmla="*/ 338 h 575"/>
                  <a:gd name="T48" fmla="*/ 25 w 501"/>
                  <a:gd name="T49" fmla="*/ 323 h 575"/>
                  <a:gd name="T50" fmla="*/ 29 w 501"/>
                  <a:gd name="T51" fmla="*/ 315 h 575"/>
                  <a:gd name="T52" fmla="*/ 21 w 501"/>
                  <a:gd name="T53" fmla="*/ 247 h 575"/>
                  <a:gd name="T54" fmla="*/ 23 w 501"/>
                  <a:gd name="T55" fmla="*/ 221 h 575"/>
                  <a:gd name="T56" fmla="*/ 26 w 501"/>
                  <a:gd name="T57" fmla="*/ 191 h 575"/>
                  <a:gd name="T58" fmla="*/ 56 w 501"/>
                  <a:gd name="T59" fmla="*/ 133 h 575"/>
                  <a:gd name="T60" fmla="*/ 74 w 501"/>
                  <a:gd name="T61" fmla="*/ 107 h 575"/>
                  <a:gd name="T62" fmla="*/ 84 w 501"/>
                  <a:gd name="T63" fmla="*/ 99 h 575"/>
                  <a:gd name="T64" fmla="*/ 90 w 501"/>
                  <a:gd name="T65" fmla="*/ 91 h 575"/>
                  <a:gd name="T66" fmla="*/ 110 w 501"/>
                  <a:gd name="T67" fmla="*/ 80 h 575"/>
                  <a:gd name="T68" fmla="*/ 129 w 501"/>
                  <a:gd name="T69" fmla="*/ 65 h 575"/>
                  <a:gd name="T70" fmla="*/ 182 w 501"/>
                  <a:gd name="T71" fmla="*/ 36 h 575"/>
                  <a:gd name="T72" fmla="*/ 211 w 501"/>
                  <a:gd name="T73" fmla="*/ 29 h 575"/>
                  <a:gd name="T74" fmla="*/ 253 w 501"/>
                  <a:gd name="T75" fmla="*/ 19 h 575"/>
                  <a:gd name="T76" fmla="*/ 281 w 501"/>
                  <a:gd name="T77" fmla="*/ 19 h 575"/>
                  <a:gd name="T78" fmla="*/ 284 w 501"/>
                  <a:gd name="T79" fmla="*/ 19 h 575"/>
                  <a:gd name="T80" fmla="*/ 320 w 501"/>
                  <a:gd name="T81" fmla="*/ 24 h 575"/>
                  <a:gd name="T82" fmla="*/ 369 w 501"/>
                  <a:gd name="T83" fmla="*/ 42 h 575"/>
                  <a:gd name="T84" fmla="*/ 388 w 501"/>
                  <a:gd name="T85" fmla="*/ 53 h 575"/>
                  <a:gd name="T86" fmla="*/ 407 w 501"/>
                  <a:gd name="T87" fmla="*/ 71 h 575"/>
                  <a:gd name="T88" fmla="*/ 435 w 501"/>
                  <a:gd name="T89" fmla="*/ 107 h 575"/>
                  <a:gd name="T90" fmla="*/ 462 w 501"/>
                  <a:gd name="T91" fmla="*/ 154 h 575"/>
                  <a:gd name="T92" fmla="*/ 471 w 501"/>
                  <a:gd name="T93" fmla="*/ 184 h 575"/>
                  <a:gd name="T94" fmla="*/ 464 w 501"/>
                  <a:gd name="T95" fmla="*/ 279 h 575"/>
                  <a:gd name="T96" fmla="*/ 451 w 501"/>
                  <a:gd name="T97" fmla="*/ 307 h 575"/>
                  <a:gd name="T98" fmla="*/ 395 w 501"/>
                  <a:gd name="T99" fmla="*/ 377 h 575"/>
                  <a:gd name="T100" fmla="*/ 368 w 501"/>
                  <a:gd name="T101" fmla="*/ 412 h 575"/>
                  <a:gd name="T102" fmla="*/ 363 w 501"/>
                  <a:gd name="T103" fmla="*/ 573 h 575"/>
                  <a:gd name="T104" fmla="*/ 446 w 501"/>
                  <a:gd name="T105" fmla="*/ 342 h 575"/>
                  <a:gd name="T106" fmla="*/ 463 w 501"/>
                  <a:gd name="T107" fmla="*/ 118 h 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501" h="575">
                    <a:moveTo>
                      <a:pt x="463" y="118"/>
                    </a:moveTo>
                    <a:cubicBezTo>
                      <a:pt x="439" y="74"/>
                      <a:pt x="402" y="38"/>
                      <a:pt x="355" y="17"/>
                    </a:cubicBezTo>
                    <a:cubicBezTo>
                      <a:pt x="347" y="17"/>
                      <a:pt x="337" y="12"/>
                      <a:pt x="328" y="12"/>
                    </a:cubicBezTo>
                    <a:cubicBezTo>
                      <a:pt x="328" y="11"/>
                      <a:pt x="328" y="11"/>
                      <a:pt x="328" y="11"/>
                    </a:cubicBezTo>
                    <a:cubicBezTo>
                      <a:pt x="320" y="11"/>
                      <a:pt x="319" y="8"/>
                      <a:pt x="310" y="5"/>
                    </a:cubicBezTo>
                    <a:cubicBezTo>
                      <a:pt x="309" y="7"/>
                      <a:pt x="306" y="5"/>
                      <a:pt x="307" y="7"/>
                    </a:cubicBezTo>
                    <a:cubicBezTo>
                      <a:pt x="303" y="8"/>
                      <a:pt x="301" y="3"/>
                      <a:pt x="296" y="4"/>
                    </a:cubicBezTo>
                    <a:cubicBezTo>
                      <a:pt x="296" y="3"/>
                      <a:pt x="296" y="5"/>
                      <a:pt x="295" y="4"/>
                    </a:cubicBezTo>
                    <a:cubicBezTo>
                      <a:pt x="282" y="5"/>
                      <a:pt x="298" y="3"/>
                      <a:pt x="282" y="0"/>
                    </a:cubicBezTo>
                    <a:cubicBezTo>
                      <a:pt x="259" y="0"/>
                      <a:pt x="236" y="5"/>
                      <a:pt x="215" y="9"/>
                    </a:cubicBezTo>
                    <a:cubicBezTo>
                      <a:pt x="216" y="9"/>
                      <a:pt x="217" y="10"/>
                      <a:pt x="215" y="11"/>
                    </a:cubicBezTo>
                    <a:cubicBezTo>
                      <a:pt x="212" y="8"/>
                      <a:pt x="208" y="13"/>
                      <a:pt x="204" y="13"/>
                    </a:cubicBezTo>
                    <a:cubicBezTo>
                      <a:pt x="204" y="12"/>
                      <a:pt x="206" y="12"/>
                      <a:pt x="207" y="11"/>
                    </a:cubicBezTo>
                    <a:cubicBezTo>
                      <a:pt x="197" y="13"/>
                      <a:pt x="190" y="17"/>
                      <a:pt x="181" y="19"/>
                    </a:cubicBezTo>
                    <a:cubicBezTo>
                      <a:pt x="173" y="24"/>
                      <a:pt x="163" y="25"/>
                      <a:pt x="158" y="29"/>
                    </a:cubicBezTo>
                    <a:cubicBezTo>
                      <a:pt x="159" y="27"/>
                      <a:pt x="154" y="30"/>
                      <a:pt x="152" y="30"/>
                    </a:cubicBezTo>
                    <a:cubicBezTo>
                      <a:pt x="148" y="37"/>
                      <a:pt x="136" y="37"/>
                      <a:pt x="131" y="43"/>
                    </a:cubicBezTo>
                    <a:cubicBezTo>
                      <a:pt x="130" y="42"/>
                      <a:pt x="130" y="42"/>
                      <a:pt x="130" y="42"/>
                    </a:cubicBezTo>
                    <a:cubicBezTo>
                      <a:pt x="110" y="54"/>
                      <a:pt x="88" y="68"/>
                      <a:pt x="70" y="87"/>
                    </a:cubicBezTo>
                    <a:cubicBezTo>
                      <a:pt x="59" y="96"/>
                      <a:pt x="48" y="108"/>
                      <a:pt x="39" y="121"/>
                    </a:cubicBezTo>
                    <a:cubicBezTo>
                      <a:pt x="38" y="123"/>
                      <a:pt x="40" y="122"/>
                      <a:pt x="39" y="124"/>
                    </a:cubicBezTo>
                    <a:cubicBezTo>
                      <a:pt x="37" y="127"/>
                      <a:pt x="38" y="123"/>
                      <a:pt x="37" y="124"/>
                    </a:cubicBezTo>
                    <a:cubicBezTo>
                      <a:pt x="34" y="132"/>
                      <a:pt x="28" y="140"/>
                      <a:pt x="23" y="148"/>
                    </a:cubicBezTo>
                    <a:cubicBezTo>
                      <a:pt x="23" y="150"/>
                      <a:pt x="22" y="152"/>
                      <a:pt x="23" y="152"/>
                    </a:cubicBezTo>
                    <a:cubicBezTo>
                      <a:pt x="17" y="161"/>
                      <a:pt x="14" y="176"/>
                      <a:pt x="9" y="185"/>
                    </a:cubicBezTo>
                    <a:cubicBezTo>
                      <a:pt x="14" y="183"/>
                      <a:pt x="10" y="192"/>
                      <a:pt x="10" y="196"/>
                    </a:cubicBezTo>
                    <a:cubicBezTo>
                      <a:pt x="9" y="198"/>
                      <a:pt x="8" y="198"/>
                      <a:pt x="8" y="197"/>
                    </a:cubicBezTo>
                    <a:cubicBezTo>
                      <a:pt x="6" y="205"/>
                      <a:pt x="5" y="209"/>
                      <a:pt x="3" y="219"/>
                    </a:cubicBezTo>
                    <a:cubicBezTo>
                      <a:pt x="2" y="223"/>
                      <a:pt x="4" y="225"/>
                      <a:pt x="3" y="230"/>
                    </a:cubicBezTo>
                    <a:cubicBezTo>
                      <a:pt x="0" y="233"/>
                      <a:pt x="1" y="241"/>
                      <a:pt x="0" y="247"/>
                    </a:cubicBezTo>
                    <a:cubicBezTo>
                      <a:pt x="2" y="245"/>
                      <a:pt x="4" y="252"/>
                      <a:pt x="3" y="257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1" y="272"/>
                      <a:pt x="0" y="297"/>
                      <a:pt x="9" y="316"/>
                    </a:cubicBezTo>
                    <a:cubicBezTo>
                      <a:pt x="8" y="318"/>
                      <a:pt x="8" y="318"/>
                      <a:pt x="8" y="318"/>
                    </a:cubicBezTo>
                    <a:cubicBezTo>
                      <a:pt x="17" y="337"/>
                      <a:pt x="25" y="356"/>
                      <a:pt x="39" y="370"/>
                    </a:cubicBezTo>
                    <a:cubicBezTo>
                      <a:pt x="42" y="375"/>
                      <a:pt x="47" y="381"/>
                      <a:pt x="50" y="385"/>
                    </a:cubicBezTo>
                    <a:cubicBezTo>
                      <a:pt x="56" y="390"/>
                      <a:pt x="58" y="391"/>
                      <a:pt x="63" y="393"/>
                    </a:cubicBezTo>
                    <a:cubicBezTo>
                      <a:pt x="65" y="395"/>
                      <a:pt x="65" y="397"/>
                      <a:pt x="65" y="398"/>
                    </a:cubicBezTo>
                    <a:cubicBezTo>
                      <a:pt x="71" y="405"/>
                      <a:pt x="76" y="411"/>
                      <a:pt x="83" y="414"/>
                    </a:cubicBezTo>
                    <a:cubicBezTo>
                      <a:pt x="83" y="415"/>
                      <a:pt x="83" y="415"/>
                      <a:pt x="83" y="415"/>
                    </a:cubicBezTo>
                    <a:cubicBezTo>
                      <a:pt x="89" y="419"/>
                      <a:pt x="98" y="423"/>
                      <a:pt x="104" y="429"/>
                    </a:cubicBezTo>
                    <a:cubicBezTo>
                      <a:pt x="106" y="429"/>
                      <a:pt x="113" y="433"/>
                      <a:pt x="111" y="430"/>
                    </a:cubicBezTo>
                    <a:cubicBezTo>
                      <a:pt x="114" y="431"/>
                      <a:pt x="111" y="433"/>
                      <a:pt x="115" y="433"/>
                    </a:cubicBezTo>
                    <a:cubicBezTo>
                      <a:pt x="111" y="433"/>
                      <a:pt x="111" y="433"/>
                      <a:pt x="111" y="433"/>
                    </a:cubicBezTo>
                    <a:cubicBezTo>
                      <a:pt x="125" y="443"/>
                      <a:pt x="138" y="450"/>
                      <a:pt x="152" y="459"/>
                    </a:cubicBezTo>
                    <a:cubicBezTo>
                      <a:pt x="154" y="464"/>
                      <a:pt x="165" y="469"/>
                      <a:pt x="170" y="476"/>
                    </a:cubicBezTo>
                    <a:cubicBezTo>
                      <a:pt x="175" y="479"/>
                      <a:pt x="180" y="487"/>
                      <a:pt x="185" y="489"/>
                    </a:cubicBezTo>
                    <a:cubicBezTo>
                      <a:pt x="184" y="490"/>
                      <a:pt x="184" y="490"/>
                      <a:pt x="184" y="490"/>
                    </a:cubicBezTo>
                    <a:cubicBezTo>
                      <a:pt x="188" y="495"/>
                      <a:pt x="194" y="503"/>
                      <a:pt x="196" y="512"/>
                    </a:cubicBezTo>
                    <a:cubicBezTo>
                      <a:pt x="198" y="518"/>
                      <a:pt x="200" y="517"/>
                      <a:pt x="202" y="521"/>
                    </a:cubicBezTo>
                    <a:cubicBezTo>
                      <a:pt x="201" y="521"/>
                      <a:pt x="201" y="521"/>
                      <a:pt x="201" y="521"/>
                    </a:cubicBezTo>
                    <a:cubicBezTo>
                      <a:pt x="203" y="525"/>
                      <a:pt x="206" y="526"/>
                      <a:pt x="207" y="528"/>
                    </a:cubicBezTo>
                    <a:cubicBezTo>
                      <a:pt x="207" y="532"/>
                      <a:pt x="208" y="532"/>
                      <a:pt x="208" y="536"/>
                    </a:cubicBezTo>
                    <a:cubicBezTo>
                      <a:pt x="207" y="532"/>
                      <a:pt x="205" y="530"/>
                      <a:pt x="202" y="528"/>
                    </a:cubicBezTo>
                    <a:cubicBezTo>
                      <a:pt x="203" y="534"/>
                      <a:pt x="207" y="539"/>
                      <a:pt x="206" y="543"/>
                    </a:cubicBezTo>
                    <a:cubicBezTo>
                      <a:pt x="207" y="547"/>
                      <a:pt x="207" y="551"/>
                      <a:pt x="209" y="551"/>
                    </a:cubicBezTo>
                    <a:cubicBezTo>
                      <a:pt x="209" y="552"/>
                      <a:pt x="208" y="555"/>
                      <a:pt x="207" y="552"/>
                    </a:cubicBezTo>
                    <a:cubicBezTo>
                      <a:pt x="208" y="556"/>
                      <a:pt x="208" y="558"/>
                      <a:pt x="209" y="560"/>
                    </a:cubicBezTo>
                    <a:cubicBezTo>
                      <a:pt x="209" y="560"/>
                      <a:pt x="209" y="559"/>
                      <a:pt x="209" y="558"/>
                    </a:cubicBezTo>
                    <a:cubicBezTo>
                      <a:pt x="211" y="560"/>
                      <a:pt x="211" y="563"/>
                      <a:pt x="213" y="562"/>
                    </a:cubicBezTo>
                    <a:cubicBezTo>
                      <a:pt x="212" y="561"/>
                      <a:pt x="212" y="560"/>
                      <a:pt x="212" y="558"/>
                    </a:cubicBezTo>
                    <a:cubicBezTo>
                      <a:pt x="213" y="559"/>
                      <a:pt x="214" y="565"/>
                      <a:pt x="213" y="567"/>
                    </a:cubicBezTo>
                    <a:cubicBezTo>
                      <a:pt x="212" y="569"/>
                      <a:pt x="210" y="563"/>
                      <a:pt x="210" y="566"/>
                    </a:cubicBezTo>
                    <a:cubicBezTo>
                      <a:pt x="213" y="575"/>
                      <a:pt x="213" y="575"/>
                      <a:pt x="213" y="575"/>
                    </a:cubicBezTo>
                    <a:cubicBezTo>
                      <a:pt x="213" y="573"/>
                      <a:pt x="214" y="570"/>
                      <a:pt x="215" y="571"/>
                    </a:cubicBezTo>
                    <a:cubicBezTo>
                      <a:pt x="214" y="567"/>
                      <a:pt x="214" y="567"/>
                      <a:pt x="214" y="567"/>
                    </a:cubicBezTo>
                    <a:cubicBezTo>
                      <a:pt x="215" y="567"/>
                      <a:pt x="215" y="567"/>
                      <a:pt x="215" y="567"/>
                    </a:cubicBezTo>
                    <a:cubicBezTo>
                      <a:pt x="214" y="560"/>
                      <a:pt x="215" y="555"/>
                      <a:pt x="214" y="548"/>
                    </a:cubicBezTo>
                    <a:cubicBezTo>
                      <a:pt x="212" y="551"/>
                      <a:pt x="212" y="551"/>
                      <a:pt x="212" y="551"/>
                    </a:cubicBezTo>
                    <a:cubicBezTo>
                      <a:pt x="212" y="547"/>
                      <a:pt x="209" y="543"/>
                      <a:pt x="210" y="539"/>
                    </a:cubicBezTo>
                    <a:cubicBezTo>
                      <a:pt x="211" y="541"/>
                      <a:pt x="211" y="539"/>
                      <a:pt x="212" y="539"/>
                    </a:cubicBezTo>
                    <a:cubicBezTo>
                      <a:pt x="212" y="538"/>
                      <a:pt x="211" y="537"/>
                      <a:pt x="211" y="536"/>
                    </a:cubicBezTo>
                    <a:cubicBezTo>
                      <a:pt x="214" y="538"/>
                      <a:pt x="214" y="538"/>
                      <a:pt x="214" y="538"/>
                    </a:cubicBezTo>
                    <a:cubicBezTo>
                      <a:pt x="210" y="536"/>
                      <a:pt x="210" y="526"/>
                      <a:pt x="210" y="525"/>
                    </a:cubicBezTo>
                    <a:cubicBezTo>
                      <a:pt x="210" y="525"/>
                      <a:pt x="210" y="525"/>
                      <a:pt x="210" y="525"/>
                    </a:cubicBezTo>
                    <a:cubicBezTo>
                      <a:pt x="209" y="519"/>
                      <a:pt x="209" y="527"/>
                      <a:pt x="208" y="523"/>
                    </a:cubicBezTo>
                    <a:cubicBezTo>
                      <a:pt x="207" y="519"/>
                      <a:pt x="210" y="520"/>
                      <a:pt x="210" y="517"/>
                    </a:cubicBezTo>
                    <a:cubicBezTo>
                      <a:pt x="207" y="511"/>
                      <a:pt x="202" y="501"/>
                      <a:pt x="199" y="494"/>
                    </a:cubicBezTo>
                    <a:cubicBezTo>
                      <a:pt x="196" y="489"/>
                      <a:pt x="191" y="484"/>
                      <a:pt x="186" y="481"/>
                    </a:cubicBezTo>
                    <a:cubicBezTo>
                      <a:pt x="183" y="477"/>
                      <a:pt x="189" y="480"/>
                      <a:pt x="184" y="476"/>
                    </a:cubicBezTo>
                    <a:cubicBezTo>
                      <a:pt x="186" y="476"/>
                      <a:pt x="186" y="475"/>
                      <a:pt x="186" y="474"/>
                    </a:cubicBezTo>
                    <a:cubicBezTo>
                      <a:pt x="185" y="474"/>
                      <a:pt x="179" y="467"/>
                      <a:pt x="181" y="471"/>
                    </a:cubicBezTo>
                    <a:cubicBezTo>
                      <a:pt x="176" y="466"/>
                      <a:pt x="169" y="460"/>
                      <a:pt x="163" y="455"/>
                    </a:cubicBezTo>
                    <a:cubicBezTo>
                      <a:pt x="165" y="457"/>
                      <a:pt x="167" y="456"/>
                      <a:pt x="165" y="454"/>
                    </a:cubicBezTo>
                    <a:cubicBezTo>
                      <a:pt x="162" y="453"/>
                      <a:pt x="156" y="450"/>
                      <a:pt x="151" y="445"/>
                    </a:cubicBezTo>
                    <a:cubicBezTo>
                      <a:pt x="150" y="447"/>
                      <a:pt x="152" y="448"/>
                      <a:pt x="150" y="449"/>
                    </a:cubicBezTo>
                    <a:cubicBezTo>
                      <a:pt x="149" y="449"/>
                      <a:pt x="147" y="449"/>
                      <a:pt x="146" y="447"/>
                    </a:cubicBezTo>
                    <a:cubicBezTo>
                      <a:pt x="147" y="445"/>
                      <a:pt x="148" y="443"/>
                      <a:pt x="144" y="440"/>
                    </a:cubicBezTo>
                    <a:cubicBezTo>
                      <a:pt x="146" y="438"/>
                      <a:pt x="152" y="446"/>
                      <a:pt x="151" y="442"/>
                    </a:cubicBezTo>
                    <a:cubicBezTo>
                      <a:pt x="154" y="442"/>
                      <a:pt x="163" y="448"/>
                      <a:pt x="164" y="451"/>
                    </a:cubicBezTo>
                    <a:cubicBezTo>
                      <a:pt x="170" y="452"/>
                      <a:pt x="161" y="448"/>
                      <a:pt x="163" y="447"/>
                    </a:cubicBezTo>
                    <a:cubicBezTo>
                      <a:pt x="159" y="444"/>
                      <a:pt x="157" y="444"/>
                      <a:pt x="151" y="440"/>
                    </a:cubicBezTo>
                    <a:cubicBezTo>
                      <a:pt x="150" y="440"/>
                      <a:pt x="152" y="442"/>
                      <a:pt x="148" y="441"/>
                    </a:cubicBezTo>
                    <a:cubicBezTo>
                      <a:pt x="142" y="439"/>
                      <a:pt x="143" y="435"/>
                      <a:pt x="141" y="434"/>
                    </a:cubicBezTo>
                    <a:cubicBezTo>
                      <a:pt x="144" y="435"/>
                      <a:pt x="144" y="435"/>
                      <a:pt x="144" y="435"/>
                    </a:cubicBezTo>
                    <a:cubicBezTo>
                      <a:pt x="141" y="432"/>
                      <a:pt x="139" y="432"/>
                      <a:pt x="135" y="430"/>
                    </a:cubicBezTo>
                    <a:cubicBezTo>
                      <a:pt x="136" y="426"/>
                      <a:pt x="142" y="434"/>
                      <a:pt x="144" y="433"/>
                    </a:cubicBezTo>
                    <a:cubicBezTo>
                      <a:pt x="143" y="429"/>
                      <a:pt x="143" y="429"/>
                      <a:pt x="143" y="429"/>
                    </a:cubicBezTo>
                    <a:cubicBezTo>
                      <a:pt x="137" y="425"/>
                      <a:pt x="140" y="430"/>
                      <a:pt x="134" y="425"/>
                    </a:cubicBezTo>
                    <a:cubicBezTo>
                      <a:pt x="135" y="425"/>
                      <a:pt x="135" y="425"/>
                      <a:pt x="135" y="425"/>
                    </a:cubicBezTo>
                    <a:cubicBezTo>
                      <a:pt x="131" y="423"/>
                      <a:pt x="131" y="423"/>
                      <a:pt x="131" y="423"/>
                    </a:cubicBezTo>
                    <a:cubicBezTo>
                      <a:pt x="131" y="424"/>
                      <a:pt x="130" y="426"/>
                      <a:pt x="134" y="428"/>
                    </a:cubicBezTo>
                    <a:cubicBezTo>
                      <a:pt x="130" y="429"/>
                      <a:pt x="131" y="427"/>
                      <a:pt x="125" y="424"/>
                    </a:cubicBezTo>
                    <a:cubicBezTo>
                      <a:pt x="122" y="424"/>
                      <a:pt x="127" y="425"/>
                      <a:pt x="126" y="427"/>
                    </a:cubicBezTo>
                    <a:cubicBezTo>
                      <a:pt x="126" y="428"/>
                      <a:pt x="123" y="426"/>
                      <a:pt x="120" y="425"/>
                    </a:cubicBezTo>
                    <a:cubicBezTo>
                      <a:pt x="116" y="422"/>
                      <a:pt x="119" y="421"/>
                      <a:pt x="118" y="419"/>
                    </a:cubicBezTo>
                    <a:cubicBezTo>
                      <a:pt x="119" y="420"/>
                      <a:pt x="122" y="422"/>
                      <a:pt x="121" y="422"/>
                    </a:cubicBezTo>
                    <a:cubicBezTo>
                      <a:pt x="127" y="424"/>
                      <a:pt x="121" y="418"/>
                      <a:pt x="125" y="419"/>
                    </a:cubicBezTo>
                    <a:cubicBezTo>
                      <a:pt x="122" y="415"/>
                      <a:pt x="121" y="417"/>
                      <a:pt x="118" y="416"/>
                    </a:cubicBezTo>
                    <a:cubicBezTo>
                      <a:pt x="119" y="417"/>
                      <a:pt x="117" y="418"/>
                      <a:pt x="117" y="419"/>
                    </a:cubicBezTo>
                    <a:cubicBezTo>
                      <a:pt x="108" y="418"/>
                      <a:pt x="115" y="413"/>
                      <a:pt x="108" y="409"/>
                    </a:cubicBezTo>
                    <a:cubicBezTo>
                      <a:pt x="108" y="413"/>
                      <a:pt x="98" y="407"/>
                      <a:pt x="100" y="413"/>
                    </a:cubicBezTo>
                    <a:cubicBezTo>
                      <a:pt x="98" y="412"/>
                      <a:pt x="96" y="411"/>
                      <a:pt x="95" y="410"/>
                    </a:cubicBezTo>
                    <a:cubicBezTo>
                      <a:pt x="98" y="409"/>
                      <a:pt x="93" y="407"/>
                      <a:pt x="97" y="407"/>
                    </a:cubicBezTo>
                    <a:cubicBezTo>
                      <a:pt x="95" y="405"/>
                      <a:pt x="95" y="405"/>
                      <a:pt x="95" y="405"/>
                    </a:cubicBezTo>
                    <a:cubicBezTo>
                      <a:pt x="100" y="406"/>
                      <a:pt x="100" y="406"/>
                      <a:pt x="100" y="406"/>
                    </a:cubicBezTo>
                    <a:cubicBezTo>
                      <a:pt x="98" y="403"/>
                      <a:pt x="95" y="399"/>
                      <a:pt x="94" y="397"/>
                    </a:cubicBezTo>
                    <a:cubicBezTo>
                      <a:pt x="91" y="395"/>
                      <a:pt x="94" y="399"/>
                      <a:pt x="90" y="397"/>
                    </a:cubicBezTo>
                    <a:cubicBezTo>
                      <a:pt x="92" y="397"/>
                      <a:pt x="91" y="394"/>
                      <a:pt x="89" y="393"/>
                    </a:cubicBezTo>
                    <a:cubicBezTo>
                      <a:pt x="92" y="396"/>
                      <a:pt x="87" y="395"/>
                      <a:pt x="85" y="394"/>
                    </a:cubicBezTo>
                    <a:cubicBezTo>
                      <a:pt x="82" y="392"/>
                      <a:pt x="81" y="388"/>
                      <a:pt x="81" y="388"/>
                    </a:cubicBezTo>
                    <a:cubicBezTo>
                      <a:pt x="86" y="389"/>
                      <a:pt x="86" y="389"/>
                      <a:pt x="86" y="389"/>
                    </a:cubicBezTo>
                    <a:cubicBezTo>
                      <a:pt x="82" y="388"/>
                      <a:pt x="85" y="388"/>
                      <a:pt x="82" y="386"/>
                    </a:cubicBezTo>
                    <a:cubicBezTo>
                      <a:pt x="81" y="386"/>
                      <a:pt x="78" y="386"/>
                      <a:pt x="77" y="387"/>
                    </a:cubicBezTo>
                    <a:cubicBezTo>
                      <a:pt x="75" y="385"/>
                      <a:pt x="74" y="383"/>
                      <a:pt x="73" y="383"/>
                    </a:cubicBezTo>
                    <a:cubicBezTo>
                      <a:pt x="77" y="384"/>
                      <a:pt x="77" y="384"/>
                      <a:pt x="77" y="384"/>
                    </a:cubicBezTo>
                    <a:cubicBezTo>
                      <a:pt x="73" y="381"/>
                      <a:pt x="79" y="381"/>
                      <a:pt x="74" y="378"/>
                    </a:cubicBezTo>
                    <a:cubicBezTo>
                      <a:pt x="72" y="378"/>
                      <a:pt x="72" y="378"/>
                      <a:pt x="72" y="378"/>
                    </a:cubicBezTo>
                    <a:cubicBezTo>
                      <a:pt x="72" y="377"/>
                      <a:pt x="72" y="376"/>
                      <a:pt x="73" y="377"/>
                    </a:cubicBezTo>
                    <a:cubicBezTo>
                      <a:pt x="71" y="377"/>
                      <a:pt x="69" y="375"/>
                      <a:pt x="68" y="374"/>
                    </a:cubicBezTo>
                    <a:cubicBezTo>
                      <a:pt x="69" y="373"/>
                      <a:pt x="69" y="373"/>
                      <a:pt x="69" y="373"/>
                    </a:cubicBezTo>
                    <a:cubicBezTo>
                      <a:pt x="67" y="372"/>
                      <a:pt x="63" y="371"/>
                      <a:pt x="63" y="368"/>
                    </a:cubicBezTo>
                    <a:cubicBezTo>
                      <a:pt x="62" y="371"/>
                      <a:pt x="65" y="370"/>
                      <a:pt x="66" y="373"/>
                    </a:cubicBezTo>
                    <a:cubicBezTo>
                      <a:pt x="66" y="377"/>
                      <a:pt x="62" y="372"/>
                      <a:pt x="62" y="371"/>
                    </a:cubicBezTo>
                    <a:cubicBezTo>
                      <a:pt x="64" y="370"/>
                      <a:pt x="58" y="367"/>
                      <a:pt x="56" y="364"/>
                    </a:cubicBezTo>
                    <a:cubicBezTo>
                      <a:pt x="56" y="363"/>
                      <a:pt x="55" y="361"/>
                      <a:pt x="55" y="360"/>
                    </a:cubicBezTo>
                    <a:cubicBezTo>
                      <a:pt x="53" y="360"/>
                      <a:pt x="53" y="360"/>
                      <a:pt x="53" y="360"/>
                    </a:cubicBezTo>
                    <a:cubicBezTo>
                      <a:pt x="56" y="357"/>
                      <a:pt x="49" y="356"/>
                      <a:pt x="49" y="353"/>
                    </a:cubicBezTo>
                    <a:cubicBezTo>
                      <a:pt x="50" y="354"/>
                      <a:pt x="51" y="353"/>
                      <a:pt x="51" y="351"/>
                    </a:cubicBezTo>
                    <a:cubicBezTo>
                      <a:pt x="50" y="355"/>
                      <a:pt x="45" y="349"/>
                      <a:pt x="44" y="350"/>
                    </a:cubicBezTo>
                    <a:cubicBezTo>
                      <a:pt x="42" y="345"/>
                      <a:pt x="48" y="349"/>
                      <a:pt x="48" y="347"/>
                    </a:cubicBezTo>
                    <a:cubicBezTo>
                      <a:pt x="45" y="346"/>
                      <a:pt x="46" y="341"/>
                      <a:pt x="43" y="341"/>
                    </a:cubicBezTo>
                    <a:cubicBezTo>
                      <a:pt x="44" y="345"/>
                      <a:pt x="41" y="341"/>
                      <a:pt x="40" y="341"/>
                    </a:cubicBezTo>
                    <a:cubicBezTo>
                      <a:pt x="38" y="337"/>
                      <a:pt x="41" y="341"/>
                      <a:pt x="40" y="338"/>
                    </a:cubicBezTo>
                    <a:cubicBezTo>
                      <a:pt x="39" y="336"/>
                      <a:pt x="36" y="335"/>
                      <a:pt x="37" y="338"/>
                    </a:cubicBezTo>
                    <a:cubicBezTo>
                      <a:pt x="36" y="335"/>
                      <a:pt x="32" y="333"/>
                      <a:pt x="32" y="330"/>
                    </a:cubicBezTo>
                    <a:cubicBezTo>
                      <a:pt x="33" y="328"/>
                      <a:pt x="36" y="335"/>
                      <a:pt x="36" y="333"/>
                    </a:cubicBezTo>
                    <a:cubicBezTo>
                      <a:pt x="32" y="326"/>
                      <a:pt x="30" y="331"/>
                      <a:pt x="27" y="325"/>
                    </a:cubicBezTo>
                    <a:cubicBezTo>
                      <a:pt x="27" y="328"/>
                      <a:pt x="24" y="327"/>
                      <a:pt x="22" y="324"/>
                    </a:cubicBezTo>
                    <a:cubicBezTo>
                      <a:pt x="19" y="317"/>
                      <a:pt x="24" y="327"/>
                      <a:pt x="25" y="323"/>
                    </a:cubicBezTo>
                    <a:cubicBezTo>
                      <a:pt x="23" y="321"/>
                      <a:pt x="23" y="321"/>
                      <a:pt x="23" y="321"/>
                    </a:cubicBezTo>
                    <a:cubicBezTo>
                      <a:pt x="25" y="316"/>
                      <a:pt x="31" y="327"/>
                      <a:pt x="32" y="322"/>
                    </a:cubicBezTo>
                    <a:cubicBezTo>
                      <a:pt x="30" y="320"/>
                      <a:pt x="30" y="320"/>
                      <a:pt x="30" y="320"/>
                    </a:cubicBezTo>
                    <a:cubicBezTo>
                      <a:pt x="31" y="320"/>
                      <a:pt x="32" y="321"/>
                      <a:pt x="33" y="319"/>
                    </a:cubicBezTo>
                    <a:cubicBezTo>
                      <a:pt x="30" y="319"/>
                      <a:pt x="30" y="313"/>
                      <a:pt x="29" y="312"/>
                    </a:cubicBezTo>
                    <a:cubicBezTo>
                      <a:pt x="27" y="312"/>
                      <a:pt x="30" y="315"/>
                      <a:pt x="29" y="315"/>
                    </a:cubicBezTo>
                    <a:cubicBezTo>
                      <a:pt x="27" y="312"/>
                      <a:pt x="24" y="311"/>
                      <a:pt x="24" y="306"/>
                    </a:cubicBezTo>
                    <a:cubicBezTo>
                      <a:pt x="26" y="308"/>
                      <a:pt x="26" y="304"/>
                      <a:pt x="27" y="305"/>
                    </a:cubicBezTo>
                    <a:cubicBezTo>
                      <a:pt x="27" y="303"/>
                      <a:pt x="25" y="305"/>
                      <a:pt x="25" y="301"/>
                    </a:cubicBezTo>
                    <a:cubicBezTo>
                      <a:pt x="26" y="301"/>
                      <a:pt x="26" y="301"/>
                      <a:pt x="26" y="301"/>
                    </a:cubicBezTo>
                    <a:cubicBezTo>
                      <a:pt x="23" y="289"/>
                      <a:pt x="22" y="272"/>
                      <a:pt x="18" y="260"/>
                    </a:cubicBezTo>
                    <a:cubicBezTo>
                      <a:pt x="20" y="258"/>
                      <a:pt x="20" y="254"/>
                      <a:pt x="21" y="247"/>
                    </a:cubicBezTo>
                    <a:cubicBezTo>
                      <a:pt x="21" y="250"/>
                      <a:pt x="19" y="247"/>
                      <a:pt x="19" y="246"/>
                    </a:cubicBezTo>
                    <a:cubicBezTo>
                      <a:pt x="21" y="242"/>
                      <a:pt x="21" y="242"/>
                      <a:pt x="21" y="242"/>
                    </a:cubicBezTo>
                    <a:cubicBezTo>
                      <a:pt x="23" y="239"/>
                      <a:pt x="22" y="233"/>
                      <a:pt x="21" y="230"/>
                    </a:cubicBezTo>
                    <a:cubicBezTo>
                      <a:pt x="22" y="229"/>
                      <a:pt x="22" y="229"/>
                      <a:pt x="23" y="229"/>
                    </a:cubicBezTo>
                    <a:cubicBezTo>
                      <a:pt x="24" y="225"/>
                      <a:pt x="22" y="225"/>
                      <a:pt x="22" y="224"/>
                    </a:cubicBezTo>
                    <a:cubicBezTo>
                      <a:pt x="23" y="221"/>
                      <a:pt x="23" y="221"/>
                      <a:pt x="23" y="221"/>
                    </a:cubicBezTo>
                    <a:cubicBezTo>
                      <a:pt x="22" y="221"/>
                      <a:pt x="22" y="221"/>
                      <a:pt x="22" y="221"/>
                    </a:cubicBezTo>
                    <a:cubicBezTo>
                      <a:pt x="22" y="217"/>
                      <a:pt x="23" y="213"/>
                      <a:pt x="25" y="213"/>
                    </a:cubicBezTo>
                    <a:cubicBezTo>
                      <a:pt x="25" y="212"/>
                      <a:pt x="25" y="211"/>
                      <a:pt x="24" y="212"/>
                    </a:cubicBezTo>
                    <a:cubicBezTo>
                      <a:pt x="26" y="209"/>
                      <a:pt x="28" y="200"/>
                      <a:pt x="29" y="193"/>
                    </a:cubicBezTo>
                    <a:cubicBezTo>
                      <a:pt x="28" y="196"/>
                      <a:pt x="27" y="196"/>
                      <a:pt x="26" y="196"/>
                    </a:cubicBezTo>
                    <a:cubicBezTo>
                      <a:pt x="24" y="194"/>
                      <a:pt x="27" y="194"/>
                      <a:pt x="26" y="191"/>
                    </a:cubicBezTo>
                    <a:cubicBezTo>
                      <a:pt x="27" y="192"/>
                      <a:pt x="28" y="189"/>
                      <a:pt x="28" y="192"/>
                    </a:cubicBezTo>
                    <a:cubicBezTo>
                      <a:pt x="33" y="185"/>
                      <a:pt x="36" y="173"/>
                      <a:pt x="40" y="164"/>
                    </a:cubicBezTo>
                    <a:cubicBezTo>
                      <a:pt x="40" y="162"/>
                      <a:pt x="40" y="162"/>
                      <a:pt x="39" y="161"/>
                    </a:cubicBezTo>
                    <a:cubicBezTo>
                      <a:pt x="45" y="156"/>
                      <a:pt x="47" y="148"/>
                      <a:pt x="51" y="142"/>
                    </a:cubicBezTo>
                    <a:cubicBezTo>
                      <a:pt x="49" y="143"/>
                      <a:pt x="48" y="139"/>
                      <a:pt x="50" y="136"/>
                    </a:cubicBezTo>
                    <a:cubicBezTo>
                      <a:pt x="51" y="131"/>
                      <a:pt x="53" y="136"/>
                      <a:pt x="56" y="133"/>
                    </a:cubicBezTo>
                    <a:cubicBezTo>
                      <a:pt x="57" y="131"/>
                      <a:pt x="59" y="128"/>
                      <a:pt x="60" y="127"/>
                    </a:cubicBezTo>
                    <a:cubicBezTo>
                      <a:pt x="60" y="127"/>
                      <a:pt x="60" y="127"/>
                      <a:pt x="60" y="127"/>
                    </a:cubicBezTo>
                    <a:cubicBezTo>
                      <a:pt x="61" y="125"/>
                      <a:pt x="63" y="121"/>
                      <a:pt x="65" y="120"/>
                    </a:cubicBezTo>
                    <a:cubicBezTo>
                      <a:pt x="65" y="120"/>
                      <a:pt x="65" y="120"/>
                      <a:pt x="65" y="120"/>
                    </a:cubicBezTo>
                    <a:cubicBezTo>
                      <a:pt x="67" y="118"/>
                      <a:pt x="69" y="117"/>
                      <a:pt x="71" y="115"/>
                    </a:cubicBezTo>
                    <a:cubicBezTo>
                      <a:pt x="70" y="113"/>
                      <a:pt x="75" y="109"/>
                      <a:pt x="74" y="107"/>
                    </a:cubicBezTo>
                    <a:cubicBezTo>
                      <a:pt x="75" y="107"/>
                      <a:pt x="74" y="107"/>
                      <a:pt x="75" y="107"/>
                    </a:cubicBezTo>
                    <a:cubicBezTo>
                      <a:pt x="74" y="106"/>
                      <a:pt x="74" y="106"/>
                      <a:pt x="74" y="106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8" y="104"/>
                      <a:pt x="78" y="105"/>
                      <a:pt x="78" y="106"/>
                    </a:cubicBezTo>
                    <a:cubicBezTo>
                      <a:pt x="82" y="103"/>
                      <a:pt x="78" y="104"/>
                      <a:pt x="79" y="101"/>
                    </a:cubicBezTo>
                    <a:cubicBezTo>
                      <a:pt x="81" y="98"/>
                      <a:pt x="82" y="99"/>
                      <a:pt x="84" y="99"/>
                    </a:cubicBezTo>
                    <a:cubicBezTo>
                      <a:pt x="84" y="100"/>
                      <a:pt x="82" y="100"/>
                      <a:pt x="81" y="101"/>
                    </a:cubicBezTo>
                    <a:cubicBezTo>
                      <a:pt x="81" y="103"/>
                      <a:pt x="83" y="100"/>
                      <a:pt x="84" y="101"/>
                    </a:cubicBezTo>
                    <a:cubicBezTo>
                      <a:pt x="85" y="100"/>
                      <a:pt x="84" y="98"/>
                      <a:pt x="86" y="97"/>
                    </a:cubicBezTo>
                    <a:cubicBezTo>
                      <a:pt x="88" y="96"/>
                      <a:pt x="92" y="92"/>
                      <a:pt x="92" y="93"/>
                    </a:cubicBezTo>
                    <a:cubicBezTo>
                      <a:pt x="93" y="91"/>
                      <a:pt x="95" y="90"/>
                      <a:pt x="96" y="88"/>
                    </a:cubicBezTo>
                    <a:cubicBezTo>
                      <a:pt x="94" y="89"/>
                      <a:pt x="91" y="91"/>
                      <a:pt x="90" y="91"/>
                    </a:cubicBezTo>
                    <a:cubicBezTo>
                      <a:pt x="91" y="90"/>
                      <a:pt x="94" y="87"/>
                      <a:pt x="94" y="87"/>
                    </a:cubicBezTo>
                    <a:cubicBezTo>
                      <a:pt x="94" y="88"/>
                      <a:pt x="94" y="88"/>
                      <a:pt x="94" y="88"/>
                    </a:cubicBezTo>
                    <a:cubicBezTo>
                      <a:pt x="94" y="87"/>
                      <a:pt x="99" y="84"/>
                      <a:pt x="96" y="85"/>
                    </a:cubicBezTo>
                    <a:cubicBezTo>
                      <a:pt x="100" y="84"/>
                      <a:pt x="100" y="84"/>
                      <a:pt x="100" y="84"/>
                    </a:cubicBezTo>
                    <a:cubicBezTo>
                      <a:pt x="100" y="82"/>
                      <a:pt x="103" y="80"/>
                      <a:pt x="105" y="78"/>
                    </a:cubicBezTo>
                    <a:cubicBezTo>
                      <a:pt x="106" y="80"/>
                      <a:pt x="106" y="82"/>
                      <a:pt x="110" y="80"/>
                    </a:cubicBezTo>
                    <a:cubicBezTo>
                      <a:pt x="113" y="76"/>
                      <a:pt x="113" y="76"/>
                      <a:pt x="113" y="76"/>
                    </a:cubicBezTo>
                    <a:cubicBezTo>
                      <a:pt x="115" y="74"/>
                      <a:pt x="116" y="74"/>
                      <a:pt x="116" y="75"/>
                    </a:cubicBezTo>
                    <a:cubicBezTo>
                      <a:pt x="124" y="71"/>
                      <a:pt x="121" y="66"/>
                      <a:pt x="128" y="64"/>
                    </a:cubicBezTo>
                    <a:cubicBezTo>
                      <a:pt x="126" y="67"/>
                      <a:pt x="129" y="66"/>
                      <a:pt x="132" y="65"/>
                    </a:cubicBezTo>
                    <a:cubicBezTo>
                      <a:pt x="131" y="65"/>
                      <a:pt x="131" y="64"/>
                      <a:pt x="132" y="63"/>
                    </a:cubicBezTo>
                    <a:cubicBezTo>
                      <a:pt x="131" y="63"/>
                      <a:pt x="132" y="65"/>
                      <a:pt x="129" y="65"/>
                    </a:cubicBezTo>
                    <a:cubicBezTo>
                      <a:pt x="128" y="65"/>
                      <a:pt x="131" y="63"/>
                      <a:pt x="132" y="62"/>
                    </a:cubicBezTo>
                    <a:cubicBezTo>
                      <a:pt x="139" y="63"/>
                      <a:pt x="150" y="53"/>
                      <a:pt x="160" y="50"/>
                    </a:cubicBezTo>
                    <a:cubicBezTo>
                      <a:pt x="158" y="48"/>
                      <a:pt x="163" y="48"/>
                      <a:pt x="164" y="46"/>
                    </a:cubicBezTo>
                    <a:cubicBezTo>
                      <a:pt x="165" y="49"/>
                      <a:pt x="169" y="43"/>
                      <a:pt x="172" y="44"/>
                    </a:cubicBezTo>
                    <a:cubicBezTo>
                      <a:pt x="170" y="42"/>
                      <a:pt x="170" y="42"/>
                      <a:pt x="170" y="42"/>
                    </a:cubicBezTo>
                    <a:cubicBezTo>
                      <a:pt x="176" y="41"/>
                      <a:pt x="177" y="34"/>
                      <a:pt x="182" y="36"/>
                    </a:cubicBezTo>
                    <a:cubicBezTo>
                      <a:pt x="185" y="35"/>
                      <a:pt x="182" y="38"/>
                      <a:pt x="181" y="39"/>
                    </a:cubicBezTo>
                    <a:cubicBezTo>
                      <a:pt x="186" y="40"/>
                      <a:pt x="191" y="32"/>
                      <a:pt x="196" y="34"/>
                    </a:cubicBezTo>
                    <a:cubicBezTo>
                      <a:pt x="196" y="33"/>
                      <a:pt x="194" y="32"/>
                      <a:pt x="197" y="30"/>
                    </a:cubicBezTo>
                    <a:cubicBezTo>
                      <a:pt x="201" y="30"/>
                      <a:pt x="207" y="29"/>
                      <a:pt x="207" y="29"/>
                    </a:cubicBezTo>
                    <a:cubicBezTo>
                      <a:pt x="209" y="28"/>
                      <a:pt x="210" y="27"/>
                      <a:pt x="213" y="27"/>
                    </a:cubicBezTo>
                    <a:cubicBezTo>
                      <a:pt x="213" y="28"/>
                      <a:pt x="212" y="28"/>
                      <a:pt x="211" y="29"/>
                    </a:cubicBezTo>
                    <a:cubicBezTo>
                      <a:pt x="215" y="28"/>
                      <a:pt x="219" y="26"/>
                      <a:pt x="222" y="24"/>
                    </a:cubicBezTo>
                    <a:cubicBezTo>
                      <a:pt x="225" y="26"/>
                      <a:pt x="233" y="23"/>
                      <a:pt x="238" y="23"/>
                    </a:cubicBezTo>
                    <a:cubicBezTo>
                      <a:pt x="241" y="20"/>
                      <a:pt x="247" y="23"/>
                      <a:pt x="247" y="20"/>
                    </a:cubicBezTo>
                    <a:cubicBezTo>
                      <a:pt x="247" y="20"/>
                      <a:pt x="247" y="20"/>
                      <a:pt x="248" y="21"/>
                    </a:cubicBezTo>
                    <a:cubicBezTo>
                      <a:pt x="249" y="19"/>
                      <a:pt x="251" y="17"/>
                      <a:pt x="253" y="17"/>
                    </a:cubicBezTo>
                    <a:cubicBezTo>
                      <a:pt x="253" y="19"/>
                      <a:pt x="253" y="19"/>
                      <a:pt x="253" y="19"/>
                    </a:cubicBezTo>
                    <a:cubicBezTo>
                      <a:pt x="252" y="22"/>
                      <a:pt x="260" y="19"/>
                      <a:pt x="261" y="20"/>
                    </a:cubicBezTo>
                    <a:cubicBezTo>
                      <a:pt x="258" y="19"/>
                      <a:pt x="263" y="20"/>
                      <a:pt x="263" y="18"/>
                    </a:cubicBezTo>
                    <a:cubicBezTo>
                      <a:pt x="266" y="18"/>
                      <a:pt x="266" y="18"/>
                      <a:pt x="266" y="18"/>
                    </a:cubicBezTo>
                    <a:cubicBezTo>
                      <a:pt x="271" y="17"/>
                      <a:pt x="267" y="17"/>
                      <a:pt x="273" y="16"/>
                    </a:cubicBezTo>
                    <a:cubicBezTo>
                      <a:pt x="276" y="16"/>
                      <a:pt x="274" y="19"/>
                      <a:pt x="273" y="19"/>
                    </a:cubicBezTo>
                    <a:cubicBezTo>
                      <a:pt x="275" y="20"/>
                      <a:pt x="278" y="19"/>
                      <a:pt x="281" y="19"/>
                    </a:cubicBezTo>
                    <a:cubicBezTo>
                      <a:pt x="280" y="18"/>
                      <a:pt x="280" y="18"/>
                      <a:pt x="281" y="18"/>
                    </a:cubicBezTo>
                    <a:cubicBezTo>
                      <a:pt x="281" y="18"/>
                      <a:pt x="281" y="18"/>
                      <a:pt x="281" y="19"/>
                    </a:cubicBezTo>
                    <a:cubicBezTo>
                      <a:pt x="282" y="18"/>
                      <a:pt x="283" y="18"/>
                      <a:pt x="285" y="18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3" y="19"/>
                      <a:pt x="282" y="19"/>
                      <a:pt x="281" y="19"/>
                    </a:cubicBezTo>
                    <a:cubicBezTo>
                      <a:pt x="282" y="19"/>
                      <a:pt x="283" y="19"/>
                      <a:pt x="284" y="19"/>
                    </a:cubicBezTo>
                    <a:cubicBezTo>
                      <a:pt x="285" y="19"/>
                      <a:pt x="285" y="19"/>
                      <a:pt x="285" y="19"/>
                    </a:cubicBezTo>
                    <a:cubicBezTo>
                      <a:pt x="286" y="19"/>
                      <a:pt x="287" y="19"/>
                      <a:pt x="288" y="20"/>
                    </a:cubicBezTo>
                    <a:cubicBezTo>
                      <a:pt x="287" y="21"/>
                      <a:pt x="287" y="21"/>
                      <a:pt x="287" y="21"/>
                    </a:cubicBezTo>
                    <a:cubicBezTo>
                      <a:pt x="289" y="22"/>
                      <a:pt x="294" y="20"/>
                      <a:pt x="294" y="20"/>
                    </a:cubicBezTo>
                    <a:cubicBezTo>
                      <a:pt x="303" y="22"/>
                      <a:pt x="318" y="23"/>
                      <a:pt x="322" y="24"/>
                    </a:cubicBezTo>
                    <a:cubicBezTo>
                      <a:pt x="319" y="23"/>
                      <a:pt x="318" y="24"/>
                      <a:pt x="320" y="24"/>
                    </a:cubicBezTo>
                    <a:cubicBezTo>
                      <a:pt x="323" y="25"/>
                      <a:pt x="326" y="24"/>
                      <a:pt x="326" y="25"/>
                    </a:cubicBezTo>
                    <a:cubicBezTo>
                      <a:pt x="329" y="25"/>
                      <a:pt x="328" y="27"/>
                      <a:pt x="332" y="28"/>
                    </a:cubicBezTo>
                    <a:cubicBezTo>
                      <a:pt x="332" y="29"/>
                      <a:pt x="333" y="27"/>
                      <a:pt x="332" y="27"/>
                    </a:cubicBezTo>
                    <a:cubicBezTo>
                      <a:pt x="337" y="31"/>
                      <a:pt x="347" y="31"/>
                      <a:pt x="354" y="36"/>
                    </a:cubicBezTo>
                    <a:cubicBezTo>
                      <a:pt x="353" y="36"/>
                      <a:pt x="352" y="36"/>
                      <a:pt x="351" y="37"/>
                    </a:cubicBezTo>
                    <a:cubicBezTo>
                      <a:pt x="357" y="38"/>
                      <a:pt x="363" y="41"/>
                      <a:pt x="369" y="42"/>
                    </a:cubicBezTo>
                    <a:cubicBezTo>
                      <a:pt x="368" y="42"/>
                      <a:pt x="368" y="43"/>
                      <a:pt x="366" y="43"/>
                    </a:cubicBezTo>
                    <a:cubicBezTo>
                      <a:pt x="369" y="44"/>
                      <a:pt x="372" y="46"/>
                      <a:pt x="375" y="47"/>
                    </a:cubicBezTo>
                    <a:cubicBezTo>
                      <a:pt x="375" y="47"/>
                      <a:pt x="375" y="47"/>
                      <a:pt x="375" y="47"/>
                    </a:cubicBezTo>
                    <a:cubicBezTo>
                      <a:pt x="373" y="44"/>
                      <a:pt x="378" y="46"/>
                      <a:pt x="381" y="48"/>
                    </a:cubicBezTo>
                    <a:cubicBezTo>
                      <a:pt x="380" y="48"/>
                      <a:pt x="380" y="48"/>
                      <a:pt x="380" y="48"/>
                    </a:cubicBezTo>
                    <a:cubicBezTo>
                      <a:pt x="384" y="51"/>
                      <a:pt x="385" y="50"/>
                      <a:pt x="388" y="53"/>
                    </a:cubicBezTo>
                    <a:cubicBezTo>
                      <a:pt x="390" y="55"/>
                      <a:pt x="386" y="52"/>
                      <a:pt x="386" y="53"/>
                    </a:cubicBezTo>
                    <a:cubicBezTo>
                      <a:pt x="386" y="56"/>
                      <a:pt x="393" y="61"/>
                      <a:pt x="394" y="62"/>
                    </a:cubicBezTo>
                    <a:cubicBezTo>
                      <a:pt x="395" y="62"/>
                      <a:pt x="396" y="63"/>
                      <a:pt x="397" y="62"/>
                    </a:cubicBezTo>
                    <a:cubicBezTo>
                      <a:pt x="400" y="64"/>
                      <a:pt x="397" y="64"/>
                      <a:pt x="399" y="66"/>
                    </a:cubicBezTo>
                    <a:cubicBezTo>
                      <a:pt x="409" y="69"/>
                      <a:pt x="409" y="69"/>
                      <a:pt x="409" y="69"/>
                    </a:cubicBezTo>
                    <a:cubicBezTo>
                      <a:pt x="408" y="69"/>
                      <a:pt x="410" y="73"/>
                      <a:pt x="407" y="71"/>
                    </a:cubicBezTo>
                    <a:cubicBezTo>
                      <a:pt x="412" y="76"/>
                      <a:pt x="417" y="77"/>
                      <a:pt x="422" y="80"/>
                    </a:cubicBezTo>
                    <a:cubicBezTo>
                      <a:pt x="423" y="82"/>
                      <a:pt x="428" y="87"/>
                      <a:pt x="430" y="89"/>
                    </a:cubicBezTo>
                    <a:cubicBezTo>
                      <a:pt x="429" y="90"/>
                      <a:pt x="428" y="87"/>
                      <a:pt x="427" y="87"/>
                    </a:cubicBezTo>
                    <a:cubicBezTo>
                      <a:pt x="428" y="91"/>
                      <a:pt x="428" y="91"/>
                      <a:pt x="428" y="91"/>
                    </a:cubicBezTo>
                    <a:cubicBezTo>
                      <a:pt x="425" y="87"/>
                      <a:pt x="427" y="93"/>
                      <a:pt x="424" y="91"/>
                    </a:cubicBezTo>
                    <a:cubicBezTo>
                      <a:pt x="428" y="94"/>
                      <a:pt x="432" y="102"/>
                      <a:pt x="435" y="107"/>
                    </a:cubicBezTo>
                    <a:cubicBezTo>
                      <a:pt x="435" y="102"/>
                      <a:pt x="440" y="113"/>
                      <a:pt x="443" y="111"/>
                    </a:cubicBezTo>
                    <a:cubicBezTo>
                      <a:pt x="447" y="117"/>
                      <a:pt x="443" y="115"/>
                      <a:pt x="443" y="118"/>
                    </a:cubicBezTo>
                    <a:cubicBezTo>
                      <a:pt x="448" y="124"/>
                      <a:pt x="451" y="130"/>
                      <a:pt x="453" y="136"/>
                    </a:cubicBezTo>
                    <a:cubicBezTo>
                      <a:pt x="453" y="136"/>
                      <a:pt x="453" y="136"/>
                      <a:pt x="453" y="136"/>
                    </a:cubicBezTo>
                    <a:cubicBezTo>
                      <a:pt x="456" y="141"/>
                      <a:pt x="459" y="150"/>
                      <a:pt x="464" y="155"/>
                    </a:cubicBezTo>
                    <a:cubicBezTo>
                      <a:pt x="463" y="154"/>
                      <a:pt x="463" y="155"/>
                      <a:pt x="462" y="154"/>
                    </a:cubicBezTo>
                    <a:cubicBezTo>
                      <a:pt x="463" y="160"/>
                      <a:pt x="465" y="154"/>
                      <a:pt x="466" y="161"/>
                    </a:cubicBezTo>
                    <a:cubicBezTo>
                      <a:pt x="465" y="160"/>
                      <a:pt x="465" y="160"/>
                      <a:pt x="465" y="160"/>
                    </a:cubicBezTo>
                    <a:cubicBezTo>
                      <a:pt x="467" y="164"/>
                      <a:pt x="467" y="169"/>
                      <a:pt x="470" y="173"/>
                    </a:cubicBezTo>
                    <a:cubicBezTo>
                      <a:pt x="469" y="174"/>
                      <a:pt x="469" y="173"/>
                      <a:pt x="468" y="172"/>
                    </a:cubicBezTo>
                    <a:cubicBezTo>
                      <a:pt x="470" y="177"/>
                      <a:pt x="471" y="182"/>
                      <a:pt x="474" y="186"/>
                    </a:cubicBezTo>
                    <a:cubicBezTo>
                      <a:pt x="473" y="186"/>
                      <a:pt x="472" y="186"/>
                      <a:pt x="471" y="184"/>
                    </a:cubicBezTo>
                    <a:cubicBezTo>
                      <a:pt x="471" y="189"/>
                      <a:pt x="474" y="189"/>
                      <a:pt x="474" y="193"/>
                    </a:cubicBezTo>
                    <a:cubicBezTo>
                      <a:pt x="475" y="194"/>
                      <a:pt x="474" y="197"/>
                      <a:pt x="474" y="196"/>
                    </a:cubicBezTo>
                    <a:cubicBezTo>
                      <a:pt x="475" y="198"/>
                      <a:pt x="476" y="205"/>
                      <a:pt x="477" y="207"/>
                    </a:cubicBezTo>
                    <a:cubicBezTo>
                      <a:pt x="476" y="208"/>
                      <a:pt x="476" y="209"/>
                      <a:pt x="475" y="212"/>
                    </a:cubicBezTo>
                    <a:cubicBezTo>
                      <a:pt x="478" y="236"/>
                      <a:pt x="473" y="260"/>
                      <a:pt x="467" y="283"/>
                    </a:cubicBezTo>
                    <a:cubicBezTo>
                      <a:pt x="463" y="286"/>
                      <a:pt x="467" y="277"/>
                      <a:pt x="464" y="279"/>
                    </a:cubicBezTo>
                    <a:cubicBezTo>
                      <a:pt x="467" y="280"/>
                      <a:pt x="464" y="283"/>
                      <a:pt x="461" y="290"/>
                    </a:cubicBezTo>
                    <a:cubicBezTo>
                      <a:pt x="461" y="290"/>
                      <a:pt x="461" y="290"/>
                      <a:pt x="461" y="290"/>
                    </a:cubicBezTo>
                    <a:cubicBezTo>
                      <a:pt x="460" y="293"/>
                      <a:pt x="458" y="294"/>
                      <a:pt x="457" y="297"/>
                    </a:cubicBezTo>
                    <a:cubicBezTo>
                      <a:pt x="458" y="297"/>
                      <a:pt x="458" y="297"/>
                      <a:pt x="458" y="297"/>
                    </a:cubicBezTo>
                    <a:cubicBezTo>
                      <a:pt x="458" y="301"/>
                      <a:pt x="452" y="303"/>
                      <a:pt x="453" y="306"/>
                    </a:cubicBezTo>
                    <a:cubicBezTo>
                      <a:pt x="451" y="307"/>
                      <a:pt x="451" y="307"/>
                      <a:pt x="451" y="307"/>
                    </a:cubicBezTo>
                    <a:cubicBezTo>
                      <a:pt x="451" y="312"/>
                      <a:pt x="447" y="312"/>
                      <a:pt x="447" y="316"/>
                    </a:cubicBezTo>
                    <a:cubicBezTo>
                      <a:pt x="447" y="316"/>
                      <a:pt x="447" y="316"/>
                      <a:pt x="447" y="316"/>
                    </a:cubicBezTo>
                    <a:cubicBezTo>
                      <a:pt x="443" y="320"/>
                      <a:pt x="442" y="327"/>
                      <a:pt x="439" y="328"/>
                    </a:cubicBezTo>
                    <a:cubicBezTo>
                      <a:pt x="437" y="332"/>
                      <a:pt x="434" y="337"/>
                      <a:pt x="435" y="339"/>
                    </a:cubicBezTo>
                    <a:cubicBezTo>
                      <a:pt x="433" y="339"/>
                      <a:pt x="433" y="338"/>
                      <a:pt x="433" y="337"/>
                    </a:cubicBezTo>
                    <a:cubicBezTo>
                      <a:pt x="422" y="352"/>
                      <a:pt x="406" y="365"/>
                      <a:pt x="395" y="377"/>
                    </a:cubicBezTo>
                    <a:cubicBezTo>
                      <a:pt x="394" y="378"/>
                      <a:pt x="395" y="377"/>
                      <a:pt x="395" y="376"/>
                    </a:cubicBezTo>
                    <a:cubicBezTo>
                      <a:pt x="389" y="385"/>
                      <a:pt x="378" y="390"/>
                      <a:pt x="378" y="398"/>
                    </a:cubicBezTo>
                    <a:cubicBezTo>
                      <a:pt x="377" y="402"/>
                      <a:pt x="377" y="402"/>
                      <a:pt x="377" y="402"/>
                    </a:cubicBezTo>
                    <a:cubicBezTo>
                      <a:pt x="375" y="403"/>
                      <a:pt x="375" y="402"/>
                      <a:pt x="373" y="403"/>
                    </a:cubicBezTo>
                    <a:cubicBezTo>
                      <a:pt x="373" y="406"/>
                      <a:pt x="368" y="411"/>
                      <a:pt x="369" y="413"/>
                    </a:cubicBezTo>
                    <a:cubicBezTo>
                      <a:pt x="368" y="414"/>
                      <a:pt x="369" y="412"/>
                      <a:pt x="368" y="412"/>
                    </a:cubicBezTo>
                    <a:cubicBezTo>
                      <a:pt x="365" y="416"/>
                      <a:pt x="365" y="422"/>
                      <a:pt x="363" y="426"/>
                    </a:cubicBezTo>
                    <a:cubicBezTo>
                      <a:pt x="363" y="424"/>
                      <a:pt x="363" y="424"/>
                      <a:pt x="363" y="424"/>
                    </a:cubicBezTo>
                    <a:cubicBezTo>
                      <a:pt x="349" y="443"/>
                      <a:pt x="340" y="473"/>
                      <a:pt x="342" y="493"/>
                    </a:cubicBezTo>
                    <a:cubicBezTo>
                      <a:pt x="343" y="498"/>
                      <a:pt x="340" y="495"/>
                      <a:pt x="340" y="497"/>
                    </a:cubicBezTo>
                    <a:cubicBezTo>
                      <a:pt x="342" y="517"/>
                      <a:pt x="338" y="542"/>
                      <a:pt x="349" y="558"/>
                    </a:cubicBezTo>
                    <a:cubicBezTo>
                      <a:pt x="355" y="570"/>
                      <a:pt x="363" y="573"/>
                      <a:pt x="363" y="573"/>
                    </a:cubicBezTo>
                    <a:cubicBezTo>
                      <a:pt x="346" y="542"/>
                      <a:pt x="349" y="513"/>
                      <a:pt x="356" y="481"/>
                    </a:cubicBezTo>
                    <a:cubicBezTo>
                      <a:pt x="356" y="470"/>
                      <a:pt x="359" y="457"/>
                      <a:pt x="363" y="448"/>
                    </a:cubicBezTo>
                    <a:cubicBezTo>
                      <a:pt x="376" y="404"/>
                      <a:pt x="410" y="388"/>
                      <a:pt x="444" y="349"/>
                    </a:cubicBezTo>
                    <a:cubicBezTo>
                      <a:pt x="442" y="350"/>
                      <a:pt x="443" y="348"/>
                      <a:pt x="444" y="346"/>
                    </a:cubicBezTo>
                    <a:cubicBezTo>
                      <a:pt x="445" y="345"/>
                      <a:pt x="445" y="345"/>
                      <a:pt x="445" y="345"/>
                    </a:cubicBezTo>
                    <a:cubicBezTo>
                      <a:pt x="446" y="342"/>
                      <a:pt x="446" y="342"/>
                      <a:pt x="446" y="342"/>
                    </a:cubicBezTo>
                    <a:cubicBezTo>
                      <a:pt x="448" y="339"/>
                      <a:pt x="449" y="341"/>
                      <a:pt x="447" y="344"/>
                    </a:cubicBezTo>
                    <a:cubicBezTo>
                      <a:pt x="459" y="329"/>
                      <a:pt x="467" y="314"/>
                      <a:pt x="475" y="297"/>
                    </a:cubicBezTo>
                    <a:cubicBezTo>
                      <a:pt x="474" y="295"/>
                      <a:pt x="479" y="288"/>
                      <a:pt x="477" y="286"/>
                    </a:cubicBezTo>
                    <a:cubicBezTo>
                      <a:pt x="478" y="286"/>
                      <a:pt x="478" y="286"/>
                      <a:pt x="478" y="287"/>
                    </a:cubicBezTo>
                    <a:cubicBezTo>
                      <a:pt x="481" y="274"/>
                      <a:pt x="482" y="274"/>
                      <a:pt x="487" y="263"/>
                    </a:cubicBezTo>
                    <a:cubicBezTo>
                      <a:pt x="501" y="211"/>
                      <a:pt x="485" y="161"/>
                      <a:pt x="463" y="1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2" name="Rectangle 77"/>
              <p:cNvSpPr>
                <a:spLocks noChangeArrowheads="1"/>
              </p:cNvSpPr>
              <p:nvPr>
                <p:custDataLst>
                  <p:tags r:id="rId323"/>
                </p:custDataLst>
              </p:nvPr>
            </p:nvSpPr>
            <p:spPr bwMode="auto">
              <a:xfrm>
                <a:off x="4586" y="1893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3" name="Freeform 78"/>
              <p:cNvSpPr/>
              <p:nvPr>
                <p:custDataLst>
                  <p:tags r:id="rId324"/>
                </p:custDataLst>
              </p:nvPr>
            </p:nvSpPr>
            <p:spPr bwMode="auto">
              <a:xfrm>
                <a:off x="3937" y="2817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4" name="Freeform 79"/>
              <p:cNvSpPr/>
              <p:nvPr>
                <p:custDataLst>
                  <p:tags r:id="rId325"/>
                </p:custDataLst>
              </p:nvPr>
            </p:nvSpPr>
            <p:spPr bwMode="auto">
              <a:xfrm>
                <a:off x="4629" y="1859"/>
                <a:ext cx="2" cy="2"/>
              </a:xfrm>
              <a:custGeom>
                <a:avLst/>
                <a:gdLst>
                  <a:gd name="T0" fmla="*/ 2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2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5" name="Freeform 80"/>
              <p:cNvSpPr/>
              <p:nvPr>
                <p:custDataLst>
                  <p:tags r:id="rId326"/>
                </p:custDataLst>
              </p:nvPr>
            </p:nvSpPr>
            <p:spPr bwMode="auto">
              <a:xfrm>
                <a:off x="3967" y="281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6" name="Freeform 81"/>
              <p:cNvSpPr/>
              <p:nvPr>
                <p:custDataLst>
                  <p:tags r:id="rId327"/>
                </p:custDataLst>
              </p:nvPr>
            </p:nvSpPr>
            <p:spPr bwMode="auto">
              <a:xfrm>
                <a:off x="4618" y="1878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2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7" name="Freeform 82"/>
              <p:cNvSpPr/>
              <p:nvPr>
                <p:custDataLst>
                  <p:tags r:id="rId328"/>
                </p:custDataLst>
              </p:nvPr>
            </p:nvSpPr>
            <p:spPr bwMode="auto">
              <a:xfrm>
                <a:off x="3814" y="226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8" name="Freeform 83"/>
              <p:cNvSpPr/>
              <p:nvPr>
                <p:custDataLst>
                  <p:tags r:id="rId329"/>
                </p:custDataLst>
              </p:nvPr>
            </p:nvSpPr>
            <p:spPr bwMode="auto">
              <a:xfrm>
                <a:off x="3876" y="24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09" name="Freeform 84"/>
              <p:cNvSpPr/>
              <p:nvPr>
                <p:custDataLst>
                  <p:tags r:id="rId330"/>
                </p:custDataLst>
              </p:nvPr>
            </p:nvSpPr>
            <p:spPr bwMode="auto">
              <a:xfrm>
                <a:off x="461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0" name="Freeform 85"/>
              <p:cNvSpPr/>
              <p:nvPr>
                <p:custDataLst>
                  <p:tags r:id="rId331"/>
                </p:custDataLst>
              </p:nvPr>
            </p:nvSpPr>
            <p:spPr bwMode="auto">
              <a:xfrm>
                <a:off x="3801" y="2272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1" name="Freeform 86"/>
              <p:cNvSpPr/>
              <p:nvPr>
                <p:custDataLst>
                  <p:tags r:id="rId332"/>
                </p:custDataLst>
              </p:nvPr>
            </p:nvSpPr>
            <p:spPr bwMode="auto">
              <a:xfrm>
                <a:off x="3808" y="2266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2" name="Freeform 87"/>
              <p:cNvSpPr/>
              <p:nvPr>
                <p:custDataLst>
                  <p:tags r:id="rId333"/>
                </p:custDataLst>
              </p:nvPr>
            </p:nvSpPr>
            <p:spPr bwMode="auto">
              <a:xfrm>
                <a:off x="3878" y="2393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3" name="Freeform 88"/>
              <p:cNvSpPr/>
              <p:nvPr>
                <p:custDataLst>
                  <p:tags r:id="rId334"/>
                </p:custDataLst>
              </p:nvPr>
            </p:nvSpPr>
            <p:spPr bwMode="auto">
              <a:xfrm>
                <a:off x="3810" y="2266"/>
                <a:ext cx="6" cy="0"/>
              </a:xfrm>
              <a:custGeom>
                <a:avLst/>
                <a:gdLst>
                  <a:gd name="T0" fmla="*/ 1 w 3"/>
                  <a:gd name="T1" fmla="*/ 0 w 3"/>
                  <a:gd name="T2" fmla="*/ 1 w 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3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4" name="Freeform 89"/>
              <p:cNvSpPr/>
              <p:nvPr>
                <p:custDataLst>
                  <p:tags r:id="rId335"/>
                </p:custDataLst>
              </p:nvPr>
            </p:nvSpPr>
            <p:spPr bwMode="auto">
              <a:xfrm>
                <a:off x="3935" y="224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5" name="Freeform 90"/>
              <p:cNvSpPr/>
              <p:nvPr>
                <p:custDataLst>
                  <p:tags r:id="rId336"/>
                </p:custDataLst>
              </p:nvPr>
            </p:nvSpPr>
            <p:spPr bwMode="auto">
              <a:xfrm>
                <a:off x="3876" y="2213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6" name="Oval 91"/>
              <p:cNvSpPr>
                <a:spLocks noChangeArrowheads="1"/>
              </p:cNvSpPr>
              <p:nvPr>
                <p:custDataLst>
                  <p:tags r:id="rId337"/>
                </p:custDataLst>
              </p:nvPr>
            </p:nvSpPr>
            <p:spPr bwMode="auto">
              <a:xfrm>
                <a:off x="3814" y="2266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7" name="Freeform 92"/>
              <p:cNvSpPr/>
              <p:nvPr>
                <p:custDataLst>
                  <p:tags r:id="rId338"/>
                </p:custDataLst>
              </p:nvPr>
            </p:nvSpPr>
            <p:spPr bwMode="auto">
              <a:xfrm>
                <a:off x="3801" y="2007"/>
                <a:ext cx="5" cy="7"/>
              </a:xfrm>
              <a:custGeom>
                <a:avLst/>
                <a:gdLst>
                  <a:gd name="T0" fmla="*/ 1 w 2"/>
                  <a:gd name="T1" fmla="*/ 0 h 3"/>
                  <a:gd name="T2" fmla="*/ 2 w 2"/>
                  <a:gd name="T3" fmla="*/ 3 h 3"/>
                  <a:gd name="T4" fmla="*/ 1 w 2"/>
                  <a:gd name="T5" fmla="*/ 2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0" y="0"/>
                      <a:pt x="0" y="1"/>
                      <a:pt x="2" y="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8" name="Freeform 93"/>
              <p:cNvSpPr/>
              <p:nvPr>
                <p:custDataLst>
                  <p:tags r:id="rId339"/>
                </p:custDataLst>
              </p:nvPr>
            </p:nvSpPr>
            <p:spPr bwMode="auto">
              <a:xfrm>
                <a:off x="3837" y="24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19" name="Freeform 94"/>
              <p:cNvSpPr/>
              <p:nvPr>
                <p:custDataLst>
                  <p:tags r:id="rId340"/>
                </p:custDataLst>
              </p:nvPr>
            </p:nvSpPr>
            <p:spPr bwMode="auto">
              <a:xfrm>
                <a:off x="4398" y="229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0" name="Freeform 95"/>
              <p:cNvSpPr/>
              <p:nvPr>
                <p:custDataLst>
                  <p:tags r:id="rId341"/>
                </p:custDataLst>
              </p:nvPr>
            </p:nvSpPr>
            <p:spPr bwMode="auto">
              <a:xfrm>
                <a:off x="4376" y="2249"/>
                <a:ext cx="227" cy="119"/>
              </a:xfrm>
              <a:custGeom>
                <a:avLst/>
                <a:gdLst>
                  <a:gd name="T0" fmla="*/ 90 w 107"/>
                  <a:gd name="T1" fmla="*/ 34 h 56"/>
                  <a:gd name="T2" fmla="*/ 75 w 107"/>
                  <a:gd name="T3" fmla="*/ 23 h 56"/>
                  <a:gd name="T4" fmla="*/ 59 w 107"/>
                  <a:gd name="T5" fmla="*/ 22 h 56"/>
                  <a:gd name="T6" fmla="*/ 54 w 107"/>
                  <a:gd name="T7" fmla="*/ 18 h 56"/>
                  <a:gd name="T8" fmla="*/ 44 w 107"/>
                  <a:gd name="T9" fmla="*/ 13 h 56"/>
                  <a:gd name="T10" fmla="*/ 37 w 107"/>
                  <a:gd name="T11" fmla="*/ 9 h 56"/>
                  <a:gd name="T12" fmla="*/ 30 w 107"/>
                  <a:gd name="T13" fmla="*/ 11 h 56"/>
                  <a:gd name="T14" fmla="*/ 20 w 107"/>
                  <a:gd name="T15" fmla="*/ 8 h 56"/>
                  <a:gd name="T16" fmla="*/ 15 w 107"/>
                  <a:gd name="T17" fmla="*/ 6 h 56"/>
                  <a:gd name="T18" fmla="*/ 9 w 107"/>
                  <a:gd name="T19" fmla="*/ 1 h 56"/>
                  <a:gd name="T20" fmla="*/ 6 w 107"/>
                  <a:gd name="T21" fmla="*/ 1 h 56"/>
                  <a:gd name="T22" fmla="*/ 3 w 107"/>
                  <a:gd name="T23" fmla="*/ 3 h 56"/>
                  <a:gd name="T24" fmla="*/ 0 w 107"/>
                  <a:gd name="T25" fmla="*/ 5 h 56"/>
                  <a:gd name="T26" fmla="*/ 1 w 107"/>
                  <a:gd name="T27" fmla="*/ 8 h 56"/>
                  <a:gd name="T28" fmla="*/ 6 w 107"/>
                  <a:gd name="T29" fmla="*/ 9 h 56"/>
                  <a:gd name="T30" fmla="*/ 8 w 107"/>
                  <a:gd name="T31" fmla="*/ 14 h 56"/>
                  <a:gd name="T32" fmla="*/ 3 w 107"/>
                  <a:gd name="T33" fmla="*/ 19 h 56"/>
                  <a:gd name="T34" fmla="*/ 5 w 107"/>
                  <a:gd name="T35" fmla="*/ 20 h 56"/>
                  <a:gd name="T36" fmla="*/ 8 w 107"/>
                  <a:gd name="T37" fmla="*/ 18 h 56"/>
                  <a:gd name="T38" fmla="*/ 8 w 107"/>
                  <a:gd name="T39" fmla="*/ 20 h 56"/>
                  <a:gd name="T40" fmla="*/ 12 w 107"/>
                  <a:gd name="T41" fmla="*/ 17 h 56"/>
                  <a:gd name="T42" fmla="*/ 11 w 107"/>
                  <a:gd name="T43" fmla="*/ 22 h 56"/>
                  <a:gd name="T44" fmla="*/ 11 w 107"/>
                  <a:gd name="T45" fmla="*/ 25 h 56"/>
                  <a:gd name="T46" fmla="*/ 13 w 107"/>
                  <a:gd name="T47" fmla="*/ 23 h 56"/>
                  <a:gd name="T48" fmla="*/ 14 w 107"/>
                  <a:gd name="T49" fmla="*/ 25 h 56"/>
                  <a:gd name="T50" fmla="*/ 17 w 107"/>
                  <a:gd name="T51" fmla="*/ 22 h 56"/>
                  <a:gd name="T52" fmla="*/ 21 w 107"/>
                  <a:gd name="T53" fmla="*/ 18 h 56"/>
                  <a:gd name="T54" fmla="*/ 20 w 107"/>
                  <a:gd name="T55" fmla="*/ 23 h 56"/>
                  <a:gd name="T56" fmla="*/ 24 w 107"/>
                  <a:gd name="T57" fmla="*/ 26 h 56"/>
                  <a:gd name="T58" fmla="*/ 26 w 107"/>
                  <a:gd name="T59" fmla="*/ 27 h 56"/>
                  <a:gd name="T60" fmla="*/ 28 w 107"/>
                  <a:gd name="T61" fmla="*/ 27 h 56"/>
                  <a:gd name="T62" fmla="*/ 33 w 107"/>
                  <a:gd name="T63" fmla="*/ 29 h 56"/>
                  <a:gd name="T64" fmla="*/ 35 w 107"/>
                  <a:gd name="T65" fmla="*/ 30 h 56"/>
                  <a:gd name="T66" fmla="*/ 36 w 107"/>
                  <a:gd name="T67" fmla="*/ 30 h 56"/>
                  <a:gd name="T68" fmla="*/ 38 w 107"/>
                  <a:gd name="T69" fmla="*/ 28 h 56"/>
                  <a:gd name="T70" fmla="*/ 39 w 107"/>
                  <a:gd name="T71" fmla="*/ 31 h 56"/>
                  <a:gd name="T72" fmla="*/ 41 w 107"/>
                  <a:gd name="T73" fmla="*/ 30 h 56"/>
                  <a:gd name="T74" fmla="*/ 44 w 107"/>
                  <a:gd name="T75" fmla="*/ 33 h 56"/>
                  <a:gd name="T76" fmla="*/ 48 w 107"/>
                  <a:gd name="T77" fmla="*/ 34 h 56"/>
                  <a:gd name="T78" fmla="*/ 50 w 107"/>
                  <a:gd name="T79" fmla="*/ 37 h 56"/>
                  <a:gd name="T80" fmla="*/ 52 w 107"/>
                  <a:gd name="T81" fmla="*/ 36 h 56"/>
                  <a:gd name="T82" fmla="*/ 52 w 107"/>
                  <a:gd name="T83" fmla="*/ 37 h 56"/>
                  <a:gd name="T84" fmla="*/ 55 w 107"/>
                  <a:gd name="T85" fmla="*/ 37 h 56"/>
                  <a:gd name="T86" fmla="*/ 58 w 107"/>
                  <a:gd name="T87" fmla="*/ 38 h 56"/>
                  <a:gd name="T88" fmla="*/ 61 w 107"/>
                  <a:gd name="T89" fmla="*/ 38 h 56"/>
                  <a:gd name="T90" fmla="*/ 67 w 107"/>
                  <a:gd name="T91" fmla="*/ 33 h 56"/>
                  <a:gd name="T92" fmla="*/ 67 w 107"/>
                  <a:gd name="T93" fmla="*/ 38 h 56"/>
                  <a:gd name="T94" fmla="*/ 71 w 107"/>
                  <a:gd name="T95" fmla="*/ 39 h 56"/>
                  <a:gd name="T96" fmla="*/ 73 w 107"/>
                  <a:gd name="T97" fmla="*/ 40 h 56"/>
                  <a:gd name="T98" fmla="*/ 79 w 107"/>
                  <a:gd name="T99" fmla="*/ 44 h 56"/>
                  <a:gd name="T100" fmla="*/ 81 w 107"/>
                  <a:gd name="T101" fmla="*/ 46 h 56"/>
                  <a:gd name="T102" fmla="*/ 90 w 107"/>
                  <a:gd name="T103" fmla="*/ 46 h 56"/>
                  <a:gd name="T104" fmla="*/ 93 w 107"/>
                  <a:gd name="T105" fmla="*/ 47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07" h="56">
                    <a:moveTo>
                      <a:pt x="102" y="41"/>
                    </a:moveTo>
                    <a:cubicBezTo>
                      <a:pt x="101" y="41"/>
                      <a:pt x="100" y="41"/>
                      <a:pt x="100" y="40"/>
                    </a:cubicBezTo>
                    <a:cubicBezTo>
                      <a:pt x="96" y="38"/>
                      <a:pt x="96" y="32"/>
                      <a:pt x="92" y="32"/>
                    </a:cubicBezTo>
                    <a:cubicBezTo>
                      <a:pt x="91" y="33"/>
                      <a:pt x="91" y="34"/>
                      <a:pt x="90" y="34"/>
                    </a:cubicBezTo>
                    <a:cubicBezTo>
                      <a:pt x="91" y="33"/>
                      <a:pt x="91" y="33"/>
                      <a:pt x="91" y="33"/>
                    </a:cubicBezTo>
                    <a:cubicBezTo>
                      <a:pt x="90" y="34"/>
                      <a:pt x="90" y="34"/>
                      <a:pt x="90" y="34"/>
                    </a:cubicBezTo>
                    <a:cubicBezTo>
                      <a:pt x="89" y="34"/>
                      <a:pt x="90" y="33"/>
                      <a:pt x="91" y="33"/>
                    </a:cubicBezTo>
                    <a:cubicBezTo>
                      <a:pt x="89" y="32"/>
                      <a:pt x="88" y="32"/>
                      <a:pt x="87" y="31"/>
                    </a:cubicBezTo>
                    <a:cubicBezTo>
                      <a:pt x="86" y="32"/>
                      <a:pt x="86" y="30"/>
                      <a:pt x="85" y="32"/>
                    </a:cubicBezTo>
                    <a:cubicBezTo>
                      <a:pt x="86" y="31"/>
                      <a:pt x="86" y="31"/>
                      <a:pt x="86" y="31"/>
                    </a:cubicBezTo>
                    <a:cubicBezTo>
                      <a:pt x="84" y="32"/>
                      <a:pt x="84" y="32"/>
                      <a:pt x="85" y="29"/>
                    </a:cubicBezTo>
                    <a:cubicBezTo>
                      <a:pt x="82" y="25"/>
                      <a:pt x="78" y="26"/>
                      <a:pt x="75" y="23"/>
                    </a:cubicBezTo>
                    <a:cubicBezTo>
                      <a:pt x="72" y="22"/>
                      <a:pt x="68" y="22"/>
                      <a:pt x="64" y="21"/>
                    </a:cubicBezTo>
                    <a:cubicBezTo>
                      <a:pt x="62" y="24"/>
                      <a:pt x="62" y="23"/>
                      <a:pt x="60" y="25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5"/>
                      <a:pt x="60" y="24"/>
                      <a:pt x="60" y="22"/>
                    </a:cubicBezTo>
                    <a:cubicBezTo>
                      <a:pt x="60" y="23"/>
                      <a:pt x="60" y="22"/>
                      <a:pt x="59" y="24"/>
                    </a:cubicBezTo>
                    <a:cubicBezTo>
                      <a:pt x="58" y="26"/>
                      <a:pt x="60" y="21"/>
                      <a:pt x="59" y="22"/>
                    </a:cubicBezTo>
                    <a:cubicBezTo>
                      <a:pt x="60" y="21"/>
                      <a:pt x="59" y="23"/>
                      <a:pt x="59" y="22"/>
                    </a:cubicBezTo>
                    <a:cubicBezTo>
                      <a:pt x="57" y="24"/>
                      <a:pt x="60" y="22"/>
                      <a:pt x="59" y="19"/>
                    </a:cubicBezTo>
                    <a:cubicBezTo>
                      <a:pt x="57" y="19"/>
                      <a:pt x="55" y="20"/>
                      <a:pt x="54" y="19"/>
                    </a:cubicBezTo>
                    <a:cubicBezTo>
                      <a:pt x="54" y="19"/>
                      <a:pt x="54" y="20"/>
                      <a:pt x="54" y="20"/>
                    </a:cubicBezTo>
                    <a:cubicBezTo>
                      <a:pt x="55" y="17"/>
                      <a:pt x="53" y="21"/>
                      <a:pt x="53" y="19"/>
                    </a:cubicBezTo>
                    <a:cubicBezTo>
                      <a:pt x="53" y="19"/>
                      <a:pt x="53" y="19"/>
                      <a:pt x="54" y="18"/>
                    </a:cubicBezTo>
                    <a:cubicBezTo>
                      <a:pt x="54" y="17"/>
                      <a:pt x="52" y="18"/>
                      <a:pt x="52" y="17"/>
                    </a:cubicBezTo>
                    <a:cubicBezTo>
                      <a:pt x="51" y="18"/>
                      <a:pt x="52" y="15"/>
                      <a:pt x="51" y="16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49" y="18"/>
                      <a:pt x="50" y="13"/>
                      <a:pt x="49" y="15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7" y="14"/>
                      <a:pt x="46" y="12"/>
                      <a:pt x="44" y="13"/>
                    </a:cubicBezTo>
                    <a:cubicBezTo>
                      <a:pt x="43" y="13"/>
                      <a:pt x="43" y="10"/>
                      <a:pt x="41" y="11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2"/>
                      <a:pt x="41" y="11"/>
                      <a:pt x="41" y="11"/>
                    </a:cubicBezTo>
                    <a:cubicBezTo>
                      <a:pt x="40" y="12"/>
                      <a:pt x="40" y="10"/>
                      <a:pt x="39" y="10"/>
                    </a:cubicBezTo>
                    <a:cubicBezTo>
                      <a:pt x="39" y="10"/>
                      <a:pt x="39" y="10"/>
                      <a:pt x="39" y="11"/>
                    </a:cubicBezTo>
                    <a:cubicBezTo>
                      <a:pt x="39" y="9"/>
                      <a:pt x="37" y="11"/>
                      <a:pt x="37" y="9"/>
                    </a:cubicBezTo>
                    <a:cubicBezTo>
                      <a:pt x="35" y="12"/>
                      <a:pt x="35" y="11"/>
                      <a:pt x="35" y="11"/>
                    </a:cubicBezTo>
                    <a:cubicBezTo>
                      <a:pt x="35" y="11"/>
                      <a:pt x="35" y="10"/>
                      <a:pt x="35" y="10"/>
                    </a:cubicBezTo>
                    <a:cubicBezTo>
                      <a:pt x="35" y="10"/>
                      <a:pt x="34" y="10"/>
                      <a:pt x="34" y="9"/>
                    </a:cubicBezTo>
                    <a:cubicBezTo>
                      <a:pt x="34" y="9"/>
                      <a:pt x="33" y="11"/>
                      <a:pt x="33" y="10"/>
                    </a:cubicBezTo>
                    <a:cubicBezTo>
                      <a:pt x="34" y="8"/>
                      <a:pt x="32" y="10"/>
                      <a:pt x="32" y="9"/>
                    </a:cubicBezTo>
                    <a:cubicBezTo>
                      <a:pt x="31" y="10"/>
                      <a:pt x="30" y="12"/>
                      <a:pt x="30" y="11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0" y="9"/>
                      <a:pt x="30" y="6"/>
                      <a:pt x="27" y="8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6" y="8"/>
                      <a:pt x="25" y="5"/>
                      <a:pt x="23" y="7"/>
                    </a:cubicBezTo>
                    <a:cubicBezTo>
                      <a:pt x="23" y="6"/>
                      <a:pt x="23" y="6"/>
                      <a:pt x="22" y="5"/>
                    </a:cubicBezTo>
                    <a:cubicBezTo>
                      <a:pt x="21" y="7"/>
                      <a:pt x="21" y="6"/>
                      <a:pt x="20" y="8"/>
                    </a:cubicBezTo>
                    <a:cubicBezTo>
                      <a:pt x="19" y="8"/>
                      <a:pt x="20" y="7"/>
                      <a:pt x="20" y="6"/>
                    </a:cubicBezTo>
                    <a:cubicBezTo>
                      <a:pt x="20" y="6"/>
                      <a:pt x="21" y="3"/>
                      <a:pt x="19" y="5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18" y="5"/>
                      <a:pt x="17" y="6"/>
                      <a:pt x="17" y="5"/>
                    </a:cubicBezTo>
                    <a:cubicBezTo>
                      <a:pt x="16" y="6"/>
                      <a:pt x="16" y="6"/>
                      <a:pt x="15" y="7"/>
                    </a:cubicBezTo>
                    <a:cubicBezTo>
                      <a:pt x="15" y="7"/>
                      <a:pt x="16" y="5"/>
                      <a:pt x="15" y="6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4"/>
                      <a:pt x="14" y="4"/>
                      <a:pt x="13" y="4"/>
                    </a:cubicBezTo>
                    <a:cubicBezTo>
                      <a:pt x="14" y="2"/>
                      <a:pt x="11" y="4"/>
                      <a:pt x="12" y="2"/>
                    </a:cubicBezTo>
                    <a:cubicBezTo>
                      <a:pt x="11" y="3"/>
                      <a:pt x="11" y="1"/>
                      <a:pt x="9" y="4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2"/>
                      <a:pt x="9" y="2"/>
                      <a:pt x="9" y="1"/>
                    </a:cubicBezTo>
                    <a:cubicBezTo>
                      <a:pt x="8" y="0"/>
                      <a:pt x="7" y="2"/>
                      <a:pt x="7" y="3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2"/>
                      <a:pt x="5" y="4"/>
                      <a:pt x="4" y="5"/>
                    </a:cubicBezTo>
                    <a:cubicBezTo>
                      <a:pt x="5" y="4"/>
                      <a:pt x="4" y="5"/>
                      <a:pt x="4" y="4"/>
                    </a:cubicBezTo>
                    <a:cubicBezTo>
                      <a:pt x="5" y="3"/>
                      <a:pt x="6" y="2"/>
                      <a:pt x="7" y="1"/>
                    </a:cubicBezTo>
                    <a:cubicBezTo>
                      <a:pt x="7" y="0"/>
                      <a:pt x="5" y="3"/>
                      <a:pt x="6" y="1"/>
                    </a:cubicBezTo>
                    <a:cubicBezTo>
                      <a:pt x="6" y="0"/>
                      <a:pt x="5" y="0"/>
                      <a:pt x="4" y="2"/>
                    </a:cubicBezTo>
                    <a:cubicBezTo>
                      <a:pt x="5" y="1"/>
                      <a:pt x="5" y="1"/>
                      <a:pt x="5" y="0"/>
                    </a:cubicBezTo>
                    <a:cubicBezTo>
                      <a:pt x="5" y="0"/>
                      <a:pt x="5" y="0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2"/>
                      <a:pt x="3" y="2"/>
                      <a:pt x="2" y="4"/>
                    </a:cubicBezTo>
                    <a:cubicBezTo>
                      <a:pt x="2" y="3"/>
                      <a:pt x="3" y="3"/>
                      <a:pt x="3" y="3"/>
                    </a:cubicBezTo>
                    <a:cubicBezTo>
                      <a:pt x="2" y="4"/>
                      <a:pt x="1" y="5"/>
                      <a:pt x="2" y="3"/>
                    </a:cubicBezTo>
                    <a:cubicBezTo>
                      <a:pt x="2" y="2"/>
                      <a:pt x="3" y="2"/>
                      <a:pt x="4" y="1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2"/>
                      <a:pt x="1" y="3"/>
                      <a:pt x="0" y="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5"/>
                      <a:pt x="0" y="6"/>
                      <a:pt x="2" y="6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3" y="4"/>
                      <a:pt x="4" y="3"/>
                      <a:pt x="3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3" y="6"/>
                      <a:pt x="3" y="6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3" y="5"/>
                      <a:pt x="3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2" y="9"/>
                      <a:pt x="3" y="6"/>
                      <a:pt x="4" y="6"/>
                    </a:cubicBezTo>
                    <a:cubicBezTo>
                      <a:pt x="4" y="7"/>
                      <a:pt x="2" y="9"/>
                      <a:pt x="2" y="10"/>
                    </a:cubicBezTo>
                    <a:cubicBezTo>
                      <a:pt x="2" y="10"/>
                      <a:pt x="4" y="9"/>
                      <a:pt x="3" y="11"/>
                    </a:cubicBezTo>
                    <a:cubicBezTo>
                      <a:pt x="4" y="10"/>
                      <a:pt x="5" y="10"/>
                      <a:pt x="6" y="9"/>
                    </a:cubicBezTo>
                    <a:cubicBezTo>
                      <a:pt x="6" y="9"/>
                      <a:pt x="4" y="11"/>
                      <a:pt x="5" y="11"/>
                    </a:cubicBezTo>
                    <a:cubicBezTo>
                      <a:pt x="5" y="11"/>
                      <a:pt x="4" y="12"/>
                      <a:pt x="4" y="13"/>
                    </a:cubicBezTo>
                    <a:cubicBezTo>
                      <a:pt x="5" y="12"/>
                      <a:pt x="4" y="13"/>
                      <a:pt x="5" y="11"/>
                    </a:cubicBezTo>
                    <a:cubicBezTo>
                      <a:pt x="6" y="12"/>
                      <a:pt x="6" y="13"/>
                      <a:pt x="7" y="12"/>
                    </a:cubicBezTo>
                    <a:cubicBezTo>
                      <a:pt x="7" y="12"/>
                      <a:pt x="6" y="14"/>
                      <a:pt x="5" y="15"/>
                    </a:cubicBezTo>
                    <a:cubicBezTo>
                      <a:pt x="6" y="13"/>
                      <a:pt x="7" y="13"/>
                      <a:pt x="8" y="14"/>
                    </a:cubicBezTo>
                    <a:cubicBezTo>
                      <a:pt x="9" y="12"/>
                      <a:pt x="8" y="12"/>
                      <a:pt x="9" y="11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9" y="11"/>
                      <a:pt x="8" y="14"/>
                      <a:pt x="8" y="14"/>
                    </a:cubicBezTo>
                    <a:cubicBezTo>
                      <a:pt x="6" y="16"/>
                      <a:pt x="8" y="13"/>
                      <a:pt x="6" y="16"/>
                    </a:cubicBezTo>
                    <a:cubicBezTo>
                      <a:pt x="5" y="18"/>
                      <a:pt x="4" y="17"/>
                      <a:pt x="5" y="16"/>
                    </a:cubicBezTo>
                    <a:cubicBezTo>
                      <a:pt x="3" y="18"/>
                      <a:pt x="5" y="17"/>
                      <a:pt x="3" y="19"/>
                    </a:cubicBezTo>
                    <a:cubicBezTo>
                      <a:pt x="4" y="19"/>
                      <a:pt x="5" y="18"/>
                      <a:pt x="5" y="18"/>
                    </a:cubicBezTo>
                    <a:cubicBezTo>
                      <a:pt x="6" y="17"/>
                      <a:pt x="6" y="16"/>
                      <a:pt x="7" y="16"/>
                    </a:cubicBezTo>
                    <a:cubicBezTo>
                      <a:pt x="8" y="14"/>
                      <a:pt x="6" y="17"/>
                      <a:pt x="6" y="1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6" y="19"/>
                      <a:pt x="7" y="18"/>
                      <a:pt x="7" y="18"/>
                    </a:cubicBezTo>
                    <a:cubicBezTo>
                      <a:pt x="5" y="21"/>
                      <a:pt x="6" y="18"/>
                      <a:pt x="5" y="20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19"/>
                      <a:pt x="6" y="20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0"/>
                      <a:pt x="7" y="18"/>
                      <a:pt x="7" y="18"/>
                    </a:cubicBezTo>
                    <a:cubicBezTo>
                      <a:pt x="9" y="16"/>
                      <a:pt x="7" y="18"/>
                      <a:pt x="8" y="18"/>
                    </a:cubicBezTo>
                    <a:cubicBezTo>
                      <a:pt x="9" y="16"/>
                      <a:pt x="8" y="18"/>
                      <a:pt x="9" y="16"/>
                    </a:cubicBezTo>
                    <a:cubicBezTo>
                      <a:pt x="9" y="15"/>
                      <a:pt x="10" y="15"/>
                      <a:pt x="10" y="15"/>
                    </a:cubicBezTo>
                    <a:cubicBezTo>
                      <a:pt x="10" y="15"/>
                      <a:pt x="9" y="17"/>
                      <a:pt x="9" y="18"/>
                    </a:cubicBezTo>
                    <a:cubicBezTo>
                      <a:pt x="9" y="18"/>
                      <a:pt x="8" y="18"/>
                      <a:pt x="9" y="17"/>
                    </a:cubicBezTo>
                    <a:cubicBezTo>
                      <a:pt x="7" y="19"/>
                      <a:pt x="7" y="21"/>
                      <a:pt x="6" y="21"/>
                    </a:cubicBezTo>
                    <a:cubicBezTo>
                      <a:pt x="6" y="23"/>
                      <a:pt x="7" y="20"/>
                      <a:pt x="8" y="20"/>
                    </a:cubicBezTo>
                    <a:cubicBezTo>
                      <a:pt x="7" y="21"/>
                      <a:pt x="8" y="19"/>
                      <a:pt x="9" y="18"/>
                    </a:cubicBezTo>
                    <a:cubicBezTo>
                      <a:pt x="12" y="14"/>
                      <a:pt x="7" y="21"/>
                      <a:pt x="8" y="21"/>
                    </a:cubicBezTo>
                    <a:cubicBezTo>
                      <a:pt x="10" y="18"/>
                      <a:pt x="11" y="18"/>
                      <a:pt x="12" y="15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6"/>
                      <a:pt x="13" y="16"/>
                      <a:pt x="11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2"/>
                      <a:pt x="9" y="23"/>
                      <a:pt x="10" y="23"/>
                    </a:cubicBezTo>
                    <a:cubicBezTo>
                      <a:pt x="10" y="22"/>
                      <a:pt x="11" y="20"/>
                      <a:pt x="11" y="20"/>
                    </a:cubicBezTo>
                    <a:cubicBezTo>
                      <a:pt x="12" y="20"/>
                      <a:pt x="11" y="22"/>
                      <a:pt x="11" y="22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1" y="23"/>
                      <a:pt x="9" y="24"/>
                      <a:pt x="10" y="24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3" y="20"/>
                      <a:pt x="12" y="21"/>
                      <a:pt x="12" y="21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12" y="22"/>
                      <a:pt x="10" y="25"/>
                      <a:pt x="11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4"/>
                      <a:pt x="12" y="24"/>
                      <a:pt x="12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4"/>
                      <a:pt x="13" y="22"/>
                      <a:pt x="12" y="24"/>
                    </a:cubicBezTo>
                    <a:cubicBezTo>
                      <a:pt x="14" y="22"/>
                      <a:pt x="12" y="24"/>
                      <a:pt x="13" y="23"/>
                    </a:cubicBezTo>
                    <a:cubicBezTo>
                      <a:pt x="13" y="21"/>
                      <a:pt x="14" y="21"/>
                      <a:pt x="14" y="21"/>
                    </a:cubicBezTo>
                    <a:cubicBezTo>
                      <a:pt x="13" y="24"/>
                      <a:pt x="14" y="22"/>
                      <a:pt x="14" y="22"/>
                    </a:cubicBezTo>
                    <a:cubicBezTo>
                      <a:pt x="14" y="23"/>
                      <a:pt x="14" y="23"/>
                      <a:pt x="14" y="24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3" y="25"/>
                      <a:pt x="15" y="22"/>
                      <a:pt x="15" y="23"/>
                    </a:cubicBezTo>
                    <a:cubicBezTo>
                      <a:pt x="14" y="24"/>
                      <a:pt x="14" y="25"/>
                      <a:pt x="14" y="25"/>
                    </a:cubicBezTo>
                    <a:cubicBezTo>
                      <a:pt x="15" y="23"/>
                      <a:pt x="16" y="23"/>
                      <a:pt x="16" y="21"/>
                    </a:cubicBezTo>
                    <a:cubicBezTo>
                      <a:pt x="16" y="22"/>
                      <a:pt x="15" y="24"/>
                      <a:pt x="14" y="26"/>
                    </a:cubicBezTo>
                    <a:cubicBezTo>
                      <a:pt x="15" y="24"/>
                      <a:pt x="14" y="27"/>
                      <a:pt x="15" y="25"/>
                    </a:cubicBezTo>
                    <a:cubicBezTo>
                      <a:pt x="15" y="24"/>
                      <a:pt x="16" y="23"/>
                      <a:pt x="17" y="22"/>
                    </a:cubicBezTo>
                    <a:cubicBezTo>
                      <a:pt x="17" y="23"/>
                      <a:pt x="16" y="23"/>
                      <a:pt x="16" y="24"/>
                    </a:cubicBezTo>
                    <a:cubicBezTo>
                      <a:pt x="16" y="24"/>
                      <a:pt x="17" y="23"/>
                      <a:pt x="17" y="22"/>
                    </a:cubicBezTo>
                    <a:cubicBezTo>
                      <a:pt x="17" y="22"/>
                      <a:pt x="19" y="20"/>
                      <a:pt x="18" y="22"/>
                    </a:cubicBezTo>
                    <a:cubicBezTo>
                      <a:pt x="18" y="23"/>
                      <a:pt x="17" y="22"/>
                      <a:pt x="17" y="23"/>
                    </a:cubicBezTo>
                    <a:cubicBezTo>
                      <a:pt x="17" y="24"/>
                      <a:pt x="19" y="20"/>
                      <a:pt x="20" y="20"/>
                    </a:cubicBezTo>
                    <a:cubicBezTo>
                      <a:pt x="20" y="19"/>
                      <a:pt x="22" y="16"/>
                      <a:pt x="22" y="15"/>
                    </a:cubicBezTo>
                    <a:cubicBezTo>
                      <a:pt x="23" y="16"/>
                      <a:pt x="22" y="16"/>
                      <a:pt x="21" y="18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20" y="21"/>
                      <a:pt x="18" y="22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6"/>
                      <a:pt x="17" y="26"/>
                      <a:pt x="17" y="26"/>
                    </a:cubicBezTo>
                    <a:cubicBezTo>
                      <a:pt x="18" y="24"/>
                      <a:pt x="18" y="26"/>
                      <a:pt x="18" y="26"/>
                    </a:cubicBezTo>
                    <a:cubicBezTo>
                      <a:pt x="19" y="24"/>
                      <a:pt x="17" y="26"/>
                      <a:pt x="18" y="25"/>
                    </a:cubicBezTo>
                    <a:cubicBezTo>
                      <a:pt x="19" y="25"/>
                      <a:pt x="20" y="22"/>
                      <a:pt x="20" y="23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18" y="27"/>
                      <a:pt x="19" y="24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7"/>
                      <a:pt x="21" y="28"/>
                      <a:pt x="23" y="24"/>
                    </a:cubicBezTo>
                    <a:cubicBezTo>
                      <a:pt x="23" y="26"/>
                      <a:pt x="23" y="26"/>
                      <a:pt x="23" y="27"/>
                    </a:cubicBezTo>
                    <a:cubicBezTo>
                      <a:pt x="23" y="27"/>
                      <a:pt x="24" y="26"/>
                      <a:pt x="24" y="26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3" y="29"/>
                      <a:pt x="24" y="27"/>
                      <a:pt x="25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9"/>
                      <a:pt x="25" y="27"/>
                      <a:pt x="26" y="26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7" y="26"/>
                      <a:pt x="26" y="28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8"/>
                      <a:pt x="27" y="29"/>
                      <a:pt x="27" y="28"/>
                    </a:cubicBezTo>
                    <a:cubicBezTo>
                      <a:pt x="28" y="28"/>
                      <a:pt x="28" y="27"/>
                      <a:pt x="28" y="26"/>
                    </a:cubicBezTo>
                    <a:cubicBezTo>
                      <a:pt x="29" y="24"/>
                      <a:pt x="28" y="26"/>
                      <a:pt x="29" y="25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30"/>
                      <a:pt x="29" y="28"/>
                      <a:pt x="30" y="29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0" y="30"/>
                      <a:pt x="32" y="28"/>
                      <a:pt x="32" y="30"/>
                    </a:cubicBezTo>
                    <a:cubicBezTo>
                      <a:pt x="32" y="29"/>
                      <a:pt x="33" y="26"/>
                      <a:pt x="34" y="26"/>
                    </a:cubicBezTo>
                    <a:cubicBezTo>
                      <a:pt x="35" y="25"/>
                      <a:pt x="33" y="29"/>
                      <a:pt x="32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4" y="29"/>
                      <a:pt x="34" y="28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1"/>
                      <a:pt x="34" y="31"/>
                    </a:cubicBezTo>
                    <a:cubicBezTo>
                      <a:pt x="35" y="29"/>
                      <a:pt x="35" y="30"/>
                      <a:pt x="36" y="29"/>
                    </a:cubicBezTo>
                    <a:cubicBezTo>
                      <a:pt x="35" y="30"/>
                      <a:pt x="35" y="30"/>
                      <a:pt x="35" y="30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5" y="31"/>
                      <a:pt x="35" y="31"/>
                      <a:pt x="35" y="31"/>
                    </a:cubicBezTo>
                    <a:cubicBezTo>
                      <a:pt x="35" y="32"/>
                      <a:pt x="36" y="29"/>
                      <a:pt x="36" y="29"/>
                    </a:cubicBezTo>
                    <a:cubicBezTo>
                      <a:pt x="37" y="28"/>
                      <a:pt x="37" y="29"/>
                      <a:pt x="36" y="30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5" y="31"/>
                      <a:pt x="36" y="30"/>
                      <a:pt x="36" y="31"/>
                    </a:cubicBezTo>
                    <a:cubicBezTo>
                      <a:pt x="36" y="31"/>
                      <a:pt x="37" y="29"/>
                      <a:pt x="37" y="30"/>
                    </a:cubicBezTo>
                    <a:cubicBezTo>
                      <a:pt x="37" y="30"/>
                      <a:pt x="37" y="30"/>
                      <a:pt x="37" y="31"/>
                    </a:cubicBezTo>
                    <a:cubicBezTo>
                      <a:pt x="37" y="30"/>
                      <a:pt x="37" y="31"/>
                      <a:pt x="38" y="30"/>
                    </a:cubicBezTo>
                    <a:cubicBezTo>
                      <a:pt x="38" y="30"/>
                      <a:pt x="38" y="29"/>
                      <a:pt x="38" y="28"/>
                    </a:cubicBezTo>
                    <a:cubicBezTo>
                      <a:pt x="38" y="28"/>
                      <a:pt x="39" y="28"/>
                      <a:pt x="38" y="28"/>
                    </a:cubicBezTo>
                    <a:cubicBezTo>
                      <a:pt x="38" y="29"/>
                      <a:pt x="38" y="29"/>
                      <a:pt x="38" y="29"/>
                    </a:cubicBezTo>
                    <a:cubicBezTo>
                      <a:pt x="38" y="28"/>
                      <a:pt x="38" y="29"/>
                      <a:pt x="39" y="28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9" y="30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1"/>
                      <a:pt x="39" y="31"/>
                      <a:pt x="39" y="32"/>
                    </a:cubicBezTo>
                    <a:cubicBezTo>
                      <a:pt x="39" y="33"/>
                      <a:pt x="41" y="28"/>
                      <a:pt x="41" y="30"/>
                    </a:cubicBezTo>
                    <a:cubicBezTo>
                      <a:pt x="40" y="31"/>
                      <a:pt x="40" y="32"/>
                      <a:pt x="40" y="32"/>
                    </a:cubicBezTo>
                    <a:cubicBezTo>
                      <a:pt x="40" y="32"/>
                      <a:pt x="41" y="31"/>
                      <a:pt x="41" y="31"/>
                    </a:cubicBezTo>
                    <a:cubicBezTo>
                      <a:pt x="41" y="31"/>
                      <a:pt x="40" y="33"/>
                      <a:pt x="40" y="31"/>
                    </a:cubicBezTo>
                    <a:cubicBezTo>
                      <a:pt x="41" y="30"/>
                      <a:pt x="41" y="31"/>
                      <a:pt x="41" y="30"/>
                    </a:cubicBezTo>
                    <a:cubicBezTo>
                      <a:pt x="40" y="35"/>
                      <a:pt x="42" y="32"/>
                      <a:pt x="42" y="34"/>
                    </a:cubicBezTo>
                    <a:cubicBezTo>
                      <a:pt x="43" y="32"/>
                      <a:pt x="43" y="34"/>
                      <a:pt x="43" y="33"/>
                    </a:cubicBezTo>
                    <a:cubicBezTo>
                      <a:pt x="42" y="35"/>
                      <a:pt x="44" y="33"/>
                      <a:pt x="43" y="34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3"/>
                      <a:pt x="46" y="29"/>
                      <a:pt x="45" y="31"/>
                    </a:cubicBezTo>
                    <a:cubicBezTo>
                      <a:pt x="45" y="32"/>
                      <a:pt x="45" y="33"/>
                      <a:pt x="44" y="33"/>
                    </a:cubicBezTo>
                    <a:cubicBezTo>
                      <a:pt x="44" y="36"/>
                      <a:pt x="46" y="32"/>
                      <a:pt x="45" y="35"/>
                    </a:cubicBezTo>
                    <a:cubicBezTo>
                      <a:pt x="46" y="34"/>
                      <a:pt x="46" y="32"/>
                      <a:pt x="47" y="31"/>
                    </a:cubicBezTo>
                    <a:cubicBezTo>
                      <a:pt x="47" y="33"/>
                      <a:pt x="47" y="34"/>
                      <a:pt x="46" y="34"/>
                    </a:cubicBezTo>
                    <a:cubicBezTo>
                      <a:pt x="47" y="34"/>
                      <a:pt x="47" y="33"/>
                      <a:pt x="47" y="34"/>
                    </a:cubicBezTo>
                    <a:cubicBezTo>
                      <a:pt x="47" y="35"/>
                      <a:pt x="47" y="35"/>
                      <a:pt x="46" y="35"/>
                    </a:cubicBezTo>
                    <a:cubicBezTo>
                      <a:pt x="46" y="36"/>
                      <a:pt x="47" y="35"/>
                      <a:pt x="48" y="34"/>
                    </a:cubicBezTo>
                    <a:cubicBezTo>
                      <a:pt x="47" y="36"/>
                      <a:pt x="48" y="35"/>
                      <a:pt x="48" y="37"/>
                    </a:cubicBezTo>
                    <a:cubicBezTo>
                      <a:pt x="49" y="35"/>
                      <a:pt x="48" y="38"/>
                      <a:pt x="49" y="35"/>
                    </a:cubicBezTo>
                    <a:cubicBezTo>
                      <a:pt x="49" y="36"/>
                      <a:pt x="49" y="36"/>
                      <a:pt x="49" y="36"/>
                    </a:cubicBezTo>
                    <a:cubicBezTo>
                      <a:pt x="50" y="35"/>
                      <a:pt x="51" y="33"/>
                      <a:pt x="51" y="33"/>
                    </a:cubicBezTo>
                    <a:cubicBezTo>
                      <a:pt x="50" y="35"/>
                      <a:pt x="50" y="35"/>
                      <a:pt x="50" y="35"/>
                    </a:cubicBezTo>
                    <a:cubicBezTo>
                      <a:pt x="49" y="37"/>
                      <a:pt x="50" y="36"/>
                      <a:pt x="50" y="37"/>
                    </a:cubicBezTo>
                    <a:cubicBezTo>
                      <a:pt x="50" y="35"/>
                      <a:pt x="50" y="37"/>
                      <a:pt x="51" y="36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2" y="35"/>
                      <a:pt x="52" y="34"/>
                      <a:pt x="52" y="34"/>
                    </a:cubicBezTo>
                    <a:cubicBezTo>
                      <a:pt x="52" y="34"/>
                      <a:pt x="51" y="36"/>
                      <a:pt x="51" y="36"/>
                    </a:cubicBezTo>
                    <a:cubicBezTo>
                      <a:pt x="51" y="37"/>
                      <a:pt x="51" y="37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51" y="39"/>
                      <a:pt x="52" y="37"/>
                      <a:pt x="53" y="37"/>
                    </a:cubicBezTo>
                    <a:cubicBezTo>
                      <a:pt x="53" y="38"/>
                      <a:pt x="54" y="37"/>
                      <a:pt x="55" y="37"/>
                    </a:cubicBezTo>
                    <a:cubicBezTo>
                      <a:pt x="55" y="37"/>
                      <a:pt x="54" y="38"/>
                      <a:pt x="55" y="37"/>
                    </a:cubicBezTo>
                    <a:cubicBezTo>
                      <a:pt x="55" y="37"/>
                      <a:pt x="56" y="36"/>
                      <a:pt x="55" y="37"/>
                    </a:cubicBezTo>
                    <a:cubicBezTo>
                      <a:pt x="56" y="36"/>
                      <a:pt x="55" y="38"/>
                      <a:pt x="55" y="38"/>
                    </a:cubicBezTo>
                    <a:cubicBezTo>
                      <a:pt x="55" y="38"/>
                      <a:pt x="56" y="37"/>
                      <a:pt x="56" y="37"/>
                    </a:cubicBezTo>
                    <a:cubicBezTo>
                      <a:pt x="55" y="39"/>
                      <a:pt x="58" y="36"/>
                      <a:pt x="57" y="38"/>
                    </a:cubicBezTo>
                    <a:cubicBezTo>
                      <a:pt x="58" y="37"/>
                      <a:pt x="57" y="38"/>
                      <a:pt x="57" y="39"/>
                    </a:cubicBezTo>
                    <a:cubicBezTo>
                      <a:pt x="57" y="38"/>
                      <a:pt x="58" y="38"/>
                      <a:pt x="59" y="36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38"/>
                      <a:pt x="59" y="38"/>
                      <a:pt x="60" y="37"/>
                    </a:cubicBezTo>
                    <a:cubicBezTo>
                      <a:pt x="60" y="36"/>
                      <a:pt x="61" y="35"/>
                      <a:pt x="61" y="35"/>
                    </a:cubicBezTo>
                    <a:cubicBezTo>
                      <a:pt x="61" y="35"/>
                      <a:pt x="61" y="35"/>
                      <a:pt x="61" y="35"/>
                    </a:cubicBezTo>
                    <a:cubicBezTo>
                      <a:pt x="61" y="36"/>
                      <a:pt x="62" y="35"/>
                      <a:pt x="62" y="35"/>
                    </a:cubicBezTo>
                    <a:cubicBezTo>
                      <a:pt x="62" y="36"/>
                      <a:pt x="62" y="35"/>
                      <a:pt x="61" y="36"/>
                    </a:cubicBezTo>
                    <a:cubicBezTo>
                      <a:pt x="60" y="39"/>
                      <a:pt x="61" y="38"/>
                      <a:pt x="61" y="38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3" y="36"/>
                      <a:pt x="61" y="38"/>
                      <a:pt x="62" y="38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4" y="34"/>
                      <a:pt x="64" y="36"/>
                      <a:pt x="63" y="37"/>
                    </a:cubicBezTo>
                    <a:cubicBezTo>
                      <a:pt x="64" y="37"/>
                      <a:pt x="65" y="34"/>
                      <a:pt x="66" y="33"/>
                    </a:cubicBezTo>
                    <a:cubicBezTo>
                      <a:pt x="66" y="34"/>
                      <a:pt x="67" y="33"/>
                      <a:pt x="67" y="33"/>
                    </a:cubicBezTo>
                    <a:cubicBezTo>
                      <a:pt x="67" y="34"/>
                      <a:pt x="67" y="33"/>
                      <a:pt x="67" y="34"/>
                    </a:cubicBezTo>
                    <a:cubicBezTo>
                      <a:pt x="66" y="35"/>
                      <a:pt x="66" y="35"/>
                      <a:pt x="66" y="35"/>
                    </a:cubicBezTo>
                    <a:cubicBezTo>
                      <a:pt x="66" y="35"/>
                      <a:pt x="65" y="37"/>
                      <a:pt x="65" y="38"/>
                    </a:cubicBezTo>
                    <a:cubicBezTo>
                      <a:pt x="65" y="37"/>
                      <a:pt x="66" y="39"/>
                      <a:pt x="66" y="39"/>
                    </a:cubicBezTo>
                    <a:cubicBezTo>
                      <a:pt x="67" y="36"/>
                      <a:pt x="67" y="38"/>
                      <a:pt x="68" y="36"/>
                    </a:cubicBezTo>
                    <a:cubicBezTo>
                      <a:pt x="69" y="36"/>
                      <a:pt x="67" y="38"/>
                      <a:pt x="67" y="38"/>
                    </a:cubicBezTo>
                    <a:cubicBezTo>
                      <a:pt x="68" y="38"/>
                      <a:pt x="68" y="39"/>
                      <a:pt x="69" y="39"/>
                    </a:cubicBezTo>
                    <a:cubicBezTo>
                      <a:pt x="69" y="39"/>
                      <a:pt x="69" y="39"/>
                      <a:pt x="69" y="39"/>
                    </a:cubicBezTo>
                    <a:cubicBezTo>
                      <a:pt x="69" y="38"/>
                      <a:pt x="70" y="39"/>
                      <a:pt x="71" y="38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40"/>
                      <a:pt x="72" y="36"/>
                      <a:pt x="72" y="37"/>
                    </a:cubicBezTo>
                    <a:cubicBezTo>
                      <a:pt x="71" y="39"/>
                      <a:pt x="71" y="39"/>
                      <a:pt x="71" y="39"/>
                    </a:cubicBezTo>
                    <a:cubicBezTo>
                      <a:pt x="72" y="38"/>
                      <a:pt x="71" y="40"/>
                      <a:pt x="72" y="38"/>
                    </a:cubicBezTo>
                    <a:cubicBezTo>
                      <a:pt x="72" y="39"/>
                      <a:pt x="72" y="39"/>
                      <a:pt x="72" y="39"/>
                    </a:cubicBezTo>
                    <a:cubicBezTo>
                      <a:pt x="72" y="39"/>
                      <a:pt x="73" y="39"/>
                      <a:pt x="74" y="38"/>
                    </a:cubicBezTo>
                    <a:cubicBezTo>
                      <a:pt x="73" y="40"/>
                      <a:pt x="73" y="40"/>
                      <a:pt x="73" y="40"/>
                    </a:cubicBezTo>
                    <a:cubicBezTo>
                      <a:pt x="72" y="41"/>
                      <a:pt x="74" y="38"/>
                      <a:pt x="74" y="39"/>
                    </a:cubicBezTo>
                    <a:cubicBezTo>
                      <a:pt x="74" y="39"/>
                      <a:pt x="74" y="40"/>
                      <a:pt x="73" y="40"/>
                    </a:cubicBezTo>
                    <a:cubicBezTo>
                      <a:pt x="74" y="39"/>
                      <a:pt x="75" y="39"/>
                      <a:pt x="75" y="39"/>
                    </a:cubicBezTo>
                    <a:cubicBezTo>
                      <a:pt x="74" y="41"/>
                      <a:pt x="74" y="41"/>
                      <a:pt x="74" y="41"/>
                    </a:cubicBezTo>
                    <a:cubicBezTo>
                      <a:pt x="76" y="42"/>
                      <a:pt x="77" y="43"/>
                      <a:pt x="80" y="42"/>
                    </a:cubicBezTo>
                    <a:cubicBezTo>
                      <a:pt x="79" y="44"/>
                      <a:pt x="79" y="43"/>
                      <a:pt x="78" y="45"/>
                    </a:cubicBezTo>
                    <a:cubicBezTo>
                      <a:pt x="79" y="43"/>
                      <a:pt x="79" y="44"/>
                      <a:pt x="79" y="44"/>
                    </a:cubicBezTo>
                    <a:cubicBezTo>
                      <a:pt x="79" y="44"/>
                      <a:pt x="79" y="44"/>
                      <a:pt x="79" y="44"/>
                    </a:cubicBezTo>
                    <a:cubicBezTo>
                      <a:pt x="80" y="44"/>
                      <a:pt x="79" y="45"/>
                      <a:pt x="80" y="45"/>
                    </a:cubicBezTo>
                    <a:cubicBezTo>
                      <a:pt x="80" y="44"/>
                      <a:pt x="80" y="44"/>
                      <a:pt x="80" y="44"/>
                    </a:cubicBezTo>
                    <a:cubicBezTo>
                      <a:pt x="81" y="43"/>
                      <a:pt x="79" y="47"/>
                      <a:pt x="81" y="45"/>
                    </a:cubicBezTo>
                    <a:cubicBezTo>
                      <a:pt x="80" y="46"/>
                      <a:pt x="80" y="46"/>
                      <a:pt x="80" y="46"/>
                    </a:cubicBezTo>
                    <a:cubicBezTo>
                      <a:pt x="81" y="44"/>
                      <a:pt x="80" y="47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7"/>
                      <a:pt x="83" y="44"/>
                      <a:pt x="82" y="46"/>
                    </a:cubicBezTo>
                    <a:cubicBezTo>
                      <a:pt x="83" y="46"/>
                      <a:pt x="83" y="46"/>
                      <a:pt x="84" y="44"/>
                    </a:cubicBezTo>
                    <a:cubicBezTo>
                      <a:pt x="83" y="46"/>
                      <a:pt x="83" y="46"/>
                      <a:pt x="83" y="46"/>
                    </a:cubicBezTo>
                    <a:cubicBezTo>
                      <a:pt x="85" y="46"/>
                      <a:pt x="86" y="47"/>
                      <a:pt x="88" y="46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9" y="45"/>
                      <a:pt x="87" y="49"/>
                      <a:pt x="90" y="46"/>
                    </a:cubicBezTo>
                    <a:cubicBezTo>
                      <a:pt x="92" y="45"/>
                      <a:pt x="92" y="45"/>
                      <a:pt x="92" y="45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7"/>
                      <a:pt x="92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1" y="47"/>
                      <a:pt x="93" y="45"/>
                      <a:pt x="93" y="46"/>
                    </a:cubicBezTo>
                    <a:cubicBezTo>
                      <a:pt x="93" y="47"/>
                      <a:pt x="93" y="47"/>
                      <a:pt x="93" y="47"/>
                    </a:cubicBezTo>
                    <a:cubicBezTo>
                      <a:pt x="92" y="50"/>
                      <a:pt x="93" y="54"/>
                      <a:pt x="96" y="51"/>
                    </a:cubicBezTo>
                    <a:cubicBezTo>
                      <a:pt x="97" y="51"/>
                      <a:pt x="95" y="53"/>
                      <a:pt x="95" y="53"/>
                    </a:cubicBezTo>
                    <a:cubicBezTo>
                      <a:pt x="99" y="51"/>
                      <a:pt x="97" y="56"/>
                      <a:pt x="101" y="53"/>
                    </a:cubicBezTo>
                    <a:cubicBezTo>
                      <a:pt x="103" y="52"/>
                      <a:pt x="107" y="48"/>
                      <a:pt x="107" y="48"/>
                    </a:cubicBezTo>
                    <a:cubicBezTo>
                      <a:pt x="103" y="48"/>
                      <a:pt x="103" y="45"/>
                      <a:pt x="10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1" name="Freeform 96"/>
              <p:cNvSpPr/>
              <p:nvPr>
                <p:custDataLst>
                  <p:tags r:id="rId342"/>
                </p:custDataLst>
              </p:nvPr>
            </p:nvSpPr>
            <p:spPr bwMode="auto">
              <a:xfrm>
                <a:off x="4117" y="223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2" name="Freeform 97"/>
              <p:cNvSpPr/>
              <p:nvPr>
                <p:custDataLst>
                  <p:tags r:id="rId343"/>
                </p:custDataLst>
              </p:nvPr>
            </p:nvSpPr>
            <p:spPr bwMode="auto">
              <a:xfrm>
                <a:off x="4487" y="23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3" name="Freeform 98"/>
              <p:cNvSpPr/>
              <p:nvPr>
                <p:custDataLst>
                  <p:tags r:id="rId344"/>
                </p:custDataLst>
              </p:nvPr>
            </p:nvSpPr>
            <p:spPr bwMode="auto">
              <a:xfrm>
                <a:off x="4387" y="228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4" name="Freeform 99"/>
              <p:cNvSpPr/>
              <p:nvPr>
                <p:custDataLst>
                  <p:tags r:id="rId345"/>
                </p:custDataLst>
              </p:nvPr>
            </p:nvSpPr>
            <p:spPr bwMode="auto">
              <a:xfrm>
                <a:off x="4508" y="193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5" name="Freeform 100"/>
              <p:cNvSpPr/>
              <p:nvPr>
                <p:custDataLst>
                  <p:tags r:id="rId346"/>
                </p:custDataLst>
              </p:nvPr>
            </p:nvSpPr>
            <p:spPr bwMode="auto">
              <a:xfrm>
                <a:off x="4487" y="2285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6" name="Freeform 101"/>
              <p:cNvSpPr/>
              <p:nvPr>
                <p:custDataLst>
                  <p:tags r:id="rId347"/>
                </p:custDataLst>
              </p:nvPr>
            </p:nvSpPr>
            <p:spPr bwMode="auto">
              <a:xfrm>
                <a:off x="4514" y="1929"/>
                <a:ext cx="0" cy="4"/>
              </a:xfrm>
              <a:custGeom>
                <a:avLst/>
                <a:gdLst>
                  <a:gd name="T0" fmla="*/ 1 h 2"/>
                  <a:gd name="T1" fmla="*/ 1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7" name="Freeform 102"/>
              <p:cNvSpPr/>
              <p:nvPr>
                <p:custDataLst>
                  <p:tags r:id="rId348"/>
                </p:custDataLst>
              </p:nvPr>
            </p:nvSpPr>
            <p:spPr bwMode="auto">
              <a:xfrm>
                <a:off x="4506" y="1927"/>
                <a:ext cx="0" cy="4"/>
              </a:xfrm>
              <a:custGeom>
                <a:avLst/>
                <a:gdLst>
                  <a:gd name="T0" fmla="*/ 1 h 2"/>
                  <a:gd name="T1" fmla="*/ 0 h 2"/>
                  <a:gd name="T2" fmla="*/ 1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8" name="Freeform 103"/>
              <p:cNvSpPr/>
              <p:nvPr>
                <p:custDataLst>
                  <p:tags r:id="rId349"/>
                </p:custDataLst>
              </p:nvPr>
            </p:nvSpPr>
            <p:spPr bwMode="auto">
              <a:xfrm>
                <a:off x="4516" y="192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29" name="Freeform 104"/>
              <p:cNvSpPr/>
              <p:nvPr>
                <p:custDataLst>
                  <p:tags r:id="rId350"/>
                </p:custDataLst>
              </p:nvPr>
            </p:nvSpPr>
            <p:spPr bwMode="auto">
              <a:xfrm>
                <a:off x="4495" y="1925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0" name="Freeform 105"/>
              <p:cNvSpPr/>
              <p:nvPr>
                <p:custDataLst>
                  <p:tags r:id="rId351"/>
                </p:custDataLst>
              </p:nvPr>
            </p:nvSpPr>
            <p:spPr bwMode="auto">
              <a:xfrm>
                <a:off x="3201" y="216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1" name="Freeform 106"/>
              <p:cNvSpPr/>
              <p:nvPr>
                <p:custDataLst>
                  <p:tags r:id="rId352"/>
                </p:custDataLst>
              </p:nvPr>
            </p:nvSpPr>
            <p:spPr bwMode="auto">
              <a:xfrm>
                <a:off x="3544" y="1543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2" name="Freeform 107"/>
              <p:cNvSpPr/>
              <p:nvPr>
                <p:custDataLst>
                  <p:tags r:id="rId353"/>
                </p:custDataLst>
              </p:nvPr>
            </p:nvSpPr>
            <p:spPr bwMode="auto">
              <a:xfrm>
                <a:off x="3914" y="1418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3" name="Freeform 108"/>
              <p:cNvSpPr/>
              <p:nvPr>
                <p:custDataLst>
                  <p:tags r:id="rId354"/>
                </p:custDataLst>
              </p:nvPr>
            </p:nvSpPr>
            <p:spPr bwMode="auto">
              <a:xfrm>
                <a:off x="3916" y="1409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2" y="1"/>
                      <a:pt x="0" y="1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4" name="Freeform 109"/>
              <p:cNvSpPr/>
              <p:nvPr>
                <p:custDataLst>
                  <p:tags r:id="rId355"/>
                </p:custDataLst>
              </p:nvPr>
            </p:nvSpPr>
            <p:spPr bwMode="auto">
              <a:xfrm>
                <a:off x="3893" y="1441"/>
                <a:ext cx="4" cy="4"/>
              </a:xfrm>
              <a:custGeom>
                <a:avLst/>
                <a:gdLst>
                  <a:gd name="T0" fmla="*/ 2 w 2"/>
                  <a:gd name="T1" fmla="*/ 1 h 2"/>
                  <a:gd name="T2" fmla="*/ 1 w 2"/>
                  <a:gd name="T3" fmla="*/ 1 h 2"/>
                  <a:gd name="T4" fmla="*/ 2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0"/>
                      <a:pt x="1" y="1"/>
                      <a:pt x="1" y="1"/>
                    </a:cubicBezTo>
                    <a:cubicBezTo>
                      <a:pt x="0" y="2"/>
                      <a:pt x="1" y="1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5" name="Freeform 110"/>
              <p:cNvSpPr/>
              <p:nvPr>
                <p:custDataLst>
                  <p:tags r:id="rId356"/>
                </p:custDataLst>
              </p:nvPr>
            </p:nvSpPr>
            <p:spPr bwMode="auto">
              <a:xfrm>
                <a:off x="3893" y="1437"/>
                <a:ext cx="6" cy="6"/>
              </a:xfrm>
              <a:custGeom>
                <a:avLst/>
                <a:gdLst>
                  <a:gd name="T0" fmla="*/ 0 w 3"/>
                  <a:gd name="T1" fmla="*/ 3 h 3"/>
                  <a:gd name="T2" fmla="*/ 3 w 3"/>
                  <a:gd name="T3" fmla="*/ 0 h 3"/>
                  <a:gd name="T4" fmla="*/ 0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0" y="3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6" name="Freeform 111"/>
              <p:cNvSpPr/>
              <p:nvPr>
                <p:custDataLst>
                  <p:tags r:id="rId357"/>
                </p:custDataLst>
              </p:nvPr>
            </p:nvSpPr>
            <p:spPr bwMode="auto">
              <a:xfrm>
                <a:off x="3909" y="1418"/>
                <a:ext cx="5" cy="0"/>
              </a:xfrm>
              <a:custGeom>
                <a:avLst/>
                <a:gdLst>
                  <a:gd name="T0" fmla="*/ 0 w 2"/>
                  <a:gd name="T1" fmla="*/ 2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7" name="Freeform 112"/>
              <p:cNvSpPr/>
              <p:nvPr>
                <p:custDataLst>
                  <p:tags r:id="rId358"/>
                </p:custDataLst>
              </p:nvPr>
            </p:nvSpPr>
            <p:spPr bwMode="auto">
              <a:xfrm>
                <a:off x="3912" y="1416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8" name="Freeform 113"/>
              <p:cNvSpPr/>
              <p:nvPr>
                <p:custDataLst>
                  <p:tags r:id="rId359"/>
                </p:custDataLst>
              </p:nvPr>
            </p:nvSpPr>
            <p:spPr bwMode="auto">
              <a:xfrm>
                <a:off x="4472" y="1804"/>
                <a:ext cx="233" cy="133"/>
              </a:xfrm>
              <a:custGeom>
                <a:avLst/>
                <a:gdLst>
                  <a:gd name="T0" fmla="*/ 86 w 110"/>
                  <a:gd name="T1" fmla="*/ 5 h 63"/>
                  <a:gd name="T2" fmla="*/ 79 w 110"/>
                  <a:gd name="T3" fmla="*/ 7 h 63"/>
                  <a:gd name="T4" fmla="*/ 58 w 110"/>
                  <a:gd name="T5" fmla="*/ 24 h 63"/>
                  <a:gd name="T6" fmla="*/ 50 w 110"/>
                  <a:gd name="T7" fmla="*/ 26 h 63"/>
                  <a:gd name="T8" fmla="*/ 44 w 110"/>
                  <a:gd name="T9" fmla="*/ 26 h 63"/>
                  <a:gd name="T10" fmla="*/ 34 w 110"/>
                  <a:gd name="T11" fmla="*/ 31 h 63"/>
                  <a:gd name="T12" fmla="*/ 28 w 110"/>
                  <a:gd name="T13" fmla="*/ 33 h 63"/>
                  <a:gd name="T14" fmla="*/ 17 w 110"/>
                  <a:gd name="T15" fmla="*/ 38 h 63"/>
                  <a:gd name="T16" fmla="*/ 13 w 110"/>
                  <a:gd name="T17" fmla="*/ 45 h 63"/>
                  <a:gd name="T18" fmla="*/ 5 w 110"/>
                  <a:gd name="T19" fmla="*/ 47 h 63"/>
                  <a:gd name="T20" fmla="*/ 1 w 110"/>
                  <a:gd name="T21" fmla="*/ 50 h 63"/>
                  <a:gd name="T22" fmla="*/ 3 w 110"/>
                  <a:gd name="T23" fmla="*/ 55 h 63"/>
                  <a:gd name="T24" fmla="*/ 3 w 110"/>
                  <a:gd name="T25" fmla="*/ 56 h 63"/>
                  <a:gd name="T26" fmla="*/ 5 w 110"/>
                  <a:gd name="T27" fmla="*/ 55 h 63"/>
                  <a:gd name="T28" fmla="*/ 9 w 110"/>
                  <a:gd name="T29" fmla="*/ 56 h 63"/>
                  <a:gd name="T30" fmla="*/ 12 w 110"/>
                  <a:gd name="T31" fmla="*/ 58 h 63"/>
                  <a:gd name="T32" fmla="*/ 12 w 110"/>
                  <a:gd name="T33" fmla="*/ 51 h 63"/>
                  <a:gd name="T34" fmla="*/ 15 w 110"/>
                  <a:gd name="T35" fmla="*/ 57 h 63"/>
                  <a:gd name="T36" fmla="*/ 18 w 110"/>
                  <a:gd name="T37" fmla="*/ 61 h 63"/>
                  <a:gd name="T38" fmla="*/ 16 w 110"/>
                  <a:gd name="T39" fmla="*/ 54 h 63"/>
                  <a:gd name="T40" fmla="*/ 19 w 110"/>
                  <a:gd name="T41" fmla="*/ 59 h 63"/>
                  <a:gd name="T42" fmla="*/ 21 w 110"/>
                  <a:gd name="T43" fmla="*/ 60 h 63"/>
                  <a:gd name="T44" fmla="*/ 22 w 110"/>
                  <a:gd name="T45" fmla="*/ 60 h 63"/>
                  <a:gd name="T46" fmla="*/ 23 w 110"/>
                  <a:gd name="T47" fmla="*/ 60 h 63"/>
                  <a:gd name="T48" fmla="*/ 23 w 110"/>
                  <a:gd name="T49" fmla="*/ 55 h 63"/>
                  <a:gd name="T50" fmla="*/ 26 w 110"/>
                  <a:gd name="T51" fmla="*/ 58 h 63"/>
                  <a:gd name="T52" fmla="*/ 26 w 110"/>
                  <a:gd name="T53" fmla="*/ 54 h 63"/>
                  <a:gd name="T54" fmla="*/ 27 w 110"/>
                  <a:gd name="T55" fmla="*/ 54 h 63"/>
                  <a:gd name="T56" fmla="*/ 29 w 110"/>
                  <a:gd name="T57" fmla="*/ 54 h 63"/>
                  <a:gd name="T58" fmla="*/ 34 w 110"/>
                  <a:gd name="T59" fmla="*/ 51 h 63"/>
                  <a:gd name="T60" fmla="*/ 36 w 110"/>
                  <a:gd name="T61" fmla="*/ 51 h 63"/>
                  <a:gd name="T62" fmla="*/ 40 w 110"/>
                  <a:gd name="T63" fmla="*/ 49 h 63"/>
                  <a:gd name="T64" fmla="*/ 44 w 110"/>
                  <a:gd name="T65" fmla="*/ 47 h 63"/>
                  <a:gd name="T66" fmla="*/ 45 w 110"/>
                  <a:gd name="T67" fmla="*/ 45 h 63"/>
                  <a:gd name="T68" fmla="*/ 46 w 110"/>
                  <a:gd name="T69" fmla="*/ 45 h 63"/>
                  <a:gd name="T70" fmla="*/ 46 w 110"/>
                  <a:gd name="T71" fmla="*/ 42 h 63"/>
                  <a:gd name="T72" fmla="*/ 49 w 110"/>
                  <a:gd name="T73" fmla="*/ 42 h 63"/>
                  <a:gd name="T74" fmla="*/ 53 w 110"/>
                  <a:gd name="T75" fmla="*/ 42 h 63"/>
                  <a:gd name="T76" fmla="*/ 55 w 110"/>
                  <a:gd name="T77" fmla="*/ 39 h 63"/>
                  <a:gd name="T78" fmla="*/ 60 w 110"/>
                  <a:gd name="T79" fmla="*/ 39 h 63"/>
                  <a:gd name="T80" fmla="*/ 61 w 110"/>
                  <a:gd name="T81" fmla="*/ 38 h 63"/>
                  <a:gd name="T82" fmla="*/ 62 w 110"/>
                  <a:gd name="T83" fmla="*/ 38 h 63"/>
                  <a:gd name="T84" fmla="*/ 64 w 110"/>
                  <a:gd name="T85" fmla="*/ 40 h 63"/>
                  <a:gd name="T86" fmla="*/ 66 w 110"/>
                  <a:gd name="T87" fmla="*/ 35 h 63"/>
                  <a:gd name="T88" fmla="*/ 68 w 110"/>
                  <a:gd name="T89" fmla="*/ 30 h 63"/>
                  <a:gd name="T90" fmla="*/ 71 w 110"/>
                  <a:gd name="T91" fmla="*/ 31 h 63"/>
                  <a:gd name="T92" fmla="*/ 72 w 110"/>
                  <a:gd name="T93" fmla="*/ 26 h 63"/>
                  <a:gd name="T94" fmla="*/ 76 w 110"/>
                  <a:gd name="T95" fmla="*/ 26 h 63"/>
                  <a:gd name="T96" fmla="*/ 79 w 110"/>
                  <a:gd name="T97" fmla="*/ 24 h 63"/>
                  <a:gd name="T98" fmla="*/ 82 w 110"/>
                  <a:gd name="T99" fmla="*/ 23 h 63"/>
                  <a:gd name="T100" fmla="*/ 88 w 110"/>
                  <a:gd name="T101" fmla="*/ 20 h 63"/>
                  <a:gd name="T102" fmla="*/ 91 w 110"/>
                  <a:gd name="T103" fmla="*/ 16 h 63"/>
                  <a:gd name="T104" fmla="*/ 97 w 110"/>
                  <a:gd name="T105" fmla="*/ 13 h 63"/>
                  <a:gd name="T106" fmla="*/ 105 w 110"/>
                  <a:gd name="T107" fmla="*/ 13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0" h="63">
                    <a:moveTo>
                      <a:pt x="108" y="1"/>
                    </a:moveTo>
                    <a:cubicBezTo>
                      <a:pt x="106" y="4"/>
                      <a:pt x="103" y="2"/>
                      <a:pt x="100" y="0"/>
                    </a:cubicBezTo>
                    <a:cubicBezTo>
                      <a:pt x="99" y="1"/>
                      <a:pt x="98" y="2"/>
                      <a:pt x="97" y="1"/>
                    </a:cubicBezTo>
                    <a:cubicBezTo>
                      <a:pt x="94" y="3"/>
                      <a:pt x="88" y="0"/>
                      <a:pt x="85" y="3"/>
                    </a:cubicBezTo>
                    <a:cubicBezTo>
                      <a:pt x="86" y="4"/>
                      <a:pt x="86" y="5"/>
                      <a:pt x="86" y="5"/>
                    </a:cubicBezTo>
                    <a:cubicBezTo>
                      <a:pt x="86" y="5"/>
                      <a:pt x="86" y="5"/>
                      <a:pt x="86" y="5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7"/>
                      <a:pt x="85" y="5"/>
                      <a:pt x="85" y="5"/>
                    </a:cubicBezTo>
                    <a:cubicBezTo>
                      <a:pt x="84" y="5"/>
                      <a:pt x="83" y="6"/>
                      <a:pt x="82" y="6"/>
                    </a:cubicBezTo>
                    <a:cubicBezTo>
                      <a:pt x="82" y="8"/>
                      <a:pt x="81" y="7"/>
                      <a:pt x="82" y="9"/>
                    </a:cubicBezTo>
                    <a:cubicBezTo>
                      <a:pt x="81" y="8"/>
                      <a:pt x="81" y="8"/>
                      <a:pt x="81" y="8"/>
                    </a:cubicBezTo>
                    <a:cubicBezTo>
                      <a:pt x="81" y="10"/>
                      <a:pt x="81" y="10"/>
                      <a:pt x="79" y="7"/>
                    </a:cubicBezTo>
                    <a:cubicBezTo>
                      <a:pt x="75" y="7"/>
                      <a:pt x="72" y="10"/>
                      <a:pt x="68" y="11"/>
                    </a:cubicBezTo>
                    <a:cubicBezTo>
                      <a:pt x="65" y="13"/>
                      <a:pt x="63" y="16"/>
                      <a:pt x="60" y="19"/>
                    </a:cubicBezTo>
                    <a:cubicBezTo>
                      <a:pt x="60" y="22"/>
                      <a:pt x="59" y="21"/>
                      <a:pt x="60" y="24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9" y="24"/>
                      <a:pt x="59" y="23"/>
                      <a:pt x="57" y="22"/>
                    </a:cubicBezTo>
                    <a:cubicBezTo>
                      <a:pt x="58" y="23"/>
                      <a:pt x="57" y="22"/>
                      <a:pt x="58" y="24"/>
                    </a:cubicBezTo>
                    <a:cubicBezTo>
                      <a:pt x="59" y="26"/>
                      <a:pt x="57" y="22"/>
                      <a:pt x="57" y="23"/>
                    </a:cubicBezTo>
                    <a:cubicBezTo>
                      <a:pt x="56" y="22"/>
                      <a:pt x="57" y="24"/>
                      <a:pt x="57" y="23"/>
                    </a:cubicBezTo>
                    <a:cubicBezTo>
                      <a:pt x="57" y="26"/>
                      <a:pt x="56" y="22"/>
                      <a:pt x="55" y="21"/>
                    </a:cubicBezTo>
                    <a:cubicBezTo>
                      <a:pt x="53" y="22"/>
                      <a:pt x="53" y="25"/>
                      <a:pt x="51" y="25"/>
                    </a:cubicBezTo>
                    <a:cubicBezTo>
                      <a:pt x="51" y="24"/>
                      <a:pt x="51" y="26"/>
                      <a:pt x="51" y="26"/>
                    </a:cubicBezTo>
                    <a:cubicBezTo>
                      <a:pt x="50" y="23"/>
                      <a:pt x="51" y="27"/>
                      <a:pt x="50" y="26"/>
                    </a:cubicBezTo>
                    <a:cubicBezTo>
                      <a:pt x="50" y="25"/>
                      <a:pt x="50" y="25"/>
                      <a:pt x="50" y="25"/>
                    </a:cubicBezTo>
                    <a:cubicBezTo>
                      <a:pt x="49" y="24"/>
                      <a:pt x="49" y="26"/>
                      <a:pt x="48" y="25"/>
                    </a:cubicBezTo>
                    <a:cubicBezTo>
                      <a:pt x="48" y="26"/>
                      <a:pt x="46" y="24"/>
                      <a:pt x="46" y="26"/>
                    </a:cubicBezTo>
                    <a:cubicBezTo>
                      <a:pt x="46" y="24"/>
                      <a:pt x="46" y="25"/>
                      <a:pt x="45" y="24"/>
                    </a:cubicBezTo>
                    <a:cubicBezTo>
                      <a:pt x="46" y="28"/>
                      <a:pt x="44" y="24"/>
                      <a:pt x="44" y="26"/>
                    </a:cubicBezTo>
                    <a:cubicBezTo>
                      <a:pt x="44" y="26"/>
                      <a:pt x="44" y="26"/>
                      <a:pt x="44" y="26"/>
                    </a:cubicBezTo>
                    <a:cubicBezTo>
                      <a:pt x="42" y="26"/>
                      <a:pt x="40" y="26"/>
                      <a:pt x="39" y="29"/>
                    </a:cubicBezTo>
                    <a:cubicBezTo>
                      <a:pt x="39" y="29"/>
                      <a:pt x="36" y="27"/>
                      <a:pt x="36" y="29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6" y="30"/>
                      <a:pt x="36" y="29"/>
                      <a:pt x="36" y="29"/>
                    </a:cubicBezTo>
                    <a:cubicBezTo>
                      <a:pt x="36" y="30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1"/>
                    </a:cubicBezTo>
                    <a:cubicBezTo>
                      <a:pt x="32" y="29"/>
                      <a:pt x="33" y="33"/>
                      <a:pt x="31" y="31"/>
                    </a:cubicBezTo>
                    <a:cubicBezTo>
                      <a:pt x="32" y="34"/>
                      <a:pt x="32" y="33"/>
                      <a:pt x="32" y="34"/>
                    </a:cubicBezTo>
                    <a:cubicBezTo>
                      <a:pt x="32" y="33"/>
                      <a:pt x="31" y="33"/>
                      <a:pt x="31" y="32"/>
                    </a:cubicBezTo>
                    <a:cubicBezTo>
                      <a:pt x="31" y="32"/>
                      <a:pt x="30" y="33"/>
                      <a:pt x="30" y="32"/>
                    </a:cubicBezTo>
                    <a:cubicBezTo>
                      <a:pt x="29" y="32"/>
                      <a:pt x="30" y="34"/>
                      <a:pt x="29" y="34"/>
                    </a:cubicBezTo>
                    <a:cubicBezTo>
                      <a:pt x="28" y="32"/>
                      <a:pt x="28" y="34"/>
                      <a:pt x="28" y="33"/>
                    </a:cubicBezTo>
                    <a:cubicBezTo>
                      <a:pt x="28" y="35"/>
                      <a:pt x="28" y="37"/>
                      <a:pt x="28" y="36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6" y="35"/>
                      <a:pt x="24" y="32"/>
                      <a:pt x="23" y="36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2" y="37"/>
                      <a:pt x="20" y="36"/>
                      <a:pt x="19" y="39"/>
                    </a:cubicBezTo>
                    <a:cubicBezTo>
                      <a:pt x="18" y="38"/>
                      <a:pt x="18" y="38"/>
                      <a:pt x="17" y="38"/>
                    </a:cubicBezTo>
                    <a:cubicBezTo>
                      <a:pt x="17" y="40"/>
                      <a:pt x="17" y="40"/>
                      <a:pt x="17" y="42"/>
                    </a:cubicBezTo>
                    <a:cubicBezTo>
                      <a:pt x="17" y="42"/>
                      <a:pt x="16" y="41"/>
                      <a:pt x="16" y="40"/>
                    </a:cubicBezTo>
                    <a:cubicBezTo>
                      <a:pt x="15" y="40"/>
                      <a:pt x="14" y="38"/>
                      <a:pt x="14" y="41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41"/>
                      <a:pt x="13" y="43"/>
                      <a:pt x="12" y="42"/>
                    </a:cubicBezTo>
                    <a:cubicBezTo>
                      <a:pt x="13" y="43"/>
                      <a:pt x="12" y="44"/>
                      <a:pt x="13" y="45"/>
                    </a:cubicBezTo>
                    <a:cubicBezTo>
                      <a:pt x="13" y="45"/>
                      <a:pt x="12" y="43"/>
                      <a:pt x="12" y="44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0" y="43"/>
                      <a:pt x="9" y="44"/>
                      <a:pt x="8" y="46"/>
                    </a:cubicBezTo>
                    <a:cubicBezTo>
                      <a:pt x="7" y="44"/>
                      <a:pt x="7" y="46"/>
                      <a:pt x="6" y="45"/>
                    </a:cubicBezTo>
                    <a:cubicBezTo>
                      <a:pt x="6" y="47"/>
                      <a:pt x="4" y="46"/>
                      <a:pt x="6" y="48"/>
                    </a:cubicBezTo>
                    <a:cubicBezTo>
                      <a:pt x="5" y="47"/>
                      <a:pt x="5" y="47"/>
                      <a:pt x="5" y="47"/>
                    </a:cubicBezTo>
                    <a:cubicBezTo>
                      <a:pt x="4" y="47"/>
                      <a:pt x="4" y="48"/>
                      <a:pt x="2" y="48"/>
                    </a:cubicBezTo>
                    <a:cubicBezTo>
                      <a:pt x="2" y="48"/>
                      <a:pt x="3" y="50"/>
                      <a:pt x="3" y="51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51"/>
                      <a:pt x="4" y="52"/>
                      <a:pt x="5" y="53"/>
                    </a:cubicBezTo>
                    <a:cubicBezTo>
                      <a:pt x="4" y="53"/>
                      <a:pt x="4" y="54"/>
                      <a:pt x="4" y="53"/>
                    </a:cubicBezTo>
                    <a:cubicBezTo>
                      <a:pt x="3" y="52"/>
                      <a:pt x="2" y="51"/>
                      <a:pt x="1" y="50"/>
                    </a:cubicBezTo>
                    <a:cubicBezTo>
                      <a:pt x="0" y="50"/>
                      <a:pt x="2" y="53"/>
                      <a:pt x="1" y="51"/>
                    </a:cubicBezTo>
                    <a:cubicBezTo>
                      <a:pt x="0" y="51"/>
                      <a:pt x="0" y="52"/>
                      <a:pt x="1" y="53"/>
                    </a:cubicBezTo>
                    <a:cubicBezTo>
                      <a:pt x="1" y="53"/>
                      <a:pt x="0" y="53"/>
                      <a:pt x="0" y="52"/>
                    </a:cubicBezTo>
                    <a:cubicBezTo>
                      <a:pt x="0" y="52"/>
                      <a:pt x="0" y="53"/>
                      <a:pt x="0" y="5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1" y="54"/>
                      <a:pt x="1" y="54"/>
                      <a:pt x="3" y="55"/>
                    </a:cubicBezTo>
                    <a:cubicBezTo>
                      <a:pt x="3" y="55"/>
                      <a:pt x="2" y="55"/>
                      <a:pt x="3" y="55"/>
                    </a:cubicBezTo>
                    <a:cubicBezTo>
                      <a:pt x="4" y="56"/>
                      <a:pt x="4" y="56"/>
                      <a:pt x="3" y="56"/>
                    </a:cubicBezTo>
                    <a:cubicBezTo>
                      <a:pt x="1" y="55"/>
                      <a:pt x="1" y="54"/>
                      <a:pt x="0" y="54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2" y="56"/>
                      <a:pt x="3" y="56"/>
                      <a:pt x="4" y="57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4" y="57"/>
                      <a:pt x="4" y="57"/>
                      <a:pt x="4" y="57"/>
                    </a:cubicBezTo>
                    <a:cubicBezTo>
                      <a:pt x="4" y="56"/>
                      <a:pt x="6" y="57"/>
                      <a:pt x="5" y="56"/>
                    </a:cubicBezTo>
                    <a:cubicBezTo>
                      <a:pt x="4" y="55"/>
                      <a:pt x="4" y="55"/>
                      <a:pt x="4" y="55"/>
                    </a:cubicBezTo>
                    <a:cubicBezTo>
                      <a:pt x="4" y="55"/>
                      <a:pt x="3" y="53"/>
                      <a:pt x="4" y="54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6" y="56"/>
                      <a:pt x="5" y="55"/>
                      <a:pt x="5" y="55"/>
                    </a:cubicBezTo>
                    <a:cubicBezTo>
                      <a:pt x="7" y="57"/>
                      <a:pt x="7" y="57"/>
                      <a:pt x="7" y="57"/>
                    </a:cubicBezTo>
                    <a:cubicBezTo>
                      <a:pt x="5" y="55"/>
                      <a:pt x="7" y="56"/>
                      <a:pt x="7" y="55"/>
                    </a:cubicBezTo>
                    <a:cubicBezTo>
                      <a:pt x="7" y="56"/>
                      <a:pt x="7" y="56"/>
                      <a:pt x="7" y="56"/>
                    </a:cubicBezTo>
                    <a:cubicBezTo>
                      <a:pt x="8" y="56"/>
                      <a:pt x="6" y="55"/>
                      <a:pt x="6" y="54"/>
                    </a:cubicBezTo>
                    <a:cubicBezTo>
                      <a:pt x="6" y="55"/>
                      <a:pt x="8" y="56"/>
                      <a:pt x="9" y="57"/>
                    </a:cubicBezTo>
                    <a:cubicBezTo>
                      <a:pt x="9" y="57"/>
                      <a:pt x="8" y="55"/>
                      <a:pt x="9" y="56"/>
                    </a:cubicBezTo>
                    <a:cubicBezTo>
                      <a:pt x="9" y="56"/>
                      <a:pt x="9" y="55"/>
                      <a:pt x="9" y="53"/>
                    </a:cubicBezTo>
                    <a:cubicBezTo>
                      <a:pt x="9" y="53"/>
                      <a:pt x="10" y="56"/>
                      <a:pt x="10" y="55"/>
                    </a:cubicBezTo>
                    <a:cubicBezTo>
                      <a:pt x="11" y="56"/>
                      <a:pt x="12" y="58"/>
                      <a:pt x="12" y="59"/>
                    </a:cubicBezTo>
                    <a:cubicBezTo>
                      <a:pt x="13" y="59"/>
                      <a:pt x="14" y="60"/>
                      <a:pt x="13" y="60"/>
                    </a:cubicBezTo>
                    <a:cubicBezTo>
                      <a:pt x="13" y="60"/>
                      <a:pt x="14" y="61"/>
                      <a:pt x="14" y="61"/>
                    </a:cubicBezTo>
                    <a:cubicBezTo>
                      <a:pt x="14" y="60"/>
                      <a:pt x="12" y="58"/>
                      <a:pt x="12" y="58"/>
                    </a:cubicBezTo>
                    <a:cubicBezTo>
                      <a:pt x="11" y="56"/>
                      <a:pt x="12" y="57"/>
                      <a:pt x="11" y="55"/>
                    </a:cubicBezTo>
                    <a:cubicBezTo>
                      <a:pt x="11" y="55"/>
                      <a:pt x="12" y="55"/>
                      <a:pt x="12" y="55"/>
                    </a:cubicBezTo>
                    <a:cubicBezTo>
                      <a:pt x="12" y="55"/>
                      <a:pt x="13" y="56"/>
                      <a:pt x="14" y="57"/>
                    </a:cubicBezTo>
                    <a:cubicBezTo>
                      <a:pt x="13" y="56"/>
                      <a:pt x="13" y="55"/>
                      <a:pt x="14" y="55"/>
                    </a:cubicBezTo>
                    <a:cubicBezTo>
                      <a:pt x="13" y="53"/>
                      <a:pt x="13" y="53"/>
                      <a:pt x="12" y="52"/>
                    </a:cubicBezTo>
                    <a:cubicBezTo>
                      <a:pt x="12" y="51"/>
                      <a:pt x="12" y="51"/>
                      <a:pt x="12" y="51"/>
                    </a:cubicBezTo>
                    <a:cubicBezTo>
                      <a:pt x="13" y="52"/>
                      <a:pt x="14" y="55"/>
                      <a:pt x="14" y="55"/>
                    </a:cubicBezTo>
                    <a:cubicBezTo>
                      <a:pt x="15" y="57"/>
                      <a:pt x="14" y="55"/>
                      <a:pt x="15" y="57"/>
                    </a:cubicBezTo>
                    <a:cubicBezTo>
                      <a:pt x="16" y="59"/>
                      <a:pt x="15" y="60"/>
                      <a:pt x="14" y="58"/>
                    </a:cubicBezTo>
                    <a:cubicBezTo>
                      <a:pt x="15" y="61"/>
                      <a:pt x="15" y="59"/>
                      <a:pt x="16" y="61"/>
                    </a:cubicBezTo>
                    <a:cubicBezTo>
                      <a:pt x="16" y="61"/>
                      <a:pt x="15" y="59"/>
                      <a:pt x="16" y="59"/>
                    </a:cubicBezTo>
                    <a:cubicBezTo>
                      <a:pt x="15" y="58"/>
                      <a:pt x="15" y="58"/>
                      <a:pt x="15" y="57"/>
                    </a:cubicBezTo>
                    <a:cubicBezTo>
                      <a:pt x="14" y="54"/>
                      <a:pt x="16" y="58"/>
                      <a:pt x="16" y="58"/>
                    </a:cubicBezTo>
                    <a:cubicBezTo>
                      <a:pt x="16" y="59"/>
                      <a:pt x="16" y="59"/>
                      <a:pt x="16" y="59"/>
                    </a:cubicBezTo>
                    <a:cubicBezTo>
                      <a:pt x="17" y="60"/>
                      <a:pt x="16" y="58"/>
                      <a:pt x="17" y="58"/>
                    </a:cubicBezTo>
                    <a:cubicBezTo>
                      <a:pt x="18" y="61"/>
                      <a:pt x="16" y="58"/>
                      <a:pt x="17" y="60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9" y="63"/>
                      <a:pt x="17" y="60"/>
                      <a:pt x="18" y="61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8" y="60"/>
                      <a:pt x="17" y="58"/>
                      <a:pt x="17" y="58"/>
                    </a:cubicBezTo>
                    <a:cubicBezTo>
                      <a:pt x="16" y="55"/>
                      <a:pt x="17" y="58"/>
                      <a:pt x="17" y="57"/>
                    </a:cubicBezTo>
                    <a:cubicBezTo>
                      <a:pt x="16" y="55"/>
                      <a:pt x="17" y="57"/>
                      <a:pt x="16" y="56"/>
                    </a:cubicBezTo>
                    <a:cubicBezTo>
                      <a:pt x="16" y="54"/>
                      <a:pt x="16" y="54"/>
                      <a:pt x="16" y="54"/>
                    </a:cubicBezTo>
                    <a:cubicBezTo>
                      <a:pt x="16" y="54"/>
                      <a:pt x="17" y="55"/>
                      <a:pt x="17" y="57"/>
                    </a:cubicBezTo>
                    <a:cubicBezTo>
                      <a:pt x="17" y="57"/>
                      <a:pt x="17" y="57"/>
                      <a:pt x="17" y="56"/>
                    </a:cubicBezTo>
                    <a:cubicBezTo>
                      <a:pt x="17" y="58"/>
                      <a:pt x="18" y="60"/>
                      <a:pt x="19" y="61"/>
                    </a:cubicBezTo>
                    <a:cubicBezTo>
                      <a:pt x="19" y="62"/>
                      <a:pt x="18" y="60"/>
                      <a:pt x="18" y="59"/>
                    </a:cubicBezTo>
                    <a:cubicBezTo>
                      <a:pt x="18" y="59"/>
                      <a:pt x="18" y="57"/>
                      <a:pt x="18" y="57"/>
                    </a:cubicBezTo>
                    <a:cubicBezTo>
                      <a:pt x="16" y="52"/>
                      <a:pt x="19" y="60"/>
                      <a:pt x="19" y="59"/>
                    </a:cubicBezTo>
                    <a:cubicBezTo>
                      <a:pt x="18" y="56"/>
                      <a:pt x="18" y="55"/>
                      <a:pt x="17" y="52"/>
                    </a:cubicBezTo>
                    <a:cubicBezTo>
                      <a:pt x="17" y="51"/>
                      <a:pt x="17" y="50"/>
                      <a:pt x="17" y="51"/>
                    </a:cubicBezTo>
                    <a:cubicBezTo>
                      <a:pt x="18" y="53"/>
                      <a:pt x="18" y="52"/>
                      <a:pt x="18" y="54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19" y="56"/>
                      <a:pt x="19" y="56"/>
                      <a:pt x="19" y="56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59"/>
                      <a:pt x="20" y="58"/>
                      <a:pt x="20" y="57"/>
                    </a:cubicBezTo>
                    <a:cubicBezTo>
                      <a:pt x="20" y="58"/>
                      <a:pt x="21" y="59"/>
                      <a:pt x="21" y="59"/>
                    </a:cubicBezTo>
                    <a:cubicBezTo>
                      <a:pt x="20" y="59"/>
                      <a:pt x="20" y="56"/>
                      <a:pt x="20" y="56"/>
                    </a:cubicBezTo>
                    <a:cubicBezTo>
                      <a:pt x="20" y="56"/>
                      <a:pt x="21" y="58"/>
                      <a:pt x="21" y="58"/>
                    </a:cubicBezTo>
                    <a:cubicBezTo>
                      <a:pt x="22" y="60"/>
                      <a:pt x="22" y="60"/>
                      <a:pt x="22" y="60"/>
                    </a:cubicBezTo>
                    <a:cubicBezTo>
                      <a:pt x="21" y="58"/>
                      <a:pt x="22" y="61"/>
                      <a:pt x="22" y="60"/>
                    </a:cubicBezTo>
                    <a:cubicBezTo>
                      <a:pt x="22" y="59"/>
                      <a:pt x="21" y="57"/>
                      <a:pt x="21" y="56"/>
                    </a:cubicBezTo>
                    <a:cubicBezTo>
                      <a:pt x="21" y="55"/>
                      <a:pt x="22" y="56"/>
                      <a:pt x="22" y="56"/>
                    </a:cubicBezTo>
                    <a:cubicBezTo>
                      <a:pt x="22" y="57"/>
                      <a:pt x="22" y="57"/>
                      <a:pt x="22" y="57"/>
                    </a:cubicBezTo>
                    <a:cubicBezTo>
                      <a:pt x="22" y="57"/>
                      <a:pt x="23" y="61"/>
                      <a:pt x="23" y="60"/>
                    </a:cubicBezTo>
                    <a:cubicBezTo>
                      <a:pt x="22" y="58"/>
                      <a:pt x="22" y="58"/>
                      <a:pt x="22" y="58"/>
                    </a:cubicBezTo>
                    <a:cubicBezTo>
                      <a:pt x="23" y="58"/>
                      <a:pt x="23" y="59"/>
                      <a:pt x="23" y="60"/>
                    </a:cubicBezTo>
                    <a:cubicBezTo>
                      <a:pt x="23" y="58"/>
                      <a:pt x="23" y="59"/>
                      <a:pt x="23" y="58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8"/>
                      <a:pt x="23" y="56"/>
                      <a:pt x="24" y="58"/>
                    </a:cubicBezTo>
                    <a:cubicBezTo>
                      <a:pt x="23" y="56"/>
                      <a:pt x="23" y="58"/>
                      <a:pt x="23" y="57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3" y="58"/>
                      <a:pt x="23" y="55"/>
                      <a:pt x="23" y="55"/>
                    </a:cubicBezTo>
                    <a:cubicBezTo>
                      <a:pt x="24" y="56"/>
                      <a:pt x="24" y="56"/>
                      <a:pt x="24" y="57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25" y="59"/>
                      <a:pt x="24" y="54"/>
                      <a:pt x="24" y="55"/>
                    </a:cubicBezTo>
                    <a:cubicBezTo>
                      <a:pt x="25" y="56"/>
                      <a:pt x="25" y="58"/>
                      <a:pt x="25" y="58"/>
                    </a:cubicBezTo>
                    <a:cubicBezTo>
                      <a:pt x="24" y="56"/>
                      <a:pt x="25" y="55"/>
                      <a:pt x="24" y="53"/>
                    </a:cubicBezTo>
                    <a:cubicBezTo>
                      <a:pt x="25" y="54"/>
                      <a:pt x="25" y="56"/>
                      <a:pt x="26" y="58"/>
                    </a:cubicBezTo>
                    <a:cubicBezTo>
                      <a:pt x="25" y="56"/>
                      <a:pt x="26" y="59"/>
                      <a:pt x="26" y="57"/>
                    </a:cubicBezTo>
                    <a:cubicBezTo>
                      <a:pt x="25" y="56"/>
                      <a:pt x="25" y="55"/>
                      <a:pt x="25" y="54"/>
                    </a:cubicBezTo>
                    <a:cubicBezTo>
                      <a:pt x="26" y="54"/>
                      <a:pt x="25" y="55"/>
                      <a:pt x="26" y="56"/>
                    </a:cubicBezTo>
                    <a:cubicBezTo>
                      <a:pt x="26" y="56"/>
                      <a:pt x="26" y="54"/>
                      <a:pt x="25" y="53"/>
                    </a:cubicBezTo>
                    <a:cubicBezTo>
                      <a:pt x="26" y="53"/>
                      <a:pt x="25" y="51"/>
                      <a:pt x="26" y="52"/>
                    </a:cubicBezTo>
                    <a:cubicBezTo>
                      <a:pt x="26" y="54"/>
                      <a:pt x="26" y="53"/>
                      <a:pt x="26" y="54"/>
                    </a:cubicBezTo>
                    <a:cubicBezTo>
                      <a:pt x="27" y="54"/>
                      <a:pt x="25" y="50"/>
                      <a:pt x="26" y="50"/>
                    </a:cubicBezTo>
                    <a:cubicBezTo>
                      <a:pt x="25" y="49"/>
                      <a:pt x="25" y="46"/>
                      <a:pt x="25" y="45"/>
                    </a:cubicBezTo>
                    <a:cubicBezTo>
                      <a:pt x="25" y="45"/>
                      <a:pt x="25" y="46"/>
                      <a:pt x="25" y="48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7" y="50"/>
                      <a:pt x="26" y="52"/>
                      <a:pt x="27" y="55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7"/>
                      <a:pt x="28" y="57"/>
                      <a:pt x="28" y="57"/>
                    </a:cubicBezTo>
                    <a:cubicBezTo>
                      <a:pt x="27" y="55"/>
                      <a:pt x="28" y="56"/>
                      <a:pt x="28" y="55"/>
                    </a:cubicBezTo>
                    <a:cubicBezTo>
                      <a:pt x="28" y="54"/>
                      <a:pt x="28" y="56"/>
                      <a:pt x="28" y="55"/>
                    </a:cubicBezTo>
                    <a:cubicBezTo>
                      <a:pt x="28" y="54"/>
                      <a:pt x="27" y="51"/>
                      <a:pt x="28" y="52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6"/>
                      <a:pt x="28" y="53"/>
                      <a:pt x="29" y="54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30" y="55"/>
                      <a:pt x="32" y="55"/>
                      <a:pt x="31" y="51"/>
                    </a:cubicBezTo>
                    <a:cubicBezTo>
                      <a:pt x="32" y="52"/>
                      <a:pt x="32" y="52"/>
                      <a:pt x="33" y="53"/>
                    </a:cubicBezTo>
                    <a:cubicBezTo>
                      <a:pt x="33" y="53"/>
                      <a:pt x="33" y="51"/>
                      <a:pt x="33" y="51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4"/>
                      <a:pt x="34" y="52"/>
                      <a:pt x="34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4"/>
                      <a:pt x="35" y="51"/>
                      <a:pt x="35" y="51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0"/>
                      <a:pt x="35" y="50"/>
                      <a:pt x="36" y="52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7" y="52"/>
                      <a:pt x="38" y="51"/>
                    </a:cubicBezTo>
                    <a:cubicBezTo>
                      <a:pt x="37" y="51"/>
                      <a:pt x="37" y="50"/>
                      <a:pt x="37" y="49"/>
                    </a:cubicBezTo>
                    <a:cubicBezTo>
                      <a:pt x="36" y="46"/>
                      <a:pt x="37" y="49"/>
                      <a:pt x="37" y="47"/>
                    </a:cubicBezTo>
                    <a:cubicBezTo>
                      <a:pt x="37" y="48"/>
                      <a:pt x="38" y="49"/>
                      <a:pt x="38" y="50"/>
                    </a:cubicBezTo>
                    <a:cubicBezTo>
                      <a:pt x="39" y="52"/>
                      <a:pt x="39" y="50"/>
                      <a:pt x="40" y="50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2" y="51"/>
                      <a:pt x="41" y="48"/>
                      <a:pt x="42" y="49"/>
                    </a:cubicBezTo>
                    <a:cubicBezTo>
                      <a:pt x="42" y="48"/>
                      <a:pt x="41" y="45"/>
                      <a:pt x="41" y="45"/>
                    </a:cubicBezTo>
                    <a:cubicBezTo>
                      <a:pt x="41" y="43"/>
                      <a:pt x="42" y="47"/>
                      <a:pt x="43" y="48"/>
                    </a:cubicBezTo>
                    <a:cubicBezTo>
                      <a:pt x="43" y="48"/>
                      <a:pt x="43" y="47"/>
                      <a:pt x="43" y="47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3" y="47"/>
                      <a:pt x="43" y="46"/>
                      <a:pt x="44" y="47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7"/>
                      <a:pt x="45" y="48"/>
                      <a:pt x="45" y="48"/>
                    </a:cubicBezTo>
                    <a:cubicBezTo>
                      <a:pt x="44" y="46"/>
                      <a:pt x="45" y="47"/>
                      <a:pt x="45" y="45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46" y="48"/>
                      <a:pt x="45" y="45"/>
                      <a:pt x="45" y="45"/>
                    </a:cubicBezTo>
                    <a:cubicBezTo>
                      <a:pt x="45" y="43"/>
                      <a:pt x="46" y="45"/>
                      <a:pt x="46" y="45"/>
                    </a:cubicBezTo>
                    <a:cubicBezTo>
                      <a:pt x="46" y="46"/>
                      <a:pt x="46" y="45"/>
                      <a:pt x="46" y="45"/>
                    </a:cubicBezTo>
                    <a:cubicBezTo>
                      <a:pt x="46" y="47"/>
                      <a:pt x="46" y="46"/>
                      <a:pt x="46" y="47"/>
                    </a:cubicBezTo>
                    <a:cubicBezTo>
                      <a:pt x="46" y="47"/>
                      <a:pt x="46" y="45"/>
                      <a:pt x="46" y="45"/>
                    </a:cubicBezTo>
                    <a:cubicBezTo>
                      <a:pt x="46" y="45"/>
                      <a:pt x="47" y="45"/>
                      <a:pt x="47" y="46"/>
                    </a:cubicBezTo>
                    <a:cubicBezTo>
                      <a:pt x="47" y="45"/>
                      <a:pt x="47" y="45"/>
                      <a:pt x="47" y="45"/>
                    </a:cubicBezTo>
                    <a:cubicBezTo>
                      <a:pt x="47" y="44"/>
                      <a:pt x="46" y="44"/>
                      <a:pt x="46" y="43"/>
                    </a:cubicBezTo>
                    <a:cubicBezTo>
                      <a:pt x="46" y="43"/>
                      <a:pt x="46" y="42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3"/>
                      <a:pt x="46" y="42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3"/>
                      <a:pt x="47" y="43"/>
                      <a:pt x="47" y="42"/>
                    </a:cubicBezTo>
                    <a:cubicBezTo>
                      <a:pt x="48" y="44"/>
                      <a:pt x="49" y="46"/>
                      <a:pt x="49" y="46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9" y="44"/>
                      <a:pt x="49" y="44"/>
                      <a:pt x="50" y="45"/>
                    </a:cubicBezTo>
                    <a:cubicBezTo>
                      <a:pt x="51" y="46"/>
                      <a:pt x="48" y="40"/>
                      <a:pt x="49" y="42"/>
                    </a:cubicBezTo>
                    <a:cubicBezTo>
                      <a:pt x="50" y="44"/>
                      <a:pt x="50" y="44"/>
                      <a:pt x="51" y="44"/>
                    </a:cubicBezTo>
                    <a:cubicBezTo>
                      <a:pt x="50" y="43"/>
                      <a:pt x="50" y="43"/>
                      <a:pt x="50" y="43"/>
                    </a:cubicBezTo>
                    <a:cubicBezTo>
                      <a:pt x="50" y="42"/>
                      <a:pt x="51" y="45"/>
                      <a:pt x="50" y="43"/>
                    </a:cubicBezTo>
                    <a:cubicBezTo>
                      <a:pt x="50" y="42"/>
                      <a:pt x="50" y="42"/>
                      <a:pt x="50" y="42"/>
                    </a:cubicBezTo>
                    <a:cubicBezTo>
                      <a:pt x="52" y="46"/>
                      <a:pt x="52" y="42"/>
                      <a:pt x="54" y="44"/>
                    </a:cubicBezTo>
                    <a:cubicBezTo>
                      <a:pt x="52" y="42"/>
                      <a:pt x="54" y="43"/>
                      <a:pt x="53" y="42"/>
                    </a:cubicBezTo>
                    <a:cubicBezTo>
                      <a:pt x="54" y="45"/>
                      <a:pt x="54" y="42"/>
                      <a:pt x="54" y="43"/>
                    </a:cubicBezTo>
                    <a:cubicBezTo>
                      <a:pt x="53" y="41"/>
                      <a:pt x="53" y="41"/>
                      <a:pt x="53" y="41"/>
                    </a:cubicBezTo>
                    <a:cubicBezTo>
                      <a:pt x="54" y="42"/>
                      <a:pt x="53" y="37"/>
                      <a:pt x="54" y="40"/>
                    </a:cubicBezTo>
                    <a:cubicBezTo>
                      <a:pt x="55" y="40"/>
                      <a:pt x="55" y="41"/>
                      <a:pt x="55" y="42"/>
                    </a:cubicBezTo>
                    <a:cubicBezTo>
                      <a:pt x="56" y="44"/>
                      <a:pt x="55" y="39"/>
                      <a:pt x="56" y="42"/>
                    </a:cubicBezTo>
                    <a:cubicBezTo>
                      <a:pt x="56" y="41"/>
                      <a:pt x="55" y="40"/>
                      <a:pt x="55" y="39"/>
                    </a:cubicBezTo>
                    <a:cubicBezTo>
                      <a:pt x="56" y="40"/>
                      <a:pt x="57" y="41"/>
                      <a:pt x="57" y="41"/>
                    </a:cubicBezTo>
                    <a:cubicBezTo>
                      <a:pt x="57" y="41"/>
                      <a:pt x="57" y="40"/>
                      <a:pt x="57" y="40"/>
                    </a:cubicBezTo>
                    <a:cubicBezTo>
                      <a:pt x="57" y="41"/>
                      <a:pt x="57" y="41"/>
                      <a:pt x="57" y="42"/>
                    </a:cubicBezTo>
                    <a:cubicBezTo>
                      <a:pt x="58" y="42"/>
                      <a:pt x="58" y="41"/>
                      <a:pt x="58" y="40"/>
                    </a:cubicBezTo>
                    <a:cubicBezTo>
                      <a:pt x="59" y="41"/>
                      <a:pt x="59" y="40"/>
                      <a:pt x="60" y="41"/>
                    </a:cubicBezTo>
                    <a:cubicBezTo>
                      <a:pt x="59" y="39"/>
                      <a:pt x="61" y="42"/>
                      <a:pt x="60" y="39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9"/>
                      <a:pt x="59" y="37"/>
                      <a:pt x="59" y="37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1" y="41"/>
                      <a:pt x="61" y="39"/>
                      <a:pt x="61" y="40"/>
                    </a:cubicBezTo>
                    <a:cubicBezTo>
                      <a:pt x="60" y="38"/>
                      <a:pt x="62" y="40"/>
                      <a:pt x="61" y="38"/>
                    </a:cubicBezTo>
                    <a:cubicBezTo>
                      <a:pt x="61" y="38"/>
                      <a:pt x="61" y="38"/>
                      <a:pt x="61" y="38"/>
                    </a:cubicBezTo>
                    <a:cubicBezTo>
                      <a:pt x="61" y="37"/>
                      <a:pt x="60" y="37"/>
                      <a:pt x="61" y="36"/>
                    </a:cubicBezTo>
                    <a:cubicBezTo>
                      <a:pt x="61" y="36"/>
                      <a:pt x="62" y="38"/>
                      <a:pt x="62" y="38"/>
                    </a:cubicBezTo>
                    <a:cubicBezTo>
                      <a:pt x="62" y="39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7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2" y="38"/>
                      <a:pt x="62" y="38"/>
                    </a:cubicBezTo>
                    <a:cubicBezTo>
                      <a:pt x="62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3" y="38"/>
                      <a:pt x="63" y="38"/>
                      <a:pt x="63" y="38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64" y="40"/>
                      <a:pt x="64" y="38"/>
                      <a:pt x="63" y="37"/>
                    </a:cubicBezTo>
                    <a:cubicBezTo>
                      <a:pt x="64" y="38"/>
                      <a:pt x="65" y="36"/>
                      <a:pt x="65" y="36"/>
                    </a:cubicBezTo>
                    <a:cubicBezTo>
                      <a:pt x="65" y="36"/>
                      <a:pt x="65" y="37"/>
                      <a:pt x="65" y="36"/>
                    </a:cubicBezTo>
                    <a:cubicBezTo>
                      <a:pt x="65" y="36"/>
                      <a:pt x="65" y="34"/>
                      <a:pt x="65" y="35"/>
                    </a:cubicBezTo>
                    <a:cubicBezTo>
                      <a:pt x="65" y="35"/>
                      <a:pt x="66" y="36"/>
                      <a:pt x="66" y="36"/>
                    </a:cubicBezTo>
                    <a:cubicBezTo>
                      <a:pt x="66" y="37"/>
                      <a:pt x="66" y="35"/>
                      <a:pt x="66" y="35"/>
                    </a:cubicBezTo>
                    <a:cubicBezTo>
                      <a:pt x="67" y="37"/>
                      <a:pt x="66" y="33"/>
                      <a:pt x="67" y="34"/>
                    </a:cubicBezTo>
                    <a:cubicBezTo>
                      <a:pt x="67" y="34"/>
                      <a:pt x="68" y="35"/>
                      <a:pt x="68" y="36"/>
                    </a:cubicBezTo>
                    <a:cubicBezTo>
                      <a:pt x="68" y="35"/>
                      <a:pt x="68" y="34"/>
                      <a:pt x="68" y="32"/>
                    </a:cubicBezTo>
                    <a:cubicBezTo>
                      <a:pt x="68" y="34"/>
                      <a:pt x="68" y="34"/>
                      <a:pt x="68" y="34"/>
                    </a:cubicBezTo>
                    <a:cubicBezTo>
                      <a:pt x="69" y="34"/>
                      <a:pt x="69" y="33"/>
                      <a:pt x="69" y="32"/>
                    </a:cubicBezTo>
                    <a:cubicBezTo>
                      <a:pt x="68" y="31"/>
                      <a:pt x="68" y="30"/>
                      <a:pt x="68" y="30"/>
                    </a:cubicBezTo>
                    <a:cubicBezTo>
                      <a:pt x="68" y="30"/>
                      <a:pt x="68" y="30"/>
                      <a:pt x="68" y="30"/>
                    </a:cubicBezTo>
                    <a:cubicBezTo>
                      <a:pt x="68" y="29"/>
                      <a:pt x="68" y="29"/>
                      <a:pt x="68" y="29"/>
                    </a:cubicBezTo>
                    <a:cubicBezTo>
                      <a:pt x="69" y="30"/>
                      <a:pt x="68" y="30"/>
                      <a:pt x="69" y="30"/>
                    </a:cubicBezTo>
                    <a:cubicBezTo>
                      <a:pt x="70" y="33"/>
                      <a:pt x="70" y="31"/>
                      <a:pt x="70" y="32"/>
                    </a:cubicBezTo>
                    <a:cubicBezTo>
                      <a:pt x="70" y="30"/>
                      <a:pt x="70" y="30"/>
                      <a:pt x="70" y="30"/>
                    </a:cubicBezTo>
                    <a:cubicBezTo>
                      <a:pt x="70" y="29"/>
                      <a:pt x="71" y="31"/>
                      <a:pt x="71" y="31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69" y="27"/>
                      <a:pt x="71" y="28"/>
                      <a:pt x="71" y="29"/>
                    </a:cubicBezTo>
                    <a:cubicBezTo>
                      <a:pt x="71" y="29"/>
                      <a:pt x="70" y="26"/>
                      <a:pt x="70" y="24"/>
                    </a:cubicBezTo>
                    <a:cubicBezTo>
                      <a:pt x="70" y="25"/>
                      <a:pt x="70" y="24"/>
                      <a:pt x="70" y="23"/>
                    </a:cubicBezTo>
                    <a:cubicBezTo>
                      <a:pt x="71" y="25"/>
                      <a:pt x="70" y="23"/>
                      <a:pt x="71" y="24"/>
                    </a:cubicBezTo>
                    <a:cubicBezTo>
                      <a:pt x="72" y="26"/>
                      <a:pt x="72" y="26"/>
                      <a:pt x="72" y="26"/>
                    </a:cubicBezTo>
                    <a:cubicBezTo>
                      <a:pt x="71" y="26"/>
                      <a:pt x="73" y="28"/>
                      <a:pt x="73" y="29"/>
                    </a:cubicBezTo>
                    <a:cubicBezTo>
                      <a:pt x="73" y="28"/>
                      <a:pt x="74" y="28"/>
                      <a:pt x="75" y="29"/>
                    </a:cubicBezTo>
                    <a:cubicBezTo>
                      <a:pt x="73" y="26"/>
                      <a:pt x="74" y="27"/>
                      <a:pt x="73" y="25"/>
                    </a:cubicBezTo>
                    <a:cubicBezTo>
                      <a:pt x="74" y="24"/>
                      <a:pt x="74" y="27"/>
                      <a:pt x="75" y="27"/>
                    </a:cubicBezTo>
                    <a:cubicBezTo>
                      <a:pt x="75" y="26"/>
                      <a:pt x="76" y="26"/>
                      <a:pt x="76" y="26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5"/>
                      <a:pt x="77" y="26"/>
                      <a:pt x="77" y="23"/>
                    </a:cubicBezTo>
                    <a:cubicBezTo>
                      <a:pt x="77" y="25"/>
                      <a:pt x="77" y="25"/>
                      <a:pt x="77" y="25"/>
                    </a:cubicBezTo>
                    <a:cubicBezTo>
                      <a:pt x="78" y="25"/>
                      <a:pt x="76" y="22"/>
                      <a:pt x="77" y="23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3"/>
                      <a:pt x="79" y="25"/>
                      <a:pt x="78" y="23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9" y="23"/>
                      <a:pt x="79" y="24"/>
                      <a:pt x="79" y="22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80" y="25"/>
                      <a:pt x="79" y="22"/>
                      <a:pt x="80" y="22"/>
                    </a:cubicBezTo>
                    <a:cubicBezTo>
                      <a:pt x="80" y="22"/>
                      <a:pt x="81" y="23"/>
                      <a:pt x="81" y="23"/>
                    </a:cubicBezTo>
                    <a:cubicBezTo>
                      <a:pt x="80" y="22"/>
                      <a:pt x="81" y="22"/>
                      <a:pt x="81" y="21"/>
                    </a:cubicBezTo>
                    <a:cubicBezTo>
                      <a:pt x="82" y="23"/>
                      <a:pt x="82" y="23"/>
                      <a:pt x="82" y="23"/>
                    </a:cubicBezTo>
                    <a:cubicBezTo>
                      <a:pt x="84" y="22"/>
                      <a:pt x="86" y="22"/>
                      <a:pt x="86" y="19"/>
                    </a:cubicBezTo>
                    <a:cubicBezTo>
                      <a:pt x="88" y="21"/>
                      <a:pt x="87" y="21"/>
                      <a:pt x="87" y="22"/>
                    </a:cubicBezTo>
                    <a:cubicBezTo>
                      <a:pt x="87" y="20"/>
                      <a:pt x="87" y="22"/>
                      <a:pt x="88" y="21"/>
                    </a:cubicBezTo>
                    <a:cubicBezTo>
                      <a:pt x="88" y="21"/>
                      <a:pt x="88" y="21"/>
                      <a:pt x="88" y="21"/>
                    </a:cubicBezTo>
                    <a:cubicBezTo>
                      <a:pt x="88" y="20"/>
                      <a:pt x="89" y="22"/>
                      <a:pt x="89" y="21"/>
                    </a:cubicBezTo>
                    <a:cubicBezTo>
                      <a:pt x="88" y="20"/>
                      <a:pt x="88" y="20"/>
                      <a:pt x="88" y="20"/>
                    </a:cubicBezTo>
                    <a:cubicBezTo>
                      <a:pt x="88" y="19"/>
                      <a:pt x="90" y="23"/>
                      <a:pt x="89" y="20"/>
                    </a:cubicBezTo>
                    <a:cubicBezTo>
                      <a:pt x="90" y="22"/>
                      <a:pt x="90" y="22"/>
                      <a:pt x="90" y="22"/>
                    </a:cubicBezTo>
                    <a:cubicBezTo>
                      <a:pt x="89" y="19"/>
                      <a:pt x="91" y="22"/>
                      <a:pt x="90" y="20"/>
                    </a:cubicBezTo>
                    <a:cubicBezTo>
                      <a:pt x="90" y="20"/>
                      <a:pt x="90" y="20"/>
                      <a:pt x="90" y="20"/>
                    </a:cubicBezTo>
                    <a:cubicBezTo>
                      <a:pt x="91" y="21"/>
                      <a:pt x="90" y="17"/>
                      <a:pt x="91" y="19"/>
                    </a:cubicBezTo>
                    <a:cubicBezTo>
                      <a:pt x="91" y="19"/>
                      <a:pt x="91" y="18"/>
                      <a:pt x="91" y="16"/>
                    </a:cubicBezTo>
                    <a:cubicBezTo>
                      <a:pt x="92" y="19"/>
                      <a:pt x="92" y="19"/>
                      <a:pt x="92" y="19"/>
                    </a:cubicBezTo>
                    <a:cubicBezTo>
                      <a:pt x="93" y="17"/>
                      <a:pt x="94" y="17"/>
                      <a:pt x="94" y="14"/>
                    </a:cubicBezTo>
                    <a:cubicBezTo>
                      <a:pt x="95" y="15"/>
                      <a:pt x="95" y="15"/>
                      <a:pt x="95" y="15"/>
                    </a:cubicBezTo>
                    <a:cubicBezTo>
                      <a:pt x="95" y="13"/>
                      <a:pt x="97" y="17"/>
                      <a:pt x="96" y="13"/>
                    </a:cubicBezTo>
                    <a:cubicBezTo>
                      <a:pt x="96" y="11"/>
                      <a:pt x="96" y="11"/>
                      <a:pt x="96" y="11"/>
                    </a:cubicBezTo>
                    <a:cubicBezTo>
                      <a:pt x="97" y="13"/>
                      <a:pt x="97" y="13"/>
                      <a:pt x="97" y="13"/>
                    </a:cubicBezTo>
                    <a:cubicBezTo>
                      <a:pt x="97" y="12"/>
                      <a:pt x="98" y="13"/>
                      <a:pt x="97" y="11"/>
                    </a:cubicBezTo>
                    <a:cubicBezTo>
                      <a:pt x="98" y="13"/>
                      <a:pt x="98" y="13"/>
                      <a:pt x="98" y="13"/>
                    </a:cubicBezTo>
                    <a:cubicBezTo>
                      <a:pt x="98" y="13"/>
                      <a:pt x="98" y="10"/>
                      <a:pt x="98" y="11"/>
                    </a:cubicBezTo>
                    <a:cubicBezTo>
                      <a:pt x="98" y="11"/>
                      <a:pt x="98" y="11"/>
                      <a:pt x="98" y="11"/>
                    </a:cubicBezTo>
                    <a:cubicBezTo>
                      <a:pt x="101" y="14"/>
                      <a:pt x="104" y="15"/>
                      <a:pt x="104" y="11"/>
                    </a:cubicBezTo>
                    <a:cubicBezTo>
                      <a:pt x="104" y="10"/>
                      <a:pt x="105" y="13"/>
                      <a:pt x="105" y="13"/>
                    </a:cubicBezTo>
                    <a:cubicBezTo>
                      <a:pt x="106" y="9"/>
                      <a:pt x="109" y="14"/>
                      <a:pt x="109" y="8"/>
                    </a:cubicBezTo>
                    <a:cubicBezTo>
                      <a:pt x="110" y="6"/>
                      <a:pt x="108" y="1"/>
                      <a:pt x="108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39" name="Freeform 114"/>
              <p:cNvSpPr/>
              <p:nvPr>
                <p:custDataLst>
                  <p:tags r:id="rId360"/>
                </p:custDataLst>
              </p:nvPr>
            </p:nvSpPr>
            <p:spPr bwMode="auto">
              <a:xfrm>
                <a:off x="3897" y="1269"/>
                <a:ext cx="6" cy="2"/>
              </a:xfrm>
              <a:custGeom>
                <a:avLst/>
                <a:gdLst>
                  <a:gd name="T0" fmla="*/ 6 w 6"/>
                  <a:gd name="T1" fmla="*/ 0 h 2"/>
                  <a:gd name="T2" fmla="*/ 6 w 6"/>
                  <a:gd name="T3" fmla="*/ 0 h 2"/>
                  <a:gd name="T4" fmla="*/ 0 w 6"/>
                  <a:gd name="T5" fmla="*/ 2 h 2"/>
                  <a:gd name="T6" fmla="*/ 6 w 6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" h="2">
                    <a:moveTo>
                      <a:pt x="6" y="0"/>
                    </a:moveTo>
                    <a:lnTo>
                      <a:pt x="6" y="0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0" name="Freeform 115"/>
              <p:cNvSpPr/>
              <p:nvPr>
                <p:custDataLst>
                  <p:tags r:id="rId361"/>
                </p:custDataLst>
              </p:nvPr>
            </p:nvSpPr>
            <p:spPr bwMode="auto">
              <a:xfrm>
                <a:off x="3935" y="1214"/>
                <a:ext cx="78" cy="253"/>
              </a:xfrm>
              <a:custGeom>
                <a:avLst/>
                <a:gdLst>
                  <a:gd name="T0" fmla="*/ 15 w 37"/>
                  <a:gd name="T1" fmla="*/ 54 h 119"/>
                  <a:gd name="T2" fmla="*/ 12 w 37"/>
                  <a:gd name="T3" fmla="*/ 62 h 119"/>
                  <a:gd name="T4" fmla="*/ 8 w 37"/>
                  <a:gd name="T5" fmla="*/ 67 h 119"/>
                  <a:gd name="T6" fmla="*/ 6 w 37"/>
                  <a:gd name="T7" fmla="*/ 78 h 119"/>
                  <a:gd name="T8" fmla="*/ 4 w 37"/>
                  <a:gd name="T9" fmla="*/ 84 h 119"/>
                  <a:gd name="T10" fmla="*/ 2 w 37"/>
                  <a:gd name="T11" fmla="*/ 96 h 119"/>
                  <a:gd name="T12" fmla="*/ 5 w 37"/>
                  <a:gd name="T13" fmla="*/ 103 h 119"/>
                  <a:gd name="T14" fmla="*/ 2 w 37"/>
                  <a:gd name="T15" fmla="*/ 111 h 119"/>
                  <a:gd name="T16" fmla="*/ 2 w 37"/>
                  <a:gd name="T17" fmla="*/ 115 h 119"/>
                  <a:gd name="T18" fmla="*/ 7 w 37"/>
                  <a:gd name="T19" fmla="*/ 117 h 119"/>
                  <a:gd name="T20" fmla="*/ 8 w 37"/>
                  <a:gd name="T21" fmla="*/ 117 h 119"/>
                  <a:gd name="T22" fmla="*/ 9 w 37"/>
                  <a:gd name="T23" fmla="*/ 115 h 119"/>
                  <a:gd name="T24" fmla="*/ 12 w 37"/>
                  <a:gd name="T25" fmla="*/ 113 h 119"/>
                  <a:gd name="T26" fmla="*/ 15 w 37"/>
                  <a:gd name="T27" fmla="*/ 110 h 119"/>
                  <a:gd name="T28" fmla="*/ 17 w 37"/>
                  <a:gd name="T29" fmla="*/ 110 h 119"/>
                  <a:gd name="T30" fmla="*/ 17 w 37"/>
                  <a:gd name="T31" fmla="*/ 108 h 119"/>
                  <a:gd name="T32" fmla="*/ 18 w 37"/>
                  <a:gd name="T33" fmla="*/ 108 h 119"/>
                  <a:gd name="T34" fmla="*/ 21 w 37"/>
                  <a:gd name="T35" fmla="*/ 108 h 119"/>
                  <a:gd name="T36" fmla="*/ 15 w 37"/>
                  <a:gd name="T37" fmla="*/ 104 h 119"/>
                  <a:gd name="T38" fmla="*/ 18 w 37"/>
                  <a:gd name="T39" fmla="*/ 104 h 119"/>
                  <a:gd name="T40" fmla="*/ 20 w 37"/>
                  <a:gd name="T41" fmla="*/ 104 h 119"/>
                  <a:gd name="T42" fmla="*/ 22 w 37"/>
                  <a:gd name="T43" fmla="*/ 102 h 119"/>
                  <a:gd name="T44" fmla="*/ 20 w 37"/>
                  <a:gd name="T45" fmla="*/ 100 h 119"/>
                  <a:gd name="T46" fmla="*/ 22 w 37"/>
                  <a:gd name="T47" fmla="*/ 99 h 119"/>
                  <a:gd name="T48" fmla="*/ 15 w 37"/>
                  <a:gd name="T49" fmla="*/ 95 h 119"/>
                  <a:gd name="T50" fmla="*/ 21 w 37"/>
                  <a:gd name="T51" fmla="*/ 97 h 119"/>
                  <a:gd name="T52" fmla="*/ 24 w 37"/>
                  <a:gd name="T53" fmla="*/ 92 h 119"/>
                  <a:gd name="T54" fmla="*/ 24 w 37"/>
                  <a:gd name="T55" fmla="*/ 89 h 119"/>
                  <a:gd name="T56" fmla="*/ 21 w 37"/>
                  <a:gd name="T57" fmla="*/ 85 h 119"/>
                  <a:gd name="T58" fmla="*/ 26 w 37"/>
                  <a:gd name="T59" fmla="*/ 81 h 119"/>
                  <a:gd name="T60" fmla="*/ 24 w 37"/>
                  <a:gd name="T61" fmla="*/ 78 h 119"/>
                  <a:gd name="T62" fmla="*/ 25 w 37"/>
                  <a:gd name="T63" fmla="*/ 77 h 119"/>
                  <a:gd name="T64" fmla="*/ 23 w 37"/>
                  <a:gd name="T65" fmla="*/ 75 h 119"/>
                  <a:gd name="T66" fmla="*/ 27 w 37"/>
                  <a:gd name="T67" fmla="*/ 75 h 119"/>
                  <a:gd name="T68" fmla="*/ 26 w 37"/>
                  <a:gd name="T69" fmla="*/ 72 h 119"/>
                  <a:gd name="T70" fmla="*/ 25 w 37"/>
                  <a:gd name="T71" fmla="*/ 67 h 119"/>
                  <a:gd name="T72" fmla="*/ 29 w 37"/>
                  <a:gd name="T73" fmla="*/ 65 h 119"/>
                  <a:gd name="T74" fmla="*/ 28 w 37"/>
                  <a:gd name="T75" fmla="*/ 61 h 119"/>
                  <a:gd name="T76" fmla="*/ 29 w 37"/>
                  <a:gd name="T77" fmla="*/ 59 h 119"/>
                  <a:gd name="T78" fmla="*/ 29 w 37"/>
                  <a:gd name="T79" fmla="*/ 59 h 119"/>
                  <a:gd name="T80" fmla="*/ 29 w 37"/>
                  <a:gd name="T81" fmla="*/ 56 h 119"/>
                  <a:gd name="T82" fmla="*/ 27 w 37"/>
                  <a:gd name="T83" fmla="*/ 51 h 119"/>
                  <a:gd name="T84" fmla="*/ 25 w 37"/>
                  <a:gd name="T85" fmla="*/ 49 h 119"/>
                  <a:gd name="T86" fmla="*/ 27 w 37"/>
                  <a:gd name="T87" fmla="*/ 47 h 119"/>
                  <a:gd name="T88" fmla="*/ 29 w 37"/>
                  <a:gd name="T89" fmla="*/ 44 h 119"/>
                  <a:gd name="T90" fmla="*/ 27 w 37"/>
                  <a:gd name="T91" fmla="*/ 39 h 119"/>
                  <a:gd name="T92" fmla="*/ 28 w 37"/>
                  <a:gd name="T93" fmla="*/ 37 h 119"/>
                  <a:gd name="T94" fmla="*/ 31 w 37"/>
                  <a:gd name="T95" fmla="*/ 30 h 119"/>
                  <a:gd name="T96" fmla="*/ 32 w 37"/>
                  <a:gd name="T97" fmla="*/ 27 h 119"/>
                  <a:gd name="T98" fmla="*/ 29 w 37"/>
                  <a:gd name="T99" fmla="*/ 19 h 119"/>
                  <a:gd name="T100" fmla="*/ 30 w 37"/>
                  <a:gd name="T101" fmla="*/ 16 h 119"/>
                  <a:gd name="T102" fmla="*/ 26 w 37"/>
                  <a:gd name="T103" fmla="*/ 0 h 119"/>
                  <a:gd name="T104" fmla="*/ 18 w 37"/>
                  <a:gd name="T105" fmla="*/ 21 h 119"/>
                  <a:gd name="T106" fmla="*/ 11 w 37"/>
                  <a:gd name="T107" fmla="*/ 38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7" h="119">
                    <a:moveTo>
                      <a:pt x="11" y="38"/>
                    </a:moveTo>
                    <a:cubicBezTo>
                      <a:pt x="11" y="42"/>
                      <a:pt x="12" y="46"/>
                      <a:pt x="12" y="50"/>
                    </a:cubicBezTo>
                    <a:cubicBezTo>
                      <a:pt x="15" y="51"/>
                      <a:pt x="13" y="52"/>
                      <a:pt x="16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4" y="54"/>
                      <a:pt x="13" y="54"/>
                      <a:pt x="15" y="54"/>
                    </a:cubicBezTo>
                    <a:cubicBezTo>
                      <a:pt x="17" y="55"/>
                      <a:pt x="12" y="54"/>
                      <a:pt x="13" y="55"/>
                    </a:cubicBezTo>
                    <a:cubicBezTo>
                      <a:pt x="13" y="55"/>
                      <a:pt x="14" y="55"/>
                      <a:pt x="14" y="55"/>
                    </a:cubicBezTo>
                    <a:cubicBezTo>
                      <a:pt x="16" y="56"/>
                      <a:pt x="13" y="55"/>
                      <a:pt x="11" y="55"/>
                    </a:cubicBezTo>
                    <a:cubicBezTo>
                      <a:pt x="11" y="57"/>
                      <a:pt x="13" y="59"/>
                      <a:pt x="11" y="61"/>
                    </a:cubicBezTo>
                    <a:cubicBezTo>
                      <a:pt x="11" y="60"/>
                      <a:pt x="13" y="61"/>
                      <a:pt x="13" y="61"/>
                    </a:cubicBezTo>
                    <a:cubicBezTo>
                      <a:pt x="9" y="60"/>
                      <a:pt x="13" y="62"/>
                      <a:pt x="12" y="62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9" y="62"/>
                      <a:pt x="11" y="63"/>
                      <a:pt x="10" y="63"/>
                    </a:cubicBezTo>
                    <a:cubicBezTo>
                      <a:pt x="11" y="64"/>
                      <a:pt x="8" y="64"/>
                      <a:pt x="9" y="65"/>
                    </a:cubicBezTo>
                    <a:cubicBezTo>
                      <a:pt x="8" y="64"/>
                      <a:pt x="8" y="65"/>
                      <a:pt x="8" y="65"/>
                    </a:cubicBezTo>
                    <a:cubicBezTo>
                      <a:pt x="11" y="66"/>
                      <a:pt x="6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8" y="68"/>
                      <a:pt x="6" y="70"/>
                      <a:pt x="8" y="72"/>
                    </a:cubicBezTo>
                    <a:cubicBezTo>
                      <a:pt x="8" y="73"/>
                      <a:pt x="4" y="73"/>
                      <a:pt x="5" y="75"/>
                    </a:cubicBezTo>
                    <a:cubicBezTo>
                      <a:pt x="7" y="76"/>
                      <a:pt x="7" y="76"/>
                      <a:pt x="7" y="76"/>
                    </a:cubicBezTo>
                    <a:cubicBezTo>
                      <a:pt x="7" y="76"/>
                      <a:pt x="6" y="75"/>
                      <a:pt x="5" y="75"/>
                    </a:cubicBezTo>
                    <a:cubicBezTo>
                      <a:pt x="7" y="76"/>
                      <a:pt x="5" y="76"/>
                      <a:pt x="5" y="77"/>
                    </a:cubicBezTo>
                    <a:cubicBezTo>
                      <a:pt x="5" y="77"/>
                      <a:pt x="5" y="78"/>
                      <a:pt x="6" y="78"/>
                    </a:cubicBezTo>
                    <a:cubicBezTo>
                      <a:pt x="4" y="78"/>
                      <a:pt x="7" y="80"/>
                      <a:pt x="5" y="80"/>
                    </a:cubicBezTo>
                    <a:cubicBezTo>
                      <a:pt x="8" y="81"/>
                      <a:pt x="6" y="80"/>
                      <a:pt x="7" y="81"/>
                    </a:cubicBezTo>
                    <a:cubicBezTo>
                      <a:pt x="7" y="81"/>
                      <a:pt x="6" y="81"/>
                      <a:pt x="5" y="81"/>
                    </a:cubicBezTo>
                    <a:cubicBezTo>
                      <a:pt x="6" y="81"/>
                      <a:pt x="6" y="82"/>
                      <a:pt x="4" y="82"/>
                    </a:cubicBezTo>
                    <a:cubicBezTo>
                      <a:pt x="5" y="82"/>
                      <a:pt x="6" y="83"/>
                      <a:pt x="6" y="83"/>
                    </a:cubicBezTo>
                    <a:cubicBezTo>
                      <a:pt x="3" y="83"/>
                      <a:pt x="5" y="84"/>
                      <a:pt x="4" y="84"/>
                    </a:cubicBezTo>
                    <a:cubicBezTo>
                      <a:pt x="6" y="85"/>
                      <a:pt x="8" y="86"/>
                      <a:pt x="7" y="86"/>
                    </a:cubicBezTo>
                    <a:cubicBezTo>
                      <a:pt x="4" y="85"/>
                      <a:pt x="4" y="85"/>
                      <a:pt x="4" y="85"/>
                    </a:cubicBezTo>
                    <a:cubicBezTo>
                      <a:pt x="5" y="86"/>
                      <a:pt x="2" y="87"/>
                      <a:pt x="4" y="90"/>
                    </a:cubicBezTo>
                    <a:cubicBezTo>
                      <a:pt x="3" y="89"/>
                      <a:pt x="3" y="89"/>
                      <a:pt x="3" y="89"/>
                    </a:cubicBezTo>
                    <a:cubicBezTo>
                      <a:pt x="4" y="91"/>
                      <a:pt x="1" y="92"/>
                      <a:pt x="4" y="95"/>
                    </a:cubicBezTo>
                    <a:cubicBezTo>
                      <a:pt x="3" y="95"/>
                      <a:pt x="2" y="95"/>
                      <a:pt x="2" y="96"/>
                    </a:cubicBezTo>
                    <a:cubicBezTo>
                      <a:pt x="3" y="97"/>
                      <a:pt x="3" y="97"/>
                      <a:pt x="5" y="98"/>
                    </a:cubicBezTo>
                    <a:cubicBezTo>
                      <a:pt x="5" y="98"/>
                      <a:pt x="4" y="98"/>
                      <a:pt x="3" y="98"/>
                    </a:cubicBezTo>
                    <a:cubicBezTo>
                      <a:pt x="2" y="98"/>
                      <a:pt x="0" y="98"/>
                      <a:pt x="2" y="99"/>
                    </a:cubicBezTo>
                    <a:cubicBezTo>
                      <a:pt x="1" y="99"/>
                      <a:pt x="1" y="99"/>
                      <a:pt x="1" y="99"/>
                    </a:cubicBezTo>
                    <a:cubicBezTo>
                      <a:pt x="2" y="100"/>
                      <a:pt x="4" y="101"/>
                      <a:pt x="2" y="102"/>
                    </a:cubicBezTo>
                    <a:cubicBezTo>
                      <a:pt x="3" y="102"/>
                      <a:pt x="3" y="103"/>
                      <a:pt x="5" y="103"/>
                    </a:cubicBezTo>
                    <a:cubicBezTo>
                      <a:pt x="5" y="103"/>
                      <a:pt x="3" y="103"/>
                      <a:pt x="4" y="103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1" y="104"/>
                      <a:pt x="2" y="105"/>
                      <a:pt x="3" y="107"/>
                    </a:cubicBezTo>
                    <a:cubicBezTo>
                      <a:pt x="0" y="107"/>
                      <a:pt x="3" y="108"/>
                      <a:pt x="1" y="109"/>
                    </a:cubicBezTo>
                    <a:cubicBezTo>
                      <a:pt x="2" y="110"/>
                      <a:pt x="0" y="110"/>
                      <a:pt x="3" y="111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1" y="111"/>
                      <a:pt x="2" y="112"/>
                      <a:pt x="1" y="113"/>
                    </a:cubicBezTo>
                    <a:cubicBezTo>
                      <a:pt x="1" y="114"/>
                      <a:pt x="3" y="114"/>
                      <a:pt x="4" y="114"/>
                    </a:cubicBezTo>
                    <a:cubicBezTo>
                      <a:pt x="2" y="114"/>
                      <a:pt x="2" y="114"/>
                      <a:pt x="2" y="114"/>
                    </a:cubicBezTo>
                    <a:cubicBezTo>
                      <a:pt x="3" y="115"/>
                      <a:pt x="5" y="115"/>
                      <a:pt x="7" y="115"/>
                    </a:cubicBezTo>
                    <a:cubicBezTo>
                      <a:pt x="6" y="115"/>
                      <a:pt x="7" y="115"/>
                      <a:pt x="6" y="115"/>
                    </a:cubicBezTo>
                    <a:cubicBezTo>
                      <a:pt x="5" y="115"/>
                      <a:pt x="4" y="115"/>
                      <a:pt x="2" y="115"/>
                    </a:cubicBezTo>
                    <a:cubicBezTo>
                      <a:pt x="1" y="116"/>
                      <a:pt x="5" y="116"/>
                      <a:pt x="3" y="117"/>
                    </a:cubicBezTo>
                    <a:cubicBezTo>
                      <a:pt x="2" y="117"/>
                      <a:pt x="3" y="118"/>
                      <a:pt x="5" y="117"/>
                    </a:cubicBezTo>
                    <a:cubicBezTo>
                      <a:pt x="4" y="117"/>
                      <a:pt x="4" y="118"/>
                      <a:pt x="3" y="118"/>
                    </a:cubicBezTo>
                    <a:cubicBezTo>
                      <a:pt x="3" y="118"/>
                      <a:pt x="3" y="118"/>
                      <a:pt x="4" y="118"/>
                    </a:cubicBezTo>
                    <a:cubicBezTo>
                      <a:pt x="4" y="118"/>
                      <a:pt x="4" y="118"/>
                      <a:pt x="4" y="118"/>
                    </a:cubicBezTo>
                    <a:cubicBezTo>
                      <a:pt x="5" y="118"/>
                      <a:pt x="5" y="118"/>
                      <a:pt x="7" y="117"/>
                    </a:cubicBezTo>
                    <a:cubicBezTo>
                      <a:pt x="7" y="117"/>
                      <a:pt x="6" y="117"/>
                      <a:pt x="7" y="117"/>
                    </a:cubicBezTo>
                    <a:cubicBezTo>
                      <a:pt x="8" y="117"/>
                      <a:pt x="8" y="117"/>
                      <a:pt x="7" y="118"/>
                    </a:cubicBezTo>
                    <a:cubicBezTo>
                      <a:pt x="6" y="118"/>
                      <a:pt x="5" y="118"/>
                      <a:pt x="4" y="119"/>
                    </a:cubicBezTo>
                    <a:cubicBezTo>
                      <a:pt x="7" y="118"/>
                      <a:pt x="7" y="118"/>
                      <a:pt x="7" y="118"/>
                    </a:cubicBezTo>
                    <a:cubicBezTo>
                      <a:pt x="7" y="118"/>
                      <a:pt x="8" y="118"/>
                      <a:pt x="9" y="117"/>
                    </a:cubicBezTo>
                    <a:cubicBezTo>
                      <a:pt x="8" y="117"/>
                      <a:pt x="8" y="117"/>
                      <a:pt x="8" y="117"/>
                    </a:cubicBezTo>
                    <a:cubicBezTo>
                      <a:pt x="9" y="117"/>
                      <a:pt x="9" y="117"/>
                      <a:pt x="9" y="117"/>
                    </a:cubicBezTo>
                    <a:cubicBezTo>
                      <a:pt x="9" y="117"/>
                      <a:pt x="10" y="116"/>
                      <a:pt x="9" y="116"/>
                    </a:cubicBezTo>
                    <a:cubicBezTo>
                      <a:pt x="7" y="116"/>
                      <a:pt x="7" y="116"/>
                      <a:pt x="7" y="116"/>
                    </a:cubicBezTo>
                    <a:cubicBezTo>
                      <a:pt x="7" y="116"/>
                      <a:pt x="5" y="116"/>
                      <a:pt x="7" y="116"/>
                    </a:cubicBezTo>
                    <a:cubicBezTo>
                      <a:pt x="9" y="115"/>
                      <a:pt x="9" y="115"/>
                      <a:pt x="9" y="115"/>
                    </a:cubicBezTo>
                    <a:cubicBezTo>
                      <a:pt x="9" y="115"/>
                      <a:pt x="8" y="115"/>
                      <a:pt x="9" y="115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8" y="115"/>
                      <a:pt x="10" y="114"/>
                      <a:pt x="9" y="114"/>
                    </a:cubicBezTo>
                    <a:cubicBezTo>
                      <a:pt x="10" y="114"/>
                      <a:pt x="10" y="114"/>
                      <a:pt x="10" y="114"/>
                    </a:cubicBezTo>
                    <a:cubicBezTo>
                      <a:pt x="11" y="114"/>
                      <a:pt x="8" y="114"/>
                      <a:pt x="8" y="114"/>
                    </a:cubicBezTo>
                    <a:cubicBezTo>
                      <a:pt x="9" y="114"/>
                      <a:pt x="11" y="114"/>
                      <a:pt x="12" y="114"/>
                    </a:cubicBezTo>
                    <a:cubicBezTo>
                      <a:pt x="12" y="113"/>
                      <a:pt x="10" y="113"/>
                      <a:pt x="12" y="113"/>
                    </a:cubicBezTo>
                    <a:cubicBezTo>
                      <a:pt x="11" y="112"/>
                      <a:pt x="10" y="112"/>
                      <a:pt x="9" y="111"/>
                    </a:cubicBezTo>
                    <a:cubicBezTo>
                      <a:pt x="9" y="111"/>
                      <a:pt x="12" y="112"/>
                      <a:pt x="11" y="111"/>
                    </a:cubicBezTo>
                    <a:cubicBezTo>
                      <a:pt x="12" y="111"/>
                      <a:pt x="13" y="111"/>
                      <a:pt x="14" y="111"/>
                    </a:cubicBezTo>
                    <a:cubicBezTo>
                      <a:pt x="13" y="111"/>
                      <a:pt x="14" y="111"/>
                      <a:pt x="12" y="111"/>
                    </a:cubicBezTo>
                    <a:cubicBezTo>
                      <a:pt x="12" y="110"/>
                      <a:pt x="13" y="110"/>
                      <a:pt x="12" y="109"/>
                    </a:cubicBezTo>
                    <a:cubicBezTo>
                      <a:pt x="12" y="109"/>
                      <a:pt x="14" y="110"/>
                      <a:pt x="15" y="110"/>
                    </a:cubicBezTo>
                    <a:cubicBezTo>
                      <a:pt x="13" y="109"/>
                      <a:pt x="13" y="109"/>
                      <a:pt x="13" y="108"/>
                    </a:cubicBezTo>
                    <a:cubicBezTo>
                      <a:pt x="11" y="108"/>
                      <a:pt x="11" y="108"/>
                      <a:pt x="10" y="108"/>
                    </a:cubicBezTo>
                    <a:cubicBezTo>
                      <a:pt x="9" y="108"/>
                      <a:pt x="9" y="107"/>
                      <a:pt x="9" y="107"/>
                    </a:cubicBezTo>
                    <a:cubicBezTo>
                      <a:pt x="11" y="108"/>
                      <a:pt x="13" y="108"/>
                      <a:pt x="14" y="108"/>
                    </a:cubicBezTo>
                    <a:cubicBezTo>
                      <a:pt x="16" y="108"/>
                      <a:pt x="13" y="108"/>
                      <a:pt x="16" y="109"/>
                    </a:cubicBezTo>
                    <a:cubicBezTo>
                      <a:pt x="18" y="109"/>
                      <a:pt x="18" y="110"/>
                      <a:pt x="17" y="110"/>
                    </a:cubicBezTo>
                    <a:cubicBezTo>
                      <a:pt x="19" y="111"/>
                      <a:pt x="17" y="110"/>
                      <a:pt x="19" y="110"/>
                    </a:cubicBezTo>
                    <a:cubicBezTo>
                      <a:pt x="19" y="110"/>
                      <a:pt x="18" y="110"/>
                      <a:pt x="18" y="109"/>
                    </a:cubicBezTo>
                    <a:cubicBezTo>
                      <a:pt x="17" y="109"/>
                      <a:pt x="16" y="109"/>
                      <a:pt x="15" y="108"/>
                    </a:cubicBezTo>
                    <a:cubicBezTo>
                      <a:pt x="13" y="108"/>
                      <a:pt x="17" y="108"/>
                      <a:pt x="17" y="108"/>
                    </a:cubicBezTo>
                    <a:cubicBezTo>
                      <a:pt x="18" y="109"/>
                      <a:pt x="18" y="109"/>
                      <a:pt x="18" y="109"/>
                    </a:cubicBezTo>
                    <a:cubicBezTo>
                      <a:pt x="19" y="109"/>
                      <a:pt x="17" y="108"/>
                      <a:pt x="17" y="108"/>
                    </a:cubicBezTo>
                    <a:cubicBezTo>
                      <a:pt x="21" y="109"/>
                      <a:pt x="18" y="108"/>
                      <a:pt x="20" y="109"/>
                    </a:cubicBezTo>
                    <a:cubicBezTo>
                      <a:pt x="22" y="109"/>
                      <a:pt x="22" y="109"/>
                      <a:pt x="22" y="109"/>
                    </a:cubicBezTo>
                    <a:cubicBezTo>
                      <a:pt x="22" y="109"/>
                      <a:pt x="19" y="109"/>
                      <a:pt x="20" y="108"/>
                    </a:cubicBezTo>
                    <a:cubicBezTo>
                      <a:pt x="21" y="109"/>
                      <a:pt x="21" y="109"/>
                      <a:pt x="21" y="109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20" y="108"/>
                      <a:pt x="18" y="108"/>
                      <a:pt x="18" y="108"/>
                    </a:cubicBezTo>
                    <a:cubicBezTo>
                      <a:pt x="15" y="107"/>
                      <a:pt x="18" y="108"/>
                      <a:pt x="17" y="107"/>
                    </a:cubicBezTo>
                    <a:cubicBezTo>
                      <a:pt x="15" y="106"/>
                      <a:pt x="17" y="107"/>
                      <a:pt x="16" y="107"/>
                    </a:cubicBezTo>
                    <a:cubicBezTo>
                      <a:pt x="14" y="106"/>
                      <a:pt x="14" y="106"/>
                      <a:pt x="14" y="106"/>
                    </a:cubicBezTo>
                    <a:cubicBezTo>
                      <a:pt x="14" y="105"/>
                      <a:pt x="16" y="106"/>
                      <a:pt x="17" y="106"/>
                    </a:cubicBezTo>
                    <a:cubicBezTo>
                      <a:pt x="17" y="106"/>
                      <a:pt x="17" y="107"/>
                      <a:pt x="16" y="106"/>
                    </a:cubicBezTo>
                    <a:cubicBezTo>
                      <a:pt x="18" y="107"/>
                      <a:pt x="20" y="107"/>
                      <a:pt x="21" y="108"/>
                    </a:cubicBezTo>
                    <a:cubicBezTo>
                      <a:pt x="22" y="108"/>
                      <a:pt x="20" y="107"/>
                      <a:pt x="20" y="107"/>
                    </a:cubicBezTo>
                    <a:cubicBezTo>
                      <a:pt x="19" y="107"/>
                      <a:pt x="18" y="107"/>
                      <a:pt x="17" y="106"/>
                    </a:cubicBezTo>
                    <a:cubicBezTo>
                      <a:pt x="13" y="105"/>
                      <a:pt x="21" y="107"/>
                      <a:pt x="20" y="106"/>
                    </a:cubicBezTo>
                    <a:cubicBezTo>
                      <a:pt x="17" y="106"/>
                      <a:pt x="16" y="104"/>
                      <a:pt x="13" y="104"/>
                    </a:cubicBezTo>
                    <a:cubicBezTo>
                      <a:pt x="12" y="104"/>
                      <a:pt x="12" y="103"/>
                      <a:pt x="12" y="103"/>
                    </a:cubicBezTo>
                    <a:cubicBezTo>
                      <a:pt x="14" y="104"/>
                      <a:pt x="13" y="103"/>
                      <a:pt x="15" y="104"/>
                    </a:cubicBezTo>
                    <a:cubicBezTo>
                      <a:pt x="15" y="104"/>
                      <a:pt x="15" y="104"/>
                      <a:pt x="15" y="104"/>
                    </a:cubicBezTo>
                    <a:cubicBezTo>
                      <a:pt x="18" y="105"/>
                      <a:pt x="18" y="105"/>
                      <a:pt x="18" y="105"/>
                    </a:cubicBezTo>
                    <a:cubicBezTo>
                      <a:pt x="22" y="106"/>
                      <a:pt x="22" y="106"/>
                      <a:pt x="22" y="106"/>
                    </a:cubicBezTo>
                    <a:cubicBezTo>
                      <a:pt x="21" y="105"/>
                      <a:pt x="20" y="105"/>
                      <a:pt x="19" y="105"/>
                    </a:cubicBezTo>
                    <a:cubicBezTo>
                      <a:pt x="20" y="105"/>
                      <a:pt x="21" y="105"/>
                      <a:pt x="21" y="105"/>
                    </a:cubicBezTo>
                    <a:cubicBezTo>
                      <a:pt x="20" y="105"/>
                      <a:pt x="18" y="104"/>
                      <a:pt x="18" y="104"/>
                    </a:cubicBezTo>
                    <a:cubicBezTo>
                      <a:pt x="18" y="103"/>
                      <a:pt x="20" y="104"/>
                      <a:pt x="20" y="104"/>
                    </a:cubicBezTo>
                    <a:cubicBezTo>
                      <a:pt x="22" y="105"/>
                      <a:pt x="22" y="105"/>
                      <a:pt x="22" y="105"/>
                    </a:cubicBezTo>
                    <a:cubicBezTo>
                      <a:pt x="21" y="104"/>
                      <a:pt x="23" y="105"/>
                      <a:pt x="22" y="105"/>
                    </a:cubicBezTo>
                    <a:cubicBezTo>
                      <a:pt x="21" y="104"/>
                      <a:pt x="20" y="104"/>
                      <a:pt x="18" y="103"/>
                    </a:cubicBezTo>
                    <a:cubicBezTo>
                      <a:pt x="18" y="103"/>
                      <a:pt x="19" y="103"/>
                      <a:pt x="19" y="103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20" y="103"/>
                      <a:pt x="23" y="104"/>
                      <a:pt x="23" y="104"/>
                    </a:cubicBezTo>
                    <a:cubicBezTo>
                      <a:pt x="21" y="103"/>
                      <a:pt x="21" y="103"/>
                      <a:pt x="21" y="103"/>
                    </a:cubicBezTo>
                    <a:cubicBezTo>
                      <a:pt x="23" y="104"/>
                      <a:pt x="23" y="104"/>
                      <a:pt x="23" y="104"/>
                    </a:cubicBezTo>
                    <a:cubicBezTo>
                      <a:pt x="22" y="103"/>
                      <a:pt x="22" y="103"/>
                      <a:pt x="21" y="103"/>
                    </a:cubicBezTo>
                    <a:cubicBezTo>
                      <a:pt x="23" y="103"/>
                      <a:pt x="23" y="103"/>
                      <a:pt x="23" y="103"/>
                    </a:cubicBezTo>
                    <a:cubicBezTo>
                      <a:pt x="22" y="103"/>
                      <a:pt x="20" y="102"/>
                      <a:pt x="22" y="102"/>
                    </a:cubicBezTo>
                    <a:cubicBezTo>
                      <a:pt x="19" y="102"/>
                      <a:pt x="22" y="103"/>
                      <a:pt x="20" y="102"/>
                    </a:cubicBezTo>
                    <a:cubicBezTo>
                      <a:pt x="19" y="102"/>
                      <a:pt x="19" y="101"/>
                      <a:pt x="19" y="101"/>
                    </a:cubicBezTo>
                    <a:cubicBezTo>
                      <a:pt x="21" y="102"/>
                      <a:pt x="19" y="101"/>
                      <a:pt x="19" y="101"/>
                    </a:cubicBezTo>
                    <a:cubicBezTo>
                      <a:pt x="20" y="101"/>
                      <a:pt x="21" y="101"/>
                      <a:pt x="21" y="101"/>
                    </a:cubicBezTo>
                    <a:cubicBezTo>
                      <a:pt x="19" y="101"/>
                      <a:pt x="19" y="101"/>
                      <a:pt x="19" y="101"/>
                    </a:cubicBezTo>
                    <a:cubicBezTo>
                      <a:pt x="23" y="102"/>
                      <a:pt x="19" y="100"/>
                      <a:pt x="20" y="100"/>
                    </a:cubicBezTo>
                    <a:cubicBezTo>
                      <a:pt x="21" y="101"/>
                      <a:pt x="22" y="101"/>
                      <a:pt x="23" y="101"/>
                    </a:cubicBezTo>
                    <a:cubicBezTo>
                      <a:pt x="20" y="100"/>
                      <a:pt x="20" y="99"/>
                      <a:pt x="18" y="99"/>
                    </a:cubicBezTo>
                    <a:cubicBezTo>
                      <a:pt x="19" y="99"/>
                      <a:pt x="21" y="100"/>
                      <a:pt x="23" y="101"/>
                    </a:cubicBezTo>
                    <a:cubicBezTo>
                      <a:pt x="21" y="100"/>
                      <a:pt x="25" y="101"/>
                      <a:pt x="22" y="100"/>
                    </a:cubicBezTo>
                    <a:cubicBezTo>
                      <a:pt x="21" y="100"/>
                      <a:pt x="21" y="99"/>
                      <a:pt x="19" y="99"/>
                    </a:cubicBezTo>
                    <a:cubicBezTo>
                      <a:pt x="20" y="98"/>
                      <a:pt x="21" y="99"/>
                      <a:pt x="22" y="99"/>
                    </a:cubicBezTo>
                    <a:cubicBezTo>
                      <a:pt x="21" y="99"/>
                      <a:pt x="19" y="98"/>
                      <a:pt x="19" y="98"/>
                    </a:cubicBezTo>
                    <a:cubicBezTo>
                      <a:pt x="19" y="98"/>
                      <a:pt x="17" y="97"/>
                      <a:pt x="19" y="97"/>
                    </a:cubicBezTo>
                    <a:cubicBezTo>
                      <a:pt x="20" y="98"/>
                      <a:pt x="19" y="98"/>
                      <a:pt x="20" y="98"/>
                    </a:cubicBezTo>
                    <a:cubicBezTo>
                      <a:pt x="21" y="98"/>
                      <a:pt x="17" y="96"/>
                      <a:pt x="16" y="96"/>
                    </a:cubicBezTo>
                    <a:cubicBezTo>
                      <a:pt x="15" y="95"/>
                      <a:pt x="13" y="94"/>
                      <a:pt x="12" y="94"/>
                    </a:cubicBezTo>
                    <a:cubicBezTo>
                      <a:pt x="13" y="93"/>
                      <a:pt x="13" y="94"/>
                      <a:pt x="15" y="95"/>
                    </a:cubicBezTo>
                    <a:cubicBezTo>
                      <a:pt x="14" y="94"/>
                      <a:pt x="14" y="94"/>
                      <a:pt x="14" y="94"/>
                    </a:cubicBezTo>
                    <a:cubicBezTo>
                      <a:pt x="17" y="95"/>
                      <a:pt x="19" y="97"/>
                      <a:pt x="21" y="97"/>
                    </a:cubicBezTo>
                    <a:cubicBezTo>
                      <a:pt x="20" y="97"/>
                      <a:pt x="20" y="97"/>
                      <a:pt x="20" y="97"/>
                    </a:cubicBezTo>
                    <a:cubicBezTo>
                      <a:pt x="23" y="98"/>
                      <a:pt x="23" y="98"/>
                      <a:pt x="23" y="98"/>
                    </a:cubicBezTo>
                    <a:cubicBezTo>
                      <a:pt x="21" y="97"/>
                      <a:pt x="23" y="97"/>
                      <a:pt x="22" y="97"/>
                    </a:cubicBezTo>
                    <a:cubicBezTo>
                      <a:pt x="21" y="96"/>
                      <a:pt x="23" y="97"/>
                      <a:pt x="21" y="97"/>
                    </a:cubicBezTo>
                    <a:cubicBezTo>
                      <a:pt x="21" y="97"/>
                      <a:pt x="19" y="95"/>
                      <a:pt x="20" y="95"/>
                    </a:cubicBezTo>
                    <a:cubicBezTo>
                      <a:pt x="23" y="97"/>
                      <a:pt x="23" y="97"/>
                      <a:pt x="23" y="97"/>
                    </a:cubicBezTo>
                    <a:cubicBezTo>
                      <a:pt x="23" y="97"/>
                      <a:pt x="21" y="96"/>
                      <a:pt x="22" y="96"/>
                    </a:cubicBezTo>
                    <a:cubicBezTo>
                      <a:pt x="23" y="96"/>
                      <a:pt x="23" y="96"/>
                      <a:pt x="23" y="96"/>
                    </a:cubicBezTo>
                    <a:cubicBezTo>
                      <a:pt x="23" y="96"/>
                      <a:pt x="24" y="94"/>
                      <a:pt x="20" y="92"/>
                    </a:cubicBezTo>
                    <a:cubicBezTo>
                      <a:pt x="22" y="92"/>
                      <a:pt x="22" y="92"/>
                      <a:pt x="24" y="92"/>
                    </a:cubicBezTo>
                    <a:cubicBezTo>
                      <a:pt x="23" y="92"/>
                      <a:pt x="22" y="91"/>
                      <a:pt x="22" y="91"/>
                    </a:cubicBezTo>
                    <a:cubicBezTo>
                      <a:pt x="24" y="91"/>
                      <a:pt x="24" y="91"/>
                      <a:pt x="24" y="91"/>
                    </a:cubicBezTo>
                    <a:cubicBezTo>
                      <a:pt x="25" y="91"/>
                      <a:pt x="23" y="90"/>
                      <a:pt x="23" y="90"/>
                    </a:cubicBezTo>
                    <a:cubicBezTo>
                      <a:pt x="24" y="90"/>
                      <a:pt x="24" y="90"/>
                      <a:pt x="24" y="90"/>
                    </a:cubicBezTo>
                    <a:cubicBezTo>
                      <a:pt x="25" y="90"/>
                      <a:pt x="23" y="89"/>
                      <a:pt x="23" y="89"/>
                    </a:cubicBezTo>
                    <a:cubicBezTo>
                      <a:pt x="24" y="89"/>
                      <a:pt x="24" y="89"/>
                      <a:pt x="24" y="89"/>
                    </a:cubicBezTo>
                    <a:cubicBezTo>
                      <a:pt x="23" y="89"/>
                      <a:pt x="23" y="89"/>
                      <a:pt x="23" y="89"/>
                    </a:cubicBezTo>
                    <a:cubicBezTo>
                      <a:pt x="22" y="88"/>
                      <a:pt x="23" y="88"/>
                      <a:pt x="25" y="89"/>
                    </a:cubicBezTo>
                    <a:cubicBezTo>
                      <a:pt x="23" y="88"/>
                      <a:pt x="23" y="88"/>
                      <a:pt x="23" y="88"/>
                    </a:cubicBezTo>
                    <a:cubicBezTo>
                      <a:pt x="25" y="88"/>
                      <a:pt x="25" y="88"/>
                      <a:pt x="25" y="86"/>
                    </a:cubicBezTo>
                    <a:cubicBezTo>
                      <a:pt x="24" y="87"/>
                      <a:pt x="23" y="86"/>
                      <a:pt x="22" y="86"/>
                    </a:cubicBezTo>
                    <a:cubicBezTo>
                      <a:pt x="20" y="86"/>
                      <a:pt x="22" y="86"/>
                      <a:pt x="21" y="85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7" y="86"/>
                      <a:pt x="25" y="85"/>
                      <a:pt x="25" y="84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27" y="83"/>
                      <a:pt x="24" y="82"/>
                      <a:pt x="25" y="82"/>
                    </a:cubicBezTo>
                    <a:cubicBezTo>
                      <a:pt x="24" y="82"/>
                      <a:pt x="22" y="81"/>
                      <a:pt x="22" y="80"/>
                    </a:cubicBezTo>
                    <a:cubicBezTo>
                      <a:pt x="20" y="79"/>
                      <a:pt x="25" y="81"/>
                      <a:pt x="26" y="81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24" y="80"/>
                      <a:pt x="24" y="79"/>
                      <a:pt x="25" y="79"/>
                    </a:cubicBezTo>
                    <a:cubicBezTo>
                      <a:pt x="25" y="79"/>
                      <a:pt x="25" y="79"/>
                      <a:pt x="25" y="79"/>
                    </a:cubicBezTo>
                    <a:cubicBezTo>
                      <a:pt x="25" y="79"/>
                      <a:pt x="26" y="79"/>
                      <a:pt x="26" y="79"/>
                    </a:cubicBezTo>
                    <a:cubicBezTo>
                      <a:pt x="24" y="78"/>
                      <a:pt x="26" y="78"/>
                      <a:pt x="24" y="78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3" y="77"/>
                      <a:pt x="23" y="77"/>
                      <a:pt x="23" y="77"/>
                    </a:cubicBezTo>
                    <a:cubicBezTo>
                      <a:pt x="24" y="77"/>
                      <a:pt x="24" y="77"/>
                      <a:pt x="24" y="77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7" y="78"/>
                      <a:pt x="25" y="77"/>
                      <a:pt x="24" y="77"/>
                    </a:cubicBezTo>
                    <a:cubicBezTo>
                      <a:pt x="23" y="76"/>
                      <a:pt x="24" y="77"/>
                      <a:pt x="25" y="77"/>
                    </a:cubicBezTo>
                    <a:cubicBezTo>
                      <a:pt x="26" y="77"/>
                      <a:pt x="25" y="77"/>
                      <a:pt x="25" y="77"/>
                    </a:cubicBezTo>
                    <a:cubicBezTo>
                      <a:pt x="26" y="78"/>
                      <a:pt x="25" y="77"/>
                      <a:pt x="26" y="77"/>
                    </a:cubicBezTo>
                    <a:cubicBezTo>
                      <a:pt x="26" y="77"/>
                      <a:pt x="24" y="77"/>
                      <a:pt x="25" y="77"/>
                    </a:cubicBezTo>
                    <a:cubicBezTo>
                      <a:pt x="25" y="76"/>
                      <a:pt x="25" y="76"/>
                      <a:pt x="26" y="76"/>
                    </a:cubicBezTo>
                    <a:cubicBezTo>
                      <a:pt x="26" y="76"/>
                      <a:pt x="26" y="76"/>
                      <a:pt x="25" y="75"/>
                    </a:cubicBezTo>
                    <a:cubicBezTo>
                      <a:pt x="25" y="76"/>
                      <a:pt x="24" y="76"/>
                      <a:pt x="23" y="7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4" y="75"/>
                      <a:pt x="22" y="75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5" y="74"/>
                      <a:pt x="27" y="75"/>
                      <a:pt x="27" y="75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3"/>
                      <a:pt x="26" y="74"/>
                      <a:pt x="27" y="74"/>
                    </a:cubicBezTo>
                    <a:cubicBezTo>
                      <a:pt x="28" y="73"/>
                      <a:pt x="22" y="72"/>
                      <a:pt x="24" y="72"/>
                    </a:cubicBezTo>
                    <a:cubicBezTo>
                      <a:pt x="26" y="72"/>
                      <a:pt x="26" y="72"/>
                      <a:pt x="27" y="72"/>
                    </a:cubicBezTo>
                    <a:cubicBezTo>
                      <a:pt x="27" y="72"/>
                      <a:pt x="26" y="72"/>
                      <a:pt x="26" y="72"/>
                    </a:cubicBezTo>
                    <a:cubicBezTo>
                      <a:pt x="25" y="72"/>
                      <a:pt x="27" y="72"/>
                      <a:pt x="26" y="72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9" y="72"/>
                      <a:pt x="26" y="70"/>
                      <a:pt x="28" y="70"/>
                    </a:cubicBezTo>
                    <a:cubicBezTo>
                      <a:pt x="26" y="69"/>
                      <a:pt x="28" y="69"/>
                      <a:pt x="27" y="69"/>
                    </a:cubicBezTo>
                    <a:cubicBezTo>
                      <a:pt x="29" y="70"/>
                      <a:pt x="27" y="68"/>
                      <a:pt x="28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7" y="68"/>
                      <a:pt x="22" y="66"/>
                      <a:pt x="25" y="67"/>
                    </a:cubicBezTo>
                    <a:cubicBezTo>
                      <a:pt x="26" y="67"/>
                      <a:pt x="27" y="67"/>
                      <a:pt x="27" y="68"/>
                    </a:cubicBezTo>
                    <a:cubicBezTo>
                      <a:pt x="30" y="68"/>
                      <a:pt x="25" y="66"/>
                      <a:pt x="29" y="67"/>
                    </a:cubicBezTo>
                    <a:cubicBezTo>
                      <a:pt x="28" y="66"/>
                      <a:pt x="26" y="66"/>
                      <a:pt x="25" y="65"/>
                    </a:cubicBezTo>
                    <a:cubicBezTo>
                      <a:pt x="26" y="65"/>
                      <a:pt x="28" y="65"/>
                      <a:pt x="28" y="65"/>
                    </a:cubicBezTo>
                    <a:cubicBezTo>
                      <a:pt x="28" y="65"/>
                      <a:pt x="27" y="65"/>
                      <a:pt x="28" y="65"/>
                    </a:cubicBezTo>
                    <a:cubicBezTo>
                      <a:pt x="28" y="65"/>
                      <a:pt x="28" y="65"/>
                      <a:pt x="29" y="65"/>
                    </a:cubicBezTo>
                    <a:cubicBezTo>
                      <a:pt x="30" y="65"/>
                      <a:pt x="28" y="64"/>
                      <a:pt x="28" y="64"/>
                    </a:cubicBezTo>
                    <a:cubicBezTo>
                      <a:pt x="30" y="64"/>
                      <a:pt x="29" y="63"/>
                      <a:pt x="30" y="63"/>
                    </a:cubicBezTo>
                    <a:cubicBezTo>
                      <a:pt x="28" y="62"/>
                      <a:pt x="31" y="63"/>
                      <a:pt x="28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8" y="62"/>
                      <a:pt x="26" y="61"/>
                      <a:pt x="26" y="61"/>
                    </a:cubicBezTo>
                    <a:cubicBezTo>
                      <a:pt x="28" y="61"/>
                      <a:pt x="28" y="61"/>
                      <a:pt x="28" y="61"/>
                    </a:cubicBezTo>
                    <a:cubicBezTo>
                      <a:pt x="30" y="62"/>
                      <a:pt x="29" y="61"/>
                      <a:pt x="30" y="61"/>
                    </a:cubicBezTo>
                    <a:cubicBezTo>
                      <a:pt x="28" y="61"/>
                      <a:pt x="30" y="61"/>
                      <a:pt x="28" y="61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7" y="60"/>
                      <a:pt x="27" y="60"/>
                      <a:pt x="27" y="59"/>
                    </a:cubicBezTo>
                    <a:cubicBezTo>
                      <a:pt x="27" y="59"/>
                      <a:pt x="29" y="60"/>
                      <a:pt x="29" y="60"/>
                    </a:cubicBezTo>
                    <a:cubicBezTo>
                      <a:pt x="30" y="60"/>
                      <a:pt x="29" y="60"/>
                      <a:pt x="29" y="59"/>
                    </a:cubicBezTo>
                    <a:cubicBezTo>
                      <a:pt x="29" y="59"/>
                      <a:pt x="29" y="59"/>
                      <a:pt x="28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9"/>
                      <a:pt x="29" y="59"/>
                      <a:pt x="30" y="59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59"/>
                      <a:pt x="30" y="58"/>
                      <a:pt x="29" y="58"/>
                    </a:cubicBezTo>
                    <a:cubicBezTo>
                      <a:pt x="30" y="58"/>
                      <a:pt x="29" y="56"/>
                      <a:pt x="28" y="56"/>
                    </a:cubicBezTo>
                    <a:cubicBezTo>
                      <a:pt x="28" y="56"/>
                      <a:pt x="30" y="56"/>
                      <a:pt x="29" y="56"/>
                    </a:cubicBezTo>
                    <a:cubicBezTo>
                      <a:pt x="29" y="56"/>
                      <a:pt x="27" y="55"/>
                      <a:pt x="28" y="55"/>
                    </a:cubicBezTo>
                    <a:cubicBezTo>
                      <a:pt x="28" y="55"/>
                      <a:pt x="30" y="55"/>
                      <a:pt x="30" y="55"/>
                    </a:cubicBezTo>
                    <a:cubicBezTo>
                      <a:pt x="30" y="55"/>
                      <a:pt x="28" y="55"/>
                      <a:pt x="28" y="55"/>
                    </a:cubicBezTo>
                    <a:cubicBezTo>
                      <a:pt x="31" y="55"/>
                      <a:pt x="27" y="53"/>
                      <a:pt x="29" y="53"/>
                    </a:cubicBezTo>
                    <a:cubicBezTo>
                      <a:pt x="29" y="53"/>
                      <a:pt x="30" y="53"/>
                      <a:pt x="30" y="53"/>
                    </a:cubicBezTo>
                    <a:cubicBezTo>
                      <a:pt x="30" y="53"/>
                      <a:pt x="29" y="52"/>
                      <a:pt x="27" y="51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7" y="50"/>
                    </a:cubicBezTo>
                    <a:cubicBezTo>
                      <a:pt x="27" y="51"/>
                      <a:pt x="28" y="51"/>
                      <a:pt x="28" y="51"/>
                    </a:cubicBezTo>
                    <a:cubicBezTo>
                      <a:pt x="27" y="51"/>
                      <a:pt x="25" y="50"/>
                      <a:pt x="26" y="5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26" y="50"/>
                      <a:pt x="25" y="49"/>
                      <a:pt x="25" y="49"/>
                    </a:cubicBezTo>
                    <a:cubicBezTo>
                      <a:pt x="26" y="49"/>
                      <a:pt x="26" y="49"/>
                      <a:pt x="27" y="49"/>
                    </a:cubicBezTo>
                    <a:cubicBezTo>
                      <a:pt x="29" y="50"/>
                      <a:pt x="28" y="49"/>
                      <a:pt x="29" y="49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8"/>
                      <a:pt x="29" y="49"/>
                      <a:pt x="29" y="48"/>
                    </a:cubicBezTo>
                    <a:cubicBezTo>
                      <a:pt x="24" y="47"/>
                      <a:pt x="24" y="47"/>
                      <a:pt x="24" y="47"/>
                    </a:cubicBezTo>
                    <a:cubicBezTo>
                      <a:pt x="24" y="47"/>
                      <a:pt x="26" y="47"/>
                      <a:pt x="27" y="47"/>
                    </a:cubicBezTo>
                    <a:cubicBezTo>
                      <a:pt x="27" y="47"/>
                      <a:pt x="24" y="46"/>
                      <a:pt x="22" y="45"/>
                    </a:cubicBezTo>
                    <a:cubicBezTo>
                      <a:pt x="23" y="45"/>
                      <a:pt x="22" y="44"/>
                      <a:pt x="22" y="44"/>
                    </a:cubicBezTo>
                    <a:cubicBezTo>
                      <a:pt x="23" y="44"/>
                      <a:pt x="22" y="44"/>
                      <a:pt x="23" y="44"/>
                    </a:cubicBezTo>
                    <a:cubicBezTo>
                      <a:pt x="25" y="44"/>
                      <a:pt x="25" y="44"/>
                      <a:pt x="25" y="44"/>
                    </a:cubicBezTo>
                    <a:cubicBezTo>
                      <a:pt x="25" y="45"/>
                      <a:pt x="27" y="45"/>
                      <a:pt x="28" y="45"/>
                    </a:cubicBezTo>
                    <a:cubicBezTo>
                      <a:pt x="27" y="45"/>
                      <a:pt x="28" y="44"/>
                      <a:pt x="29" y="44"/>
                    </a:cubicBezTo>
                    <a:cubicBezTo>
                      <a:pt x="26" y="44"/>
                      <a:pt x="27" y="43"/>
                      <a:pt x="25" y="42"/>
                    </a:cubicBezTo>
                    <a:cubicBezTo>
                      <a:pt x="24" y="42"/>
                      <a:pt x="27" y="43"/>
                      <a:pt x="28" y="43"/>
                    </a:cubicBezTo>
                    <a:cubicBezTo>
                      <a:pt x="27" y="42"/>
                      <a:pt x="27" y="41"/>
                      <a:pt x="27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7" y="40"/>
                      <a:pt x="28" y="40"/>
                      <a:pt x="26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8" y="39"/>
                      <a:pt x="24" y="38"/>
                      <a:pt x="26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8"/>
                      <a:pt x="28" y="38"/>
                      <a:pt x="26" y="37"/>
                    </a:cubicBezTo>
                    <a:cubicBezTo>
                      <a:pt x="27" y="37"/>
                      <a:pt x="27" y="38"/>
                      <a:pt x="28" y="38"/>
                    </a:cubicBezTo>
                    <a:cubicBezTo>
                      <a:pt x="27" y="37"/>
                      <a:pt x="27" y="37"/>
                      <a:pt x="26" y="36"/>
                    </a:cubicBezTo>
                    <a:cubicBezTo>
                      <a:pt x="28" y="37"/>
                      <a:pt x="28" y="37"/>
                      <a:pt x="28" y="37"/>
                    </a:cubicBezTo>
                    <a:cubicBezTo>
                      <a:pt x="29" y="37"/>
                      <a:pt x="26" y="36"/>
                      <a:pt x="27" y="36"/>
                    </a:cubicBezTo>
                    <a:cubicBezTo>
                      <a:pt x="27" y="36"/>
                      <a:pt x="28" y="36"/>
                      <a:pt x="28" y="36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33"/>
                      <a:pt x="30" y="31"/>
                      <a:pt x="28" y="29"/>
                    </a:cubicBezTo>
                    <a:cubicBezTo>
                      <a:pt x="31" y="29"/>
                      <a:pt x="30" y="30"/>
                      <a:pt x="31" y="30"/>
                    </a:cubicBezTo>
                    <a:cubicBezTo>
                      <a:pt x="29" y="29"/>
                      <a:pt x="31" y="29"/>
                      <a:pt x="30" y="29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31" y="28"/>
                      <a:pt x="31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29" y="27"/>
                      <a:pt x="33" y="28"/>
                      <a:pt x="30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0" y="26"/>
                      <a:pt x="33" y="27"/>
                      <a:pt x="31" y="2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33" y="26"/>
                      <a:pt x="29" y="25"/>
                      <a:pt x="31" y="25"/>
                    </a:cubicBezTo>
                    <a:cubicBezTo>
                      <a:pt x="31" y="25"/>
                      <a:pt x="30" y="24"/>
                      <a:pt x="28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0" y="23"/>
                      <a:pt x="31" y="21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8" y="18"/>
                      <a:pt x="33" y="19"/>
                      <a:pt x="29" y="17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9" y="16"/>
                      <a:pt x="30" y="16"/>
                      <a:pt x="28" y="15"/>
                    </a:cubicBezTo>
                    <a:cubicBezTo>
                      <a:pt x="30" y="16"/>
                      <a:pt x="30" y="16"/>
                      <a:pt x="30" y="16"/>
                    </a:cubicBezTo>
                    <a:cubicBezTo>
                      <a:pt x="30" y="15"/>
                      <a:pt x="28" y="14"/>
                      <a:pt x="28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33" y="14"/>
                      <a:pt x="36" y="12"/>
                      <a:pt x="32" y="9"/>
                    </a:cubicBezTo>
                    <a:cubicBezTo>
                      <a:pt x="32" y="9"/>
                      <a:pt x="35" y="10"/>
                      <a:pt x="34" y="10"/>
                    </a:cubicBezTo>
                    <a:cubicBezTo>
                      <a:pt x="32" y="7"/>
                      <a:pt x="37" y="7"/>
                      <a:pt x="33" y="4"/>
                    </a:cubicBezTo>
                    <a:cubicBezTo>
                      <a:pt x="32" y="2"/>
                      <a:pt x="26" y="0"/>
                      <a:pt x="26" y="0"/>
                    </a:cubicBezTo>
                    <a:cubicBezTo>
                      <a:pt x="28" y="3"/>
                      <a:pt x="24" y="5"/>
                      <a:pt x="21" y="7"/>
                    </a:cubicBezTo>
                    <a:cubicBezTo>
                      <a:pt x="21" y="8"/>
                      <a:pt x="21" y="9"/>
                      <a:pt x="20" y="10"/>
                    </a:cubicBezTo>
                    <a:cubicBezTo>
                      <a:pt x="20" y="13"/>
                      <a:pt x="14" y="16"/>
                      <a:pt x="15" y="20"/>
                    </a:cubicBezTo>
                    <a:cubicBezTo>
                      <a:pt x="16" y="20"/>
                      <a:pt x="17" y="21"/>
                      <a:pt x="17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6" y="21"/>
                      <a:pt x="16" y="21"/>
                    </a:cubicBezTo>
                    <a:cubicBezTo>
                      <a:pt x="15" y="22"/>
                      <a:pt x="16" y="24"/>
                      <a:pt x="15" y="25"/>
                    </a:cubicBezTo>
                    <a:cubicBezTo>
                      <a:pt x="17" y="25"/>
                      <a:pt x="15" y="26"/>
                      <a:pt x="17" y="26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7" y="27"/>
                      <a:pt x="17" y="27"/>
                      <a:pt x="14" y="28"/>
                    </a:cubicBezTo>
                    <a:cubicBezTo>
                      <a:pt x="12" y="31"/>
                      <a:pt x="12" y="35"/>
                      <a:pt x="11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1" name="Freeform 116"/>
              <p:cNvSpPr/>
              <p:nvPr>
                <p:custDataLst>
                  <p:tags r:id="rId362"/>
                </p:custDataLst>
              </p:nvPr>
            </p:nvSpPr>
            <p:spPr bwMode="auto">
              <a:xfrm>
                <a:off x="3914" y="130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2" name="Freeform 117"/>
              <p:cNvSpPr/>
              <p:nvPr>
                <p:custDataLst>
                  <p:tags r:id="rId363"/>
                </p:custDataLst>
              </p:nvPr>
            </p:nvSpPr>
            <p:spPr bwMode="auto">
              <a:xfrm>
                <a:off x="3364" y="247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3" name="Freeform 118"/>
              <p:cNvSpPr/>
              <p:nvPr>
                <p:custDataLst>
                  <p:tags r:id="rId364"/>
                </p:custDataLst>
              </p:nvPr>
            </p:nvSpPr>
            <p:spPr bwMode="auto">
              <a:xfrm>
                <a:off x="3920" y="1403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1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4" name="Freeform 119"/>
              <p:cNvSpPr/>
              <p:nvPr>
                <p:custDataLst>
                  <p:tags r:id="rId365"/>
                </p:custDataLst>
              </p:nvPr>
            </p:nvSpPr>
            <p:spPr bwMode="auto">
              <a:xfrm>
                <a:off x="3918" y="1401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5" name="Freeform 120"/>
              <p:cNvSpPr/>
              <p:nvPr>
                <p:custDataLst>
                  <p:tags r:id="rId366"/>
                </p:custDataLst>
              </p:nvPr>
            </p:nvSpPr>
            <p:spPr bwMode="auto">
              <a:xfrm>
                <a:off x="3920" y="1411"/>
                <a:ext cx="4" cy="0"/>
              </a:xfrm>
              <a:custGeom>
                <a:avLst/>
                <a:gdLst>
                  <a:gd name="T0" fmla="*/ 2 w 2"/>
                  <a:gd name="T1" fmla="*/ 0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6" name="Freeform 121"/>
              <p:cNvSpPr/>
              <p:nvPr>
                <p:custDataLst>
                  <p:tags r:id="rId367"/>
                </p:custDataLst>
              </p:nvPr>
            </p:nvSpPr>
            <p:spPr bwMode="auto">
              <a:xfrm>
                <a:off x="3477" y="150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7" name="Freeform 122"/>
              <p:cNvSpPr/>
              <p:nvPr>
                <p:custDataLst>
                  <p:tags r:id="rId368"/>
                </p:custDataLst>
              </p:nvPr>
            </p:nvSpPr>
            <p:spPr bwMode="auto">
              <a:xfrm>
                <a:off x="3453" y="1458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8" name="Freeform 123"/>
              <p:cNvSpPr/>
              <p:nvPr>
                <p:custDataLst>
                  <p:tags r:id="rId369"/>
                </p:custDataLst>
              </p:nvPr>
            </p:nvSpPr>
            <p:spPr bwMode="auto">
              <a:xfrm>
                <a:off x="3477" y="142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49" name="Freeform 124"/>
              <p:cNvSpPr/>
              <p:nvPr>
                <p:custDataLst>
                  <p:tags r:id="rId370"/>
                </p:custDataLst>
              </p:nvPr>
            </p:nvSpPr>
            <p:spPr bwMode="auto">
              <a:xfrm>
                <a:off x="4603" y="188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0" name="Freeform 125"/>
              <p:cNvSpPr/>
              <p:nvPr>
                <p:custDataLst>
                  <p:tags r:id="rId371"/>
                </p:custDataLst>
              </p:nvPr>
            </p:nvSpPr>
            <p:spPr bwMode="auto">
              <a:xfrm>
                <a:off x="3540" y="153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1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1" name="Rectangle 126"/>
              <p:cNvSpPr>
                <a:spLocks noChangeArrowheads="1"/>
              </p:cNvSpPr>
              <p:nvPr>
                <p:custDataLst>
                  <p:tags r:id="rId372"/>
                </p:custDataLst>
              </p:nvPr>
            </p:nvSpPr>
            <p:spPr bwMode="auto">
              <a:xfrm>
                <a:off x="3489" y="1441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2" name="Freeform 127"/>
              <p:cNvSpPr/>
              <p:nvPr>
                <p:custDataLst>
                  <p:tags r:id="rId373"/>
                </p:custDataLst>
              </p:nvPr>
            </p:nvSpPr>
            <p:spPr bwMode="auto">
              <a:xfrm>
                <a:off x="3375" y="1310"/>
                <a:ext cx="174" cy="269"/>
              </a:xfrm>
              <a:custGeom>
                <a:avLst/>
                <a:gdLst>
                  <a:gd name="T0" fmla="*/ 11 w 82"/>
                  <a:gd name="T1" fmla="*/ 27 h 127"/>
                  <a:gd name="T2" fmla="*/ 20 w 82"/>
                  <a:gd name="T3" fmla="*/ 47 h 127"/>
                  <a:gd name="T4" fmla="*/ 34 w 82"/>
                  <a:gd name="T5" fmla="*/ 60 h 127"/>
                  <a:gd name="T6" fmla="*/ 37 w 82"/>
                  <a:gd name="T7" fmla="*/ 68 h 127"/>
                  <a:gd name="T8" fmla="*/ 43 w 82"/>
                  <a:gd name="T9" fmla="*/ 80 h 127"/>
                  <a:gd name="T10" fmla="*/ 47 w 82"/>
                  <a:gd name="T11" fmla="*/ 89 h 127"/>
                  <a:gd name="T12" fmla="*/ 53 w 82"/>
                  <a:gd name="T13" fmla="*/ 94 h 127"/>
                  <a:gd name="T14" fmla="*/ 60 w 82"/>
                  <a:gd name="T15" fmla="*/ 105 h 127"/>
                  <a:gd name="T16" fmla="*/ 63 w 82"/>
                  <a:gd name="T17" fmla="*/ 111 h 127"/>
                  <a:gd name="T18" fmla="*/ 63 w 82"/>
                  <a:gd name="T19" fmla="*/ 121 h 127"/>
                  <a:gd name="T20" fmla="*/ 65 w 82"/>
                  <a:gd name="T21" fmla="*/ 124 h 127"/>
                  <a:gd name="T22" fmla="*/ 69 w 82"/>
                  <a:gd name="T23" fmla="*/ 126 h 127"/>
                  <a:gd name="T24" fmla="*/ 72 w 82"/>
                  <a:gd name="T25" fmla="*/ 126 h 127"/>
                  <a:gd name="T26" fmla="*/ 73 w 82"/>
                  <a:gd name="T27" fmla="*/ 123 h 127"/>
                  <a:gd name="T28" fmla="*/ 71 w 82"/>
                  <a:gd name="T29" fmla="*/ 118 h 127"/>
                  <a:gd name="T30" fmla="*/ 73 w 82"/>
                  <a:gd name="T31" fmla="*/ 112 h 127"/>
                  <a:gd name="T32" fmla="*/ 80 w 82"/>
                  <a:gd name="T33" fmla="*/ 112 h 127"/>
                  <a:gd name="T34" fmla="*/ 80 w 82"/>
                  <a:gd name="T35" fmla="*/ 109 h 127"/>
                  <a:gd name="T36" fmla="*/ 76 w 82"/>
                  <a:gd name="T37" fmla="*/ 108 h 127"/>
                  <a:gd name="T38" fmla="*/ 78 w 82"/>
                  <a:gd name="T39" fmla="*/ 107 h 127"/>
                  <a:gd name="T40" fmla="*/ 73 w 82"/>
                  <a:gd name="T41" fmla="*/ 105 h 127"/>
                  <a:gd name="T42" fmla="*/ 77 w 82"/>
                  <a:gd name="T43" fmla="*/ 102 h 127"/>
                  <a:gd name="T44" fmla="*/ 78 w 82"/>
                  <a:gd name="T45" fmla="*/ 100 h 127"/>
                  <a:gd name="T46" fmla="*/ 76 w 82"/>
                  <a:gd name="T47" fmla="*/ 100 h 127"/>
                  <a:gd name="T48" fmla="*/ 76 w 82"/>
                  <a:gd name="T49" fmla="*/ 96 h 127"/>
                  <a:gd name="T50" fmla="*/ 71 w 82"/>
                  <a:gd name="T51" fmla="*/ 96 h 127"/>
                  <a:gd name="T52" fmla="*/ 65 w 82"/>
                  <a:gd name="T53" fmla="*/ 95 h 127"/>
                  <a:gd name="T54" fmla="*/ 70 w 82"/>
                  <a:gd name="T55" fmla="*/ 92 h 127"/>
                  <a:gd name="T56" fmla="*/ 68 w 82"/>
                  <a:gd name="T57" fmla="*/ 86 h 127"/>
                  <a:gd name="T58" fmla="*/ 67 w 82"/>
                  <a:gd name="T59" fmla="*/ 84 h 127"/>
                  <a:gd name="T60" fmla="*/ 65 w 82"/>
                  <a:gd name="T61" fmla="*/ 81 h 127"/>
                  <a:gd name="T62" fmla="*/ 62 w 82"/>
                  <a:gd name="T63" fmla="*/ 75 h 127"/>
                  <a:gd name="T64" fmla="*/ 60 w 82"/>
                  <a:gd name="T65" fmla="*/ 73 h 127"/>
                  <a:gd name="T66" fmla="*/ 59 w 82"/>
                  <a:gd name="T67" fmla="*/ 72 h 127"/>
                  <a:gd name="T68" fmla="*/ 57 w 82"/>
                  <a:gd name="T69" fmla="*/ 71 h 127"/>
                  <a:gd name="T70" fmla="*/ 58 w 82"/>
                  <a:gd name="T71" fmla="*/ 68 h 127"/>
                  <a:gd name="T72" fmla="*/ 55 w 82"/>
                  <a:gd name="T73" fmla="*/ 67 h 127"/>
                  <a:gd name="T74" fmla="*/ 54 w 82"/>
                  <a:gd name="T75" fmla="*/ 62 h 127"/>
                  <a:gd name="T76" fmla="*/ 51 w 82"/>
                  <a:gd name="T77" fmla="*/ 58 h 127"/>
                  <a:gd name="T78" fmla="*/ 51 w 82"/>
                  <a:gd name="T79" fmla="*/ 54 h 127"/>
                  <a:gd name="T80" fmla="*/ 48 w 82"/>
                  <a:gd name="T81" fmla="*/ 53 h 127"/>
                  <a:gd name="T82" fmla="*/ 49 w 82"/>
                  <a:gd name="T83" fmla="*/ 53 h 127"/>
                  <a:gd name="T84" fmla="*/ 45 w 82"/>
                  <a:gd name="T85" fmla="*/ 50 h 127"/>
                  <a:gd name="T86" fmla="*/ 43 w 82"/>
                  <a:gd name="T87" fmla="*/ 46 h 127"/>
                  <a:gd name="T88" fmla="*/ 41 w 82"/>
                  <a:gd name="T89" fmla="*/ 44 h 127"/>
                  <a:gd name="T90" fmla="*/ 32 w 82"/>
                  <a:gd name="T91" fmla="*/ 44 h 127"/>
                  <a:gd name="T92" fmla="*/ 35 w 82"/>
                  <a:gd name="T93" fmla="*/ 39 h 127"/>
                  <a:gd name="T94" fmla="*/ 31 w 82"/>
                  <a:gd name="T95" fmla="*/ 36 h 127"/>
                  <a:gd name="T96" fmla="*/ 30 w 82"/>
                  <a:gd name="T97" fmla="*/ 32 h 127"/>
                  <a:gd name="T98" fmla="*/ 26 w 82"/>
                  <a:gd name="T99" fmla="*/ 24 h 127"/>
                  <a:gd name="T100" fmla="*/ 25 w 82"/>
                  <a:gd name="T101" fmla="*/ 21 h 127"/>
                  <a:gd name="T102" fmla="*/ 15 w 82"/>
                  <a:gd name="T103" fmla="*/ 15 h 127"/>
                  <a:gd name="T104" fmla="*/ 13 w 82"/>
                  <a:gd name="T105" fmla="*/ 13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2" h="127">
                    <a:moveTo>
                      <a:pt x="1" y="12"/>
                    </a:moveTo>
                    <a:cubicBezTo>
                      <a:pt x="2" y="13"/>
                      <a:pt x="4" y="14"/>
                      <a:pt x="3" y="15"/>
                    </a:cubicBezTo>
                    <a:cubicBezTo>
                      <a:pt x="6" y="19"/>
                      <a:pt x="4" y="25"/>
                      <a:pt x="8" y="28"/>
                    </a:cubicBezTo>
                    <a:cubicBezTo>
                      <a:pt x="9" y="27"/>
                      <a:pt x="10" y="27"/>
                      <a:pt x="10" y="27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0" y="28"/>
                      <a:pt x="9" y="28"/>
                    </a:cubicBezTo>
                    <a:cubicBezTo>
                      <a:pt x="10" y="29"/>
                      <a:pt x="12" y="30"/>
                      <a:pt x="12" y="32"/>
                    </a:cubicBezTo>
                    <a:cubicBezTo>
                      <a:pt x="14" y="31"/>
                      <a:pt x="13" y="33"/>
                      <a:pt x="15" y="32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15" y="33"/>
                      <a:pt x="15" y="33"/>
                      <a:pt x="13" y="35"/>
                    </a:cubicBezTo>
                    <a:cubicBezTo>
                      <a:pt x="14" y="40"/>
                      <a:pt x="18" y="43"/>
                      <a:pt x="20" y="47"/>
                    </a:cubicBezTo>
                    <a:cubicBezTo>
                      <a:pt x="22" y="50"/>
                      <a:pt x="26" y="53"/>
                      <a:pt x="29" y="57"/>
                    </a:cubicBezTo>
                    <a:cubicBezTo>
                      <a:pt x="32" y="56"/>
                      <a:pt x="31" y="57"/>
                      <a:pt x="34" y="56"/>
                    </a:cubicBezTo>
                    <a:cubicBezTo>
                      <a:pt x="33" y="57"/>
                      <a:pt x="33" y="57"/>
                      <a:pt x="33" y="57"/>
                    </a:cubicBezTo>
                    <a:cubicBezTo>
                      <a:pt x="35" y="57"/>
                      <a:pt x="34" y="58"/>
                      <a:pt x="33" y="59"/>
                    </a:cubicBezTo>
                    <a:cubicBezTo>
                      <a:pt x="34" y="59"/>
                      <a:pt x="33" y="59"/>
                      <a:pt x="35" y="58"/>
                    </a:cubicBezTo>
                    <a:cubicBezTo>
                      <a:pt x="37" y="58"/>
                      <a:pt x="33" y="60"/>
                      <a:pt x="34" y="60"/>
                    </a:cubicBezTo>
                    <a:cubicBezTo>
                      <a:pt x="33" y="60"/>
                      <a:pt x="35" y="59"/>
                      <a:pt x="35" y="60"/>
                    </a:cubicBezTo>
                    <a:cubicBezTo>
                      <a:pt x="37" y="60"/>
                      <a:pt x="33" y="60"/>
                      <a:pt x="32" y="62"/>
                    </a:cubicBezTo>
                    <a:cubicBezTo>
                      <a:pt x="34" y="64"/>
                      <a:pt x="37" y="65"/>
                      <a:pt x="37" y="67"/>
                    </a:cubicBezTo>
                    <a:cubicBezTo>
                      <a:pt x="37" y="67"/>
                      <a:pt x="38" y="66"/>
                      <a:pt x="38" y="66"/>
                    </a:cubicBezTo>
                    <a:cubicBezTo>
                      <a:pt x="35" y="68"/>
                      <a:pt x="39" y="66"/>
                      <a:pt x="38" y="67"/>
                    </a:cubicBezTo>
                    <a:cubicBezTo>
                      <a:pt x="37" y="68"/>
                      <a:pt x="37" y="68"/>
                      <a:pt x="37" y="68"/>
                    </a:cubicBezTo>
                    <a:cubicBezTo>
                      <a:pt x="36" y="69"/>
                      <a:pt x="39" y="69"/>
                      <a:pt x="38" y="70"/>
                    </a:cubicBezTo>
                    <a:cubicBezTo>
                      <a:pt x="39" y="70"/>
                      <a:pt x="37" y="72"/>
                      <a:pt x="39" y="72"/>
                    </a:cubicBezTo>
                    <a:cubicBezTo>
                      <a:pt x="38" y="72"/>
                      <a:pt x="38" y="73"/>
                      <a:pt x="38" y="73"/>
                    </a:cubicBezTo>
                    <a:cubicBezTo>
                      <a:pt x="41" y="72"/>
                      <a:pt x="37" y="75"/>
                      <a:pt x="40" y="74"/>
                    </a:cubicBezTo>
                    <a:cubicBezTo>
                      <a:pt x="39" y="75"/>
                      <a:pt x="39" y="75"/>
                      <a:pt x="39" y="75"/>
                    </a:cubicBezTo>
                    <a:cubicBezTo>
                      <a:pt x="41" y="76"/>
                      <a:pt x="41" y="79"/>
                      <a:pt x="43" y="80"/>
                    </a:cubicBezTo>
                    <a:cubicBezTo>
                      <a:pt x="44" y="81"/>
                      <a:pt x="42" y="84"/>
                      <a:pt x="44" y="84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6" y="84"/>
                      <a:pt x="45" y="84"/>
                      <a:pt x="44" y="84"/>
                    </a:cubicBezTo>
                    <a:cubicBezTo>
                      <a:pt x="46" y="84"/>
                      <a:pt x="45" y="86"/>
                      <a:pt x="45" y="87"/>
                    </a:cubicBezTo>
                    <a:cubicBezTo>
                      <a:pt x="46" y="87"/>
                      <a:pt x="46" y="87"/>
                      <a:pt x="47" y="86"/>
                    </a:cubicBezTo>
                    <a:cubicBezTo>
                      <a:pt x="45" y="88"/>
                      <a:pt x="48" y="88"/>
                      <a:pt x="47" y="89"/>
                    </a:cubicBezTo>
                    <a:cubicBezTo>
                      <a:pt x="50" y="88"/>
                      <a:pt x="49" y="89"/>
                      <a:pt x="50" y="89"/>
                    </a:cubicBezTo>
                    <a:cubicBezTo>
                      <a:pt x="50" y="89"/>
                      <a:pt x="49" y="90"/>
                      <a:pt x="48" y="90"/>
                    </a:cubicBezTo>
                    <a:cubicBezTo>
                      <a:pt x="49" y="91"/>
                      <a:pt x="49" y="91"/>
                      <a:pt x="49" y="92"/>
                    </a:cubicBezTo>
                    <a:cubicBezTo>
                      <a:pt x="49" y="92"/>
                      <a:pt x="51" y="92"/>
                      <a:pt x="51" y="92"/>
                    </a:cubicBezTo>
                    <a:cubicBezTo>
                      <a:pt x="49" y="93"/>
                      <a:pt x="51" y="93"/>
                      <a:pt x="50" y="94"/>
                    </a:cubicBezTo>
                    <a:cubicBezTo>
                      <a:pt x="52" y="93"/>
                      <a:pt x="54" y="93"/>
                      <a:pt x="53" y="94"/>
                    </a:cubicBezTo>
                    <a:cubicBezTo>
                      <a:pt x="51" y="95"/>
                      <a:pt x="51" y="95"/>
                      <a:pt x="51" y="95"/>
                    </a:cubicBezTo>
                    <a:cubicBezTo>
                      <a:pt x="53" y="95"/>
                      <a:pt x="51" y="98"/>
                      <a:pt x="55" y="99"/>
                    </a:cubicBezTo>
                    <a:cubicBezTo>
                      <a:pt x="53" y="99"/>
                      <a:pt x="53" y="99"/>
                      <a:pt x="53" y="99"/>
                    </a:cubicBezTo>
                    <a:cubicBezTo>
                      <a:pt x="56" y="100"/>
                      <a:pt x="54" y="103"/>
                      <a:pt x="58" y="103"/>
                    </a:cubicBezTo>
                    <a:cubicBezTo>
                      <a:pt x="57" y="104"/>
                      <a:pt x="56" y="105"/>
                      <a:pt x="57" y="105"/>
                    </a:cubicBezTo>
                    <a:cubicBezTo>
                      <a:pt x="58" y="105"/>
                      <a:pt x="58" y="106"/>
                      <a:pt x="60" y="105"/>
                    </a:cubicBezTo>
                    <a:cubicBezTo>
                      <a:pt x="61" y="106"/>
                      <a:pt x="59" y="106"/>
                      <a:pt x="59" y="106"/>
                    </a:cubicBezTo>
                    <a:cubicBezTo>
                      <a:pt x="59" y="107"/>
                      <a:pt x="57" y="108"/>
                      <a:pt x="59" y="108"/>
                    </a:cubicBezTo>
                    <a:cubicBezTo>
                      <a:pt x="58" y="109"/>
                      <a:pt x="58" y="109"/>
                      <a:pt x="58" y="109"/>
                    </a:cubicBezTo>
                    <a:cubicBezTo>
                      <a:pt x="59" y="109"/>
                      <a:pt x="61" y="109"/>
                      <a:pt x="60" y="110"/>
                    </a:cubicBezTo>
                    <a:cubicBezTo>
                      <a:pt x="61" y="110"/>
                      <a:pt x="62" y="111"/>
                      <a:pt x="64" y="110"/>
                    </a:cubicBezTo>
                    <a:cubicBezTo>
                      <a:pt x="64" y="110"/>
                      <a:pt x="61" y="111"/>
                      <a:pt x="63" y="111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1" y="113"/>
                      <a:pt x="62" y="114"/>
                      <a:pt x="63" y="115"/>
                    </a:cubicBezTo>
                    <a:cubicBezTo>
                      <a:pt x="61" y="116"/>
                      <a:pt x="64" y="116"/>
                      <a:pt x="62" y="117"/>
                    </a:cubicBezTo>
                    <a:cubicBezTo>
                      <a:pt x="64" y="118"/>
                      <a:pt x="62" y="119"/>
                      <a:pt x="65" y="119"/>
                    </a:cubicBezTo>
                    <a:cubicBezTo>
                      <a:pt x="64" y="119"/>
                      <a:pt x="64" y="119"/>
                      <a:pt x="64" y="119"/>
                    </a:cubicBezTo>
                    <a:cubicBezTo>
                      <a:pt x="64" y="120"/>
                      <a:pt x="64" y="121"/>
                      <a:pt x="63" y="121"/>
                    </a:cubicBezTo>
                    <a:cubicBezTo>
                      <a:pt x="63" y="122"/>
                      <a:pt x="65" y="122"/>
                      <a:pt x="66" y="122"/>
                    </a:cubicBezTo>
                    <a:cubicBezTo>
                      <a:pt x="64" y="122"/>
                      <a:pt x="64" y="122"/>
                      <a:pt x="64" y="122"/>
                    </a:cubicBezTo>
                    <a:cubicBezTo>
                      <a:pt x="65" y="123"/>
                      <a:pt x="67" y="123"/>
                      <a:pt x="69" y="123"/>
                    </a:cubicBezTo>
                    <a:cubicBezTo>
                      <a:pt x="68" y="123"/>
                      <a:pt x="69" y="123"/>
                      <a:pt x="68" y="124"/>
                    </a:cubicBezTo>
                    <a:cubicBezTo>
                      <a:pt x="67" y="123"/>
                      <a:pt x="66" y="123"/>
                      <a:pt x="64" y="123"/>
                    </a:cubicBezTo>
                    <a:cubicBezTo>
                      <a:pt x="63" y="123"/>
                      <a:pt x="67" y="124"/>
                      <a:pt x="65" y="124"/>
                    </a:cubicBezTo>
                    <a:cubicBezTo>
                      <a:pt x="64" y="125"/>
                      <a:pt x="65" y="125"/>
                      <a:pt x="67" y="125"/>
                    </a:cubicBezTo>
                    <a:cubicBezTo>
                      <a:pt x="66" y="125"/>
                      <a:pt x="66" y="125"/>
                      <a:pt x="65" y="125"/>
                    </a:cubicBezTo>
                    <a:cubicBezTo>
                      <a:pt x="65" y="126"/>
                      <a:pt x="65" y="126"/>
                      <a:pt x="66" y="126"/>
                    </a:cubicBezTo>
                    <a:cubicBezTo>
                      <a:pt x="66" y="126"/>
                      <a:pt x="66" y="126"/>
                      <a:pt x="66" y="126"/>
                    </a:cubicBezTo>
                    <a:cubicBezTo>
                      <a:pt x="67" y="126"/>
                      <a:pt x="67" y="126"/>
                      <a:pt x="69" y="126"/>
                    </a:cubicBezTo>
                    <a:cubicBezTo>
                      <a:pt x="69" y="126"/>
                      <a:pt x="68" y="126"/>
                      <a:pt x="69" y="126"/>
                    </a:cubicBezTo>
                    <a:cubicBezTo>
                      <a:pt x="70" y="126"/>
                      <a:pt x="71" y="126"/>
                      <a:pt x="69" y="126"/>
                    </a:cubicBezTo>
                    <a:cubicBezTo>
                      <a:pt x="68" y="127"/>
                      <a:pt x="67" y="126"/>
                      <a:pt x="66" y="126"/>
                    </a:cubicBezTo>
                    <a:cubicBezTo>
                      <a:pt x="70" y="127"/>
                      <a:pt x="70" y="127"/>
                      <a:pt x="70" y="127"/>
                    </a:cubicBezTo>
                    <a:cubicBezTo>
                      <a:pt x="69" y="127"/>
                      <a:pt x="69" y="127"/>
                      <a:pt x="71" y="127"/>
                    </a:cubicBezTo>
                    <a:cubicBezTo>
                      <a:pt x="70" y="126"/>
                      <a:pt x="70" y="126"/>
                      <a:pt x="70" y="126"/>
                    </a:cubicBezTo>
                    <a:cubicBezTo>
                      <a:pt x="72" y="126"/>
                      <a:pt x="72" y="126"/>
                      <a:pt x="72" y="126"/>
                    </a:cubicBezTo>
                    <a:cubicBezTo>
                      <a:pt x="71" y="126"/>
                      <a:pt x="72" y="125"/>
                      <a:pt x="71" y="125"/>
                    </a:cubicBezTo>
                    <a:cubicBezTo>
                      <a:pt x="70" y="125"/>
                      <a:pt x="70" y="125"/>
                      <a:pt x="70" y="125"/>
                    </a:cubicBezTo>
                    <a:cubicBezTo>
                      <a:pt x="69" y="125"/>
                      <a:pt x="67" y="124"/>
                      <a:pt x="69" y="124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71" y="124"/>
                      <a:pt x="70" y="124"/>
                      <a:pt x="71" y="123"/>
                    </a:cubicBezTo>
                    <a:cubicBezTo>
                      <a:pt x="73" y="123"/>
                      <a:pt x="73" y="123"/>
                      <a:pt x="73" y="123"/>
                    </a:cubicBezTo>
                    <a:cubicBezTo>
                      <a:pt x="70" y="124"/>
                      <a:pt x="72" y="122"/>
                      <a:pt x="71" y="122"/>
                    </a:cubicBezTo>
                    <a:cubicBezTo>
                      <a:pt x="72" y="122"/>
                      <a:pt x="72" y="122"/>
                      <a:pt x="72" y="122"/>
                    </a:cubicBezTo>
                    <a:cubicBezTo>
                      <a:pt x="73" y="122"/>
                      <a:pt x="70" y="123"/>
                      <a:pt x="70" y="122"/>
                    </a:cubicBezTo>
                    <a:cubicBezTo>
                      <a:pt x="71" y="122"/>
                      <a:pt x="73" y="122"/>
                      <a:pt x="74" y="121"/>
                    </a:cubicBezTo>
                    <a:cubicBezTo>
                      <a:pt x="74" y="121"/>
                      <a:pt x="72" y="120"/>
                      <a:pt x="74" y="119"/>
                    </a:cubicBezTo>
                    <a:cubicBezTo>
                      <a:pt x="73" y="118"/>
                      <a:pt x="72" y="118"/>
                      <a:pt x="71" y="118"/>
                    </a:cubicBezTo>
                    <a:cubicBezTo>
                      <a:pt x="71" y="117"/>
                      <a:pt x="74" y="117"/>
                      <a:pt x="73" y="117"/>
                    </a:cubicBezTo>
                    <a:cubicBezTo>
                      <a:pt x="74" y="117"/>
                      <a:pt x="75" y="117"/>
                      <a:pt x="75" y="116"/>
                    </a:cubicBezTo>
                    <a:cubicBezTo>
                      <a:pt x="74" y="116"/>
                      <a:pt x="75" y="115"/>
                      <a:pt x="73" y="116"/>
                    </a:cubicBezTo>
                    <a:cubicBezTo>
                      <a:pt x="74" y="115"/>
                      <a:pt x="74" y="114"/>
                      <a:pt x="73" y="114"/>
                    </a:cubicBezTo>
                    <a:cubicBezTo>
                      <a:pt x="73" y="114"/>
                      <a:pt x="75" y="114"/>
                      <a:pt x="76" y="113"/>
                    </a:cubicBezTo>
                    <a:cubicBezTo>
                      <a:pt x="74" y="113"/>
                      <a:pt x="73" y="113"/>
                      <a:pt x="73" y="112"/>
                    </a:cubicBezTo>
                    <a:cubicBezTo>
                      <a:pt x="72" y="112"/>
                      <a:pt x="72" y="113"/>
                      <a:pt x="70" y="113"/>
                    </a:cubicBezTo>
                    <a:cubicBezTo>
                      <a:pt x="70" y="113"/>
                      <a:pt x="69" y="113"/>
                      <a:pt x="69" y="113"/>
                    </a:cubicBezTo>
                    <a:cubicBezTo>
                      <a:pt x="71" y="112"/>
                      <a:pt x="74" y="112"/>
                      <a:pt x="74" y="111"/>
                    </a:cubicBezTo>
                    <a:cubicBezTo>
                      <a:pt x="77" y="111"/>
                      <a:pt x="73" y="112"/>
                      <a:pt x="76" y="111"/>
                    </a:cubicBezTo>
                    <a:cubicBezTo>
                      <a:pt x="78" y="111"/>
                      <a:pt x="79" y="112"/>
                      <a:pt x="77" y="113"/>
                    </a:cubicBezTo>
                    <a:cubicBezTo>
                      <a:pt x="80" y="113"/>
                      <a:pt x="78" y="112"/>
                      <a:pt x="80" y="112"/>
                    </a:cubicBezTo>
                    <a:cubicBezTo>
                      <a:pt x="80" y="111"/>
                      <a:pt x="78" y="111"/>
                      <a:pt x="78" y="111"/>
                    </a:cubicBezTo>
                    <a:cubicBezTo>
                      <a:pt x="77" y="111"/>
                      <a:pt x="77" y="111"/>
                      <a:pt x="76" y="111"/>
                    </a:cubicBezTo>
                    <a:cubicBezTo>
                      <a:pt x="73" y="111"/>
                      <a:pt x="77" y="110"/>
                      <a:pt x="77" y="110"/>
                    </a:cubicBezTo>
                    <a:cubicBezTo>
                      <a:pt x="78" y="110"/>
                      <a:pt x="78" y="110"/>
                      <a:pt x="78" y="110"/>
                    </a:cubicBezTo>
                    <a:cubicBezTo>
                      <a:pt x="79" y="109"/>
                      <a:pt x="77" y="110"/>
                      <a:pt x="77" y="109"/>
                    </a:cubicBezTo>
                    <a:cubicBezTo>
                      <a:pt x="80" y="108"/>
                      <a:pt x="78" y="110"/>
                      <a:pt x="80" y="109"/>
                    </a:cubicBezTo>
                    <a:cubicBezTo>
                      <a:pt x="82" y="109"/>
                      <a:pt x="82" y="109"/>
                      <a:pt x="82" y="109"/>
                    </a:cubicBezTo>
                    <a:cubicBezTo>
                      <a:pt x="82" y="108"/>
                      <a:pt x="79" y="109"/>
                      <a:pt x="80" y="108"/>
                    </a:cubicBezTo>
                    <a:cubicBezTo>
                      <a:pt x="81" y="108"/>
                      <a:pt x="81" y="108"/>
                      <a:pt x="81" y="108"/>
                    </a:cubicBezTo>
                    <a:cubicBezTo>
                      <a:pt x="80" y="108"/>
                      <a:pt x="80" y="108"/>
                      <a:pt x="80" y="108"/>
                    </a:cubicBezTo>
                    <a:cubicBezTo>
                      <a:pt x="79" y="108"/>
                      <a:pt x="77" y="108"/>
                      <a:pt x="77" y="109"/>
                    </a:cubicBezTo>
                    <a:cubicBezTo>
                      <a:pt x="74" y="109"/>
                      <a:pt x="77" y="109"/>
                      <a:pt x="76" y="108"/>
                    </a:cubicBezTo>
                    <a:cubicBezTo>
                      <a:pt x="74" y="108"/>
                      <a:pt x="76" y="108"/>
                      <a:pt x="75" y="109"/>
                    </a:cubicBezTo>
                    <a:cubicBezTo>
                      <a:pt x="73" y="109"/>
                      <a:pt x="73" y="109"/>
                      <a:pt x="73" y="108"/>
                    </a:cubicBezTo>
                    <a:cubicBezTo>
                      <a:pt x="72" y="108"/>
                      <a:pt x="74" y="108"/>
                      <a:pt x="75" y="107"/>
                    </a:cubicBezTo>
                    <a:cubicBezTo>
                      <a:pt x="76" y="107"/>
                      <a:pt x="76" y="108"/>
                      <a:pt x="75" y="108"/>
                    </a:cubicBezTo>
                    <a:cubicBezTo>
                      <a:pt x="77" y="108"/>
                      <a:pt x="79" y="107"/>
                      <a:pt x="80" y="107"/>
                    </a:cubicBezTo>
                    <a:cubicBezTo>
                      <a:pt x="81" y="106"/>
                      <a:pt x="79" y="107"/>
                      <a:pt x="78" y="107"/>
                    </a:cubicBezTo>
                    <a:cubicBezTo>
                      <a:pt x="78" y="107"/>
                      <a:pt x="76" y="107"/>
                      <a:pt x="76" y="107"/>
                    </a:cubicBezTo>
                    <a:cubicBezTo>
                      <a:pt x="71" y="107"/>
                      <a:pt x="79" y="106"/>
                      <a:pt x="78" y="105"/>
                    </a:cubicBezTo>
                    <a:cubicBezTo>
                      <a:pt x="75" y="106"/>
                      <a:pt x="74" y="105"/>
                      <a:pt x="70" y="107"/>
                    </a:cubicBezTo>
                    <a:cubicBezTo>
                      <a:pt x="70" y="107"/>
                      <a:pt x="69" y="107"/>
                      <a:pt x="69" y="106"/>
                    </a:cubicBezTo>
                    <a:cubicBezTo>
                      <a:pt x="71" y="106"/>
                      <a:pt x="71" y="106"/>
                      <a:pt x="73" y="105"/>
                    </a:cubicBezTo>
                    <a:cubicBezTo>
                      <a:pt x="73" y="105"/>
                      <a:pt x="73" y="105"/>
                      <a:pt x="73" y="105"/>
                    </a:cubicBezTo>
                    <a:cubicBezTo>
                      <a:pt x="75" y="105"/>
                      <a:pt x="75" y="105"/>
                      <a:pt x="75" y="105"/>
                    </a:cubicBezTo>
                    <a:cubicBezTo>
                      <a:pt x="79" y="103"/>
                      <a:pt x="79" y="103"/>
                      <a:pt x="79" y="103"/>
                    </a:cubicBezTo>
                    <a:cubicBezTo>
                      <a:pt x="78" y="103"/>
                      <a:pt x="77" y="104"/>
                      <a:pt x="76" y="103"/>
                    </a:cubicBezTo>
                    <a:cubicBezTo>
                      <a:pt x="77" y="103"/>
                      <a:pt x="78" y="103"/>
                      <a:pt x="78" y="102"/>
                    </a:cubicBezTo>
                    <a:cubicBezTo>
                      <a:pt x="77" y="103"/>
                      <a:pt x="75" y="103"/>
                      <a:pt x="75" y="103"/>
                    </a:cubicBezTo>
                    <a:cubicBezTo>
                      <a:pt x="74" y="103"/>
                      <a:pt x="76" y="102"/>
                      <a:pt x="77" y="102"/>
                    </a:cubicBezTo>
                    <a:cubicBezTo>
                      <a:pt x="79" y="102"/>
                      <a:pt x="79" y="102"/>
                      <a:pt x="79" y="102"/>
                    </a:cubicBezTo>
                    <a:cubicBezTo>
                      <a:pt x="77" y="102"/>
                      <a:pt x="79" y="101"/>
                      <a:pt x="79" y="101"/>
                    </a:cubicBezTo>
                    <a:cubicBezTo>
                      <a:pt x="77" y="101"/>
                      <a:pt x="76" y="102"/>
                      <a:pt x="74" y="102"/>
                    </a:cubicBezTo>
                    <a:cubicBezTo>
                      <a:pt x="74" y="102"/>
                      <a:pt x="75" y="101"/>
                      <a:pt x="75" y="101"/>
                    </a:cubicBezTo>
                    <a:cubicBezTo>
                      <a:pt x="76" y="101"/>
                      <a:pt x="76" y="101"/>
                      <a:pt x="76" y="101"/>
                    </a:cubicBezTo>
                    <a:cubicBezTo>
                      <a:pt x="76" y="101"/>
                      <a:pt x="79" y="100"/>
                      <a:pt x="78" y="100"/>
                    </a:cubicBezTo>
                    <a:cubicBezTo>
                      <a:pt x="77" y="100"/>
                      <a:pt x="77" y="100"/>
                      <a:pt x="77" y="100"/>
                    </a:cubicBezTo>
                    <a:cubicBezTo>
                      <a:pt x="77" y="100"/>
                      <a:pt x="78" y="100"/>
                      <a:pt x="78" y="100"/>
                    </a:cubicBezTo>
                    <a:cubicBezTo>
                      <a:pt x="77" y="100"/>
                      <a:pt x="77" y="99"/>
                      <a:pt x="77" y="99"/>
                    </a:cubicBezTo>
                    <a:cubicBezTo>
                      <a:pt x="78" y="99"/>
                      <a:pt x="78" y="99"/>
                      <a:pt x="78" y="99"/>
                    </a:cubicBezTo>
                    <a:cubicBezTo>
                      <a:pt x="77" y="99"/>
                      <a:pt x="75" y="99"/>
                      <a:pt x="76" y="99"/>
                    </a:cubicBezTo>
                    <a:cubicBezTo>
                      <a:pt x="74" y="100"/>
                      <a:pt x="77" y="99"/>
                      <a:pt x="76" y="100"/>
                    </a:cubicBezTo>
                    <a:cubicBezTo>
                      <a:pt x="74" y="100"/>
                      <a:pt x="74" y="100"/>
                      <a:pt x="73" y="100"/>
                    </a:cubicBezTo>
                    <a:cubicBezTo>
                      <a:pt x="76" y="99"/>
                      <a:pt x="73" y="99"/>
                      <a:pt x="73" y="99"/>
                    </a:cubicBezTo>
                    <a:cubicBezTo>
                      <a:pt x="74" y="98"/>
                      <a:pt x="75" y="98"/>
                      <a:pt x="75" y="98"/>
                    </a:cubicBezTo>
                    <a:cubicBezTo>
                      <a:pt x="73" y="98"/>
                      <a:pt x="73" y="98"/>
                      <a:pt x="73" y="98"/>
                    </a:cubicBezTo>
                    <a:cubicBezTo>
                      <a:pt x="77" y="97"/>
                      <a:pt x="73" y="98"/>
                      <a:pt x="73" y="97"/>
                    </a:cubicBezTo>
                    <a:cubicBezTo>
                      <a:pt x="75" y="97"/>
                      <a:pt x="76" y="96"/>
                      <a:pt x="76" y="96"/>
                    </a:cubicBezTo>
                    <a:cubicBezTo>
                      <a:pt x="74" y="97"/>
                      <a:pt x="73" y="97"/>
                      <a:pt x="71" y="97"/>
                    </a:cubicBezTo>
                    <a:cubicBezTo>
                      <a:pt x="72" y="96"/>
                      <a:pt x="75" y="96"/>
                      <a:pt x="76" y="96"/>
                    </a:cubicBezTo>
                    <a:cubicBezTo>
                      <a:pt x="74" y="96"/>
                      <a:pt x="77" y="94"/>
                      <a:pt x="75" y="95"/>
                    </a:cubicBezTo>
                    <a:cubicBezTo>
                      <a:pt x="74" y="96"/>
                      <a:pt x="73" y="96"/>
                      <a:pt x="72" y="96"/>
                    </a:cubicBezTo>
                    <a:cubicBezTo>
                      <a:pt x="72" y="95"/>
                      <a:pt x="73" y="96"/>
                      <a:pt x="74" y="95"/>
                    </a:cubicBezTo>
                    <a:cubicBezTo>
                      <a:pt x="74" y="95"/>
                      <a:pt x="72" y="95"/>
                      <a:pt x="71" y="96"/>
                    </a:cubicBezTo>
                    <a:cubicBezTo>
                      <a:pt x="71" y="95"/>
                      <a:pt x="69" y="96"/>
                      <a:pt x="70" y="95"/>
                    </a:cubicBezTo>
                    <a:cubicBezTo>
                      <a:pt x="72" y="94"/>
                      <a:pt x="71" y="95"/>
                      <a:pt x="72" y="95"/>
                    </a:cubicBezTo>
                    <a:cubicBezTo>
                      <a:pt x="72" y="94"/>
                      <a:pt x="68" y="96"/>
                      <a:pt x="68" y="95"/>
                    </a:cubicBezTo>
                    <a:cubicBezTo>
                      <a:pt x="67" y="96"/>
                      <a:pt x="64" y="97"/>
                      <a:pt x="63" y="97"/>
                    </a:cubicBezTo>
                    <a:cubicBezTo>
                      <a:pt x="63" y="96"/>
                      <a:pt x="64" y="97"/>
                      <a:pt x="66" y="96"/>
                    </a:cubicBezTo>
                    <a:cubicBezTo>
                      <a:pt x="65" y="95"/>
                      <a:pt x="65" y="95"/>
                      <a:pt x="65" y="95"/>
                    </a:cubicBezTo>
                    <a:cubicBezTo>
                      <a:pt x="68" y="94"/>
                      <a:pt x="70" y="95"/>
                      <a:pt x="72" y="93"/>
                    </a:cubicBezTo>
                    <a:cubicBezTo>
                      <a:pt x="71" y="93"/>
                      <a:pt x="71" y="93"/>
                      <a:pt x="71" y="93"/>
                    </a:cubicBezTo>
                    <a:cubicBezTo>
                      <a:pt x="72" y="93"/>
                      <a:pt x="74" y="93"/>
                      <a:pt x="74" y="92"/>
                    </a:cubicBezTo>
                    <a:cubicBezTo>
                      <a:pt x="72" y="93"/>
                      <a:pt x="74" y="92"/>
                      <a:pt x="73" y="92"/>
                    </a:cubicBezTo>
                    <a:cubicBezTo>
                      <a:pt x="71" y="92"/>
                      <a:pt x="74" y="92"/>
                      <a:pt x="72" y="92"/>
                    </a:cubicBezTo>
                    <a:cubicBezTo>
                      <a:pt x="72" y="92"/>
                      <a:pt x="69" y="93"/>
                      <a:pt x="70" y="92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4" y="91"/>
                      <a:pt x="71" y="92"/>
                      <a:pt x="72" y="91"/>
                    </a:cubicBezTo>
                    <a:cubicBezTo>
                      <a:pt x="73" y="91"/>
                      <a:pt x="73" y="91"/>
                      <a:pt x="73" y="91"/>
                    </a:cubicBezTo>
                    <a:cubicBezTo>
                      <a:pt x="72" y="89"/>
                      <a:pt x="72" y="88"/>
                      <a:pt x="67" y="88"/>
                    </a:cubicBezTo>
                    <a:cubicBezTo>
                      <a:pt x="69" y="87"/>
                      <a:pt x="69" y="87"/>
                      <a:pt x="70" y="86"/>
                    </a:cubicBezTo>
                    <a:cubicBezTo>
                      <a:pt x="69" y="86"/>
                      <a:pt x="68" y="86"/>
                      <a:pt x="68" y="86"/>
                    </a:cubicBezTo>
                    <a:cubicBezTo>
                      <a:pt x="69" y="85"/>
                      <a:pt x="69" y="85"/>
                      <a:pt x="69" y="85"/>
                    </a:cubicBezTo>
                    <a:cubicBezTo>
                      <a:pt x="70" y="84"/>
                      <a:pt x="68" y="85"/>
                      <a:pt x="67" y="85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9" y="83"/>
                      <a:pt x="67" y="84"/>
                      <a:pt x="67" y="84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66" y="84"/>
                      <a:pt x="66" y="83"/>
                      <a:pt x="68" y="83"/>
                    </a:cubicBezTo>
                    <a:cubicBezTo>
                      <a:pt x="67" y="83"/>
                      <a:pt x="67" y="83"/>
                      <a:pt x="67" y="83"/>
                    </a:cubicBezTo>
                    <a:cubicBezTo>
                      <a:pt x="68" y="82"/>
                      <a:pt x="67" y="81"/>
                      <a:pt x="66" y="81"/>
                    </a:cubicBezTo>
                    <a:cubicBezTo>
                      <a:pt x="66" y="82"/>
                      <a:pt x="65" y="82"/>
                      <a:pt x="64" y="82"/>
                    </a:cubicBezTo>
                    <a:cubicBezTo>
                      <a:pt x="62" y="83"/>
                      <a:pt x="64" y="82"/>
                      <a:pt x="63" y="82"/>
                    </a:cubicBezTo>
                    <a:cubicBezTo>
                      <a:pt x="64" y="82"/>
                      <a:pt x="64" y="81"/>
                      <a:pt x="65" y="81"/>
                    </a:cubicBezTo>
                    <a:cubicBezTo>
                      <a:pt x="68" y="79"/>
                      <a:pt x="65" y="79"/>
                      <a:pt x="65" y="78"/>
                    </a:cubicBezTo>
                    <a:cubicBezTo>
                      <a:pt x="64" y="78"/>
                      <a:pt x="64" y="78"/>
                      <a:pt x="64" y="78"/>
                    </a:cubicBezTo>
                    <a:cubicBezTo>
                      <a:pt x="66" y="77"/>
                      <a:pt x="63" y="77"/>
                      <a:pt x="64" y="76"/>
                    </a:cubicBezTo>
                    <a:cubicBezTo>
                      <a:pt x="63" y="76"/>
                      <a:pt x="60" y="77"/>
                      <a:pt x="60" y="77"/>
                    </a:cubicBezTo>
                    <a:cubicBezTo>
                      <a:pt x="58" y="78"/>
                      <a:pt x="62" y="76"/>
                      <a:pt x="63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2" y="75"/>
                      <a:pt x="62" y="75"/>
                      <a:pt x="62" y="75"/>
                    </a:cubicBezTo>
                    <a:cubicBezTo>
                      <a:pt x="61" y="75"/>
                      <a:pt x="60" y="75"/>
                      <a:pt x="61" y="74"/>
                    </a:cubicBezTo>
                    <a:cubicBezTo>
                      <a:pt x="61" y="74"/>
                      <a:pt x="61" y="74"/>
                      <a:pt x="61" y="74"/>
                    </a:cubicBezTo>
                    <a:cubicBezTo>
                      <a:pt x="61" y="74"/>
                      <a:pt x="62" y="73"/>
                      <a:pt x="62" y="73"/>
                    </a:cubicBezTo>
                    <a:cubicBezTo>
                      <a:pt x="60" y="74"/>
                      <a:pt x="61" y="72"/>
                      <a:pt x="59" y="73"/>
                    </a:cubicBezTo>
                    <a:cubicBezTo>
                      <a:pt x="60" y="73"/>
                      <a:pt x="60" y="73"/>
                      <a:pt x="60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59" y="73"/>
                      <a:pt x="59" y="73"/>
                      <a:pt x="59" y="73"/>
                    </a:cubicBezTo>
                    <a:cubicBezTo>
                      <a:pt x="61" y="72"/>
                      <a:pt x="61" y="72"/>
                      <a:pt x="61" y="72"/>
                    </a:cubicBezTo>
                    <a:cubicBezTo>
                      <a:pt x="62" y="71"/>
                      <a:pt x="60" y="72"/>
                      <a:pt x="59" y="73"/>
                    </a:cubicBezTo>
                    <a:cubicBezTo>
                      <a:pt x="57" y="73"/>
                      <a:pt x="59" y="72"/>
                      <a:pt x="59" y="72"/>
                    </a:cubicBezTo>
                    <a:cubicBezTo>
                      <a:pt x="60" y="71"/>
                      <a:pt x="59" y="72"/>
                      <a:pt x="59" y="72"/>
                    </a:cubicBezTo>
                    <a:cubicBezTo>
                      <a:pt x="61" y="72"/>
                      <a:pt x="60" y="72"/>
                      <a:pt x="61" y="71"/>
                    </a:cubicBezTo>
                    <a:cubicBezTo>
                      <a:pt x="61" y="71"/>
                      <a:pt x="59" y="72"/>
                      <a:pt x="59" y="72"/>
                    </a:cubicBezTo>
                    <a:cubicBezTo>
                      <a:pt x="59" y="71"/>
                      <a:pt x="58" y="71"/>
                      <a:pt x="60" y="70"/>
                    </a:cubicBezTo>
                    <a:cubicBezTo>
                      <a:pt x="59" y="71"/>
                      <a:pt x="59" y="70"/>
                      <a:pt x="58" y="70"/>
                    </a:cubicBezTo>
                    <a:cubicBezTo>
                      <a:pt x="58" y="71"/>
                      <a:pt x="58" y="71"/>
                      <a:pt x="57" y="72"/>
                    </a:cubicBezTo>
                    <a:cubicBezTo>
                      <a:pt x="57" y="72"/>
                      <a:pt x="56" y="72"/>
                      <a:pt x="57" y="71"/>
                    </a:cubicBezTo>
                    <a:cubicBezTo>
                      <a:pt x="57" y="71"/>
                      <a:pt x="57" y="71"/>
                      <a:pt x="57" y="71"/>
                    </a:cubicBezTo>
                    <a:cubicBezTo>
                      <a:pt x="57" y="71"/>
                      <a:pt x="57" y="71"/>
                      <a:pt x="56" y="72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6" y="71"/>
                      <a:pt x="56" y="70"/>
                      <a:pt x="56" y="70"/>
                    </a:cubicBezTo>
                    <a:cubicBezTo>
                      <a:pt x="57" y="69"/>
                      <a:pt x="59" y="69"/>
                      <a:pt x="59" y="68"/>
                    </a:cubicBezTo>
                    <a:cubicBezTo>
                      <a:pt x="58" y="68"/>
                      <a:pt x="58" y="68"/>
                      <a:pt x="58" y="68"/>
                    </a:cubicBezTo>
                    <a:cubicBezTo>
                      <a:pt x="57" y="68"/>
                      <a:pt x="58" y="68"/>
                      <a:pt x="59" y="68"/>
                    </a:cubicBezTo>
                    <a:cubicBezTo>
                      <a:pt x="59" y="66"/>
                      <a:pt x="54" y="69"/>
                      <a:pt x="55" y="68"/>
                    </a:cubicBezTo>
                    <a:cubicBezTo>
                      <a:pt x="57" y="67"/>
                      <a:pt x="57" y="67"/>
                      <a:pt x="57" y="66"/>
                    </a:cubicBezTo>
                    <a:cubicBezTo>
                      <a:pt x="56" y="67"/>
                      <a:pt x="56" y="67"/>
                      <a:pt x="56" y="67"/>
                    </a:cubicBezTo>
                    <a:cubicBezTo>
                      <a:pt x="55" y="67"/>
                      <a:pt x="58" y="66"/>
                      <a:pt x="56" y="67"/>
                    </a:cubicBezTo>
                    <a:cubicBezTo>
                      <a:pt x="55" y="68"/>
                      <a:pt x="56" y="67"/>
                      <a:pt x="55" y="67"/>
                    </a:cubicBezTo>
                    <a:cubicBezTo>
                      <a:pt x="59" y="65"/>
                      <a:pt x="55" y="65"/>
                      <a:pt x="57" y="63"/>
                    </a:cubicBezTo>
                    <a:cubicBezTo>
                      <a:pt x="54" y="64"/>
                      <a:pt x="56" y="63"/>
                      <a:pt x="55" y="63"/>
                    </a:cubicBezTo>
                    <a:cubicBezTo>
                      <a:pt x="57" y="62"/>
                      <a:pt x="54" y="63"/>
                      <a:pt x="55" y="62"/>
                    </a:cubicBezTo>
                    <a:cubicBezTo>
                      <a:pt x="53" y="63"/>
                      <a:pt x="53" y="63"/>
                      <a:pt x="53" y="63"/>
                    </a:cubicBezTo>
                    <a:cubicBezTo>
                      <a:pt x="54" y="62"/>
                      <a:pt x="49" y="64"/>
                      <a:pt x="52" y="63"/>
                    </a:cubicBezTo>
                    <a:cubicBezTo>
                      <a:pt x="52" y="62"/>
                      <a:pt x="54" y="62"/>
                      <a:pt x="54" y="62"/>
                    </a:cubicBezTo>
                    <a:cubicBezTo>
                      <a:pt x="56" y="60"/>
                      <a:pt x="51" y="62"/>
                      <a:pt x="54" y="60"/>
                    </a:cubicBezTo>
                    <a:cubicBezTo>
                      <a:pt x="53" y="60"/>
                      <a:pt x="52" y="61"/>
                      <a:pt x="51" y="61"/>
                    </a:cubicBezTo>
                    <a:cubicBezTo>
                      <a:pt x="52" y="61"/>
                      <a:pt x="52" y="59"/>
                      <a:pt x="53" y="59"/>
                    </a:cubicBezTo>
                    <a:cubicBezTo>
                      <a:pt x="52" y="59"/>
                      <a:pt x="52" y="60"/>
                      <a:pt x="52" y="59"/>
                    </a:cubicBezTo>
                    <a:cubicBezTo>
                      <a:pt x="53" y="59"/>
                      <a:pt x="53" y="59"/>
                      <a:pt x="53" y="59"/>
                    </a:cubicBezTo>
                    <a:cubicBezTo>
                      <a:pt x="54" y="58"/>
                      <a:pt x="52" y="58"/>
                      <a:pt x="51" y="58"/>
                    </a:cubicBezTo>
                    <a:cubicBezTo>
                      <a:pt x="53" y="57"/>
                      <a:pt x="52" y="57"/>
                      <a:pt x="52" y="56"/>
                    </a:cubicBezTo>
                    <a:cubicBezTo>
                      <a:pt x="50" y="57"/>
                      <a:pt x="53" y="55"/>
                      <a:pt x="50" y="56"/>
                    </a:cubicBezTo>
                    <a:cubicBezTo>
                      <a:pt x="51" y="56"/>
                      <a:pt x="51" y="56"/>
                      <a:pt x="51" y="56"/>
                    </a:cubicBezTo>
                    <a:cubicBezTo>
                      <a:pt x="50" y="56"/>
                      <a:pt x="48" y="57"/>
                      <a:pt x="48" y="57"/>
                    </a:cubicBezTo>
                    <a:cubicBezTo>
                      <a:pt x="50" y="56"/>
                      <a:pt x="50" y="56"/>
                      <a:pt x="50" y="56"/>
                    </a:cubicBezTo>
                    <a:cubicBezTo>
                      <a:pt x="52" y="54"/>
                      <a:pt x="50" y="55"/>
                      <a:pt x="51" y="54"/>
                    </a:cubicBezTo>
                    <a:cubicBezTo>
                      <a:pt x="49" y="55"/>
                      <a:pt x="51" y="54"/>
                      <a:pt x="49" y="55"/>
                    </a:cubicBezTo>
                    <a:cubicBezTo>
                      <a:pt x="49" y="55"/>
                      <a:pt x="49" y="55"/>
                      <a:pt x="49" y="55"/>
                    </a:cubicBezTo>
                    <a:cubicBezTo>
                      <a:pt x="48" y="55"/>
                      <a:pt x="48" y="55"/>
                      <a:pt x="47" y="55"/>
                    </a:cubicBezTo>
                    <a:cubicBezTo>
                      <a:pt x="47" y="55"/>
                      <a:pt x="49" y="54"/>
                      <a:pt x="49" y="54"/>
                    </a:cubicBezTo>
                    <a:cubicBezTo>
                      <a:pt x="50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8" y="53"/>
                    </a:cubicBezTo>
                    <a:cubicBezTo>
                      <a:pt x="48" y="53"/>
                      <a:pt x="48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3"/>
                      <a:pt x="49" y="53"/>
                      <a:pt x="49" y="53"/>
                    </a:cubicBezTo>
                    <a:cubicBezTo>
                      <a:pt x="49" y="52"/>
                      <a:pt x="49" y="52"/>
                      <a:pt x="49" y="52"/>
                    </a:cubicBezTo>
                    <a:cubicBezTo>
                      <a:pt x="50" y="51"/>
                      <a:pt x="50" y="51"/>
                      <a:pt x="50" y="51"/>
                    </a:cubicBezTo>
                    <a:cubicBezTo>
                      <a:pt x="50" y="51"/>
                      <a:pt x="48" y="52"/>
                      <a:pt x="48" y="52"/>
                    </a:cubicBezTo>
                    <a:cubicBezTo>
                      <a:pt x="49" y="50"/>
                      <a:pt x="46" y="50"/>
                      <a:pt x="46" y="50"/>
                    </a:cubicBezTo>
                    <a:cubicBezTo>
                      <a:pt x="46" y="50"/>
                      <a:pt x="47" y="50"/>
                      <a:pt x="46" y="50"/>
                    </a:cubicBezTo>
                    <a:cubicBezTo>
                      <a:pt x="46" y="50"/>
                      <a:pt x="44" y="50"/>
                      <a:pt x="45" y="50"/>
                    </a:cubicBezTo>
                    <a:cubicBezTo>
                      <a:pt x="45" y="50"/>
                      <a:pt x="46" y="49"/>
                      <a:pt x="46" y="49"/>
                    </a:cubicBezTo>
                    <a:cubicBezTo>
                      <a:pt x="46" y="48"/>
                      <a:pt x="45" y="49"/>
                      <a:pt x="45" y="49"/>
                    </a:cubicBezTo>
                    <a:cubicBezTo>
                      <a:pt x="47" y="47"/>
                      <a:pt x="43" y="49"/>
                      <a:pt x="44" y="47"/>
                    </a:cubicBezTo>
                    <a:cubicBezTo>
                      <a:pt x="44" y="47"/>
                      <a:pt x="45" y="47"/>
                      <a:pt x="45" y="47"/>
                    </a:cubicBezTo>
                    <a:cubicBezTo>
                      <a:pt x="44" y="47"/>
                      <a:pt x="43" y="46"/>
                      <a:pt x="41" y="47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3" y="46"/>
                      <a:pt x="42" y="46"/>
                      <a:pt x="41" y="46"/>
                    </a:cubicBezTo>
                    <a:cubicBezTo>
                      <a:pt x="40" y="47"/>
                      <a:pt x="39" y="47"/>
                      <a:pt x="3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8" y="46"/>
                      <a:pt x="38" y="46"/>
                      <a:pt x="38" y="46"/>
                    </a:cubicBezTo>
                    <a:cubicBezTo>
                      <a:pt x="39" y="46"/>
                      <a:pt x="39" y="46"/>
                      <a:pt x="39" y="46"/>
                    </a:cubicBezTo>
                    <a:cubicBezTo>
                      <a:pt x="42" y="44"/>
                      <a:pt x="40" y="44"/>
                      <a:pt x="41" y="44"/>
                    </a:cubicBezTo>
                    <a:cubicBezTo>
                      <a:pt x="39" y="44"/>
                      <a:pt x="39" y="44"/>
                      <a:pt x="39" y="44"/>
                    </a:cubicBezTo>
                    <a:cubicBezTo>
                      <a:pt x="38" y="44"/>
                      <a:pt x="40" y="43"/>
                      <a:pt x="40" y="43"/>
                    </a:cubicBezTo>
                    <a:cubicBezTo>
                      <a:pt x="35" y="45"/>
                      <a:pt x="35" y="45"/>
                      <a:pt x="35" y="45"/>
                    </a:cubicBezTo>
                    <a:cubicBezTo>
                      <a:pt x="36" y="45"/>
                      <a:pt x="37" y="44"/>
                      <a:pt x="38" y="43"/>
                    </a:cubicBezTo>
                    <a:cubicBezTo>
                      <a:pt x="37" y="43"/>
                      <a:pt x="35" y="44"/>
                      <a:pt x="33" y="45"/>
                    </a:cubicBezTo>
                    <a:cubicBezTo>
                      <a:pt x="33" y="44"/>
                      <a:pt x="32" y="44"/>
                      <a:pt x="32" y="44"/>
                    </a:cubicBezTo>
                    <a:cubicBezTo>
                      <a:pt x="33" y="43"/>
                      <a:pt x="32" y="44"/>
                      <a:pt x="33" y="44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6" y="41"/>
                      <a:pt x="37" y="41"/>
                    </a:cubicBezTo>
                    <a:cubicBezTo>
                      <a:pt x="36" y="41"/>
                      <a:pt x="36" y="40"/>
                      <a:pt x="36" y="39"/>
                    </a:cubicBezTo>
                    <a:cubicBezTo>
                      <a:pt x="34" y="41"/>
                      <a:pt x="35" y="39"/>
                      <a:pt x="33" y="41"/>
                    </a:cubicBezTo>
                    <a:cubicBezTo>
                      <a:pt x="32" y="40"/>
                      <a:pt x="34" y="39"/>
                      <a:pt x="35" y="39"/>
                    </a:cubicBezTo>
                    <a:cubicBezTo>
                      <a:pt x="33" y="39"/>
                      <a:pt x="34" y="38"/>
                      <a:pt x="33" y="37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3" y="37"/>
                      <a:pt x="33" y="36"/>
                      <a:pt x="31" y="37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35"/>
                      <a:pt x="29" y="38"/>
                      <a:pt x="30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6"/>
                      <a:pt x="32" y="34"/>
                      <a:pt x="30" y="35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4"/>
                      <a:pt x="30" y="34"/>
                      <a:pt x="28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28" y="34"/>
                      <a:pt x="29" y="33"/>
                    </a:cubicBezTo>
                    <a:cubicBezTo>
                      <a:pt x="29" y="33"/>
                      <a:pt x="29" y="32"/>
                      <a:pt x="30" y="32"/>
                    </a:cubicBezTo>
                    <a:cubicBezTo>
                      <a:pt x="28" y="33"/>
                      <a:pt x="28" y="32"/>
                      <a:pt x="28" y="32"/>
                    </a:cubicBezTo>
                    <a:cubicBezTo>
                      <a:pt x="29" y="31"/>
                      <a:pt x="29" y="31"/>
                      <a:pt x="29" y="31"/>
                    </a:cubicBezTo>
                    <a:cubicBezTo>
                      <a:pt x="28" y="29"/>
                      <a:pt x="27" y="27"/>
                      <a:pt x="24" y="26"/>
                    </a:cubicBezTo>
                    <a:cubicBezTo>
                      <a:pt x="26" y="24"/>
                      <a:pt x="26" y="26"/>
                      <a:pt x="27" y="24"/>
                    </a:cubicBezTo>
                    <a:cubicBezTo>
                      <a:pt x="25" y="26"/>
                      <a:pt x="26" y="24"/>
                      <a:pt x="25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5" y="24"/>
                      <a:pt x="26" y="23"/>
                      <a:pt x="25" y="23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7" y="21"/>
                      <a:pt x="25" y="23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23" y="23"/>
                      <a:pt x="26" y="21"/>
                      <a:pt x="24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0"/>
                      <a:pt x="22" y="22"/>
                      <a:pt x="23" y="21"/>
                    </a:cubicBezTo>
                    <a:cubicBezTo>
                      <a:pt x="23" y="20"/>
                      <a:pt x="22" y="20"/>
                      <a:pt x="20" y="21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1" y="19"/>
                      <a:pt x="20" y="17"/>
                      <a:pt x="17" y="17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6" y="17"/>
                      <a:pt x="19" y="13"/>
                      <a:pt x="15" y="15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14" y="14"/>
                      <a:pt x="15" y="13"/>
                      <a:pt x="13" y="14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3"/>
                      <a:pt x="12" y="14"/>
                      <a:pt x="12" y="13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15" y="9"/>
                      <a:pt x="16" y="6"/>
                      <a:pt x="11" y="6"/>
                    </a:cubicBezTo>
                    <a:cubicBezTo>
                      <a:pt x="11" y="6"/>
                      <a:pt x="13" y="4"/>
                      <a:pt x="13" y="4"/>
                    </a:cubicBezTo>
                    <a:cubicBezTo>
                      <a:pt x="9" y="4"/>
                      <a:pt x="13" y="0"/>
                      <a:pt x="7" y="1"/>
                    </a:cubicBezTo>
                    <a:cubicBezTo>
                      <a:pt x="6" y="0"/>
                      <a:pt x="0" y="2"/>
                      <a:pt x="0" y="2"/>
                    </a:cubicBezTo>
                    <a:cubicBezTo>
                      <a:pt x="3" y="4"/>
                      <a:pt x="3" y="8"/>
                      <a:pt x="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3" name="Freeform 128"/>
              <p:cNvSpPr/>
              <p:nvPr>
                <p:custDataLst>
                  <p:tags r:id="rId374"/>
                </p:custDataLst>
              </p:nvPr>
            </p:nvSpPr>
            <p:spPr bwMode="auto">
              <a:xfrm>
                <a:off x="3538" y="152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4" name="Freeform 129"/>
              <p:cNvSpPr/>
              <p:nvPr>
                <p:custDataLst>
                  <p:tags r:id="rId375"/>
                </p:custDataLst>
              </p:nvPr>
            </p:nvSpPr>
            <p:spPr bwMode="auto">
              <a:xfrm>
                <a:off x="3460" y="1407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5" name="Freeform 130"/>
              <p:cNvSpPr/>
              <p:nvPr>
                <p:custDataLst>
                  <p:tags r:id="rId376"/>
                </p:custDataLst>
              </p:nvPr>
            </p:nvSpPr>
            <p:spPr bwMode="auto">
              <a:xfrm>
                <a:off x="3445" y="1392"/>
                <a:ext cx="4" cy="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6" name="Freeform 131"/>
              <p:cNvSpPr/>
              <p:nvPr>
                <p:custDataLst>
                  <p:tags r:id="rId377"/>
                </p:custDataLst>
              </p:nvPr>
            </p:nvSpPr>
            <p:spPr bwMode="auto">
              <a:xfrm>
                <a:off x="3468" y="1405"/>
                <a:ext cx="4" cy="0"/>
              </a:xfrm>
              <a:custGeom>
                <a:avLst/>
                <a:gdLst>
                  <a:gd name="T0" fmla="*/ 2 w 2"/>
                  <a:gd name="T1" fmla="*/ 1 w 2"/>
                  <a:gd name="T2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cubicBezTo>
                      <a:pt x="2" y="0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7" name="Freeform 132"/>
              <p:cNvSpPr/>
              <p:nvPr>
                <p:custDataLst>
                  <p:tags r:id="rId378"/>
                </p:custDataLst>
              </p:nvPr>
            </p:nvSpPr>
            <p:spPr bwMode="auto">
              <a:xfrm>
                <a:off x="3515" y="15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8" name="Freeform 133"/>
              <p:cNvSpPr/>
              <p:nvPr>
                <p:custDataLst>
                  <p:tags r:id="rId379"/>
                </p:custDataLst>
              </p:nvPr>
            </p:nvSpPr>
            <p:spPr bwMode="auto">
              <a:xfrm>
                <a:off x="3470" y="140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59" name="Freeform 134"/>
              <p:cNvSpPr/>
              <p:nvPr>
                <p:custDataLst>
                  <p:tags r:id="rId380"/>
                </p:custDataLst>
              </p:nvPr>
            </p:nvSpPr>
            <p:spPr bwMode="auto">
              <a:xfrm>
                <a:off x="3462" y="140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0" name="Freeform 135"/>
              <p:cNvSpPr/>
              <p:nvPr>
                <p:custDataLst>
                  <p:tags r:id="rId381"/>
                </p:custDataLst>
              </p:nvPr>
            </p:nvSpPr>
            <p:spPr bwMode="auto">
              <a:xfrm>
                <a:off x="3909" y="1416"/>
                <a:ext cx="11" cy="2"/>
              </a:xfrm>
              <a:custGeom>
                <a:avLst/>
                <a:gdLst>
                  <a:gd name="T0" fmla="*/ 1 w 5"/>
                  <a:gd name="T1" fmla="*/ 1 h 1"/>
                  <a:gd name="T2" fmla="*/ 0 w 5"/>
                  <a:gd name="T3" fmla="*/ 1 h 1"/>
                  <a:gd name="T4" fmla="*/ 2 w 5"/>
                  <a:gd name="T5" fmla="*/ 1 h 1"/>
                  <a:gd name="T6" fmla="*/ 3 w 5"/>
                  <a:gd name="T7" fmla="*/ 1 h 1"/>
                  <a:gd name="T8" fmla="*/ 5 w 5"/>
                  <a:gd name="T9" fmla="*/ 0 h 1"/>
                  <a:gd name="T10" fmla="*/ 1 w 5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3" y="1"/>
                      <a:pt x="4" y="1"/>
                      <a:pt x="3" y="1"/>
                    </a:cubicBezTo>
                    <a:cubicBezTo>
                      <a:pt x="4" y="0"/>
                      <a:pt x="5" y="0"/>
                      <a:pt x="5" y="0"/>
                    </a:cubicBezTo>
                    <a:cubicBezTo>
                      <a:pt x="4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1" name="Freeform 136"/>
              <p:cNvSpPr/>
              <p:nvPr>
                <p:custDataLst>
                  <p:tags r:id="rId382"/>
                </p:custDataLst>
              </p:nvPr>
            </p:nvSpPr>
            <p:spPr bwMode="auto">
              <a:xfrm>
                <a:off x="4491" y="138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2" name="Freeform 137"/>
              <p:cNvSpPr/>
              <p:nvPr>
                <p:custDataLst>
                  <p:tags r:id="rId383"/>
                </p:custDataLst>
              </p:nvPr>
            </p:nvSpPr>
            <p:spPr bwMode="auto">
              <a:xfrm>
                <a:off x="4368" y="1484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3" name="Freeform 138"/>
              <p:cNvSpPr/>
              <p:nvPr>
                <p:custDataLst>
                  <p:tags r:id="rId384"/>
                </p:custDataLst>
              </p:nvPr>
            </p:nvSpPr>
            <p:spPr bwMode="auto">
              <a:xfrm>
                <a:off x="4504" y="137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4" name="Freeform 139"/>
              <p:cNvSpPr/>
              <p:nvPr>
                <p:custDataLst>
                  <p:tags r:id="rId385"/>
                </p:custDataLst>
              </p:nvPr>
            </p:nvSpPr>
            <p:spPr bwMode="auto">
              <a:xfrm>
                <a:off x="4506" y="138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5" name="Freeform 140"/>
              <p:cNvSpPr/>
              <p:nvPr>
                <p:custDataLst>
                  <p:tags r:id="rId386"/>
                </p:custDataLst>
              </p:nvPr>
            </p:nvSpPr>
            <p:spPr bwMode="auto">
              <a:xfrm>
                <a:off x="4368" y="14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6" name="Freeform 141"/>
              <p:cNvSpPr/>
              <p:nvPr>
                <p:custDataLst>
                  <p:tags r:id="rId387"/>
                </p:custDataLst>
              </p:nvPr>
            </p:nvSpPr>
            <p:spPr bwMode="auto">
              <a:xfrm>
                <a:off x="4364" y="148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0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7" name="Freeform 142"/>
              <p:cNvSpPr/>
              <p:nvPr>
                <p:custDataLst>
                  <p:tags r:id="rId388"/>
                </p:custDataLst>
              </p:nvPr>
            </p:nvSpPr>
            <p:spPr bwMode="auto">
              <a:xfrm>
                <a:off x="4368" y="1492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8" name="Freeform 143"/>
              <p:cNvSpPr/>
              <p:nvPr>
                <p:custDataLst>
                  <p:tags r:id="rId389"/>
                </p:custDataLst>
              </p:nvPr>
            </p:nvSpPr>
            <p:spPr bwMode="auto">
              <a:xfrm>
                <a:off x="4487" y="1388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69" name="Freeform 144"/>
              <p:cNvSpPr/>
              <p:nvPr>
                <p:custDataLst>
                  <p:tags r:id="rId390"/>
                </p:custDataLst>
              </p:nvPr>
            </p:nvSpPr>
            <p:spPr bwMode="auto">
              <a:xfrm>
                <a:off x="4514" y="1382"/>
                <a:ext cx="2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0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0" name="Freeform 145"/>
              <p:cNvSpPr/>
              <p:nvPr>
                <p:custDataLst>
                  <p:tags r:id="rId391"/>
                </p:custDataLst>
              </p:nvPr>
            </p:nvSpPr>
            <p:spPr bwMode="auto">
              <a:xfrm>
                <a:off x="4548" y="1397"/>
                <a:ext cx="2" cy="6"/>
              </a:xfrm>
              <a:custGeom>
                <a:avLst/>
                <a:gdLst>
                  <a:gd name="T0" fmla="*/ 0 w 1"/>
                  <a:gd name="T1" fmla="*/ 0 h 3"/>
                  <a:gd name="T2" fmla="*/ 1 w 1"/>
                  <a:gd name="T3" fmla="*/ 3 h 3"/>
                  <a:gd name="T4" fmla="*/ 0 w 1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1" y="2"/>
                      <a:pt x="1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1" name="Freeform 146"/>
              <p:cNvSpPr/>
              <p:nvPr>
                <p:custDataLst>
                  <p:tags r:id="rId392"/>
                </p:custDataLst>
              </p:nvPr>
            </p:nvSpPr>
            <p:spPr bwMode="auto">
              <a:xfrm>
                <a:off x="4550" y="1399"/>
                <a:ext cx="3" cy="4"/>
              </a:xfrm>
              <a:custGeom>
                <a:avLst/>
                <a:gdLst>
                  <a:gd name="T0" fmla="*/ 1 w 1"/>
                  <a:gd name="T1" fmla="*/ 2 h 2"/>
                  <a:gd name="T2" fmla="*/ 1 w 1"/>
                  <a:gd name="T3" fmla="*/ 1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2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2" name="Freeform 147"/>
              <p:cNvSpPr/>
              <p:nvPr>
                <p:custDataLst>
                  <p:tags r:id="rId393"/>
                </p:custDataLst>
              </p:nvPr>
            </p:nvSpPr>
            <p:spPr bwMode="auto">
              <a:xfrm>
                <a:off x="4521" y="1382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3" name="Freeform 148"/>
              <p:cNvSpPr/>
              <p:nvPr>
                <p:custDataLst>
                  <p:tags r:id="rId394"/>
                </p:custDataLst>
              </p:nvPr>
            </p:nvSpPr>
            <p:spPr bwMode="auto">
              <a:xfrm>
                <a:off x="4516" y="1378"/>
                <a:ext cx="5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2 h 4"/>
                  <a:gd name="T4" fmla="*/ 0 w 2"/>
                  <a:gd name="T5" fmla="*/ 2 h 4"/>
                  <a:gd name="T6" fmla="*/ 0 w 2"/>
                  <a:gd name="T7" fmla="*/ 0 h 4"/>
                  <a:gd name="T8" fmla="*/ 2 w 2"/>
                  <a:gd name="T9" fmla="*/ 4 h 4"/>
                  <a:gd name="T10" fmla="*/ 2 w 2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0" y="1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1"/>
                      <a:pt x="1" y="3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4" name="Freeform 149"/>
              <p:cNvSpPr/>
              <p:nvPr>
                <p:custDataLst>
                  <p:tags r:id="rId395"/>
                </p:custDataLst>
              </p:nvPr>
            </p:nvSpPr>
            <p:spPr bwMode="auto">
              <a:xfrm>
                <a:off x="4519" y="138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5" name="Freeform 150"/>
              <p:cNvSpPr/>
              <p:nvPr>
                <p:custDataLst>
                  <p:tags r:id="rId396"/>
                </p:custDataLst>
              </p:nvPr>
            </p:nvSpPr>
            <p:spPr bwMode="auto">
              <a:xfrm>
                <a:off x="3876" y="135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6" name="Freeform 151"/>
              <p:cNvSpPr/>
              <p:nvPr>
                <p:custDataLst>
                  <p:tags r:id="rId397"/>
                </p:custDataLst>
              </p:nvPr>
            </p:nvSpPr>
            <p:spPr bwMode="auto">
              <a:xfrm>
                <a:off x="4465" y="1920"/>
                <a:ext cx="5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7" name="Freeform 152"/>
              <p:cNvSpPr/>
              <p:nvPr>
                <p:custDataLst>
                  <p:tags r:id="rId398"/>
                </p:custDataLst>
              </p:nvPr>
            </p:nvSpPr>
            <p:spPr bwMode="auto">
              <a:xfrm>
                <a:off x="4468" y="1918"/>
                <a:ext cx="6" cy="5"/>
              </a:xfrm>
              <a:custGeom>
                <a:avLst/>
                <a:gdLst>
                  <a:gd name="T0" fmla="*/ 0 w 3"/>
                  <a:gd name="T1" fmla="*/ 0 h 2"/>
                  <a:gd name="T2" fmla="*/ 3 w 3"/>
                  <a:gd name="T3" fmla="*/ 2 h 2"/>
                  <a:gd name="T4" fmla="*/ 0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3" y="2"/>
                      <a:pt x="3" y="2"/>
                      <a:pt x="3" y="2"/>
                    </a:cubicBezTo>
                    <a:cubicBezTo>
                      <a:pt x="2" y="1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8" name="Freeform 153"/>
              <p:cNvSpPr/>
              <p:nvPr>
                <p:custDataLst>
                  <p:tags r:id="rId399"/>
                </p:custDataLst>
              </p:nvPr>
            </p:nvSpPr>
            <p:spPr bwMode="auto">
              <a:xfrm>
                <a:off x="3912" y="1286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1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1"/>
                      <a:pt x="0" y="1"/>
                      <a:pt x="1" y="1"/>
                    </a:cubicBezTo>
                    <a:cubicBezTo>
                      <a:pt x="1" y="0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79" name="Freeform 154"/>
              <p:cNvSpPr/>
              <p:nvPr>
                <p:custDataLst>
                  <p:tags r:id="rId400"/>
                </p:custDataLst>
              </p:nvPr>
            </p:nvSpPr>
            <p:spPr bwMode="auto">
              <a:xfrm>
                <a:off x="3876" y="132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0" name="Rectangle 155"/>
              <p:cNvSpPr>
                <a:spLocks noChangeArrowheads="1"/>
              </p:cNvSpPr>
              <p:nvPr>
                <p:custDataLst>
                  <p:tags r:id="rId401"/>
                </p:custDataLst>
              </p:nvPr>
            </p:nvSpPr>
            <p:spPr bwMode="auto">
              <a:xfrm>
                <a:off x="4402" y="1454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1" name="Freeform 156"/>
              <p:cNvSpPr/>
              <p:nvPr>
                <p:custDataLst>
                  <p:tags r:id="rId402"/>
                </p:custDataLst>
              </p:nvPr>
            </p:nvSpPr>
            <p:spPr bwMode="auto">
              <a:xfrm>
                <a:off x="4546" y="1401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2" name="Freeform 157"/>
              <p:cNvSpPr/>
              <p:nvPr>
                <p:custDataLst>
                  <p:tags r:id="rId403"/>
                </p:custDataLst>
              </p:nvPr>
            </p:nvSpPr>
            <p:spPr bwMode="auto">
              <a:xfrm>
                <a:off x="3914" y="129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3" name="Freeform 158"/>
              <p:cNvSpPr/>
              <p:nvPr>
                <p:custDataLst>
                  <p:tags r:id="rId404"/>
                </p:custDataLst>
              </p:nvPr>
            </p:nvSpPr>
            <p:spPr bwMode="auto">
              <a:xfrm>
                <a:off x="4423" y="148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4" name="Freeform 159"/>
              <p:cNvSpPr/>
              <p:nvPr>
                <p:custDataLst>
                  <p:tags r:id="rId405"/>
                </p:custDataLst>
              </p:nvPr>
            </p:nvSpPr>
            <p:spPr bwMode="auto">
              <a:xfrm>
                <a:off x="4465" y="1456"/>
                <a:ext cx="3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5" name="Freeform 160"/>
              <p:cNvSpPr/>
              <p:nvPr>
                <p:custDataLst>
                  <p:tags r:id="rId406"/>
                </p:custDataLst>
              </p:nvPr>
            </p:nvSpPr>
            <p:spPr bwMode="auto">
              <a:xfrm>
                <a:off x="4355" y="1509"/>
                <a:ext cx="4" cy="4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2 h 4"/>
                  <a:gd name="T4" fmla="*/ 4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0" y="2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6" name="Freeform 161"/>
              <p:cNvSpPr/>
              <p:nvPr>
                <p:custDataLst>
                  <p:tags r:id="rId407"/>
                </p:custDataLst>
              </p:nvPr>
            </p:nvSpPr>
            <p:spPr bwMode="auto">
              <a:xfrm>
                <a:off x="4383" y="14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7" name="Freeform 162"/>
              <p:cNvSpPr/>
              <p:nvPr>
                <p:custDataLst>
                  <p:tags r:id="rId408"/>
                </p:custDataLst>
              </p:nvPr>
            </p:nvSpPr>
            <p:spPr bwMode="auto">
              <a:xfrm>
                <a:off x="4287" y="1378"/>
                <a:ext cx="261" cy="237"/>
              </a:xfrm>
              <a:custGeom>
                <a:avLst/>
                <a:gdLst>
                  <a:gd name="T0" fmla="*/ 27 w 123"/>
                  <a:gd name="T1" fmla="*/ 92 h 112"/>
                  <a:gd name="T2" fmla="*/ 33 w 123"/>
                  <a:gd name="T3" fmla="*/ 85 h 112"/>
                  <a:gd name="T4" fmla="*/ 52 w 123"/>
                  <a:gd name="T5" fmla="*/ 57 h 112"/>
                  <a:gd name="T6" fmla="*/ 61 w 123"/>
                  <a:gd name="T7" fmla="*/ 52 h 112"/>
                  <a:gd name="T8" fmla="*/ 69 w 123"/>
                  <a:gd name="T9" fmla="*/ 49 h 112"/>
                  <a:gd name="T10" fmla="*/ 81 w 123"/>
                  <a:gd name="T11" fmla="*/ 39 h 112"/>
                  <a:gd name="T12" fmla="*/ 89 w 123"/>
                  <a:gd name="T13" fmla="*/ 34 h 112"/>
                  <a:gd name="T14" fmla="*/ 100 w 123"/>
                  <a:gd name="T15" fmla="*/ 25 h 112"/>
                  <a:gd name="T16" fmla="*/ 105 w 123"/>
                  <a:gd name="T17" fmla="*/ 17 h 112"/>
                  <a:gd name="T18" fmla="*/ 115 w 123"/>
                  <a:gd name="T19" fmla="*/ 15 h 112"/>
                  <a:gd name="T20" fmla="*/ 119 w 123"/>
                  <a:gd name="T21" fmla="*/ 14 h 112"/>
                  <a:gd name="T22" fmla="*/ 121 w 123"/>
                  <a:gd name="T23" fmla="*/ 8 h 112"/>
                  <a:gd name="T24" fmla="*/ 122 w 123"/>
                  <a:gd name="T25" fmla="*/ 7 h 112"/>
                  <a:gd name="T26" fmla="*/ 118 w 123"/>
                  <a:gd name="T27" fmla="*/ 7 h 112"/>
                  <a:gd name="T28" fmla="*/ 113 w 123"/>
                  <a:gd name="T29" fmla="*/ 5 h 112"/>
                  <a:gd name="T30" fmla="*/ 107 w 123"/>
                  <a:gd name="T31" fmla="*/ 4 h 112"/>
                  <a:gd name="T32" fmla="*/ 106 w 123"/>
                  <a:gd name="T33" fmla="*/ 3 h 112"/>
                  <a:gd name="T34" fmla="*/ 102 w 123"/>
                  <a:gd name="T35" fmla="*/ 4 h 112"/>
                  <a:gd name="T36" fmla="*/ 101 w 123"/>
                  <a:gd name="T37" fmla="*/ 4 h 112"/>
                  <a:gd name="T38" fmla="*/ 99 w 123"/>
                  <a:gd name="T39" fmla="*/ 2 h 112"/>
                  <a:gd name="T40" fmla="*/ 98 w 123"/>
                  <a:gd name="T41" fmla="*/ 9 h 112"/>
                  <a:gd name="T42" fmla="*/ 96 w 123"/>
                  <a:gd name="T43" fmla="*/ 8 h 112"/>
                  <a:gd name="T44" fmla="*/ 93 w 123"/>
                  <a:gd name="T45" fmla="*/ 7 h 112"/>
                  <a:gd name="T46" fmla="*/ 91 w 123"/>
                  <a:gd name="T47" fmla="*/ 7 h 112"/>
                  <a:gd name="T48" fmla="*/ 89 w 123"/>
                  <a:gd name="T49" fmla="*/ 10 h 112"/>
                  <a:gd name="T50" fmla="*/ 87 w 123"/>
                  <a:gd name="T51" fmla="*/ 10 h 112"/>
                  <a:gd name="T52" fmla="*/ 89 w 123"/>
                  <a:gd name="T53" fmla="*/ 18 h 112"/>
                  <a:gd name="T54" fmla="*/ 85 w 123"/>
                  <a:gd name="T55" fmla="*/ 12 h 112"/>
                  <a:gd name="T56" fmla="*/ 78 w 123"/>
                  <a:gd name="T57" fmla="*/ 16 h 112"/>
                  <a:gd name="T58" fmla="*/ 75 w 123"/>
                  <a:gd name="T59" fmla="*/ 18 h 112"/>
                  <a:gd name="T60" fmla="*/ 75 w 123"/>
                  <a:gd name="T61" fmla="*/ 24 h 112"/>
                  <a:gd name="T62" fmla="*/ 67 w 123"/>
                  <a:gd name="T63" fmla="*/ 25 h 112"/>
                  <a:gd name="T64" fmla="*/ 65 w 123"/>
                  <a:gd name="T65" fmla="*/ 29 h 112"/>
                  <a:gd name="T66" fmla="*/ 64 w 123"/>
                  <a:gd name="T67" fmla="*/ 29 h 112"/>
                  <a:gd name="T68" fmla="*/ 64 w 123"/>
                  <a:gd name="T69" fmla="*/ 32 h 112"/>
                  <a:gd name="T70" fmla="*/ 60 w 123"/>
                  <a:gd name="T71" fmla="*/ 30 h 112"/>
                  <a:gd name="T72" fmla="*/ 59 w 123"/>
                  <a:gd name="T73" fmla="*/ 34 h 112"/>
                  <a:gd name="T74" fmla="*/ 55 w 123"/>
                  <a:gd name="T75" fmla="*/ 39 h 112"/>
                  <a:gd name="T76" fmla="*/ 50 w 123"/>
                  <a:gd name="T77" fmla="*/ 39 h 112"/>
                  <a:gd name="T78" fmla="*/ 47 w 123"/>
                  <a:gd name="T79" fmla="*/ 43 h 112"/>
                  <a:gd name="T80" fmla="*/ 45 w 123"/>
                  <a:gd name="T81" fmla="*/ 45 h 112"/>
                  <a:gd name="T82" fmla="*/ 44 w 123"/>
                  <a:gd name="T83" fmla="*/ 45 h 112"/>
                  <a:gd name="T84" fmla="*/ 42 w 123"/>
                  <a:gd name="T85" fmla="*/ 48 h 112"/>
                  <a:gd name="T86" fmla="*/ 39 w 123"/>
                  <a:gd name="T87" fmla="*/ 54 h 112"/>
                  <a:gd name="T88" fmla="*/ 38 w 123"/>
                  <a:gd name="T89" fmla="*/ 56 h 112"/>
                  <a:gd name="T90" fmla="*/ 38 w 123"/>
                  <a:gd name="T91" fmla="*/ 63 h 112"/>
                  <a:gd name="T92" fmla="*/ 34 w 123"/>
                  <a:gd name="T93" fmla="*/ 65 h 112"/>
                  <a:gd name="T94" fmla="*/ 30 w 123"/>
                  <a:gd name="T95" fmla="*/ 69 h 112"/>
                  <a:gd name="T96" fmla="*/ 27 w 123"/>
                  <a:gd name="T97" fmla="*/ 71 h 112"/>
                  <a:gd name="T98" fmla="*/ 19 w 123"/>
                  <a:gd name="T99" fmla="*/ 78 h 112"/>
                  <a:gd name="T100" fmla="*/ 17 w 123"/>
                  <a:gd name="T101" fmla="*/ 80 h 112"/>
                  <a:gd name="T102" fmla="*/ 13 w 123"/>
                  <a:gd name="T103" fmla="*/ 88 h 112"/>
                  <a:gd name="T104" fmla="*/ 12 w 123"/>
                  <a:gd name="T105" fmla="*/ 95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3" h="112">
                    <a:moveTo>
                      <a:pt x="9" y="112"/>
                    </a:moveTo>
                    <a:cubicBezTo>
                      <a:pt x="9" y="108"/>
                      <a:pt x="13" y="106"/>
                      <a:pt x="17" y="105"/>
                    </a:cubicBezTo>
                    <a:cubicBezTo>
                      <a:pt x="17" y="104"/>
                      <a:pt x="17" y="102"/>
                      <a:pt x="18" y="102"/>
                    </a:cubicBezTo>
                    <a:cubicBezTo>
                      <a:pt x="20" y="98"/>
                      <a:pt x="27" y="98"/>
                      <a:pt x="28" y="93"/>
                    </a:cubicBezTo>
                    <a:cubicBezTo>
                      <a:pt x="27" y="93"/>
                      <a:pt x="27" y="92"/>
                      <a:pt x="26" y="91"/>
                    </a:cubicBezTo>
                    <a:cubicBezTo>
                      <a:pt x="27" y="92"/>
                      <a:pt x="27" y="92"/>
                      <a:pt x="27" y="92"/>
                    </a:cubicBezTo>
                    <a:cubicBezTo>
                      <a:pt x="26" y="91"/>
                      <a:pt x="26" y="91"/>
                      <a:pt x="26" y="91"/>
                    </a:cubicBezTo>
                    <a:cubicBezTo>
                      <a:pt x="26" y="90"/>
                      <a:pt x="28" y="92"/>
                      <a:pt x="28" y="92"/>
                    </a:cubicBezTo>
                    <a:cubicBezTo>
                      <a:pt x="29" y="91"/>
                      <a:pt x="29" y="89"/>
                      <a:pt x="31" y="88"/>
                    </a:cubicBezTo>
                    <a:cubicBezTo>
                      <a:pt x="29" y="86"/>
                      <a:pt x="31" y="87"/>
                      <a:pt x="29" y="85"/>
                    </a:cubicBezTo>
                    <a:cubicBezTo>
                      <a:pt x="30" y="86"/>
                      <a:pt x="30" y="86"/>
                      <a:pt x="30" y="86"/>
                    </a:cubicBezTo>
                    <a:cubicBezTo>
                      <a:pt x="30" y="84"/>
                      <a:pt x="30" y="84"/>
                      <a:pt x="33" y="85"/>
                    </a:cubicBezTo>
                    <a:cubicBezTo>
                      <a:pt x="38" y="83"/>
                      <a:pt x="40" y="79"/>
                      <a:pt x="43" y="76"/>
                    </a:cubicBezTo>
                    <a:cubicBezTo>
                      <a:pt x="46" y="72"/>
                      <a:pt x="48" y="68"/>
                      <a:pt x="52" y="64"/>
                    </a:cubicBezTo>
                    <a:cubicBezTo>
                      <a:pt x="50" y="61"/>
                      <a:pt x="52" y="61"/>
                      <a:pt x="5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58"/>
                      <a:pt x="52" y="59"/>
                      <a:pt x="54" y="59"/>
                    </a:cubicBezTo>
                    <a:cubicBezTo>
                      <a:pt x="53" y="58"/>
                      <a:pt x="54" y="59"/>
                      <a:pt x="52" y="57"/>
                    </a:cubicBezTo>
                    <a:cubicBezTo>
                      <a:pt x="51" y="56"/>
                      <a:pt x="55" y="59"/>
                      <a:pt x="54" y="58"/>
                    </a:cubicBezTo>
                    <a:cubicBezTo>
                      <a:pt x="55" y="59"/>
                      <a:pt x="53" y="57"/>
                      <a:pt x="54" y="58"/>
                    </a:cubicBezTo>
                    <a:cubicBezTo>
                      <a:pt x="53" y="55"/>
                      <a:pt x="55" y="59"/>
                      <a:pt x="57" y="59"/>
                    </a:cubicBezTo>
                    <a:cubicBezTo>
                      <a:pt x="58" y="57"/>
                      <a:pt x="58" y="54"/>
                      <a:pt x="61" y="54"/>
                    </a:cubicBezTo>
                    <a:cubicBezTo>
                      <a:pt x="61" y="54"/>
                      <a:pt x="60" y="52"/>
                      <a:pt x="60" y="52"/>
                    </a:cubicBezTo>
                    <a:cubicBezTo>
                      <a:pt x="62" y="55"/>
                      <a:pt x="60" y="51"/>
                      <a:pt x="61" y="52"/>
                    </a:cubicBezTo>
                    <a:cubicBezTo>
                      <a:pt x="62" y="53"/>
                      <a:pt x="62" y="53"/>
                      <a:pt x="62" y="53"/>
                    </a:cubicBezTo>
                    <a:cubicBezTo>
                      <a:pt x="63" y="54"/>
                      <a:pt x="63" y="51"/>
                      <a:pt x="64" y="52"/>
                    </a:cubicBezTo>
                    <a:cubicBezTo>
                      <a:pt x="64" y="50"/>
                      <a:pt x="67" y="52"/>
                      <a:pt x="66" y="50"/>
                    </a:cubicBezTo>
                    <a:cubicBezTo>
                      <a:pt x="67" y="52"/>
                      <a:pt x="67" y="51"/>
                      <a:pt x="68" y="51"/>
                    </a:cubicBezTo>
                    <a:cubicBezTo>
                      <a:pt x="66" y="48"/>
                      <a:pt x="70" y="51"/>
                      <a:pt x="69" y="49"/>
                    </a:cubicBezTo>
                    <a:cubicBezTo>
                      <a:pt x="69" y="49"/>
                      <a:pt x="69" y="49"/>
                      <a:pt x="69" y="49"/>
                    </a:cubicBezTo>
                    <a:cubicBezTo>
                      <a:pt x="71" y="48"/>
                      <a:pt x="73" y="47"/>
                      <a:pt x="74" y="44"/>
                    </a:cubicBezTo>
                    <a:cubicBezTo>
                      <a:pt x="75" y="43"/>
                      <a:pt x="78" y="45"/>
                      <a:pt x="79" y="42"/>
                    </a:cubicBezTo>
                    <a:cubicBezTo>
                      <a:pt x="78" y="41"/>
                      <a:pt x="78" y="41"/>
                      <a:pt x="78" y="41"/>
                    </a:cubicBezTo>
                    <a:cubicBezTo>
                      <a:pt x="78" y="41"/>
                      <a:pt x="79" y="42"/>
                      <a:pt x="79" y="42"/>
                    </a:cubicBezTo>
                    <a:cubicBezTo>
                      <a:pt x="79" y="40"/>
                      <a:pt x="81" y="41"/>
                      <a:pt x="81" y="41"/>
                    </a:cubicBezTo>
                    <a:cubicBezTo>
                      <a:pt x="81" y="40"/>
                      <a:pt x="81" y="40"/>
                      <a:pt x="81" y="39"/>
                    </a:cubicBezTo>
                    <a:cubicBezTo>
                      <a:pt x="83" y="41"/>
                      <a:pt x="82" y="37"/>
                      <a:pt x="84" y="38"/>
                    </a:cubicBezTo>
                    <a:cubicBezTo>
                      <a:pt x="82" y="36"/>
                      <a:pt x="84" y="37"/>
                      <a:pt x="84" y="36"/>
                    </a:cubicBezTo>
                    <a:cubicBezTo>
                      <a:pt x="84" y="36"/>
                      <a:pt x="84" y="36"/>
                      <a:pt x="85" y="37"/>
                    </a:cubicBezTo>
                    <a:cubicBezTo>
                      <a:pt x="85" y="36"/>
                      <a:pt x="85" y="36"/>
                      <a:pt x="87" y="36"/>
                    </a:cubicBezTo>
                    <a:cubicBezTo>
                      <a:pt x="87" y="36"/>
                      <a:pt x="86" y="34"/>
                      <a:pt x="87" y="34"/>
                    </a:cubicBezTo>
                    <a:cubicBezTo>
                      <a:pt x="88" y="36"/>
                      <a:pt x="88" y="34"/>
                      <a:pt x="89" y="34"/>
                    </a:cubicBezTo>
                    <a:cubicBezTo>
                      <a:pt x="87" y="32"/>
                      <a:pt x="87" y="31"/>
                      <a:pt x="88" y="31"/>
                    </a:cubicBezTo>
                    <a:cubicBezTo>
                      <a:pt x="89" y="34"/>
                      <a:pt x="89" y="34"/>
                      <a:pt x="89" y="34"/>
                    </a:cubicBezTo>
                    <a:cubicBezTo>
                      <a:pt x="90" y="31"/>
                      <a:pt x="93" y="33"/>
                      <a:pt x="93" y="29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5" y="28"/>
                      <a:pt x="98" y="29"/>
                      <a:pt x="98" y="25"/>
                    </a:cubicBezTo>
                    <a:cubicBezTo>
                      <a:pt x="99" y="25"/>
                      <a:pt x="100" y="26"/>
                      <a:pt x="100" y="25"/>
                    </a:cubicBezTo>
                    <a:cubicBezTo>
                      <a:pt x="100" y="24"/>
                      <a:pt x="101" y="24"/>
                      <a:pt x="100" y="22"/>
                    </a:cubicBezTo>
                    <a:cubicBezTo>
                      <a:pt x="100" y="21"/>
                      <a:pt x="101" y="22"/>
                      <a:pt x="101" y="23"/>
                    </a:cubicBezTo>
                    <a:cubicBezTo>
                      <a:pt x="102" y="23"/>
                      <a:pt x="104" y="25"/>
                      <a:pt x="103" y="22"/>
                    </a:cubicBezTo>
                    <a:cubicBezTo>
                      <a:pt x="104" y="23"/>
                      <a:pt x="104" y="23"/>
                      <a:pt x="104" y="23"/>
                    </a:cubicBezTo>
                    <a:cubicBezTo>
                      <a:pt x="104" y="22"/>
                      <a:pt x="104" y="20"/>
                      <a:pt x="106" y="21"/>
                    </a:cubicBezTo>
                    <a:cubicBezTo>
                      <a:pt x="105" y="19"/>
                      <a:pt x="106" y="19"/>
                      <a:pt x="105" y="17"/>
                    </a:cubicBezTo>
                    <a:cubicBezTo>
                      <a:pt x="105" y="17"/>
                      <a:pt x="106" y="19"/>
                      <a:pt x="106" y="18"/>
                    </a:cubicBezTo>
                    <a:cubicBezTo>
                      <a:pt x="106" y="20"/>
                      <a:pt x="106" y="20"/>
                      <a:pt x="106" y="20"/>
                    </a:cubicBezTo>
                    <a:cubicBezTo>
                      <a:pt x="108" y="20"/>
                      <a:pt x="109" y="18"/>
                      <a:pt x="110" y="16"/>
                    </a:cubicBezTo>
                    <a:cubicBezTo>
                      <a:pt x="112" y="19"/>
                      <a:pt x="112" y="16"/>
                      <a:pt x="113" y="17"/>
                    </a:cubicBezTo>
                    <a:cubicBezTo>
                      <a:pt x="113" y="15"/>
                      <a:pt x="115" y="17"/>
                      <a:pt x="114" y="14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5" y="15"/>
                      <a:pt x="116" y="15"/>
                      <a:pt x="117" y="15"/>
                    </a:cubicBezTo>
                    <a:cubicBezTo>
                      <a:pt x="118" y="16"/>
                      <a:pt x="118" y="14"/>
                      <a:pt x="118" y="13"/>
                    </a:cubicBezTo>
                    <a:cubicBezTo>
                      <a:pt x="118" y="14"/>
                      <a:pt x="118" y="14"/>
                      <a:pt x="118" y="14"/>
                    </a:cubicBezTo>
                    <a:cubicBezTo>
                      <a:pt x="118" y="13"/>
                      <a:pt x="118" y="11"/>
                      <a:pt x="118" y="9"/>
                    </a:cubicBezTo>
                    <a:cubicBezTo>
                      <a:pt x="119" y="10"/>
                      <a:pt x="118" y="9"/>
                      <a:pt x="119" y="10"/>
                    </a:cubicBezTo>
                    <a:cubicBezTo>
                      <a:pt x="119" y="11"/>
                      <a:pt x="119" y="13"/>
                      <a:pt x="119" y="14"/>
                    </a:cubicBezTo>
                    <a:cubicBezTo>
                      <a:pt x="120" y="15"/>
                      <a:pt x="119" y="11"/>
                      <a:pt x="120" y="13"/>
                    </a:cubicBezTo>
                    <a:cubicBezTo>
                      <a:pt x="121" y="14"/>
                      <a:pt x="121" y="13"/>
                      <a:pt x="121" y="11"/>
                    </a:cubicBezTo>
                    <a:cubicBezTo>
                      <a:pt x="121" y="12"/>
                      <a:pt x="121" y="12"/>
                      <a:pt x="121" y="13"/>
                    </a:cubicBezTo>
                    <a:cubicBezTo>
                      <a:pt x="122" y="13"/>
                      <a:pt x="122" y="13"/>
                      <a:pt x="122" y="12"/>
                    </a:cubicBezTo>
                    <a:cubicBezTo>
                      <a:pt x="122" y="12"/>
                      <a:pt x="122" y="12"/>
                      <a:pt x="122" y="12"/>
                    </a:cubicBezTo>
                    <a:cubicBezTo>
                      <a:pt x="122" y="10"/>
                      <a:pt x="122" y="10"/>
                      <a:pt x="121" y="8"/>
                    </a:cubicBezTo>
                    <a:cubicBezTo>
                      <a:pt x="121" y="9"/>
                      <a:pt x="121" y="9"/>
                      <a:pt x="121" y="9"/>
                    </a:cubicBezTo>
                    <a:cubicBezTo>
                      <a:pt x="121" y="7"/>
                      <a:pt x="121" y="7"/>
                      <a:pt x="122" y="8"/>
                    </a:cubicBezTo>
                    <a:cubicBezTo>
                      <a:pt x="122" y="10"/>
                      <a:pt x="122" y="11"/>
                      <a:pt x="122" y="11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23" y="9"/>
                      <a:pt x="122" y="8"/>
                      <a:pt x="122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6"/>
                      <a:pt x="122" y="6"/>
                      <a:pt x="122" y="6"/>
                    </a:cubicBezTo>
                    <a:cubicBezTo>
                      <a:pt x="121" y="7"/>
                      <a:pt x="120" y="5"/>
                      <a:pt x="120" y="7"/>
                    </a:cubicBezTo>
                    <a:cubicBezTo>
                      <a:pt x="120" y="8"/>
                      <a:pt x="120" y="8"/>
                      <a:pt x="120" y="8"/>
                    </a:cubicBezTo>
                    <a:cubicBezTo>
                      <a:pt x="120" y="8"/>
                      <a:pt x="120" y="11"/>
                      <a:pt x="119" y="9"/>
                    </a:cubicBezTo>
                    <a:cubicBezTo>
                      <a:pt x="119" y="7"/>
                      <a:pt x="119" y="7"/>
                      <a:pt x="119" y="7"/>
                    </a:cubicBezTo>
                    <a:cubicBezTo>
                      <a:pt x="119" y="7"/>
                      <a:pt x="119" y="8"/>
                      <a:pt x="118" y="7"/>
                    </a:cubicBezTo>
                    <a:cubicBezTo>
                      <a:pt x="118" y="5"/>
                      <a:pt x="118" y="5"/>
                      <a:pt x="118" y="5"/>
                    </a:cubicBezTo>
                    <a:cubicBezTo>
                      <a:pt x="119" y="8"/>
                      <a:pt x="117" y="6"/>
                      <a:pt x="117" y="7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6" y="6"/>
                      <a:pt x="117" y="8"/>
                      <a:pt x="117" y="8"/>
                    </a:cubicBezTo>
                    <a:cubicBezTo>
                      <a:pt x="117" y="8"/>
                      <a:pt x="116" y="5"/>
                      <a:pt x="115" y="4"/>
                    </a:cubicBezTo>
                    <a:cubicBezTo>
                      <a:pt x="115" y="5"/>
                      <a:pt x="114" y="7"/>
                      <a:pt x="113" y="5"/>
                    </a:cubicBezTo>
                    <a:cubicBezTo>
                      <a:pt x="112" y="6"/>
                      <a:pt x="112" y="7"/>
                      <a:pt x="112" y="8"/>
                    </a:cubicBezTo>
                    <a:cubicBezTo>
                      <a:pt x="111" y="8"/>
                      <a:pt x="111" y="6"/>
                      <a:pt x="111" y="7"/>
                    </a:cubicBezTo>
                    <a:cubicBezTo>
                      <a:pt x="111" y="6"/>
                      <a:pt x="110" y="5"/>
                      <a:pt x="110" y="4"/>
                    </a:cubicBezTo>
                    <a:cubicBezTo>
                      <a:pt x="110" y="5"/>
                      <a:pt x="109" y="4"/>
                      <a:pt x="110" y="7"/>
                    </a:cubicBezTo>
                    <a:cubicBezTo>
                      <a:pt x="109" y="6"/>
                      <a:pt x="108" y="6"/>
                      <a:pt x="107" y="7"/>
                    </a:cubicBezTo>
                    <a:cubicBezTo>
                      <a:pt x="108" y="7"/>
                      <a:pt x="107" y="5"/>
                      <a:pt x="107" y="4"/>
                    </a:cubicBezTo>
                    <a:cubicBezTo>
                      <a:pt x="107" y="6"/>
                      <a:pt x="106" y="7"/>
                      <a:pt x="106" y="7"/>
                    </a:cubicBezTo>
                    <a:cubicBezTo>
                      <a:pt x="106" y="9"/>
                      <a:pt x="106" y="9"/>
                      <a:pt x="107" y="10"/>
                    </a:cubicBezTo>
                    <a:cubicBezTo>
                      <a:pt x="107" y="10"/>
                      <a:pt x="107" y="11"/>
                      <a:pt x="107" y="11"/>
                    </a:cubicBezTo>
                    <a:cubicBezTo>
                      <a:pt x="106" y="9"/>
                      <a:pt x="105" y="7"/>
                      <a:pt x="104" y="7"/>
                    </a:cubicBezTo>
                    <a:cubicBezTo>
                      <a:pt x="104" y="4"/>
                      <a:pt x="106" y="7"/>
                      <a:pt x="104" y="4"/>
                    </a:cubicBezTo>
                    <a:cubicBezTo>
                      <a:pt x="104" y="2"/>
                      <a:pt x="105" y="2"/>
                      <a:pt x="106" y="3"/>
                    </a:cubicBezTo>
                    <a:cubicBezTo>
                      <a:pt x="105" y="1"/>
                      <a:pt x="105" y="3"/>
                      <a:pt x="104" y="1"/>
                    </a:cubicBezTo>
                    <a:cubicBezTo>
                      <a:pt x="104" y="1"/>
                      <a:pt x="104" y="2"/>
                      <a:pt x="103" y="3"/>
                    </a:cubicBezTo>
                    <a:cubicBezTo>
                      <a:pt x="104" y="4"/>
                      <a:pt x="104" y="4"/>
                      <a:pt x="104" y="5"/>
                    </a:cubicBezTo>
                    <a:cubicBezTo>
                      <a:pt x="105" y="8"/>
                      <a:pt x="103" y="4"/>
                      <a:pt x="103" y="4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2" y="2"/>
                      <a:pt x="102" y="4"/>
                      <a:pt x="102" y="4"/>
                    </a:cubicBezTo>
                    <a:cubicBezTo>
                      <a:pt x="100" y="1"/>
                      <a:pt x="102" y="3"/>
                      <a:pt x="102" y="1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00" y="0"/>
                      <a:pt x="101" y="2"/>
                      <a:pt x="100" y="2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1"/>
                      <a:pt x="100" y="1"/>
                      <a:pt x="100" y="1"/>
                    </a:cubicBezTo>
                    <a:cubicBezTo>
                      <a:pt x="100" y="3"/>
                      <a:pt x="101" y="4"/>
                      <a:pt x="101" y="4"/>
                    </a:cubicBezTo>
                    <a:cubicBezTo>
                      <a:pt x="102" y="7"/>
                      <a:pt x="101" y="4"/>
                      <a:pt x="101" y="5"/>
                    </a:cubicBezTo>
                    <a:cubicBezTo>
                      <a:pt x="101" y="7"/>
                      <a:pt x="101" y="5"/>
                      <a:pt x="102" y="7"/>
                    </a:cubicBezTo>
                    <a:cubicBezTo>
                      <a:pt x="102" y="8"/>
                      <a:pt x="102" y="8"/>
                      <a:pt x="102" y="9"/>
                    </a:cubicBezTo>
                    <a:cubicBezTo>
                      <a:pt x="101" y="9"/>
                      <a:pt x="101" y="7"/>
                      <a:pt x="100" y="6"/>
                    </a:cubicBezTo>
                    <a:cubicBezTo>
                      <a:pt x="100" y="6"/>
                      <a:pt x="100" y="5"/>
                      <a:pt x="101" y="6"/>
                    </a:cubicBezTo>
                    <a:cubicBezTo>
                      <a:pt x="101" y="4"/>
                      <a:pt x="99" y="3"/>
                      <a:pt x="99" y="2"/>
                    </a:cubicBezTo>
                    <a:cubicBezTo>
                      <a:pt x="98" y="1"/>
                      <a:pt x="99" y="4"/>
                      <a:pt x="99" y="4"/>
                    </a:cubicBezTo>
                    <a:cubicBezTo>
                      <a:pt x="99" y="3"/>
                      <a:pt x="99" y="5"/>
                      <a:pt x="100" y="6"/>
                    </a:cubicBezTo>
                    <a:cubicBezTo>
                      <a:pt x="101" y="11"/>
                      <a:pt x="98" y="3"/>
                      <a:pt x="97" y="4"/>
                    </a:cubicBezTo>
                    <a:cubicBezTo>
                      <a:pt x="99" y="7"/>
                      <a:pt x="98" y="8"/>
                      <a:pt x="100" y="11"/>
                    </a:cubicBezTo>
                    <a:cubicBezTo>
                      <a:pt x="100" y="12"/>
                      <a:pt x="100" y="13"/>
                      <a:pt x="100" y="12"/>
                    </a:cubicBezTo>
                    <a:cubicBezTo>
                      <a:pt x="99" y="10"/>
                      <a:pt x="99" y="11"/>
                      <a:pt x="98" y="9"/>
                    </a:cubicBezTo>
                    <a:cubicBezTo>
                      <a:pt x="98" y="9"/>
                      <a:pt x="98" y="9"/>
                      <a:pt x="98" y="9"/>
                    </a:cubicBezTo>
                    <a:cubicBezTo>
                      <a:pt x="98" y="7"/>
                      <a:pt x="98" y="7"/>
                      <a:pt x="98" y="7"/>
                    </a:cubicBezTo>
                    <a:cubicBezTo>
                      <a:pt x="97" y="5"/>
                      <a:pt x="95" y="4"/>
                      <a:pt x="95" y="4"/>
                    </a:cubicBezTo>
                    <a:cubicBezTo>
                      <a:pt x="95" y="5"/>
                      <a:pt x="96" y="5"/>
                      <a:pt x="96" y="6"/>
                    </a:cubicBezTo>
                    <a:cubicBezTo>
                      <a:pt x="95" y="5"/>
                      <a:pt x="95" y="4"/>
                      <a:pt x="94" y="4"/>
                    </a:cubicBezTo>
                    <a:cubicBezTo>
                      <a:pt x="95" y="5"/>
                      <a:pt x="96" y="7"/>
                      <a:pt x="96" y="8"/>
                    </a:cubicBezTo>
                    <a:cubicBezTo>
                      <a:pt x="95" y="8"/>
                      <a:pt x="94" y="6"/>
                      <a:pt x="94" y="6"/>
                    </a:cubicBezTo>
                    <a:cubicBezTo>
                      <a:pt x="94" y="4"/>
                      <a:pt x="94" y="4"/>
                      <a:pt x="94" y="4"/>
                    </a:cubicBezTo>
                    <a:cubicBezTo>
                      <a:pt x="94" y="6"/>
                      <a:pt x="93" y="3"/>
                      <a:pt x="93" y="4"/>
                    </a:cubicBezTo>
                    <a:cubicBezTo>
                      <a:pt x="93" y="5"/>
                      <a:pt x="94" y="7"/>
                      <a:pt x="94" y="8"/>
                    </a:cubicBezTo>
                    <a:cubicBezTo>
                      <a:pt x="94" y="9"/>
                      <a:pt x="94" y="8"/>
                      <a:pt x="94" y="8"/>
                    </a:cubicBezTo>
                    <a:cubicBezTo>
                      <a:pt x="93" y="7"/>
                      <a:pt x="93" y="7"/>
                      <a:pt x="93" y="7"/>
                    </a:cubicBezTo>
                    <a:cubicBezTo>
                      <a:pt x="93" y="7"/>
                      <a:pt x="92" y="4"/>
                      <a:pt x="92" y="5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6"/>
                      <a:pt x="92" y="6"/>
                      <a:pt x="91" y="5"/>
                    </a:cubicBezTo>
                    <a:cubicBezTo>
                      <a:pt x="92" y="6"/>
                      <a:pt x="91" y="6"/>
                      <a:pt x="92" y="6"/>
                    </a:cubicBezTo>
                    <a:cubicBezTo>
                      <a:pt x="91" y="5"/>
                      <a:pt x="91" y="5"/>
                      <a:pt x="91" y="5"/>
                    </a:cubicBezTo>
                    <a:cubicBezTo>
                      <a:pt x="91" y="6"/>
                      <a:pt x="92" y="9"/>
                      <a:pt x="91" y="7"/>
                    </a:cubicBezTo>
                    <a:cubicBezTo>
                      <a:pt x="92" y="9"/>
                      <a:pt x="91" y="7"/>
                      <a:pt x="92" y="8"/>
                    </a:cubicBezTo>
                    <a:cubicBezTo>
                      <a:pt x="93" y="9"/>
                      <a:pt x="92" y="9"/>
                      <a:pt x="92" y="10"/>
                    </a:cubicBezTo>
                    <a:cubicBezTo>
                      <a:pt x="91" y="7"/>
                      <a:pt x="91" y="10"/>
                      <a:pt x="91" y="10"/>
                    </a:cubicBezTo>
                    <a:cubicBezTo>
                      <a:pt x="91" y="9"/>
                      <a:pt x="90" y="9"/>
                      <a:pt x="90" y="8"/>
                    </a:cubicBezTo>
                    <a:cubicBezTo>
                      <a:pt x="91" y="10"/>
                      <a:pt x="91" y="10"/>
                      <a:pt x="91" y="10"/>
                    </a:cubicBezTo>
                    <a:cubicBezTo>
                      <a:pt x="89" y="7"/>
                      <a:pt x="90" y="11"/>
                      <a:pt x="89" y="10"/>
                    </a:cubicBezTo>
                    <a:cubicBezTo>
                      <a:pt x="89" y="9"/>
                      <a:pt x="88" y="8"/>
                      <a:pt x="88" y="7"/>
                    </a:cubicBezTo>
                    <a:cubicBezTo>
                      <a:pt x="90" y="10"/>
                      <a:pt x="89" y="11"/>
                      <a:pt x="90" y="12"/>
                    </a:cubicBezTo>
                    <a:cubicBezTo>
                      <a:pt x="89" y="12"/>
                      <a:pt x="88" y="9"/>
                      <a:pt x="87" y="8"/>
                    </a:cubicBezTo>
                    <a:cubicBezTo>
                      <a:pt x="88" y="10"/>
                      <a:pt x="86" y="7"/>
                      <a:pt x="87" y="9"/>
                    </a:cubicBezTo>
                    <a:cubicBezTo>
                      <a:pt x="88" y="10"/>
                      <a:pt x="88" y="11"/>
                      <a:pt x="88" y="12"/>
                    </a:cubicBezTo>
                    <a:cubicBezTo>
                      <a:pt x="88" y="12"/>
                      <a:pt x="88" y="11"/>
                      <a:pt x="87" y="10"/>
                    </a:cubicBezTo>
                    <a:cubicBezTo>
                      <a:pt x="87" y="10"/>
                      <a:pt x="88" y="12"/>
                      <a:pt x="88" y="13"/>
                    </a:cubicBezTo>
                    <a:cubicBezTo>
                      <a:pt x="88" y="13"/>
                      <a:pt x="89" y="15"/>
                      <a:pt x="88" y="14"/>
                    </a:cubicBezTo>
                    <a:cubicBezTo>
                      <a:pt x="87" y="12"/>
                      <a:pt x="88" y="13"/>
                      <a:pt x="87" y="12"/>
                    </a:cubicBezTo>
                    <a:cubicBezTo>
                      <a:pt x="86" y="12"/>
                      <a:pt x="89" y="16"/>
                      <a:pt x="88" y="16"/>
                    </a:cubicBezTo>
                    <a:cubicBezTo>
                      <a:pt x="89" y="17"/>
                      <a:pt x="90" y="20"/>
                      <a:pt x="90" y="21"/>
                    </a:cubicBezTo>
                    <a:cubicBezTo>
                      <a:pt x="89" y="21"/>
                      <a:pt x="90" y="20"/>
                      <a:pt x="89" y="18"/>
                    </a:cubicBezTo>
                    <a:cubicBezTo>
                      <a:pt x="89" y="18"/>
                      <a:pt x="89" y="18"/>
                      <a:pt x="89" y="18"/>
                    </a:cubicBezTo>
                    <a:cubicBezTo>
                      <a:pt x="87" y="16"/>
                      <a:pt x="87" y="14"/>
                      <a:pt x="86" y="12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5" y="12"/>
                      <a:pt x="85" y="11"/>
                      <a:pt x="84" y="10"/>
                    </a:cubicBezTo>
                    <a:cubicBezTo>
                      <a:pt x="85" y="12"/>
                      <a:pt x="84" y="11"/>
                      <a:pt x="84" y="11"/>
                    </a:cubicBezTo>
                    <a:cubicBezTo>
                      <a:pt x="85" y="13"/>
                      <a:pt x="84" y="11"/>
                      <a:pt x="85" y="12"/>
                    </a:cubicBezTo>
                    <a:cubicBezTo>
                      <a:pt x="84" y="13"/>
                      <a:pt x="86" y="15"/>
                      <a:pt x="85" y="15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2" y="11"/>
                      <a:pt x="84" y="14"/>
                      <a:pt x="83" y="13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1" y="13"/>
                      <a:pt x="80" y="14"/>
                      <a:pt x="81" y="18"/>
                    </a:cubicBezTo>
                    <a:cubicBezTo>
                      <a:pt x="80" y="17"/>
                      <a:pt x="79" y="17"/>
                      <a:pt x="78" y="16"/>
                    </a:cubicBezTo>
                    <a:cubicBezTo>
                      <a:pt x="78" y="17"/>
                      <a:pt x="79" y="18"/>
                      <a:pt x="79" y="18"/>
                    </a:cubicBezTo>
                    <a:cubicBezTo>
                      <a:pt x="77" y="17"/>
                      <a:pt x="77" y="17"/>
                      <a:pt x="77" y="17"/>
                    </a:cubicBezTo>
                    <a:cubicBezTo>
                      <a:pt x="76" y="16"/>
                      <a:pt x="77" y="18"/>
                      <a:pt x="77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5" y="17"/>
                      <a:pt x="76" y="19"/>
                      <a:pt x="76" y="19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76" y="20"/>
                      <a:pt x="76" y="20"/>
                      <a:pt x="74" y="19"/>
                    </a:cubicBezTo>
                    <a:cubicBezTo>
                      <a:pt x="75" y="19"/>
                      <a:pt x="75" y="19"/>
                      <a:pt x="75" y="20"/>
                    </a:cubicBezTo>
                    <a:cubicBezTo>
                      <a:pt x="74" y="19"/>
                      <a:pt x="73" y="20"/>
                      <a:pt x="73" y="21"/>
                    </a:cubicBezTo>
                    <a:cubicBezTo>
                      <a:pt x="74" y="21"/>
                      <a:pt x="74" y="21"/>
                      <a:pt x="75" y="23"/>
                    </a:cubicBezTo>
                    <a:cubicBezTo>
                      <a:pt x="76" y="25"/>
                      <a:pt x="74" y="22"/>
                      <a:pt x="75" y="24"/>
                    </a:cubicBezTo>
                    <a:cubicBezTo>
                      <a:pt x="74" y="23"/>
                      <a:pt x="74" y="22"/>
                      <a:pt x="73" y="22"/>
                    </a:cubicBezTo>
                    <a:cubicBezTo>
                      <a:pt x="71" y="20"/>
                      <a:pt x="71" y="22"/>
                      <a:pt x="70" y="23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68" y="22"/>
                      <a:pt x="69" y="25"/>
                      <a:pt x="68" y="24"/>
                    </a:cubicBezTo>
                    <a:cubicBezTo>
                      <a:pt x="68" y="25"/>
                      <a:pt x="70" y="28"/>
                      <a:pt x="69" y="28"/>
                    </a:cubicBezTo>
                    <a:cubicBezTo>
                      <a:pt x="70" y="30"/>
                      <a:pt x="68" y="26"/>
                      <a:pt x="67" y="25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7" y="27"/>
                      <a:pt x="67" y="28"/>
                      <a:pt x="66" y="27"/>
                    </a:cubicBezTo>
                    <a:cubicBezTo>
                      <a:pt x="66" y="27"/>
                      <a:pt x="66" y="27"/>
                      <a:pt x="66" y="27"/>
                    </a:cubicBezTo>
                    <a:cubicBezTo>
                      <a:pt x="66" y="27"/>
                      <a:pt x="65" y="26"/>
                      <a:pt x="64" y="27"/>
                    </a:cubicBezTo>
                    <a:cubicBezTo>
                      <a:pt x="65" y="28"/>
                      <a:pt x="64" y="28"/>
                      <a:pt x="65" y="29"/>
                    </a:cubicBezTo>
                    <a:cubicBezTo>
                      <a:pt x="65" y="28"/>
                      <a:pt x="65" y="28"/>
                      <a:pt x="65" y="28"/>
                    </a:cubicBezTo>
                    <a:cubicBezTo>
                      <a:pt x="65" y="30"/>
                      <a:pt x="65" y="30"/>
                      <a:pt x="65" y="30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3" y="27"/>
                      <a:pt x="64" y="29"/>
                      <a:pt x="65" y="30"/>
                    </a:cubicBezTo>
                    <a:cubicBezTo>
                      <a:pt x="65" y="31"/>
                      <a:pt x="64" y="30"/>
                      <a:pt x="64" y="29"/>
                    </a:cubicBezTo>
                    <a:cubicBezTo>
                      <a:pt x="63" y="29"/>
                      <a:pt x="64" y="30"/>
                      <a:pt x="64" y="29"/>
                    </a:cubicBezTo>
                    <a:cubicBezTo>
                      <a:pt x="63" y="28"/>
                      <a:pt x="63" y="29"/>
                      <a:pt x="63" y="28"/>
                    </a:cubicBezTo>
                    <a:cubicBezTo>
                      <a:pt x="63" y="28"/>
                      <a:pt x="64" y="30"/>
                      <a:pt x="63" y="30"/>
                    </a:cubicBezTo>
                    <a:cubicBezTo>
                      <a:pt x="63" y="30"/>
                      <a:pt x="63" y="31"/>
                      <a:pt x="62" y="29"/>
                    </a:cubicBezTo>
                    <a:cubicBezTo>
                      <a:pt x="62" y="30"/>
                      <a:pt x="62" y="30"/>
                      <a:pt x="62" y="31"/>
                    </a:cubicBezTo>
                    <a:cubicBezTo>
                      <a:pt x="63" y="31"/>
                      <a:pt x="63" y="31"/>
                      <a:pt x="64" y="32"/>
                    </a:cubicBezTo>
                    <a:cubicBezTo>
                      <a:pt x="64" y="32"/>
                      <a:pt x="64" y="33"/>
                      <a:pt x="63" y="32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3" y="32"/>
                      <a:pt x="63" y="32"/>
                      <a:pt x="64" y="33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63" y="33"/>
                      <a:pt x="62" y="33"/>
                      <a:pt x="62" y="33"/>
                    </a:cubicBezTo>
                    <a:cubicBezTo>
                      <a:pt x="61" y="32"/>
                      <a:pt x="60" y="30"/>
                      <a:pt x="60" y="30"/>
                    </a:cubicBezTo>
                    <a:cubicBezTo>
                      <a:pt x="60" y="32"/>
                      <a:pt x="60" y="32"/>
                      <a:pt x="60" y="32"/>
                    </a:cubicBezTo>
                    <a:cubicBezTo>
                      <a:pt x="60" y="32"/>
                      <a:pt x="60" y="32"/>
                      <a:pt x="59" y="31"/>
                    </a:cubicBezTo>
                    <a:cubicBezTo>
                      <a:pt x="58" y="31"/>
                      <a:pt x="61" y="36"/>
                      <a:pt x="60" y="35"/>
                    </a:cubicBezTo>
                    <a:cubicBezTo>
                      <a:pt x="59" y="33"/>
                      <a:pt x="59" y="33"/>
                      <a:pt x="58" y="33"/>
                    </a:cubicBezTo>
                    <a:cubicBezTo>
                      <a:pt x="58" y="34"/>
                      <a:pt x="58" y="34"/>
                      <a:pt x="58" y="34"/>
                    </a:cubicBezTo>
                    <a:cubicBezTo>
                      <a:pt x="59" y="35"/>
                      <a:pt x="58" y="33"/>
                      <a:pt x="59" y="34"/>
                    </a:cubicBezTo>
                    <a:cubicBezTo>
                      <a:pt x="60" y="34"/>
                      <a:pt x="59" y="34"/>
                      <a:pt x="59" y="35"/>
                    </a:cubicBezTo>
                    <a:cubicBezTo>
                      <a:pt x="56" y="32"/>
                      <a:pt x="57" y="35"/>
                      <a:pt x="55" y="34"/>
                    </a:cubicBezTo>
                    <a:cubicBezTo>
                      <a:pt x="56" y="36"/>
                      <a:pt x="55" y="35"/>
                      <a:pt x="55" y="36"/>
                    </a:cubicBezTo>
                    <a:cubicBezTo>
                      <a:pt x="54" y="34"/>
                      <a:pt x="55" y="37"/>
                      <a:pt x="54" y="36"/>
                    </a:cubicBezTo>
                    <a:cubicBezTo>
                      <a:pt x="55" y="38"/>
                      <a:pt x="55" y="38"/>
                      <a:pt x="55" y="38"/>
                    </a:cubicBezTo>
                    <a:cubicBezTo>
                      <a:pt x="54" y="37"/>
                      <a:pt x="57" y="41"/>
                      <a:pt x="55" y="39"/>
                    </a:cubicBezTo>
                    <a:cubicBezTo>
                      <a:pt x="54" y="39"/>
                      <a:pt x="54" y="38"/>
                      <a:pt x="53" y="37"/>
                    </a:cubicBezTo>
                    <a:cubicBezTo>
                      <a:pt x="51" y="35"/>
                      <a:pt x="54" y="40"/>
                      <a:pt x="52" y="38"/>
                    </a:cubicBezTo>
                    <a:cubicBezTo>
                      <a:pt x="52" y="38"/>
                      <a:pt x="53" y="40"/>
                      <a:pt x="54" y="41"/>
                    </a:cubicBezTo>
                    <a:cubicBezTo>
                      <a:pt x="53" y="40"/>
                      <a:pt x="51" y="39"/>
                      <a:pt x="51" y="39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50" y="39"/>
                      <a:pt x="50" y="39"/>
                      <a:pt x="50" y="39"/>
                    </a:cubicBezTo>
                    <a:cubicBezTo>
                      <a:pt x="49" y="39"/>
                      <a:pt x="50" y="40"/>
                      <a:pt x="50" y="41"/>
                    </a:cubicBezTo>
                    <a:cubicBezTo>
                      <a:pt x="49" y="39"/>
                      <a:pt x="48" y="41"/>
                      <a:pt x="47" y="40"/>
                    </a:cubicBezTo>
                    <a:cubicBezTo>
                      <a:pt x="49" y="42"/>
                      <a:pt x="46" y="40"/>
                      <a:pt x="48" y="43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48" y="43"/>
                      <a:pt x="49" y="44"/>
                      <a:pt x="49" y="45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6" y="41"/>
                      <a:pt x="47" y="43"/>
                      <a:pt x="46" y="42"/>
                    </a:cubicBezTo>
                    <a:cubicBezTo>
                      <a:pt x="47" y="43"/>
                      <a:pt x="45" y="42"/>
                      <a:pt x="46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5"/>
                      <a:pt x="47" y="45"/>
                      <a:pt x="47" y="46"/>
                    </a:cubicBezTo>
                    <a:cubicBezTo>
                      <a:pt x="47" y="46"/>
                      <a:pt x="45" y="44"/>
                      <a:pt x="45" y="44"/>
                    </a:cubicBezTo>
                    <a:cubicBezTo>
                      <a:pt x="45" y="44"/>
                      <a:pt x="45" y="44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5" y="45"/>
                      <a:pt x="45" y="45"/>
                    </a:cubicBezTo>
                    <a:cubicBezTo>
                      <a:pt x="45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3" y="44"/>
                      <a:pt x="43" y="45"/>
                      <a:pt x="44" y="46"/>
                    </a:cubicBezTo>
                    <a:cubicBezTo>
                      <a:pt x="42" y="46"/>
                      <a:pt x="42" y="48"/>
                      <a:pt x="42" y="49"/>
                    </a:cubicBezTo>
                    <a:cubicBezTo>
                      <a:pt x="42" y="49"/>
                      <a:pt x="41" y="48"/>
                      <a:pt x="42" y="48"/>
                    </a:cubicBezTo>
                    <a:cubicBezTo>
                      <a:pt x="42" y="49"/>
                      <a:pt x="42" y="50"/>
                      <a:pt x="42" y="49"/>
                    </a:cubicBezTo>
                    <a:cubicBezTo>
                      <a:pt x="42" y="50"/>
                      <a:pt x="41" y="48"/>
                      <a:pt x="40" y="49"/>
                    </a:cubicBezTo>
                    <a:cubicBezTo>
                      <a:pt x="40" y="48"/>
                      <a:pt x="41" y="50"/>
                      <a:pt x="41" y="50"/>
                    </a:cubicBezTo>
                    <a:cubicBezTo>
                      <a:pt x="39" y="48"/>
                      <a:pt x="41" y="52"/>
                      <a:pt x="39" y="51"/>
                    </a:cubicBezTo>
                    <a:cubicBezTo>
                      <a:pt x="40" y="52"/>
                      <a:pt x="39" y="51"/>
                      <a:pt x="39" y="50"/>
                    </a:cubicBezTo>
                    <a:cubicBezTo>
                      <a:pt x="39" y="51"/>
                      <a:pt x="38" y="52"/>
                      <a:pt x="39" y="54"/>
                    </a:cubicBezTo>
                    <a:cubicBezTo>
                      <a:pt x="38" y="53"/>
                      <a:pt x="38" y="53"/>
                      <a:pt x="38" y="53"/>
                    </a:cubicBezTo>
                    <a:cubicBezTo>
                      <a:pt x="38" y="53"/>
                      <a:pt x="38" y="53"/>
                      <a:pt x="38" y="54"/>
                    </a:cubicBezTo>
                    <a:cubicBezTo>
                      <a:pt x="39" y="55"/>
                      <a:pt x="40" y="56"/>
                      <a:pt x="39" y="56"/>
                    </a:cubicBezTo>
                    <a:cubicBezTo>
                      <a:pt x="39" y="56"/>
                      <a:pt x="39" y="56"/>
                      <a:pt x="39" y="56"/>
                    </a:cubicBezTo>
                    <a:cubicBezTo>
                      <a:pt x="39" y="56"/>
                      <a:pt x="39" y="57"/>
                      <a:pt x="39" y="57"/>
                    </a:cubicBezTo>
                    <a:cubicBezTo>
                      <a:pt x="38" y="57"/>
                      <a:pt x="39" y="57"/>
                      <a:pt x="38" y="56"/>
                    </a:cubicBezTo>
                    <a:cubicBezTo>
                      <a:pt x="36" y="54"/>
                      <a:pt x="36" y="56"/>
                      <a:pt x="36" y="56"/>
                    </a:cubicBezTo>
                    <a:cubicBezTo>
                      <a:pt x="37" y="57"/>
                      <a:pt x="37" y="57"/>
                      <a:pt x="37" y="57"/>
                    </a:cubicBezTo>
                    <a:cubicBezTo>
                      <a:pt x="37" y="58"/>
                      <a:pt x="36" y="56"/>
                      <a:pt x="36" y="56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7" y="59"/>
                      <a:pt x="36" y="58"/>
                    </a:cubicBezTo>
                    <a:cubicBezTo>
                      <a:pt x="36" y="59"/>
                      <a:pt x="37" y="61"/>
                      <a:pt x="38" y="63"/>
                    </a:cubicBezTo>
                    <a:cubicBezTo>
                      <a:pt x="38" y="63"/>
                      <a:pt x="38" y="64"/>
                      <a:pt x="38" y="64"/>
                    </a:cubicBezTo>
                    <a:cubicBezTo>
                      <a:pt x="37" y="63"/>
                      <a:pt x="38" y="64"/>
                      <a:pt x="37" y="63"/>
                    </a:cubicBezTo>
                    <a:cubicBezTo>
                      <a:pt x="36" y="63"/>
                      <a:pt x="36" y="63"/>
                      <a:pt x="36" y="63"/>
                    </a:cubicBezTo>
                    <a:cubicBezTo>
                      <a:pt x="36" y="62"/>
                      <a:pt x="34" y="61"/>
                      <a:pt x="34" y="60"/>
                    </a:cubicBezTo>
                    <a:cubicBezTo>
                      <a:pt x="34" y="61"/>
                      <a:pt x="33" y="61"/>
                      <a:pt x="32" y="61"/>
                    </a:cubicBezTo>
                    <a:cubicBezTo>
                      <a:pt x="34" y="63"/>
                      <a:pt x="32" y="63"/>
                      <a:pt x="34" y="65"/>
                    </a:cubicBezTo>
                    <a:cubicBezTo>
                      <a:pt x="34" y="65"/>
                      <a:pt x="32" y="63"/>
                      <a:pt x="32" y="63"/>
                    </a:cubicBezTo>
                    <a:cubicBezTo>
                      <a:pt x="32" y="64"/>
                      <a:pt x="31" y="64"/>
                      <a:pt x="31" y="65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30" y="66"/>
                      <a:pt x="29" y="66"/>
                      <a:pt x="30" y="68"/>
                    </a:cubicBezTo>
                    <a:cubicBezTo>
                      <a:pt x="30" y="67"/>
                      <a:pt x="30" y="67"/>
                      <a:pt x="30" y="67"/>
                    </a:cubicBezTo>
                    <a:cubicBezTo>
                      <a:pt x="28" y="67"/>
                      <a:pt x="32" y="69"/>
                      <a:pt x="30" y="69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30" y="69"/>
                      <a:pt x="28" y="68"/>
                      <a:pt x="29" y="70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8" y="69"/>
                      <a:pt x="28" y="69"/>
                      <a:pt x="28" y="71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9"/>
                      <a:pt x="28" y="71"/>
                      <a:pt x="27" y="71"/>
                    </a:cubicBezTo>
                    <a:cubicBezTo>
                      <a:pt x="27" y="71"/>
                      <a:pt x="26" y="71"/>
                      <a:pt x="26" y="70"/>
                    </a:cubicBezTo>
                    <a:cubicBezTo>
                      <a:pt x="27" y="71"/>
                      <a:pt x="26" y="72"/>
                      <a:pt x="27" y="72"/>
                    </a:cubicBezTo>
                    <a:cubicBezTo>
                      <a:pt x="25" y="71"/>
                      <a:pt x="25" y="71"/>
                      <a:pt x="25" y="71"/>
                    </a:cubicBezTo>
                    <a:cubicBezTo>
                      <a:pt x="23" y="73"/>
                      <a:pt x="21" y="75"/>
                      <a:pt x="21" y="78"/>
                    </a:cubicBezTo>
                    <a:cubicBezTo>
                      <a:pt x="19" y="77"/>
                      <a:pt x="20" y="77"/>
                      <a:pt x="19" y="76"/>
                    </a:cubicBezTo>
                    <a:cubicBezTo>
                      <a:pt x="20" y="77"/>
                      <a:pt x="19" y="77"/>
                      <a:pt x="19" y="78"/>
                    </a:cubicBezTo>
                    <a:cubicBezTo>
                      <a:pt x="19" y="77"/>
                      <a:pt x="19" y="77"/>
                      <a:pt x="19" y="77"/>
                    </a:cubicBezTo>
                    <a:cubicBezTo>
                      <a:pt x="19" y="78"/>
                      <a:pt x="18" y="77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6" y="77"/>
                      <a:pt x="18" y="79"/>
                    </a:cubicBezTo>
                    <a:cubicBezTo>
                      <a:pt x="16" y="78"/>
                      <a:pt x="16" y="78"/>
                      <a:pt x="16" y="78"/>
                    </a:cubicBezTo>
                    <a:cubicBezTo>
                      <a:pt x="18" y="80"/>
                      <a:pt x="15" y="78"/>
                      <a:pt x="17" y="80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15" y="79"/>
                      <a:pt x="18" y="82"/>
                      <a:pt x="16" y="81"/>
                    </a:cubicBezTo>
                    <a:cubicBezTo>
                      <a:pt x="16" y="82"/>
                      <a:pt x="16" y="83"/>
                      <a:pt x="17" y="84"/>
                    </a:cubicBezTo>
                    <a:cubicBezTo>
                      <a:pt x="15" y="82"/>
                      <a:pt x="15" y="82"/>
                      <a:pt x="15" y="82"/>
                    </a:cubicBezTo>
                    <a:cubicBezTo>
                      <a:pt x="15" y="85"/>
                      <a:pt x="13" y="86"/>
                      <a:pt x="14" y="89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4" y="90"/>
                      <a:pt x="10" y="89"/>
                      <a:pt x="13" y="92"/>
                    </a:cubicBezTo>
                    <a:cubicBezTo>
                      <a:pt x="14" y="93"/>
                      <a:pt x="14" y="93"/>
                      <a:pt x="14" y="93"/>
                    </a:cubicBezTo>
                    <a:cubicBezTo>
                      <a:pt x="12" y="92"/>
                      <a:pt x="12" y="92"/>
                      <a:pt x="12" y="92"/>
                    </a:cubicBezTo>
                    <a:cubicBezTo>
                      <a:pt x="13" y="93"/>
                      <a:pt x="11" y="93"/>
                      <a:pt x="13" y="94"/>
                    </a:cubicBezTo>
                    <a:cubicBezTo>
                      <a:pt x="12" y="94"/>
                      <a:pt x="12" y="93"/>
                      <a:pt x="12" y="93"/>
                    </a:cubicBezTo>
                    <a:cubicBezTo>
                      <a:pt x="11" y="93"/>
                      <a:pt x="13" y="95"/>
                      <a:pt x="12" y="95"/>
                    </a:cubicBezTo>
                    <a:cubicBezTo>
                      <a:pt x="11" y="95"/>
                      <a:pt x="11" y="95"/>
                      <a:pt x="11" y="95"/>
                    </a:cubicBezTo>
                    <a:cubicBezTo>
                      <a:pt x="8" y="95"/>
                      <a:pt x="4" y="96"/>
                      <a:pt x="6" y="100"/>
                    </a:cubicBezTo>
                    <a:cubicBezTo>
                      <a:pt x="6" y="101"/>
                      <a:pt x="4" y="99"/>
                      <a:pt x="4" y="99"/>
                    </a:cubicBezTo>
                    <a:cubicBezTo>
                      <a:pt x="6" y="103"/>
                      <a:pt x="0" y="102"/>
                      <a:pt x="3" y="107"/>
                    </a:cubicBezTo>
                    <a:cubicBezTo>
                      <a:pt x="4" y="109"/>
                      <a:pt x="9" y="112"/>
                      <a:pt x="9" y="1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8" name="Freeform 163"/>
              <p:cNvSpPr/>
              <p:nvPr>
                <p:custDataLst>
                  <p:tags r:id="rId409"/>
                </p:custDataLst>
              </p:nvPr>
            </p:nvSpPr>
            <p:spPr bwMode="auto">
              <a:xfrm>
                <a:off x="4499" y="1925"/>
                <a:ext cx="3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89" name="Freeform 164"/>
              <p:cNvSpPr/>
              <p:nvPr>
                <p:custDataLst>
                  <p:tags r:id="rId410"/>
                </p:custDataLst>
              </p:nvPr>
            </p:nvSpPr>
            <p:spPr bwMode="auto">
              <a:xfrm>
                <a:off x="3914" y="1322"/>
                <a:ext cx="2" cy="0"/>
              </a:xfrm>
              <a:custGeom>
                <a:avLst/>
                <a:gdLst>
                  <a:gd name="T0" fmla="*/ 2 w 2"/>
                  <a:gd name="T1" fmla="*/ 2 w 2"/>
                  <a:gd name="T2" fmla="*/ 0 w 2"/>
                  <a:gd name="T3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0" name="Freeform 165"/>
              <p:cNvSpPr/>
              <p:nvPr>
                <p:custDataLst>
                  <p:tags r:id="rId411"/>
                </p:custDataLst>
              </p:nvPr>
            </p:nvSpPr>
            <p:spPr bwMode="auto">
              <a:xfrm>
                <a:off x="3122" y="2198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0 w 2"/>
                  <a:gd name="T3" fmla="*/ 0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1" name="Freeform 166"/>
              <p:cNvSpPr/>
              <p:nvPr>
                <p:custDataLst>
                  <p:tags r:id="rId412"/>
                </p:custDataLst>
              </p:nvPr>
            </p:nvSpPr>
            <p:spPr bwMode="auto">
              <a:xfrm>
                <a:off x="3126" y="2183"/>
                <a:ext cx="3" cy="3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2" name="Freeform 167"/>
              <p:cNvSpPr/>
              <p:nvPr>
                <p:custDataLst>
                  <p:tags r:id="rId413"/>
                </p:custDataLst>
              </p:nvPr>
            </p:nvSpPr>
            <p:spPr bwMode="auto">
              <a:xfrm>
                <a:off x="3540" y="1543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3" name="Freeform 168"/>
              <p:cNvSpPr/>
              <p:nvPr>
                <p:custDataLst>
                  <p:tags r:id="rId414"/>
                </p:custDataLst>
              </p:nvPr>
            </p:nvSpPr>
            <p:spPr bwMode="auto">
              <a:xfrm>
                <a:off x="3156" y="221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4" name="Freeform 169"/>
              <p:cNvSpPr/>
              <p:nvPr>
                <p:custDataLst>
                  <p:tags r:id="rId415"/>
                </p:custDataLst>
              </p:nvPr>
            </p:nvSpPr>
            <p:spPr bwMode="auto">
              <a:xfrm>
                <a:off x="3129" y="2183"/>
                <a:ext cx="0" cy="3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5" name="Freeform 170"/>
              <p:cNvSpPr/>
              <p:nvPr>
                <p:custDataLst>
                  <p:tags r:id="rId416"/>
                </p:custDataLst>
              </p:nvPr>
            </p:nvSpPr>
            <p:spPr bwMode="auto">
              <a:xfrm>
                <a:off x="3129" y="219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6" name="Freeform 171"/>
              <p:cNvSpPr/>
              <p:nvPr>
                <p:custDataLst>
                  <p:tags r:id="rId417"/>
                </p:custDataLst>
              </p:nvPr>
            </p:nvSpPr>
            <p:spPr bwMode="auto">
              <a:xfrm>
                <a:off x="3129" y="2192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7" name="Freeform 172"/>
              <p:cNvSpPr/>
              <p:nvPr>
                <p:custDataLst>
                  <p:tags r:id="rId418"/>
                </p:custDataLst>
              </p:nvPr>
            </p:nvSpPr>
            <p:spPr bwMode="auto">
              <a:xfrm>
                <a:off x="3205" y="2162"/>
                <a:ext cx="2" cy="9"/>
              </a:xfrm>
              <a:custGeom>
                <a:avLst/>
                <a:gdLst>
                  <a:gd name="T0" fmla="*/ 1 w 1"/>
                  <a:gd name="T1" fmla="*/ 2 h 4"/>
                  <a:gd name="T2" fmla="*/ 1 w 1"/>
                  <a:gd name="T3" fmla="*/ 0 h 4"/>
                  <a:gd name="T4" fmla="*/ 1 w 1"/>
                  <a:gd name="T5" fmla="*/ 4 h 4"/>
                  <a:gd name="T6" fmla="*/ 1 w 1"/>
                  <a:gd name="T7" fmla="*/ 4 h 4"/>
                  <a:gd name="T8" fmla="*/ 1 w 1"/>
                  <a:gd name="T9" fmla="*/ 3 h 4"/>
                  <a:gd name="T10" fmla="*/ 1 w 1"/>
                  <a:gd name="T11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4">
                    <a:moveTo>
                      <a:pt x="1" y="2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3"/>
                      <a:pt x="1" y="3"/>
                    </a:cubicBezTo>
                    <a:cubicBezTo>
                      <a:pt x="1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8" name="Freeform 173"/>
              <p:cNvSpPr/>
              <p:nvPr>
                <p:custDataLst>
                  <p:tags r:id="rId419"/>
                </p:custDataLst>
              </p:nvPr>
            </p:nvSpPr>
            <p:spPr bwMode="auto">
              <a:xfrm>
                <a:off x="3207" y="2166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499" name="Freeform 174"/>
              <p:cNvSpPr/>
              <p:nvPr>
                <p:custDataLst>
                  <p:tags r:id="rId420"/>
                </p:custDataLst>
              </p:nvPr>
            </p:nvSpPr>
            <p:spPr bwMode="auto">
              <a:xfrm>
                <a:off x="3207" y="216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1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0" name="Freeform 175"/>
              <p:cNvSpPr/>
              <p:nvPr>
                <p:custDataLst>
                  <p:tags r:id="rId421"/>
                </p:custDataLst>
              </p:nvPr>
            </p:nvSpPr>
            <p:spPr bwMode="auto">
              <a:xfrm>
                <a:off x="3194" y="2156"/>
                <a:ext cx="0" cy="6"/>
              </a:xfrm>
              <a:custGeom>
                <a:avLst/>
                <a:gdLst>
                  <a:gd name="T0" fmla="*/ 2 h 3"/>
                  <a:gd name="T1" fmla="*/ 2 h 3"/>
                  <a:gd name="T2" fmla="*/ 2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2"/>
                    </a:moveTo>
                    <a:cubicBezTo>
                      <a:pt x="0" y="0"/>
                      <a:pt x="0" y="2"/>
                      <a:pt x="0" y="2"/>
                    </a:cubicBezTo>
                    <a:cubicBezTo>
                      <a:pt x="0" y="3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1" name="Freeform 176"/>
              <p:cNvSpPr/>
              <p:nvPr>
                <p:custDataLst>
                  <p:tags r:id="rId422"/>
                </p:custDataLst>
              </p:nvPr>
            </p:nvSpPr>
            <p:spPr bwMode="auto">
              <a:xfrm>
                <a:off x="3209" y="219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2" name="Freeform 177"/>
              <p:cNvSpPr/>
              <p:nvPr>
                <p:custDataLst>
                  <p:tags r:id="rId423"/>
                </p:custDataLst>
              </p:nvPr>
            </p:nvSpPr>
            <p:spPr bwMode="auto">
              <a:xfrm>
                <a:off x="3472" y="20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3" name="Freeform 178"/>
              <p:cNvSpPr/>
              <p:nvPr>
                <p:custDataLst>
                  <p:tags r:id="rId424"/>
                </p:custDataLst>
              </p:nvPr>
            </p:nvSpPr>
            <p:spPr bwMode="auto">
              <a:xfrm>
                <a:off x="3201" y="2158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4" name="Freeform 179"/>
              <p:cNvSpPr/>
              <p:nvPr>
                <p:custDataLst>
                  <p:tags r:id="rId425"/>
                </p:custDataLst>
              </p:nvPr>
            </p:nvSpPr>
            <p:spPr bwMode="auto">
              <a:xfrm>
                <a:off x="3211" y="2194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1" y="1"/>
                      <a:pt x="0" y="2"/>
                    </a:cubicBezTo>
                    <a:cubicBezTo>
                      <a:pt x="0" y="2"/>
                      <a:pt x="0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5" name="Freeform 180"/>
              <p:cNvSpPr/>
              <p:nvPr>
                <p:custDataLst>
                  <p:tags r:id="rId426"/>
                </p:custDataLst>
              </p:nvPr>
            </p:nvSpPr>
            <p:spPr bwMode="auto">
              <a:xfrm>
                <a:off x="3317" y="2561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6" name="Freeform 181"/>
              <p:cNvSpPr/>
              <p:nvPr>
                <p:custDataLst>
                  <p:tags r:id="rId427"/>
                </p:custDataLst>
              </p:nvPr>
            </p:nvSpPr>
            <p:spPr bwMode="auto">
              <a:xfrm>
                <a:off x="3345" y="253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7" name="Freeform 182"/>
              <p:cNvSpPr/>
              <p:nvPr>
                <p:custDataLst>
                  <p:tags r:id="rId428"/>
                </p:custDataLst>
              </p:nvPr>
            </p:nvSpPr>
            <p:spPr bwMode="auto">
              <a:xfrm>
                <a:off x="3211" y="2192"/>
                <a:ext cx="2" cy="6"/>
              </a:xfrm>
              <a:custGeom>
                <a:avLst/>
                <a:gdLst>
                  <a:gd name="T0" fmla="*/ 0 w 1"/>
                  <a:gd name="T1" fmla="*/ 3 h 3"/>
                  <a:gd name="T2" fmla="*/ 1 w 1"/>
                  <a:gd name="T3" fmla="*/ 0 h 3"/>
                  <a:gd name="T4" fmla="*/ 0 w 1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8" name="Freeform 183"/>
              <p:cNvSpPr/>
              <p:nvPr>
                <p:custDataLst>
                  <p:tags r:id="rId429"/>
                </p:custDataLst>
              </p:nvPr>
            </p:nvSpPr>
            <p:spPr bwMode="auto">
              <a:xfrm>
                <a:off x="3266" y="2548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1" y="1"/>
                      <a:pt x="1" y="1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09" name="Freeform 184"/>
              <p:cNvSpPr/>
              <p:nvPr>
                <p:custDataLst>
                  <p:tags r:id="rId430"/>
                </p:custDataLst>
              </p:nvPr>
            </p:nvSpPr>
            <p:spPr bwMode="auto">
              <a:xfrm>
                <a:off x="3271" y="254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0" name="Freeform 185"/>
              <p:cNvSpPr/>
              <p:nvPr>
                <p:custDataLst>
                  <p:tags r:id="rId431"/>
                </p:custDataLst>
              </p:nvPr>
            </p:nvSpPr>
            <p:spPr bwMode="auto">
              <a:xfrm>
                <a:off x="3273" y="255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1" name="Freeform 186"/>
              <p:cNvSpPr/>
              <p:nvPr>
                <p:custDataLst>
                  <p:tags r:id="rId432"/>
                </p:custDataLst>
              </p:nvPr>
            </p:nvSpPr>
            <p:spPr bwMode="auto">
              <a:xfrm>
                <a:off x="3271" y="2557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2" name="Freeform 187"/>
              <p:cNvSpPr/>
              <p:nvPr>
                <p:custDataLst>
                  <p:tags r:id="rId433"/>
                </p:custDataLst>
              </p:nvPr>
            </p:nvSpPr>
            <p:spPr bwMode="auto">
              <a:xfrm>
                <a:off x="4616" y="188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3" name="Freeform 188"/>
              <p:cNvSpPr/>
              <p:nvPr>
                <p:custDataLst>
                  <p:tags r:id="rId434"/>
                </p:custDataLst>
              </p:nvPr>
            </p:nvSpPr>
            <p:spPr bwMode="auto">
              <a:xfrm>
                <a:off x="3175" y="2211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4" name="Freeform 189"/>
              <p:cNvSpPr/>
              <p:nvPr>
                <p:custDataLst>
                  <p:tags r:id="rId435"/>
                </p:custDataLst>
              </p:nvPr>
            </p:nvSpPr>
            <p:spPr bwMode="auto">
              <a:xfrm>
                <a:off x="3137" y="218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5" name="Freeform 190"/>
              <p:cNvSpPr/>
              <p:nvPr>
                <p:custDataLst>
                  <p:tags r:id="rId436"/>
                </p:custDataLst>
              </p:nvPr>
            </p:nvSpPr>
            <p:spPr bwMode="auto">
              <a:xfrm>
                <a:off x="3203" y="2166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1" y="1"/>
                      <a:pt x="0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6" name="Freeform 191"/>
              <p:cNvSpPr/>
              <p:nvPr>
                <p:custDataLst>
                  <p:tags r:id="rId437"/>
                </p:custDataLst>
              </p:nvPr>
            </p:nvSpPr>
            <p:spPr bwMode="auto">
              <a:xfrm>
                <a:off x="4497" y="192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7" name="Freeform 192"/>
              <p:cNvSpPr/>
              <p:nvPr>
                <p:custDataLst>
                  <p:tags r:id="rId438"/>
                </p:custDataLst>
              </p:nvPr>
            </p:nvSpPr>
            <p:spPr bwMode="auto">
              <a:xfrm>
                <a:off x="3082" y="2156"/>
                <a:ext cx="131" cy="91"/>
              </a:xfrm>
              <a:custGeom>
                <a:avLst/>
                <a:gdLst>
                  <a:gd name="T0" fmla="*/ 46 w 62"/>
                  <a:gd name="T1" fmla="*/ 23 h 43"/>
                  <a:gd name="T2" fmla="*/ 51 w 62"/>
                  <a:gd name="T3" fmla="*/ 20 h 43"/>
                  <a:gd name="T4" fmla="*/ 54 w 62"/>
                  <a:gd name="T5" fmla="*/ 19 h 43"/>
                  <a:gd name="T6" fmla="*/ 58 w 62"/>
                  <a:gd name="T7" fmla="*/ 21 h 43"/>
                  <a:gd name="T8" fmla="*/ 60 w 62"/>
                  <a:gd name="T9" fmla="*/ 20 h 43"/>
                  <a:gd name="T10" fmla="*/ 61 w 62"/>
                  <a:gd name="T11" fmla="*/ 16 h 43"/>
                  <a:gd name="T12" fmla="*/ 62 w 62"/>
                  <a:gd name="T13" fmla="*/ 13 h 43"/>
                  <a:gd name="T14" fmla="*/ 62 w 62"/>
                  <a:gd name="T15" fmla="*/ 11 h 43"/>
                  <a:gd name="T16" fmla="*/ 58 w 62"/>
                  <a:gd name="T17" fmla="*/ 12 h 43"/>
                  <a:gd name="T18" fmla="*/ 56 w 62"/>
                  <a:gd name="T19" fmla="*/ 9 h 43"/>
                  <a:gd name="T20" fmla="*/ 57 w 62"/>
                  <a:gd name="T21" fmla="*/ 2 h 43"/>
                  <a:gd name="T22" fmla="*/ 56 w 62"/>
                  <a:gd name="T23" fmla="*/ 2 h 43"/>
                  <a:gd name="T24" fmla="*/ 55 w 62"/>
                  <a:gd name="T25" fmla="*/ 5 h 43"/>
                  <a:gd name="T26" fmla="*/ 54 w 62"/>
                  <a:gd name="T27" fmla="*/ 3 h 43"/>
                  <a:gd name="T28" fmla="*/ 53 w 62"/>
                  <a:gd name="T29" fmla="*/ 8 h 43"/>
                  <a:gd name="T30" fmla="*/ 51 w 62"/>
                  <a:gd name="T31" fmla="*/ 3 h 43"/>
                  <a:gd name="T32" fmla="*/ 51 w 62"/>
                  <a:gd name="T33" fmla="*/ 1 h 43"/>
                  <a:gd name="T34" fmla="*/ 50 w 62"/>
                  <a:gd name="T35" fmla="*/ 4 h 43"/>
                  <a:gd name="T36" fmla="*/ 49 w 62"/>
                  <a:gd name="T37" fmla="*/ 2 h 43"/>
                  <a:gd name="T38" fmla="*/ 48 w 62"/>
                  <a:gd name="T39" fmla="*/ 7 h 43"/>
                  <a:gd name="T40" fmla="*/ 47 w 62"/>
                  <a:gd name="T41" fmla="*/ 12 h 43"/>
                  <a:gd name="T42" fmla="*/ 46 w 62"/>
                  <a:gd name="T43" fmla="*/ 7 h 43"/>
                  <a:gd name="T44" fmla="*/ 43 w 62"/>
                  <a:gd name="T45" fmla="*/ 7 h 43"/>
                  <a:gd name="T46" fmla="*/ 42 w 62"/>
                  <a:gd name="T47" fmla="*/ 7 h 43"/>
                  <a:gd name="T48" fmla="*/ 40 w 62"/>
                  <a:gd name="T49" fmla="*/ 8 h 43"/>
                  <a:gd name="T50" fmla="*/ 37 w 62"/>
                  <a:gd name="T51" fmla="*/ 9 h 43"/>
                  <a:gd name="T52" fmla="*/ 36 w 62"/>
                  <a:gd name="T53" fmla="*/ 10 h 43"/>
                  <a:gd name="T54" fmla="*/ 36 w 62"/>
                  <a:gd name="T55" fmla="*/ 10 h 43"/>
                  <a:gd name="T56" fmla="*/ 35 w 62"/>
                  <a:gd name="T57" fmla="*/ 12 h 43"/>
                  <a:gd name="T58" fmla="*/ 34 w 62"/>
                  <a:gd name="T59" fmla="*/ 10 h 43"/>
                  <a:gd name="T60" fmla="*/ 33 w 62"/>
                  <a:gd name="T61" fmla="*/ 12 h 43"/>
                  <a:gd name="T62" fmla="*/ 30 w 62"/>
                  <a:gd name="T63" fmla="*/ 11 h 43"/>
                  <a:gd name="T64" fmla="*/ 28 w 62"/>
                  <a:gd name="T65" fmla="*/ 12 h 43"/>
                  <a:gd name="T66" fmla="*/ 26 w 62"/>
                  <a:gd name="T67" fmla="*/ 12 h 43"/>
                  <a:gd name="T68" fmla="*/ 26 w 62"/>
                  <a:gd name="T69" fmla="*/ 14 h 43"/>
                  <a:gd name="T70" fmla="*/ 25 w 62"/>
                  <a:gd name="T71" fmla="*/ 13 h 43"/>
                  <a:gd name="T72" fmla="*/ 24 w 62"/>
                  <a:gd name="T73" fmla="*/ 15 h 43"/>
                  <a:gd name="T74" fmla="*/ 22 w 62"/>
                  <a:gd name="T75" fmla="*/ 16 h 43"/>
                  <a:gd name="T76" fmla="*/ 21 w 62"/>
                  <a:gd name="T77" fmla="*/ 17 h 43"/>
                  <a:gd name="T78" fmla="*/ 22 w 62"/>
                  <a:gd name="T79" fmla="*/ 25 h 43"/>
                  <a:gd name="T80" fmla="*/ 19 w 62"/>
                  <a:gd name="T81" fmla="*/ 21 h 43"/>
                  <a:gd name="T82" fmla="*/ 17 w 62"/>
                  <a:gd name="T83" fmla="*/ 23 h 43"/>
                  <a:gd name="T84" fmla="*/ 16 w 62"/>
                  <a:gd name="T85" fmla="*/ 23 h 43"/>
                  <a:gd name="T86" fmla="*/ 11 w 62"/>
                  <a:gd name="T87" fmla="*/ 24 h 43"/>
                  <a:gd name="T88" fmla="*/ 10 w 62"/>
                  <a:gd name="T89" fmla="*/ 24 h 43"/>
                  <a:gd name="T90" fmla="*/ 8 w 62"/>
                  <a:gd name="T91" fmla="*/ 31 h 43"/>
                  <a:gd name="T92" fmla="*/ 7 w 62"/>
                  <a:gd name="T93" fmla="*/ 32 h 43"/>
                  <a:gd name="T94" fmla="*/ 12 w 62"/>
                  <a:gd name="T95" fmla="*/ 41 h 43"/>
                  <a:gd name="T96" fmla="*/ 18 w 62"/>
                  <a:gd name="T97" fmla="*/ 38 h 43"/>
                  <a:gd name="T98" fmla="*/ 28 w 62"/>
                  <a:gd name="T99" fmla="*/ 27 h 43"/>
                  <a:gd name="T100" fmla="*/ 31 w 62"/>
                  <a:gd name="T101" fmla="*/ 31 h 43"/>
                  <a:gd name="T102" fmla="*/ 36 w 62"/>
                  <a:gd name="T103" fmla="*/ 29 h 43"/>
                  <a:gd name="T104" fmla="*/ 41 w 62"/>
                  <a:gd name="T105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2" h="43">
                    <a:moveTo>
                      <a:pt x="44" y="25"/>
                    </a:moveTo>
                    <a:cubicBezTo>
                      <a:pt x="44" y="25"/>
                      <a:pt x="44" y="26"/>
                      <a:pt x="44" y="26"/>
                    </a:cubicBezTo>
                    <a:cubicBezTo>
                      <a:pt x="44" y="26"/>
                      <a:pt x="44" y="26"/>
                      <a:pt x="45" y="27"/>
                    </a:cubicBezTo>
                    <a:cubicBezTo>
                      <a:pt x="45" y="26"/>
                      <a:pt x="45" y="25"/>
                      <a:pt x="45" y="25"/>
                    </a:cubicBezTo>
                    <a:cubicBezTo>
                      <a:pt x="46" y="27"/>
                      <a:pt x="46" y="25"/>
                      <a:pt x="46" y="26"/>
                    </a:cubicBezTo>
                    <a:cubicBezTo>
                      <a:pt x="46" y="24"/>
                      <a:pt x="46" y="22"/>
                      <a:pt x="46" y="23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4"/>
                      <a:pt x="48" y="27"/>
                      <a:pt x="48" y="23"/>
                    </a:cubicBezTo>
                    <a:cubicBezTo>
                      <a:pt x="48" y="25"/>
                      <a:pt x="48" y="25"/>
                      <a:pt x="48" y="25"/>
                    </a:cubicBezTo>
                    <a:cubicBezTo>
                      <a:pt x="49" y="23"/>
                      <a:pt x="50" y="25"/>
                      <a:pt x="50" y="22"/>
                    </a:cubicBezTo>
                    <a:cubicBezTo>
                      <a:pt x="50" y="23"/>
                      <a:pt x="51" y="23"/>
                      <a:pt x="51" y="23"/>
                    </a:cubicBezTo>
                    <a:cubicBezTo>
                      <a:pt x="51" y="22"/>
                      <a:pt x="51" y="22"/>
                      <a:pt x="51" y="20"/>
                    </a:cubicBezTo>
                    <a:cubicBezTo>
                      <a:pt x="51" y="20"/>
                      <a:pt x="52" y="21"/>
                      <a:pt x="52" y="21"/>
                    </a:cubicBezTo>
                    <a:cubicBezTo>
                      <a:pt x="52" y="22"/>
                      <a:pt x="52" y="24"/>
                      <a:pt x="52" y="22"/>
                    </a:cubicBezTo>
                    <a:cubicBezTo>
                      <a:pt x="52" y="23"/>
                      <a:pt x="52" y="23"/>
                      <a:pt x="52" y="23"/>
                    </a:cubicBezTo>
                    <a:cubicBezTo>
                      <a:pt x="53" y="22"/>
                      <a:pt x="53" y="20"/>
                      <a:pt x="53" y="21"/>
                    </a:cubicBezTo>
                    <a:cubicBezTo>
                      <a:pt x="54" y="20"/>
                      <a:pt x="54" y="20"/>
                      <a:pt x="54" y="18"/>
                    </a:cubicBezTo>
                    <a:cubicBezTo>
                      <a:pt x="54" y="18"/>
                      <a:pt x="54" y="20"/>
                      <a:pt x="54" y="19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4" y="21"/>
                      <a:pt x="55" y="20"/>
                      <a:pt x="56" y="19"/>
                    </a:cubicBezTo>
                    <a:cubicBezTo>
                      <a:pt x="56" y="22"/>
                      <a:pt x="56" y="19"/>
                      <a:pt x="57" y="21"/>
                    </a:cubicBezTo>
                    <a:cubicBezTo>
                      <a:pt x="57" y="19"/>
                      <a:pt x="57" y="21"/>
                      <a:pt x="58" y="18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8" y="20"/>
                      <a:pt x="58" y="20"/>
                      <a:pt x="58" y="21"/>
                    </a:cubicBezTo>
                    <a:cubicBezTo>
                      <a:pt x="58" y="21"/>
                      <a:pt x="59" y="19"/>
                      <a:pt x="59" y="18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19"/>
                      <a:pt x="60" y="17"/>
                      <a:pt x="60" y="15"/>
                    </a:cubicBezTo>
                    <a:cubicBezTo>
                      <a:pt x="60" y="16"/>
                      <a:pt x="60" y="15"/>
                      <a:pt x="60" y="16"/>
                    </a:cubicBezTo>
                    <a:cubicBezTo>
                      <a:pt x="60" y="17"/>
                      <a:pt x="59" y="19"/>
                      <a:pt x="59" y="20"/>
                    </a:cubicBezTo>
                    <a:cubicBezTo>
                      <a:pt x="59" y="21"/>
                      <a:pt x="60" y="18"/>
                      <a:pt x="60" y="20"/>
                    </a:cubicBezTo>
                    <a:cubicBezTo>
                      <a:pt x="60" y="20"/>
                      <a:pt x="60" y="20"/>
                      <a:pt x="60" y="18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0" y="20"/>
                      <a:pt x="60" y="20"/>
                      <a:pt x="60" y="19"/>
                    </a:cubicBezTo>
                    <a:cubicBezTo>
                      <a:pt x="60" y="19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2" y="15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62" y="15"/>
                      <a:pt x="62" y="14"/>
                      <a:pt x="62" y="16"/>
                    </a:cubicBezTo>
                    <a:cubicBezTo>
                      <a:pt x="61" y="17"/>
                      <a:pt x="61" y="18"/>
                      <a:pt x="61" y="19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6"/>
                      <a:pt x="62" y="16"/>
                      <a:pt x="62" y="14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2" y="13"/>
                      <a:pt x="62" y="13"/>
                      <a:pt x="62" y="13"/>
                    </a:cubicBezTo>
                    <a:cubicBezTo>
                      <a:pt x="62" y="14"/>
                      <a:pt x="62" y="12"/>
                      <a:pt x="61" y="14"/>
                    </a:cubicBezTo>
                    <a:cubicBezTo>
                      <a:pt x="61" y="15"/>
                      <a:pt x="61" y="15"/>
                      <a:pt x="61" y="15"/>
                    </a:cubicBezTo>
                    <a:cubicBezTo>
                      <a:pt x="61" y="15"/>
                      <a:pt x="60" y="17"/>
                      <a:pt x="61" y="15"/>
                    </a:cubicBezTo>
                    <a:cubicBezTo>
                      <a:pt x="61" y="13"/>
                      <a:pt x="61" y="13"/>
                      <a:pt x="61" y="13"/>
                    </a:cubicBezTo>
                    <a:cubicBezTo>
                      <a:pt x="61" y="13"/>
                      <a:pt x="61" y="14"/>
                      <a:pt x="61" y="14"/>
                    </a:cubicBezTo>
                    <a:cubicBezTo>
                      <a:pt x="62" y="11"/>
                      <a:pt x="62" y="11"/>
                      <a:pt x="62" y="11"/>
                    </a:cubicBezTo>
                    <a:cubicBezTo>
                      <a:pt x="61" y="15"/>
                      <a:pt x="61" y="12"/>
                      <a:pt x="60" y="13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1"/>
                      <a:pt x="60" y="14"/>
                      <a:pt x="60" y="14"/>
                    </a:cubicBezTo>
                    <a:cubicBezTo>
                      <a:pt x="60" y="13"/>
                      <a:pt x="61" y="11"/>
                      <a:pt x="61" y="10"/>
                    </a:cubicBezTo>
                    <a:cubicBezTo>
                      <a:pt x="60" y="10"/>
                      <a:pt x="59" y="12"/>
                      <a:pt x="59" y="10"/>
                    </a:cubicBezTo>
                    <a:cubicBezTo>
                      <a:pt x="59" y="10"/>
                      <a:pt x="59" y="11"/>
                      <a:pt x="58" y="12"/>
                    </a:cubicBezTo>
                    <a:cubicBezTo>
                      <a:pt x="58" y="12"/>
                      <a:pt x="59" y="9"/>
                      <a:pt x="58" y="11"/>
                    </a:cubicBezTo>
                    <a:cubicBezTo>
                      <a:pt x="58" y="10"/>
                      <a:pt x="58" y="9"/>
                      <a:pt x="59" y="8"/>
                    </a:cubicBezTo>
                    <a:cubicBezTo>
                      <a:pt x="58" y="9"/>
                      <a:pt x="58" y="8"/>
                      <a:pt x="58" y="10"/>
                    </a:cubicBezTo>
                    <a:cubicBezTo>
                      <a:pt x="58" y="9"/>
                      <a:pt x="57" y="9"/>
                      <a:pt x="57" y="9"/>
                    </a:cubicBezTo>
                    <a:cubicBezTo>
                      <a:pt x="57" y="9"/>
                      <a:pt x="57" y="8"/>
                      <a:pt x="57" y="7"/>
                    </a:cubicBezTo>
                    <a:cubicBezTo>
                      <a:pt x="57" y="8"/>
                      <a:pt x="56" y="9"/>
                      <a:pt x="56" y="9"/>
                    </a:cubicBezTo>
                    <a:cubicBezTo>
                      <a:pt x="56" y="11"/>
                      <a:pt x="56" y="11"/>
                      <a:pt x="56" y="12"/>
                    </a:cubicBezTo>
                    <a:cubicBezTo>
                      <a:pt x="56" y="13"/>
                      <a:pt x="56" y="13"/>
                      <a:pt x="56" y="13"/>
                    </a:cubicBezTo>
                    <a:cubicBezTo>
                      <a:pt x="56" y="11"/>
                      <a:pt x="56" y="9"/>
                      <a:pt x="56" y="9"/>
                    </a:cubicBezTo>
                    <a:cubicBezTo>
                      <a:pt x="56" y="6"/>
                      <a:pt x="56" y="9"/>
                      <a:pt x="56" y="6"/>
                    </a:cubicBezTo>
                    <a:cubicBezTo>
                      <a:pt x="56" y="4"/>
                      <a:pt x="57" y="4"/>
                      <a:pt x="57" y="5"/>
                    </a:cubicBezTo>
                    <a:cubicBezTo>
                      <a:pt x="58" y="3"/>
                      <a:pt x="57" y="5"/>
                      <a:pt x="57" y="2"/>
                    </a:cubicBezTo>
                    <a:cubicBezTo>
                      <a:pt x="57" y="3"/>
                      <a:pt x="57" y="4"/>
                      <a:pt x="56" y="4"/>
                    </a:cubicBezTo>
                    <a:cubicBezTo>
                      <a:pt x="56" y="5"/>
                      <a:pt x="56" y="6"/>
                      <a:pt x="56" y="7"/>
                    </a:cubicBezTo>
                    <a:cubicBezTo>
                      <a:pt x="56" y="9"/>
                      <a:pt x="56" y="5"/>
                      <a:pt x="56" y="5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3"/>
                      <a:pt x="55" y="5"/>
                      <a:pt x="55" y="5"/>
                    </a:cubicBezTo>
                    <a:cubicBezTo>
                      <a:pt x="55" y="1"/>
                      <a:pt x="56" y="4"/>
                      <a:pt x="56" y="2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5" y="0"/>
                      <a:pt x="56" y="3"/>
                      <a:pt x="55" y="2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5" y="3"/>
                      <a:pt x="55" y="4"/>
                      <a:pt x="55" y="4"/>
                    </a:cubicBezTo>
                    <a:cubicBezTo>
                      <a:pt x="55" y="7"/>
                      <a:pt x="55" y="5"/>
                      <a:pt x="55" y="5"/>
                    </a:cubicBezTo>
                    <a:cubicBezTo>
                      <a:pt x="54" y="7"/>
                      <a:pt x="55" y="5"/>
                      <a:pt x="55" y="7"/>
                    </a:cubicBezTo>
                    <a:cubicBezTo>
                      <a:pt x="55" y="8"/>
                      <a:pt x="54" y="9"/>
                      <a:pt x="54" y="9"/>
                    </a:cubicBezTo>
                    <a:cubicBezTo>
                      <a:pt x="54" y="9"/>
                      <a:pt x="54" y="7"/>
                      <a:pt x="54" y="6"/>
                    </a:cubicBezTo>
                    <a:cubicBezTo>
                      <a:pt x="54" y="5"/>
                      <a:pt x="54" y="5"/>
                      <a:pt x="54" y="6"/>
                    </a:cubicBezTo>
                    <a:cubicBezTo>
                      <a:pt x="55" y="4"/>
                      <a:pt x="54" y="3"/>
                      <a:pt x="55" y="1"/>
                    </a:cubicBezTo>
                    <a:cubicBezTo>
                      <a:pt x="54" y="0"/>
                      <a:pt x="54" y="2"/>
                      <a:pt x="54" y="3"/>
                    </a:cubicBezTo>
                    <a:cubicBezTo>
                      <a:pt x="54" y="3"/>
                      <a:pt x="54" y="5"/>
                      <a:pt x="54" y="5"/>
                    </a:cubicBezTo>
                    <a:cubicBezTo>
                      <a:pt x="54" y="10"/>
                      <a:pt x="54" y="2"/>
                      <a:pt x="53" y="3"/>
                    </a:cubicBezTo>
                    <a:cubicBezTo>
                      <a:pt x="53" y="6"/>
                      <a:pt x="53" y="7"/>
                      <a:pt x="53" y="10"/>
                    </a:cubicBezTo>
                    <a:cubicBezTo>
                      <a:pt x="53" y="11"/>
                      <a:pt x="53" y="12"/>
                      <a:pt x="53" y="11"/>
                    </a:cubicBezTo>
                    <a:cubicBezTo>
                      <a:pt x="53" y="9"/>
                      <a:pt x="53" y="10"/>
                      <a:pt x="53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4"/>
                      <a:pt x="52" y="2"/>
                      <a:pt x="52" y="1"/>
                    </a:cubicBezTo>
                    <a:cubicBezTo>
                      <a:pt x="52" y="2"/>
                      <a:pt x="52" y="3"/>
                      <a:pt x="52" y="4"/>
                    </a:cubicBezTo>
                    <a:cubicBezTo>
                      <a:pt x="52" y="3"/>
                      <a:pt x="52" y="2"/>
                      <a:pt x="52" y="2"/>
                    </a:cubicBezTo>
                    <a:cubicBezTo>
                      <a:pt x="52" y="3"/>
                      <a:pt x="52" y="5"/>
                      <a:pt x="52" y="5"/>
                    </a:cubicBezTo>
                    <a:cubicBezTo>
                      <a:pt x="52" y="5"/>
                      <a:pt x="51" y="3"/>
                      <a:pt x="51" y="3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3"/>
                      <a:pt x="52" y="0"/>
                      <a:pt x="51" y="1"/>
                    </a:cubicBezTo>
                    <a:cubicBezTo>
                      <a:pt x="51" y="2"/>
                      <a:pt x="51" y="4"/>
                      <a:pt x="51" y="5"/>
                    </a:cubicBezTo>
                    <a:cubicBezTo>
                      <a:pt x="51" y="6"/>
                      <a:pt x="51" y="4"/>
                      <a:pt x="51" y="5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4"/>
                      <a:pt x="51" y="0"/>
                      <a:pt x="51" y="1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1" y="2"/>
                      <a:pt x="51" y="2"/>
                      <a:pt x="51" y="1"/>
                    </a:cubicBezTo>
                    <a:cubicBezTo>
                      <a:pt x="51" y="2"/>
                      <a:pt x="50" y="2"/>
                      <a:pt x="50" y="2"/>
                    </a:cubicBezTo>
                    <a:cubicBezTo>
                      <a:pt x="50" y="1"/>
                      <a:pt x="50" y="1"/>
                      <a:pt x="50" y="1"/>
                    </a:cubicBezTo>
                    <a:cubicBezTo>
                      <a:pt x="50" y="2"/>
                      <a:pt x="50" y="4"/>
                      <a:pt x="50" y="2"/>
                    </a:cubicBezTo>
                    <a:cubicBezTo>
                      <a:pt x="50" y="5"/>
                      <a:pt x="50" y="2"/>
                      <a:pt x="50" y="4"/>
                    </a:cubicBezTo>
                    <a:cubicBezTo>
                      <a:pt x="51" y="5"/>
                      <a:pt x="50" y="5"/>
                      <a:pt x="50" y="6"/>
                    </a:cubicBezTo>
                    <a:cubicBezTo>
                      <a:pt x="50" y="3"/>
                      <a:pt x="50" y="5"/>
                      <a:pt x="50" y="5"/>
                    </a:cubicBezTo>
                    <a:cubicBezTo>
                      <a:pt x="50" y="4"/>
                      <a:pt x="49" y="4"/>
                      <a:pt x="49" y="3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2"/>
                      <a:pt x="49" y="6"/>
                      <a:pt x="49" y="5"/>
                    </a:cubicBezTo>
                    <a:cubicBezTo>
                      <a:pt x="49" y="4"/>
                      <a:pt x="49" y="2"/>
                      <a:pt x="49" y="2"/>
                    </a:cubicBezTo>
                    <a:cubicBezTo>
                      <a:pt x="49" y="4"/>
                      <a:pt x="49" y="5"/>
                      <a:pt x="49" y="7"/>
                    </a:cubicBezTo>
                    <a:cubicBezTo>
                      <a:pt x="48" y="6"/>
                      <a:pt x="49" y="4"/>
                      <a:pt x="48" y="2"/>
                    </a:cubicBezTo>
                    <a:cubicBezTo>
                      <a:pt x="48" y="4"/>
                      <a:pt x="48" y="0"/>
                      <a:pt x="48" y="3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48" y="6"/>
                      <a:pt x="48" y="5"/>
                      <a:pt x="48" y="4"/>
                    </a:cubicBezTo>
                    <a:cubicBezTo>
                      <a:pt x="48" y="4"/>
                      <a:pt x="48" y="6"/>
                      <a:pt x="48" y="7"/>
                    </a:cubicBezTo>
                    <a:cubicBezTo>
                      <a:pt x="48" y="6"/>
                      <a:pt x="48" y="9"/>
                      <a:pt x="47" y="7"/>
                    </a:cubicBezTo>
                    <a:cubicBezTo>
                      <a:pt x="47" y="6"/>
                      <a:pt x="48" y="7"/>
                      <a:pt x="48" y="5"/>
                    </a:cubicBezTo>
                    <a:cubicBezTo>
                      <a:pt x="47" y="5"/>
                      <a:pt x="48" y="9"/>
                      <a:pt x="47" y="10"/>
                    </a:cubicBezTo>
                    <a:cubicBezTo>
                      <a:pt x="48" y="11"/>
                      <a:pt x="48" y="14"/>
                      <a:pt x="48" y="15"/>
                    </a:cubicBezTo>
                    <a:cubicBezTo>
                      <a:pt x="47" y="14"/>
                      <a:pt x="48" y="14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9"/>
                      <a:pt x="47" y="7"/>
                      <a:pt x="47" y="5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5"/>
                      <a:pt x="46" y="3"/>
                      <a:pt x="46" y="4"/>
                    </a:cubicBezTo>
                    <a:cubicBezTo>
                      <a:pt x="46" y="6"/>
                      <a:pt x="46" y="3"/>
                      <a:pt x="46" y="5"/>
                    </a:cubicBezTo>
                    <a:cubicBezTo>
                      <a:pt x="46" y="5"/>
                      <a:pt x="47" y="8"/>
                      <a:pt x="46" y="7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6" y="3"/>
                      <a:pt x="46" y="6"/>
                      <a:pt x="46" y="5"/>
                    </a:cubicBezTo>
                    <a:cubicBezTo>
                      <a:pt x="46" y="4"/>
                      <a:pt x="46" y="4"/>
                      <a:pt x="46" y="4"/>
                    </a:cubicBezTo>
                    <a:cubicBezTo>
                      <a:pt x="45" y="4"/>
                      <a:pt x="44" y="4"/>
                      <a:pt x="44" y="8"/>
                    </a:cubicBezTo>
                    <a:cubicBezTo>
                      <a:pt x="44" y="6"/>
                      <a:pt x="43" y="6"/>
                      <a:pt x="43" y="5"/>
                    </a:cubicBezTo>
                    <a:cubicBezTo>
                      <a:pt x="43" y="6"/>
                      <a:pt x="43" y="7"/>
                      <a:pt x="43" y="7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2" y="4"/>
                      <a:pt x="42" y="6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4"/>
                      <a:pt x="42" y="7"/>
                      <a:pt x="42" y="7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2" y="8"/>
                      <a:pt x="42" y="8"/>
                      <a:pt x="41" y="6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41" y="6"/>
                      <a:pt x="41" y="6"/>
                      <a:pt x="40" y="7"/>
                    </a:cubicBezTo>
                    <a:cubicBezTo>
                      <a:pt x="41" y="7"/>
                      <a:pt x="41" y="8"/>
                      <a:pt x="41" y="9"/>
                    </a:cubicBezTo>
                    <a:cubicBezTo>
                      <a:pt x="41" y="12"/>
                      <a:pt x="41" y="9"/>
                      <a:pt x="41" y="10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5"/>
                      <a:pt x="39" y="7"/>
                      <a:pt x="39" y="7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38" y="6"/>
                      <a:pt x="38" y="8"/>
                      <a:pt x="38" y="8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13"/>
                      <a:pt x="38" y="9"/>
                      <a:pt x="37" y="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8"/>
                      <a:pt x="37" y="8"/>
                      <a:pt x="37" y="8"/>
                    </a:cubicBezTo>
                    <a:cubicBezTo>
                      <a:pt x="37" y="9"/>
                      <a:pt x="37" y="10"/>
                      <a:pt x="37" y="9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6" y="9"/>
                      <a:pt x="36" y="8"/>
                      <a:pt x="36" y="8"/>
                    </a:cubicBezTo>
                    <a:cubicBezTo>
                      <a:pt x="36" y="10"/>
                      <a:pt x="36" y="9"/>
                      <a:pt x="36" y="10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5" y="8"/>
                      <a:pt x="36" y="10"/>
                      <a:pt x="36" y="11"/>
                    </a:cubicBezTo>
                    <a:cubicBezTo>
                      <a:pt x="36" y="12"/>
                      <a:pt x="36" y="11"/>
                      <a:pt x="35" y="10"/>
                    </a:cubicBezTo>
                    <a:cubicBezTo>
                      <a:pt x="35" y="9"/>
                      <a:pt x="36" y="10"/>
                      <a:pt x="36" y="10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9"/>
                      <a:pt x="36" y="10"/>
                      <a:pt x="35" y="10"/>
                    </a:cubicBezTo>
                    <a:cubicBezTo>
                      <a:pt x="35" y="10"/>
                      <a:pt x="35" y="10"/>
                      <a:pt x="35" y="9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5" y="11"/>
                      <a:pt x="35" y="11"/>
                      <a:pt x="35" y="12"/>
                    </a:cubicBezTo>
                    <a:cubicBezTo>
                      <a:pt x="35" y="12"/>
                      <a:pt x="35" y="13"/>
                      <a:pt x="35" y="12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5" y="11"/>
                      <a:pt x="35" y="11"/>
                      <a:pt x="35" y="11"/>
                    </a:cubicBezTo>
                    <a:cubicBezTo>
                      <a:pt x="35" y="12"/>
                      <a:pt x="35" y="12"/>
                      <a:pt x="35" y="13"/>
                    </a:cubicBezTo>
                    <a:cubicBezTo>
                      <a:pt x="34" y="11"/>
                      <a:pt x="34" y="9"/>
                      <a:pt x="33" y="9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1"/>
                      <a:pt x="33" y="10"/>
                      <a:pt x="33" y="9"/>
                    </a:cubicBezTo>
                    <a:cubicBezTo>
                      <a:pt x="33" y="8"/>
                      <a:pt x="34" y="14"/>
                      <a:pt x="33" y="13"/>
                    </a:cubicBezTo>
                    <a:cubicBezTo>
                      <a:pt x="33" y="11"/>
                      <a:pt x="33" y="10"/>
                      <a:pt x="32" y="10"/>
                    </a:cubicBezTo>
                    <a:cubicBezTo>
                      <a:pt x="33" y="10"/>
                      <a:pt x="33" y="11"/>
                      <a:pt x="33" y="11"/>
                    </a:cubicBezTo>
                    <a:cubicBezTo>
                      <a:pt x="33" y="12"/>
                      <a:pt x="32" y="10"/>
                      <a:pt x="33" y="11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2" y="8"/>
                      <a:pt x="32" y="11"/>
                      <a:pt x="31" y="9"/>
                    </a:cubicBezTo>
                    <a:cubicBezTo>
                      <a:pt x="31" y="12"/>
                      <a:pt x="31" y="10"/>
                      <a:pt x="31" y="11"/>
                    </a:cubicBezTo>
                    <a:cubicBezTo>
                      <a:pt x="30" y="9"/>
                      <a:pt x="31" y="12"/>
                      <a:pt x="30" y="10"/>
                    </a:cubicBezTo>
                    <a:cubicBezTo>
                      <a:pt x="31" y="13"/>
                      <a:pt x="31" y="13"/>
                      <a:pt x="31" y="13"/>
                    </a:cubicBezTo>
                    <a:cubicBezTo>
                      <a:pt x="30" y="11"/>
                      <a:pt x="32" y="16"/>
                      <a:pt x="31" y="13"/>
                    </a:cubicBezTo>
                    <a:cubicBezTo>
                      <a:pt x="30" y="13"/>
                      <a:pt x="30" y="12"/>
                      <a:pt x="30" y="11"/>
                    </a:cubicBezTo>
                    <a:cubicBezTo>
                      <a:pt x="29" y="9"/>
                      <a:pt x="30" y="14"/>
                      <a:pt x="29" y="11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29" y="12"/>
                      <a:pt x="29" y="11"/>
                    </a:cubicBezTo>
                    <a:cubicBezTo>
                      <a:pt x="29" y="12"/>
                      <a:pt x="29" y="13"/>
                      <a:pt x="29" y="12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0"/>
                      <a:pt x="28" y="11"/>
                      <a:pt x="28" y="12"/>
                    </a:cubicBezTo>
                    <a:cubicBezTo>
                      <a:pt x="28" y="11"/>
                      <a:pt x="28" y="12"/>
                      <a:pt x="27" y="11"/>
                    </a:cubicBezTo>
                    <a:cubicBezTo>
                      <a:pt x="28" y="13"/>
                      <a:pt x="26" y="10"/>
                      <a:pt x="27" y="13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7" y="13"/>
                      <a:pt x="28" y="15"/>
                      <a:pt x="28" y="15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6" y="11"/>
                      <a:pt x="27" y="13"/>
                      <a:pt x="26" y="12"/>
                    </a:cubicBezTo>
                    <a:cubicBezTo>
                      <a:pt x="27" y="13"/>
                      <a:pt x="26" y="12"/>
                      <a:pt x="26" y="13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5"/>
                      <a:pt x="27" y="15"/>
                      <a:pt x="27" y="15"/>
                    </a:cubicBezTo>
                    <a:cubicBezTo>
                      <a:pt x="26" y="15"/>
                      <a:pt x="26" y="13"/>
                      <a:pt x="26" y="13"/>
                    </a:cubicBezTo>
                    <a:cubicBezTo>
                      <a:pt x="25" y="12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4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4" y="11"/>
                      <a:pt x="25" y="13"/>
                      <a:pt x="25" y="13"/>
                    </a:cubicBezTo>
                    <a:cubicBezTo>
                      <a:pt x="24" y="12"/>
                      <a:pt x="24" y="14"/>
                      <a:pt x="24" y="15"/>
                    </a:cubicBezTo>
                    <a:cubicBezTo>
                      <a:pt x="24" y="15"/>
                      <a:pt x="24" y="14"/>
                      <a:pt x="24" y="14"/>
                    </a:cubicBezTo>
                    <a:cubicBezTo>
                      <a:pt x="24" y="15"/>
                      <a:pt x="24" y="16"/>
                      <a:pt x="24" y="15"/>
                    </a:cubicBezTo>
                    <a:cubicBezTo>
                      <a:pt x="24" y="16"/>
                      <a:pt x="23" y="14"/>
                      <a:pt x="23" y="14"/>
                    </a:cubicBezTo>
                    <a:cubicBezTo>
                      <a:pt x="23" y="14"/>
                      <a:pt x="24" y="15"/>
                      <a:pt x="24" y="15"/>
                    </a:cubicBezTo>
                    <a:cubicBezTo>
                      <a:pt x="23" y="13"/>
                      <a:pt x="23" y="17"/>
                      <a:pt x="23" y="15"/>
                    </a:cubicBezTo>
                    <a:cubicBezTo>
                      <a:pt x="23" y="15"/>
                      <a:pt x="22" y="14"/>
                      <a:pt x="22" y="14"/>
                    </a:cubicBezTo>
                    <a:cubicBezTo>
                      <a:pt x="22" y="15"/>
                      <a:pt x="22" y="16"/>
                      <a:pt x="23" y="17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7"/>
                    </a:cubicBezTo>
                    <a:cubicBezTo>
                      <a:pt x="23" y="18"/>
                      <a:pt x="23" y="20"/>
                      <a:pt x="23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20"/>
                      <a:pt x="22" y="19"/>
                    </a:cubicBezTo>
                    <a:cubicBezTo>
                      <a:pt x="21" y="16"/>
                      <a:pt x="21" y="17"/>
                      <a:pt x="21" y="17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7"/>
                      <a:pt x="21" y="17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1" y="20"/>
                      <a:pt x="21" y="19"/>
                    </a:cubicBezTo>
                    <a:cubicBezTo>
                      <a:pt x="21" y="20"/>
                      <a:pt x="22" y="22"/>
                      <a:pt x="22" y="24"/>
                    </a:cubicBezTo>
                    <a:cubicBezTo>
                      <a:pt x="22" y="24"/>
                      <a:pt x="22" y="25"/>
                      <a:pt x="22" y="25"/>
                    </a:cubicBezTo>
                    <a:cubicBezTo>
                      <a:pt x="21" y="24"/>
                      <a:pt x="22" y="25"/>
                      <a:pt x="22" y="24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2"/>
                      <a:pt x="20" y="20"/>
                      <a:pt x="20" y="19"/>
                    </a:cubicBezTo>
                    <a:cubicBezTo>
                      <a:pt x="20" y="20"/>
                      <a:pt x="19" y="19"/>
                      <a:pt x="19" y="19"/>
                    </a:cubicBezTo>
                    <a:cubicBezTo>
                      <a:pt x="20" y="22"/>
                      <a:pt x="19" y="21"/>
                      <a:pt x="20" y="23"/>
                    </a:cubicBezTo>
                    <a:cubicBezTo>
                      <a:pt x="20" y="24"/>
                      <a:pt x="19" y="21"/>
                      <a:pt x="19" y="21"/>
                    </a:cubicBezTo>
                    <a:cubicBezTo>
                      <a:pt x="19" y="22"/>
                      <a:pt x="18" y="21"/>
                      <a:pt x="18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7" y="21"/>
                      <a:pt x="18" y="24"/>
                    </a:cubicBezTo>
                    <a:cubicBezTo>
                      <a:pt x="17" y="22"/>
                      <a:pt x="17" y="22"/>
                      <a:pt x="17" y="22"/>
                    </a:cubicBezTo>
                    <a:cubicBezTo>
                      <a:pt x="17" y="22"/>
                      <a:pt x="19" y="25"/>
                      <a:pt x="18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4"/>
                      <a:pt x="16" y="22"/>
                      <a:pt x="17" y="24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6" y="23"/>
                      <a:pt x="17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2"/>
                      <a:pt x="17" y="25"/>
                      <a:pt x="16" y="24"/>
                    </a:cubicBezTo>
                    <a:cubicBezTo>
                      <a:pt x="16" y="24"/>
                      <a:pt x="16" y="23"/>
                      <a:pt x="16" y="23"/>
                    </a:cubicBezTo>
                    <a:cubicBezTo>
                      <a:pt x="16" y="24"/>
                      <a:pt x="16" y="24"/>
                      <a:pt x="16" y="25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3"/>
                      <a:pt x="13" y="23"/>
                      <a:pt x="13" y="26"/>
                    </a:cubicBezTo>
                    <a:cubicBezTo>
                      <a:pt x="11" y="24"/>
                      <a:pt x="12" y="24"/>
                      <a:pt x="11" y="23"/>
                    </a:cubicBezTo>
                    <a:cubicBezTo>
                      <a:pt x="12" y="25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5"/>
                      <a:pt x="11" y="23"/>
                      <a:pt x="11" y="24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2" y="26"/>
                      <a:pt x="10" y="22"/>
                      <a:pt x="11" y="25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6"/>
                      <a:pt x="9" y="23"/>
                      <a:pt x="10" y="25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9" y="24"/>
                      <a:pt x="11" y="27"/>
                      <a:pt x="10" y="25"/>
                    </a:cubicBezTo>
                    <a:cubicBezTo>
                      <a:pt x="10" y="26"/>
                      <a:pt x="10" y="26"/>
                      <a:pt x="11" y="28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9" y="27"/>
                      <a:pt x="8" y="27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9" y="31"/>
                      <a:pt x="6" y="27"/>
                      <a:pt x="8" y="31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32"/>
                      <a:pt x="7" y="31"/>
                      <a:pt x="8" y="32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31"/>
                      <a:pt x="8" y="33"/>
                      <a:pt x="8" y="33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5" y="30"/>
                      <a:pt x="2" y="29"/>
                      <a:pt x="4" y="33"/>
                    </a:cubicBezTo>
                    <a:cubicBezTo>
                      <a:pt x="4" y="33"/>
                      <a:pt x="3" y="31"/>
                      <a:pt x="3" y="31"/>
                    </a:cubicBezTo>
                    <a:cubicBezTo>
                      <a:pt x="4" y="34"/>
                      <a:pt x="0" y="30"/>
                      <a:pt x="2" y="35"/>
                    </a:cubicBezTo>
                    <a:cubicBezTo>
                      <a:pt x="3" y="36"/>
                      <a:pt x="6" y="41"/>
                      <a:pt x="6" y="41"/>
                    </a:cubicBezTo>
                    <a:cubicBezTo>
                      <a:pt x="6" y="39"/>
                      <a:pt x="9" y="40"/>
                      <a:pt x="11" y="42"/>
                    </a:cubicBezTo>
                    <a:cubicBezTo>
                      <a:pt x="11" y="41"/>
                      <a:pt x="11" y="40"/>
                      <a:pt x="12" y="41"/>
                    </a:cubicBezTo>
                    <a:cubicBezTo>
                      <a:pt x="13" y="40"/>
                      <a:pt x="17" y="43"/>
                      <a:pt x="17" y="40"/>
                    </a:cubicBezTo>
                    <a:cubicBezTo>
                      <a:pt x="17" y="40"/>
                      <a:pt x="16" y="39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6" y="37"/>
                      <a:pt x="17" y="39"/>
                      <a:pt x="17" y="39"/>
                    </a:cubicBezTo>
                    <a:cubicBezTo>
                      <a:pt x="17" y="39"/>
                      <a:pt x="18" y="38"/>
                      <a:pt x="18" y="38"/>
                    </a:cubicBezTo>
                    <a:cubicBezTo>
                      <a:pt x="18" y="36"/>
                      <a:pt x="19" y="38"/>
                      <a:pt x="18" y="36"/>
                    </a:cubicBezTo>
                    <a:cubicBezTo>
                      <a:pt x="18" y="37"/>
                      <a:pt x="18" y="37"/>
                      <a:pt x="18" y="37"/>
                    </a:cubicBezTo>
                    <a:cubicBezTo>
                      <a:pt x="18" y="36"/>
                      <a:pt x="18" y="35"/>
                      <a:pt x="20" y="38"/>
                    </a:cubicBezTo>
                    <a:cubicBezTo>
                      <a:pt x="22" y="39"/>
                      <a:pt x="23" y="37"/>
                      <a:pt x="25" y="37"/>
                    </a:cubicBezTo>
                    <a:cubicBezTo>
                      <a:pt x="26" y="35"/>
                      <a:pt x="27" y="33"/>
                      <a:pt x="29" y="32"/>
                    </a:cubicBezTo>
                    <a:cubicBezTo>
                      <a:pt x="28" y="28"/>
                      <a:pt x="29" y="30"/>
                      <a:pt x="28" y="27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28" y="26"/>
                      <a:pt x="29" y="28"/>
                      <a:pt x="30" y="29"/>
                    </a:cubicBezTo>
                    <a:cubicBezTo>
                      <a:pt x="29" y="28"/>
                      <a:pt x="30" y="29"/>
                      <a:pt x="29" y="27"/>
                    </a:cubicBezTo>
                    <a:cubicBezTo>
                      <a:pt x="29" y="25"/>
                      <a:pt x="30" y="30"/>
                      <a:pt x="30" y="29"/>
                    </a:cubicBezTo>
                    <a:cubicBezTo>
                      <a:pt x="30" y="29"/>
                      <a:pt x="30" y="27"/>
                      <a:pt x="30" y="28"/>
                    </a:cubicBezTo>
                    <a:cubicBezTo>
                      <a:pt x="30" y="26"/>
                      <a:pt x="30" y="29"/>
                      <a:pt x="31" y="31"/>
                    </a:cubicBezTo>
                    <a:cubicBezTo>
                      <a:pt x="32" y="30"/>
                      <a:pt x="32" y="28"/>
                      <a:pt x="33" y="29"/>
                    </a:cubicBezTo>
                    <a:cubicBezTo>
                      <a:pt x="33" y="29"/>
                      <a:pt x="33" y="27"/>
                      <a:pt x="33" y="27"/>
                    </a:cubicBezTo>
                    <a:cubicBezTo>
                      <a:pt x="34" y="30"/>
                      <a:pt x="33" y="26"/>
                      <a:pt x="33" y="27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4" y="30"/>
                      <a:pt x="34" y="28"/>
                      <a:pt x="35" y="29"/>
                    </a:cubicBezTo>
                    <a:cubicBezTo>
                      <a:pt x="35" y="28"/>
                      <a:pt x="36" y="30"/>
                      <a:pt x="36" y="29"/>
                    </a:cubicBezTo>
                    <a:cubicBezTo>
                      <a:pt x="36" y="30"/>
                      <a:pt x="36" y="29"/>
                      <a:pt x="36" y="30"/>
                    </a:cubicBezTo>
                    <a:cubicBezTo>
                      <a:pt x="36" y="26"/>
                      <a:pt x="37" y="31"/>
                      <a:pt x="37" y="29"/>
                    </a:cubicBezTo>
                    <a:cubicBezTo>
                      <a:pt x="37" y="29"/>
                      <a:pt x="37" y="29"/>
                      <a:pt x="37" y="29"/>
                    </a:cubicBezTo>
                    <a:cubicBezTo>
                      <a:pt x="38" y="29"/>
                      <a:pt x="39" y="29"/>
                      <a:pt x="40" y="27"/>
                    </a:cubicBezTo>
                    <a:cubicBezTo>
                      <a:pt x="40" y="27"/>
                      <a:pt x="41" y="30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8"/>
                      <a:pt x="42" y="28"/>
                    </a:cubicBezTo>
                    <a:cubicBezTo>
                      <a:pt x="42" y="27"/>
                      <a:pt x="42" y="28"/>
                      <a:pt x="43" y="28"/>
                    </a:cubicBezTo>
                    <a:cubicBezTo>
                      <a:pt x="43" y="28"/>
                      <a:pt x="43" y="27"/>
                      <a:pt x="42" y="27"/>
                    </a:cubicBezTo>
                    <a:cubicBezTo>
                      <a:pt x="43" y="29"/>
                      <a:pt x="43" y="26"/>
                      <a:pt x="44" y="27"/>
                    </a:cubicBezTo>
                    <a:cubicBezTo>
                      <a:pt x="43" y="24"/>
                      <a:pt x="44" y="26"/>
                      <a:pt x="44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8" name="Freeform 193"/>
              <p:cNvSpPr/>
              <p:nvPr>
                <p:custDataLst>
                  <p:tags r:id="rId439"/>
                </p:custDataLst>
              </p:nvPr>
            </p:nvSpPr>
            <p:spPr bwMode="auto">
              <a:xfrm>
                <a:off x="3192" y="2160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19" name="Freeform 194"/>
              <p:cNvSpPr/>
              <p:nvPr>
                <p:custDataLst>
                  <p:tags r:id="rId440"/>
                </p:custDataLst>
              </p:nvPr>
            </p:nvSpPr>
            <p:spPr bwMode="auto">
              <a:xfrm>
                <a:off x="3146" y="2177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2 h 2"/>
                  <a:gd name="T4" fmla="*/ 2 w 2"/>
                  <a:gd name="T5" fmla="*/ 2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2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0" name="Freeform 195"/>
              <p:cNvSpPr/>
              <p:nvPr>
                <p:custDataLst>
                  <p:tags r:id="rId441"/>
                </p:custDataLst>
              </p:nvPr>
            </p:nvSpPr>
            <p:spPr bwMode="auto">
              <a:xfrm>
                <a:off x="3264" y="185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0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0" y="1"/>
                    </a:cubicBezTo>
                    <a:cubicBezTo>
                      <a:pt x="0" y="2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1" name="Freeform 196"/>
              <p:cNvSpPr/>
              <p:nvPr>
                <p:custDataLst>
                  <p:tags r:id="rId442"/>
                </p:custDataLst>
              </p:nvPr>
            </p:nvSpPr>
            <p:spPr bwMode="auto">
              <a:xfrm>
                <a:off x="3209" y="1836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0 h 2"/>
                  <a:gd name="T4" fmla="*/ 0 w 2"/>
                  <a:gd name="T5" fmla="*/ 2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2" name="Freeform 197"/>
              <p:cNvSpPr/>
              <p:nvPr>
                <p:custDataLst>
                  <p:tags r:id="rId443"/>
                </p:custDataLst>
              </p:nvPr>
            </p:nvSpPr>
            <p:spPr bwMode="auto">
              <a:xfrm>
                <a:off x="3343" y="24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0"/>
                      <a:pt x="1" y="2"/>
                      <a:pt x="0" y="1"/>
                    </a:cubicBezTo>
                    <a:cubicBezTo>
                      <a:pt x="1" y="2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3" name="Freeform 198"/>
              <p:cNvSpPr/>
              <p:nvPr>
                <p:custDataLst>
                  <p:tags r:id="rId444"/>
                </p:custDataLst>
              </p:nvPr>
            </p:nvSpPr>
            <p:spPr bwMode="auto">
              <a:xfrm>
                <a:off x="3186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4" name="Freeform 199"/>
              <p:cNvSpPr/>
              <p:nvPr>
                <p:custDataLst>
                  <p:tags r:id="rId445"/>
                </p:custDataLst>
              </p:nvPr>
            </p:nvSpPr>
            <p:spPr bwMode="auto">
              <a:xfrm>
                <a:off x="3188" y="1825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5" name="Freeform 200"/>
              <p:cNvSpPr/>
              <p:nvPr>
                <p:custDataLst>
                  <p:tags r:id="rId446"/>
                </p:custDataLst>
              </p:nvPr>
            </p:nvSpPr>
            <p:spPr bwMode="auto">
              <a:xfrm>
                <a:off x="3184" y="1833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6" name="Freeform 201"/>
              <p:cNvSpPr/>
              <p:nvPr>
                <p:custDataLst>
                  <p:tags r:id="rId447"/>
                </p:custDataLst>
              </p:nvPr>
            </p:nvSpPr>
            <p:spPr bwMode="auto">
              <a:xfrm>
                <a:off x="3351" y="2465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7" name="Freeform 202"/>
              <p:cNvSpPr/>
              <p:nvPr>
                <p:custDataLst>
                  <p:tags r:id="rId448"/>
                </p:custDataLst>
              </p:nvPr>
            </p:nvSpPr>
            <p:spPr bwMode="auto">
              <a:xfrm>
                <a:off x="3173" y="1831"/>
                <a:ext cx="2" cy="5"/>
              </a:xfrm>
              <a:custGeom>
                <a:avLst/>
                <a:gdLst>
                  <a:gd name="T0" fmla="*/ 2 w 2"/>
                  <a:gd name="T1" fmla="*/ 0 h 5"/>
                  <a:gd name="T2" fmla="*/ 2 w 2"/>
                  <a:gd name="T3" fmla="*/ 0 h 5"/>
                  <a:gd name="T4" fmla="*/ 0 w 2"/>
                  <a:gd name="T5" fmla="*/ 5 h 5"/>
                  <a:gd name="T6" fmla="*/ 2 w 2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lnTo>
                      <a:pt x="2" y="0"/>
                    </a:lnTo>
                    <a:lnTo>
                      <a:pt x="0" y="5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8" name="Freeform 203"/>
              <p:cNvSpPr/>
              <p:nvPr>
                <p:custDataLst>
                  <p:tags r:id="rId449"/>
                </p:custDataLst>
              </p:nvPr>
            </p:nvSpPr>
            <p:spPr bwMode="auto">
              <a:xfrm>
                <a:off x="3536" y="1554"/>
                <a:ext cx="8" cy="2"/>
              </a:xfrm>
              <a:custGeom>
                <a:avLst/>
                <a:gdLst>
                  <a:gd name="T0" fmla="*/ 0 w 4"/>
                  <a:gd name="T1" fmla="*/ 1 h 1"/>
                  <a:gd name="T2" fmla="*/ 0 w 4"/>
                  <a:gd name="T3" fmla="*/ 1 h 1"/>
                  <a:gd name="T4" fmla="*/ 1 w 4"/>
                  <a:gd name="T5" fmla="*/ 1 h 1"/>
                  <a:gd name="T6" fmla="*/ 2 w 4"/>
                  <a:gd name="T7" fmla="*/ 0 h 1"/>
                  <a:gd name="T8" fmla="*/ 4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2" y="1"/>
                      <a:pt x="3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3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529" name="Freeform 204"/>
              <p:cNvSpPr/>
              <p:nvPr>
                <p:custDataLst>
                  <p:tags r:id="rId450"/>
                </p:custDataLst>
              </p:nvPr>
            </p:nvSpPr>
            <p:spPr bwMode="auto">
              <a:xfrm>
                <a:off x="3538" y="155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grpSp>
          <p:nvGrpSpPr>
            <p:cNvPr id="58" name="Group 406"/>
            <p:cNvGrpSpPr/>
            <p:nvPr/>
          </p:nvGrpSpPr>
          <p:grpSpPr bwMode="auto">
            <a:xfrm>
              <a:off x="3112" y="1551"/>
              <a:ext cx="1462" cy="1559"/>
              <a:chOff x="3112" y="1551"/>
              <a:chExt cx="1462" cy="1559"/>
            </a:xfrm>
            <a:grpFill/>
          </p:grpSpPr>
          <p:sp>
            <p:nvSpPr>
              <p:cNvPr id="118" name="Freeform 206"/>
              <p:cNvSpPr/>
              <p:nvPr>
                <p:custDataLst>
                  <p:tags r:id="rId51"/>
                </p:custDataLst>
              </p:nvPr>
            </p:nvSpPr>
            <p:spPr bwMode="auto">
              <a:xfrm>
                <a:off x="3534" y="1558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19" name="Freeform 207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3513" y="1581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0 w 2"/>
                  <a:gd name="T3" fmla="*/ 0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2" y="0"/>
                      <a:pt x="1" y="1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0" name="Freeform 208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3513" y="1579"/>
                <a:ext cx="6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1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2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1" name="Freeform 209"/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3536" y="1551"/>
                <a:ext cx="4" cy="3"/>
              </a:xfrm>
              <a:custGeom>
                <a:avLst/>
                <a:gdLst>
                  <a:gd name="T0" fmla="*/ 2 w 2"/>
                  <a:gd name="T1" fmla="*/ 1 h 1"/>
                  <a:gd name="T2" fmla="*/ 0 w 2"/>
                  <a:gd name="T3" fmla="*/ 0 h 1"/>
                  <a:gd name="T4" fmla="*/ 2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1"/>
                    </a:moveTo>
                    <a:cubicBezTo>
                      <a:pt x="2" y="0"/>
                      <a:pt x="1" y="0"/>
                      <a:pt x="0" y="0"/>
                    </a:cubicBezTo>
                    <a:lnTo>
                      <a:pt x="2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2" name="Freeform 210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3112" y="1810"/>
                <a:ext cx="161" cy="87"/>
              </a:xfrm>
              <a:custGeom>
                <a:avLst/>
                <a:gdLst>
                  <a:gd name="T0" fmla="*/ 12 w 76"/>
                  <a:gd name="T1" fmla="*/ 18 h 41"/>
                  <a:gd name="T2" fmla="*/ 22 w 76"/>
                  <a:gd name="T3" fmla="*/ 26 h 41"/>
                  <a:gd name="T4" fmla="*/ 33 w 76"/>
                  <a:gd name="T5" fmla="*/ 25 h 41"/>
                  <a:gd name="T6" fmla="*/ 37 w 76"/>
                  <a:gd name="T7" fmla="*/ 28 h 41"/>
                  <a:gd name="T8" fmla="*/ 43 w 76"/>
                  <a:gd name="T9" fmla="*/ 32 h 41"/>
                  <a:gd name="T10" fmla="*/ 48 w 76"/>
                  <a:gd name="T11" fmla="*/ 35 h 41"/>
                  <a:gd name="T12" fmla="*/ 53 w 76"/>
                  <a:gd name="T13" fmla="*/ 33 h 41"/>
                  <a:gd name="T14" fmla="*/ 60 w 76"/>
                  <a:gd name="T15" fmla="*/ 35 h 41"/>
                  <a:gd name="T16" fmla="*/ 63 w 76"/>
                  <a:gd name="T17" fmla="*/ 36 h 41"/>
                  <a:gd name="T18" fmla="*/ 67 w 76"/>
                  <a:gd name="T19" fmla="*/ 40 h 41"/>
                  <a:gd name="T20" fmla="*/ 69 w 76"/>
                  <a:gd name="T21" fmla="*/ 40 h 41"/>
                  <a:gd name="T22" fmla="*/ 72 w 76"/>
                  <a:gd name="T23" fmla="*/ 38 h 41"/>
                  <a:gd name="T24" fmla="*/ 74 w 76"/>
                  <a:gd name="T25" fmla="*/ 36 h 41"/>
                  <a:gd name="T26" fmla="*/ 75 w 76"/>
                  <a:gd name="T27" fmla="*/ 34 h 41"/>
                  <a:gd name="T28" fmla="*/ 71 w 76"/>
                  <a:gd name="T29" fmla="*/ 33 h 41"/>
                  <a:gd name="T30" fmla="*/ 72 w 76"/>
                  <a:gd name="T31" fmla="*/ 31 h 41"/>
                  <a:gd name="T32" fmla="*/ 71 w 76"/>
                  <a:gd name="T33" fmla="*/ 29 h 41"/>
                  <a:gd name="T34" fmla="*/ 73 w 76"/>
                  <a:gd name="T35" fmla="*/ 25 h 41"/>
                  <a:gd name="T36" fmla="*/ 75 w 76"/>
                  <a:gd name="T37" fmla="*/ 22 h 41"/>
                  <a:gd name="T38" fmla="*/ 71 w 76"/>
                  <a:gd name="T39" fmla="*/ 25 h 41"/>
                  <a:gd name="T40" fmla="*/ 67 w 76"/>
                  <a:gd name="T41" fmla="*/ 28 h 41"/>
                  <a:gd name="T42" fmla="*/ 70 w 76"/>
                  <a:gd name="T43" fmla="*/ 22 h 41"/>
                  <a:gd name="T44" fmla="*/ 69 w 76"/>
                  <a:gd name="T45" fmla="*/ 23 h 41"/>
                  <a:gd name="T46" fmla="*/ 70 w 76"/>
                  <a:gd name="T47" fmla="*/ 20 h 41"/>
                  <a:gd name="T48" fmla="*/ 68 w 76"/>
                  <a:gd name="T49" fmla="*/ 20 h 41"/>
                  <a:gd name="T50" fmla="*/ 67 w 76"/>
                  <a:gd name="T51" fmla="*/ 19 h 41"/>
                  <a:gd name="T52" fmla="*/ 62 w 76"/>
                  <a:gd name="T53" fmla="*/ 24 h 41"/>
                  <a:gd name="T54" fmla="*/ 66 w 76"/>
                  <a:gd name="T55" fmla="*/ 18 h 41"/>
                  <a:gd name="T56" fmla="*/ 65 w 76"/>
                  <a:gd name="T57" fmla="*/ 18 h 41"/>
                  <a:gd name="T58" fmla="*/ 60 w 76"/>
                  <a:gd name="T59" fmla="*/ 17 h 41"/>
                  <a:gd name="T60" fmla="*/ 58 w 76"/>
                  <a:gd name="T61" fmla="*/ 17 h 41"/>
                  <a:gd name="T62" fmla="*/ 55 w 76"/>
                  <a:gd name="T63" fmla="*/ 15 h 41"/>
                  <a:gd name="T64" fmla="*/ 53 w 76"/>
                  <a:gd name="T65" fmla="*/ 16 h 41"/>
                  <a:gd name="T66" fmla="*/ 53 w 76"/>
                  <a:gd name="T67" fmla="*/ 15 h 41"/>
                  <a:gd name="T68" fmla="*/ 52 w 76"/>
                  <a:gd name="T69" fmla="*/ 14 h 41"/>
                  <a:gd name="T70" fmla="*/ 50 w 76"/>
                  <a:gd name="T71" fmla="*/ 16 h 41"/>
                  <a:gd name="T72" fmla="*/ 49 w 76"/>
                  <a:gd name="T73" fmla="*/ 13 h 41"/>
                  <a:gd name="T74" fmla="*/ 47 w 76"/>
                  <a:gd name="T75" fmla="*/ 12 h 41"/>
                  <a:gd name="T76" fmla="*/ 45 w 76"/>
                  <a:gd name="T77" fmla="*/ 12 h 41"/>
                  <a:gd name="T78" fmla="*/ 43 w 76"/>
                  <a:gd name="T79" fmla="*/ 11 h 41"/>
                  <a:gd name="T80" fmla="*/ 40 w 76"/>
                  <a:gd name="T81" fmla="*/ 13 h 41"/>
                  <a:gd name="T82" fmla="*/ 40 w 76"/>
                  <a:gd name="T83" fmla="*/ 11 h 41"/>
                  <a:gd name="T84" fmla="*/ 40 w 76"/>
                  <a:gd name="T85" fmla="*/ 11 h 41"/>
                  <a:gd name="T86" fmla="*/ 37 w 76"/>
                  <a:gd name="T87" fmla="*/ 10 h 41"/>
                  <a:gd name="T88" fmla="*/ 34 w 76"/>
                  <a:gd name="T89" fmla="*/ 13 h 41"/>
                  <a:gd name="T90" fmla="*/ 31 w 76"/>
                  <a:gd name="T91" fmla="*/ 14 h 41"/>
                  <a:gd name="T92" fmla="*/ 31 w 76"/>
                  <a:gd name="T93" fmla="*/ 10 h 41"/>
                  <a:gd name="T94" fmla="*/ 26 w 76"/>
                  <a:gd name="T95" fmla="*/ 12 h 41"/>
                  <a:gd name="T96" fmla="*/ 24 w 76"/>
                  <a:gd name="T97" fmla="*/ 12 h 41"/>
                  <a:gd name="T98" fmla="*/ 20 w 76"/>
                  <a:gd name="T99" fmla="*/ 9 h 41"/>
                  <a:gd name="T100" fmla="*/ 20 w 76"/>
                  <a:gd name="T101" fmla="*/ 7 h 41"/>
                  <a:gd name="T102" fmla="*/ 18 w 76"/>
                  <a:gd name="T103" fmla="*/ 6 h 41"/>
                  <a:gd name="T104" fmla="*/ 11 w 76"/>
                  <a:gd name="T105" fmla="*/ 8 h 41"/>
                  <a:gd name="T106" fmla="*/ 4 w 76"/>
                  <a:gd name="T107" fmla="*/ 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6" h="41">
                    <a:moveTo>
                      <a:pt x="3" y="15"/>
                    </a:moveTo>
                    <a:cubicBezTo>
                      <a:pt x="4" y="15"/>
                      <a:pt x="5" y="15"/>
                      <a:pt x="5" y="16"/>
                    </a:cubicBezTo>
                    <a:cubicBezTo>
                      <a:pt x="7" y="16"/>
                      <a:pt x="8" y="22"/>
                      <a:pt x="11" y="21"/>
                    </a:cubicBezTo>
                    <a:cubicBezTo>
                      <a:pt x="11" y="20"/>
                      <a:pt x="11" y="19"/>
                      <a:pt x="12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2" y="18"/>
                      <a:pt x="12" y="18"/>
                      <a:pt x="12" y="18"/>
                    </a:cubicBezTo>
                    <a:cubicBezTo>
                      <a:pt x="13" y="18"/>
                      <a:pt x="12" y="20"/>
                      <a:pt x="11" y="20"/>
                    </a:cubicBezTo>
                    <a:cubicBezTo>
                      <a:pt x="12" y="21"/>
                      <a:pt x="13" y="20"/>
                      <a:pt x="14" y="21"/>
                    </a:cubicBezTo>
                    <a:cubicBezTo>
                      <a:pt x="15" y="19"/>
                      <a:pt x="15" y="21"/>
                      <a:pt x="15" y="19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6" y="19"/>
                      <a:pt x="16" y="19"/>
                      <a:pt x="16" y="22"/>
                    </a:cubicBezTo>
                    <a:cubicBezTo>
                      <a:pt x="17" y="25"/>
                      <a:pt x="20" y="24"/>
                      <a:pt x="22" y="26"/>
                    </a:cubicBezTo>
                    <a:cubicBezTo>
                      <a:pt x="24" y="27"/>
                      <a:pt x="27" y="26"/>
                      <a:pt x="30" y="26"/>
                    </a:cubicBezTo>
                    <a:cubicBezTo>
                      <a:pt x="31" y="23"/>
                      <a:pt x="31" y="25"/>
                      <a:pt x="33" y="22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2"/>
                      <a:pt x="33" y="24"/>
                      <a:pt x="33" y="25"/>
                    </a:cubicBezTo>
                    <a:cubicBezTo>
                      <a:pt x="33" y="24"/>
                      <a:pt x="33" y="25"/>
                      <a:pt x="34" y="23"/>
                    </a:cubicBezTo>
                    <a:cubicBezTo>
                      <a:pt x="34" y="22"/>
                      <a:pt x="33" y="26"/>
                      <a:pt x="33" y="25"/>
                    </a:cubicBezTo>
                    <a:cubicBezTo>
                      <a:pt x="33" y="26"/>
                      <a:pt x="34" y="24"/>
                      <a:pt x="34" y="24"/>
                    </a:cubicBezTo>
                    <a:cubicBezTo>
                      <a:pt x="35" y="23"/>
                      <a:pt x="33" y="25"/>
                      <a:pt x="33" y="28"/>
                    </a:cubicBezTo>
                    <a:cubicBezTo>
                      <a:pt x="34" y="27"/>
                      <a:pt x="36" y="26"/>
                      <a:pt x="37" y="27"/>
                    </a:cubicBezTo>
                    <a:cubicBezTo>
                      <a:pt x="36" y="28"/>
                      <a:pt x="37" y="26"/>
                      <a:pt x="37" y="26"/>
                    </a:cubicBezTo>
                    <a:cubicBezTo>
                      <a:pt x="36" y="29"/>
                      <a:pt x="38" y="25"/>
                      <a:pt x="37" y="27"/>
                    </a:cubicBezTo>
                    <a:cubicBezTo>
                      <a:pt x="37" y="27"/>
                      <a:pt x="37" y="27"/>
                      <a:pt x="37" y="28"/>
                    </a:cubicBezTo>
                    <a:cubicBezTo>
                      <a:pt x="37" y="29"/>
                      <a:pt x="38" y="27"/>
                      <a:pt x="38" y="29"/>
                    </a:cubicBezTo>
                    <a:cubicBezTo>
                      <a:pt x="39" y="28"/>
                      <a:pt x="38" y="31"/>
                      <a:pt x="39" y="29"/>
                    </a:cubicBezTo>
                    <a:cubicBezTo>
                      <a:pt x="38" y="31"/>
                      <a:pt x="39" y="30"/>
                      <a:pt x="38" y="31"/>
                    </a:cubicBezTo>
                    <a:cubicBezTo>
                      <a:pt x="40" y="28"/>
                      <a:pt x="38" y="33"/>
                      <a:pt x="40" y="30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41" y="31"/>
                      <a:pt x="41" y="33"/>
                      <a:pt x="43" y="32"/>
                    </a:cubicBezTo>
                    <a:cubicBezTo>
                      <a:pt x="44" y="31"/>
                      <a:pt x="43" y="35"/>
                      <a:pt x="44" y="34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5" y="32"/>
                      <a:pt x="45" y="33"/>
                      <a:pt x="45" y="34"/>
                    </a:cubicBezTo>
                    <a:cubicBezTo>
                      <a:pt x="46" y="33"/>
                      <a:pt x="45" y="34"/>
                      <a:pt x="46" y="35"/>
                    </a:cubicBezTo>
                    <a:cubicBezTo>
                      <a:pt x="46" y="34"/>
                      <a:pt x="46" y="34"/>
                      <a:pt x="47" y="33"/>
                    </a:cubicBezTo>
                    <a:cubicBezTo>
                      <a:pt x="46" y="36"/>
                      <a:pt x="48" y="33"/>
                      <a:pt x="48" y="35"/>
                    </a:cubicBezTo>
                    <a:cubicBezTo>
                      <a:pt x="49" y="32"/>
                      <a:pt x="49" y="33"/>
                      <a:pt x="49" y="33"/>
                    </a:cubicBezTo>
                    <a:cubicBezTo>
                      <a:pt x="49" y="33"/>
                      <a:pt x="49" y="34"/>
                      <a:pt x="48" y="34"/>
                    </a:cubicBezTo>
                    <a:cubicBezTo>
                      <a:pt x="49" y="34"/>
                      <a:pt x="49" y="34"/>
                      <a:pt x="49" y="35"/>
                    </a:cubicBezTo>
                    <a:cubicBezTo>
                      <a:pt x="50" y="35"/>
                      <a:pt x="51" y="33"/>
                      <a:pt x="50" y="34"/>
                    </a:cubicBezTo>
                    <a:cubicBezTo>
                      <a:pt x="49" y="36"/>
                      <a:pt x="51" y="34"/>
                      <a:pt x="51" y="35"/>
                    </a:cubicBezTo>
                    <a:cubicBezTo>
                      <a:pt x="52" y="33"/>
                      <a:pt x="53" y="32"/>
                      <a:pt x="53" y="33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3" y="34"/>
                      <a:pt x="52" y="37"/>
                      <a:pt x="55" y="35"/>
                    </a:cubicBezTo>
                    <a:cubicBezTo>
                      <a:pt x="54" y="36"/>
                      <a:pt x="54" y="36"/>
                      <a:pt x="54" y="36"/>
                    </a:cubicBezTo>
                    <a:cubicBezTo>
                      <a:pt x="56" y="35"/>
                      <a:pt x="55" y="38"/>
                      <a:pt x="58" y="35"/>
                    </a:cubicBezTo>
                    <a:cubicBezTo>
                      <a:pt x="57" y="36"/>
                      <a:pt x="57" y="37"/>
                      <a:pt x="57" y="37"/>
                    </a:cubicBezTo>
                    <a:cubicBezTo>
                      <a:pt x="58" y="36"/>
                      <a:pt x="58" y="36"/>
                      <a:pt x="60" y="35"/>
                    </a:cubicBezTo>
                    <a:cubicBezTo>
                      <a:pt x="60" y="35"/>
                      <a:pt x="59" y="36"/>
                      <a:pt x="59" y="36"/>
                    </a:cubicBezTo>
                    <a:cubicBezTo>
                      <a:pt x="59" y="37"/>
                      <a:pt x="58" y="39"/>
                      <a:pt x="60" y="37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60" y="37"/>
                      <a:pt x="62" y="36"/>
                      <a:pt x="61" y="38"/>
                    </a:cubicBezTo>
                    <a:cubicBezTo>
                      <a:pt x="62" y="37"/>
                      <a:pt x="62" y="36"/>
                      <a:pt x="63" y="35"/>
                    </a:cubicBezTo>
                    <a:cubicBezTo>
                      <a:pt x="64" y="35"/>
                      <a:pt x="62" y="37"/>
                      <a:pt x="63" y="36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2" y="38"/>
                      <a:pt x="63" y="38"/>
                      <a:pt x="64" y="38"/>
                    </a:cubicBezTo>
                    <a:cubicBezTo>
                      <a:pt x="63" y="40"/>
                      <a:pt x="65" y="38"/>
                      <a:pt x="65" y="39"/>
                    </a:cubicBezTo>
                    <a:cubicBezTo>
                      <a:pt x="66" y="38"/>
                      <a:pt x="65" y="40"/>
                      <a:pt x="67" y="38"/>
                    </a:cubicBezTo>
                    <a:cubicBezTo>
                      <a:pt x="66" y="39"/>
                      <a:pt x="66" y="39"/>
                      <a:pt x="66" y="39"/>
                    </a:cubicBezTo>
                    <a:cubicBezTo>
                      <a:pt x="66" y="39"/>
                      <a:pt x="67" y="40"/>
                      <a:pt x="67" y="40"/>
                    </a:cubicBezTo>
                    <a:cubicBezTo>
                      <a:pt x="67" y="41"/>
                      <a:pt x="68" y="39"/>
                      <a:pt x="69" y="39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8" y="39"/>
                      <a:pt x="70" y="38"/>
                      <a:pt x="71" y="37"/>
                    </a:cubicBezTo>
                    <a:cubicBezTo>
                      <a:pt x="71" y="38"/>
                      <a:pt x="71" y="37"/>
                      <a:pt x="71" y="38"/>
                    </a:cubicBezTo>
                    <a:cubicBezTo>
                      <a:pt x="70" y="38"/>
                      <a:pt x="69" y="39"/>
                      <a:pt x="68" y="41"/>
                    </a:cubicBezTo>
                    <a:cubicBezTo>
                      <a:pt x="67" y="41"/>
                      <a:pt x="70" y="39"/>
                      <a:pt x="69" y="40"/>
                    </a:cubicBezTo>
                    <a:cubicBezTo>
                      <a:pt x="69" y="41"/>
                      <a:pt x="69" y="41"/>
                      <a:pt x="70" y="39"/>
                    </a:cubicBezTo>
                    <a:cubicBezTo>
                      <a:pt x="69" y="41"/>
                      <a:pt x="69" y="41"/>
                      <a:pt x="69" y="41"/>
                    </a:cubicBezTo>
                    <a:cubicBezTo>
                      <a:pt x="69" y="41"/>
                      <a:pt x="69" y="41"/>
                      <a:pt x="70" y="40"/>
                    </a:cubicBezTo>
                    <a:cubicBezTo>
                      <a:pt x="70" y="41"/>
                      <a:pt x="70" y="40"/>
                      <a:pt x="70" y="40"/>
                    </a:cubicBezTo>
                    <a:cubicBezTo>
                      <a:pt x="71" y="39"/>
                      <a:pt x="71" y="39"/>
                      <a:pt x="73" y="38"/>
                    </a:cubicBezTo>
                    <a:cubicBezTo>
                      <a:pt x="72" y="38"/>
                      <a:pt x="72" y="38"/>
                      <a:pt x="72" y="38"/>
                    </a:cubicBezTo>
                    <a:cubicBezTo>
                      <a:pt x="73" y="37"/>
                      <a:pt x="74" y="37"/>
                      <a:pt x="73" y="38"/>
                    </a:cubicBezTo>
                    <a:cubicBezTo>
                      <a:pt x="72" y="39"/>
                      <a:pt x="71" y="40"/>
                      <a:pt x="70" y="40"/>
                    </a:cubicBezTo>
                    <a:cubicBezTo>
                      <a:pt x="74" y="38"/>
                      <a:pt x="74" y="38"/>
                      <a:pt x="74" y="38"/>
                    </a:cubicBezTo>
                    <a:cubicBezTo>
                      <a:pt x="73" y="39"/>
                      <a:pt x="73" y="38"/>
                      <a:pt x="74" y="37"/>
                    </a:cubicBezTo>
                    <a:cubicBezTo>
                      <a:pt x="73" y="38"/>
                      <a:pt x="73" y="38"/>
                      <a:pt x="73" y="38"/>
                    </a:cubicBezTo>
                    <a:cubicBezTo>
                      <a:pt x="74" y="36"/>
                      <a:pt x="74" y="36"/>
                      <a:pt x="74" y="36"/>
                    </a:cubicBezTo>
                    <a:cubicBezTo>
                      <a:pt x="74" y="37"/>
                      <a:pt x="75" y="35"/>
                      <a:pt x="73" y="36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2" y="37"/>
                      <a:pt x="71" y="39"/>
                      <a:pt x="72" y="37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3" y="36"/>
                      <a:pt x="73" y="36"/>
                      <a:pt x="73" y="36"/>
                    </a:cubicBezTo>
                    <a:cubicBezTo>
                      <a:pt x="75" y="34"/>
                      <a:pt x="75" y="34"/>
                      <a:pt x="75" y="34"/>
                    </a:cubicBezTo>
                    <a:cubicBezTo>
                      <a:pt x="72" y="37"/>
                      <a:pt x="73" y="35"/>
                      <a:pt x="73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4" y="34"/>
                      <a:pt x="72" y="36"/>
                      <a:pt x="72" y="36"/>
                    </a:cubicBezTo>
                    <a:cubicBezTo>
                      <a:pt x="72" y="35"/>
                      <a:pt x="74" y="33"/>
                      <a:pt x="75" y="33"/>
                    </a:cubicBezTo>
                    <a:cubicBezTo>
                      <a:pt x="74" y="32"/>
                      <a:pt x="72" y="33"/>
                      <a:pt x="73" y="32"/>
                    </a:cubicBezTo>
                    <a:cubicBezTo>
                      <a:pt x="73" y="32"/>
                      <a:pt x="72" y="32"/>
                      <a:pt x="71" y="33"/>
                    </a:cubicBezTo>
                    <a:cubicBezTo>
                      <a:pt x="71" y="33"/>
                      <a:pt x="73" y="31"/>
                      <a:pt x="72" y="32"/>
                    </a:cubicBezTo>
                    <a:cubicBezTo>
                      <a:pt x="73" y="30"/>
                      <a:pt x="74" y="29"/>
                      <a:pt x="75" y="28"/>
                    </a:cubicBezTo>
                    <a:cubicBezTo>
                      <a:pt x="75" y="28"/>
                      <a:pt x="76" y="27"/>
                      <a:pt x="75" y="27"/>
                    </a:cubicBezTo>
                    <a:cubicBezTo>
                      <a:pt x="76" y="27"/>
                      <a:pt x="76" y="26"/>
                      <a:pt x="76" y="26"/>
                    </a:cubicBezTo>
                    <a:cubicBezTo>
                      <a:pt x="75" y="27"/>
                      <a:pt x="74" y="28"/>
                      <a:pt x="74" y="29"/>
                    </a:cubicBezTo>
                    <a:cubicBezTo>
                      <a:pt x="73" y="31"/>
                      <a:pt x="74" y="29"/>
                      <a:pt x="72" y="31"/>
                    </a:cubicBezTo>
                    <a:cubicBezTo>
                      <a:pt x="72" y="30"/>
                      <a:pt x="72" y="30"/>
                      <a:pt x="71" y="30"/>
                    </a:cubicBezTo>
                    <a:cubicBezTo>
                      <a:pt x="71" y="30"/>
                      <a:pt x="72" y="29"/>
                      <a:pt x="73" y="28"/>
                    </a:cubicBezTo>
                    <a:cubicBezTo>
                      <a:pt x="72" y="29"/>
                      <a:pt x="71" y="30"/>
                      <a:pt x="71" y="29"/>
                    </a:cubicBezTo>
                    <a:cubicBezTo>
                      <a:pt x="70" y="31"/>
                      <a:pt x="70" y="31"/>
                      <a:pt x="69" y="32"/>
                    </a:cubicBezTo>
                    <a:cubicBezTo>
                      <a:pt x="68" y="32"/>
                      <a:pt x="68" y="33"/>
                      <a:pt x="68" y="33"/>
                    </a:cubicBezTo>
                    <a:cubicBezTo>
                      <a:pt x="69" y="31"/>
                      <a:pt x="71" y="29"/>
                      <a:pt x="71" y="29"/>
                    </a:cubicBezTo>
                    <a:cubicBezTo>
                      <a:pt x="72" y="27"/>
                      <a:pt x="71" y="29"/>
                      <a:pt x="72" y="27"/>
                    </a:cubicBezTo>
                    <a:cubicBezTo>
                      <a:pt x="74" y="25"/>
                      <a:pt x="75" y="26"/>
                      <a:pt x="74" y="27"/>
                    </a:cubicBezTo>
                    <a:cubicBezTo>
                      <a:pt x="76" y="25"/>
                      <a:pt x="74" y="26"/>
                      <a:pt x="75" y="25"/>
                    </a:cubicBezTo>
                    <a:cubicBezTo>
                      <a:pt x="75" y="25"/>
                      <a:pt x="74" y="25"/>
                      <a:pt x="73" y="26"/>
                    </a:cubicBezTo>
                    <a:cubicBezTo>
                      <a:pt x="73" y="26"/>
                      <a:pt x="73" y="27"/>
                      <a:pt x="72" y="27"/>
                    </a:cubicBezTo>
                    <a:cubicBezTo>
                      <a:pt x="70" y="29"/>
                      <a:pt x="73" y="26"/>
                      <a:pt x="73" y="25"/>
                    </a:cubicBezTo>
                    <a:cubicBezTo>
                      <a:pt x="73" y="25"/>
                      <a:pt x="73" y="25"/>
                      <a:pt x="73" y="25"/>
                    </a:cubicBezTo>
                    <a:cubicBezTo>
                      <a:pt x="74" y="24"/>
                      <a:pt x="72" y="26"/>
                      <a:pt x="72" y="25"/>
                    </a:cubicBezTo>
                    <a:cubicBezTo>
                      <a:pt x="74" y="23"/>
                      <a:pt x="73" y="25"/>
                      <a:pt x="74" y="24"/>
                    </a:cubicBezTo>
                    <a:cubicBezTo>
                      <a:pt x="76" y="22"/>
                      <a:pt x="76" y="22"/>
                      <a:pt x="76" y="22"/>
                    </a:cubicBezTo>
                    <a:cubicBezTo>
                      <a:pt x="75" y="21"/>
                      <a:pt x="74" y="24"/>
                      <a:pt x="74" y="23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74" y="22"/>
                      <a:pt x="74" y="22"/>
                      <a:pt x="74" y="22"/>
                    </a:cubicBezTo>
                    <a:cubicBezTo>
                      <a:pt x="73" y="23"/>
                      <a:pt x="72" y="25"/>
                      <a:pt x="73" y="25"/>
                    </a:cubicBezTo>
                    <a:cubicBezTo>
                      <a:pt x="70" y="27"/>
                      <a:pt x="72" y="25"/>
                      <a:pt x="71" y="25"/>
                    </a:cubicBezTo>
                    <a:cubicBezTo>
                      <a:pt x="70" y="27"/>
                      <a:pt x="72" y="25"/>
                      <a:pt x="71" y="27"/>
                    </a:cubicBezTo>
                    <a:cubicBezTo>
                      <a:pt x="70" y="28"/>
                      <a:pt x="69" y="28"/>
                      <a:pt x="69" y="28"/>
                    </a:cubicBezTo>
                    <a:cubicBezTo>
                      <a:pt x="69" y="28"/>
                      <a:pt x="70" y="26"/>
                      <a:pt x="71" y="25"/>
                    </a:cubicBezTo>
                    <a:cubicBezTo>
                      <a:pt x="71" y="25"/>
                      <a:pt x="71" y="25"/>
                      <a:pt x="71" y="26"/>
                    </a:cubicBezTo>
                    <a:cubicBezTo>
                      <a:pt x="72" y="25"/>
                      <a:pt x="73" y="23"/>
                      <a:pt x="74" y="22"/>
                    </a:cubicBezTo>
                    <a:cubicBezTo>
                      <a:pt x="74" y="21"/>
                      <a:pt x="72" y="24"/>
                      <a:pt x="72" y="23"/>
                    </a:cubicBezTo>
                    <a:cubicBezTo>
                      <a:pt x="73" y="23"/>
                      <a:pt x="71" y="24"/>
                      <a:pt x="71" y="25"/>
                    </a:cubicBezTo>
                    <a:cubicBezTo>
                      <a:pt x="68" y="29"/>
                      <a:pt x="73" y="22"/>
                      <a:pt x="72" y="22"/>
                    </a:cubicBezTo>
                    <a:cubicBezTo>
                      <a:pt x="70" y="25"/>
                      <a:pt x="69" y="25"/>
                      <a:pt x="67" y="28"/>
                    </a:cubicBezTo>
                    <a:cubicBezTo>
                      <a:pt x="67" y="29"/>
                      <a:pt x="66" y="29"/>
                      <a:pt x="66" y="29"/>
                    </a:cubicBezTo>
                    <a:cubicBezTo>
                      <a:pt x="68" y="27"/>
                      <a:pt x="67" y="27"/>
                      <a:pt x="69" y="26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71" y="23"/>
                      <a:pt x="71" y="21"/>
                      <a:pt x="72" y="21"/>
                    </a:cubicBezTo>
                    <a:cubicBezTo>
                      <a:pt x="71" y="21"/>
                      <a:pt x="71" y="22"/>
                      <a:pt x="70" y="22"/>
                    </a:cubicBezTo>
                    <a:cubicBezTo>
                      <a:pt x="71" y="22"/>
                      <a:pt x="71" y="21"/>
                      <a:pt x="71" y="21"/>
                    </a:cubicBezTo>
                    <a:cubicBezTo>
                      <a:pt x="71" y="22"/>
                      <a:pt x="69" y="23"/>
                      <a:pt x="69" y="23"/>
                    </a:cubicBezTo>
                    <a:cubicBezTo>
                      <a:pt x="69" y="23"/>
                      <a:pt x="70" y="22"/>
                      <a:pt x="70" y="21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70" y="21"/>
                      <a:pt x="72" y="19"/>
                      <a:pt x="71" y="20"/>
                    </a:cubicBezTo>
                    <a:cubicBezTo>
                      <a:pt x="69" y="23"/>
                      <a:pt x="69" y="23"/>
                      <a:pt x="69" y="23"/>
                    </a:cubicBezTo>
                    <a:cubicBezTo>
                      <a:pt x="68" y="23"/>
                      <a:pt x="69" y="22"/>
                      <a:pt x="69" y="22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69" y="22"/>
                      <a:pt x="71" y="19"/>
                      <a:pt x="71" y="19"/>
                    </a:cubicBezTo>
                    <a:cubicBezTo>
                      <a:pt x="70" y="21"/>
                      <a:pt x="70" y="21"/>
                      <a:pt x="70" y="21"/>
                    </a:cubicBezTo>
                    <a:cubicBezTo>
                      <a:pt x="71" y="19"/>
                      <a:pt x="71" y="19"/>
                      <a:pt x="71" y="19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0" y="20"/>
                      <a:pt x="68" y="22"/>
                      <a:pt x="69" y="20"/>
                    </a:cubicBezTo>
                    <a:cubicBezTo>
                      <a:pt x="68" y="22"/>
                      <a:pt x="69" y="20"/>
                      <a:pt x="69" y="21"/>
                    </a:cubicBezTo>
                    <a:cubicBezTo>
                      <a:pt x="68" y="23"/>
                      <a:pt x="68" y="22"/>
                      <a:pt x="67" y="22"/>
                    </a:cubicBezTo>
                    <a:cubicBezTo>
                      <a:pt x="69" y="20"/>
                      <a:pt x="67" y="22"/>
                      <a:pt x="67" y="22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7" y="22"/>
                      <a:pt x="67" y="22"/>
                      <a:pt x="67" y="22"/>
                    </a:cubicBezTo>
                    <a:cubicBezTo>
                      <a:pt x="69" y="19"/>
                      <a:pt x="66" y="22"/>
                      <a:pt x="67" y="21"/>
                    </a:cubicBezTo>
                    <a:cubicBezTo>
                      <a:pt x="67" y="20"/>
                      <a:pt x="68" y="19"/>
                      <a:pt x="68" y="18"/>
                    </a:cubicBezTo>
                    <a:cubicBezTo>
                      <a:pt x="67" y="21"/>
                      <a:pt x="66" y="21"/>
                      <a:pt x="65" y="23"/>
                    </a:cubicBezTo>
                    <a:cubicBezTo>
                      <a:pt x="66" y="22"/>
                      <a:pt x="67" y="20"/>
                      <a:pt x="68" y="18"/>
                    </a:cubicBezTo>
                    <a:cubicBezTo>
                      <a:pt x="67" y="20"/>
                      <a:pt x="69" y="17"/>
                      <a:pt x="67" y="19"/>
                    </a:cubicBezTo>
                    <a:cubicBezTo>
                      <a:pt x="67" y="20"/>
                      <a:pt x="66" y="20"/>
                      <a:pt x="65" y="21"/>
                    </a:cubicBezTo>
                    <a:cubicBezTo>
                      <a:pt x="65" y="21"/>
                      <a:pt x="66" y="20"/>
                      <a:pt x="66" y="19"/>
                    </a:cubicBezTo>
                    <a:cubicBezTo>
                      <a:pt x="66" y="20"/>
                      <a:pt x="65" y="21"/>
                      <a:pt x="65" y="22"/>
                    </a:cubicBezTo>
                    <a:cubicBezTo>
                      <a:pt x="65" y="21"/>
                      <a:pt x="63" y="23"/>
                      <a:pt x="64" y="22"/>
                    </a:cubicBezTo>
                    <a:cubicBezTo>
                      <a:pt x="65" y="21"/>
                      <a:pt x="65" y="22"/>
                      <a:pt x="65" y="20"/>
                    </a:cubicBezTo>
                    <a:cubicBezTo>
                      <a:pt x="65" y="20"/>
                      <a:pt x="63" y="24"/>
                      <a:pt x="62" y="24"/>
                    </a:cubicBezTo>
                    <a:cubicBezTo>
                      <a:pt x="62" y="25"/>
                      <a:pt x="60" y="27"/>
                      <a:pt x="60" y="28"/>
                    </a:cubicBezTo>
                    <a:cubicBezTo>
                      <a:pt x="60" y="27"/>
                      <a:pt x="60" y="27"/>
                      <a:pt x="61" y="25"/>
                    </a:cubicBezTo>
                    <a:cubicBezTo>
                      <a:pt x="61" y="26"/>
                      <a:pt x="61" y="26"/>
                      <a:pt x="61" y="26"/>
                    </a:cubicBezTo>
                    <a:cubicBezTo>
                      <a:pt x="62" y="23"/>
                      <a:pt x="64" y="22"/>
                      <a:pt x="65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5" y="19"/>
                      <a:pt x="65" y="18"/>
                      <a:pt x="65" y="18"/>
                    </a:cubicBezTo>
                    <a:cubicBezTo>
                      <a:pt x="64" y="20"/>
                      <a:pt x="65" y="18"/>
                      <a:pt x="65" y="19"/>
                    </a:cubicBezTo>
                    <a:cubicBezTo>
                      <a:pt x="64" y="19"/>
                      <a:pt x="63" y="22"/>
                      <a:pt x="63" y="21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5" y="17"/>
                      <a:pt x="64" y="20"/>
                      <a:pt x="64" y="19"/>
                    </a:cubicBezTo>
                    <a:cubicBezTo>
                      <a:pt x="65" y="18"/>
                      <a:pt x="65" y="18"/>
                      <a:pt x="65" y="18"/>
                    </a:cubicBezTo>
                    <a:cubicBezTo>
                      <a:pt x="64" y="17"/>
                      <a:pt x="63" y="17"/>
                      <a:pt x="60" y="20"/>
                    </a:cubicBezTo>
                    <a:cubicBezTo>
                      <a:pt x="61" y="19"/>
                      <a:pt x="61" y="18"/>
                      <a:pt x="61" y="17"/>
                    </a:cubicBezTo>
                    <a:cubicBezTo>
                      <a:pt x="61" y="18"/>
                      <a:pt x="60" y="19"/>
                      <a:pt x="60" y="19"/>
                    </a:cubicBezTo>
                    <a:cubicBezTo>
                      <a:pt x="61" y="17"/>
                      <a:pt x="61" y="17"/>
                      <a:pt x="61" y="17"/>
                    </a:cubicBezTo>
                    <a:cubicBezTo>
                      <a:pt x="61" y="16"/>
                      <a:pt x="60" y="17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61" y="16"/>
                      <a:pt x="59" y="18"/>
                      <a:pt x="59" y="18"/>
                    </a:cubicBezTo>
                    <a:cubicBezTo>
                      <a:pt x="60" y="17"/>
                      <a:pt x="60" y="17"/>
                      <a:pt x="60" y="17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8" y="19"/>
                      <a:pt x="58" y="18"/>
                      <a:pt x="60" y="16"/>
                    </a:cubicBezTo>
                    <a:cubicBezTo>
                      <a:pt x="59" y="18"/>
                      <a:pt x="59" y="18"/>
                      <a:pt x="59" y="18"/>
                    </a:cubicBezTo>
                    <a:cubicBezTo>
                      <a:pt x="59" y="16"/>
                      <a:pt x="59" y="16"/>
                      <a:pt x="58" y="17"/>
                    </a:cubicBezTo>
                    <a:cubicBezTo>
                      <a:pt x="58" y="17"/>
                      <a:pt x="58" y="18"/>
                      <a:pt x="57" y="19"/>
                    </a:cubicBezTo>
                    <a:cubicBezTo>
                      <a:pt x="56" y="21"/>
                      <a:pt x="57" y="19"/>
                      <a:pt x="56" y="20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9" y="15"/>
                      <a:pt x="57" y="17"/>
                      <a:pt x="56" y="16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7" y="15"/>
                      <a:pt x="55" y="17"/>
                      <a:pt x="55" y="15"/>
                    </a:cubicBezTo>
                    <a:cubicBezTo>
                      <a:pt x="55" y="16"/>
                      <a:pt x="53" y="19"/>
                      <a:pt x="53" y="19"/>
                    </a:cubicBezTo>
                    <a:cubicBezTo>
                      <a:pt x="52" y="20"/>
                      <a:pt x="54" y="16"/>
                      <a:pt x="55" y="15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4" y="16"/>
                      <a:pt x="54" y="16"/>
                      <a:pt x="54" y="16"/>
                    </a:cubicBezTo>
                    <a:cubicBezTo>
                      <a:pt x="53" y="16"/>
                      <a:pt x="53" y="17"/>
                      <a:pt x="53" y="16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53" y="16"/>
                      <a:pt x="54" y="14"/>
                      <a:pt x="53" y="15"/>
                    </a:cubicBezTo>
                    <a:cubicBezTo>
                      <a:pt x="52" y="16"/>
                      <a:pt x="53" y="15"/>
                      <a:pt x="52" y="16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1" y="17"/>
                      <a:pt x="51" y="17"/>
                      <a:pt x="51" y="17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53" y="15"/>
                      <a:pt x="53" y="15"/>
                      <a:pt x="53" y="15"/>
                    </a:cubicBezTo>
                    <a:cubicBezTo>
                      <a:pt x="53" y="14"/>
                      <a:pt x="52" y="16"/>
                      <a:pt x="51" y="17"/>
                    </a:cubicBezTo>
                    <a:cubicBezTo>
                      <a:pt x="51" y="18"/>
                      <a:pt x="51" y="16"/>
                      <a:pt x="51" y="16"/>
                    </a:cubicBezTo>
                    <a:cubicBezTo>
                      <a:pt x="52" y="15"/>
                      <a:pt x="51" y="16"/>
                      <a:pt x="52" y="16"/>
                    </a:cubicBezTo>
                    <a:cubicBezTo>
                      <a:pt x="52" y="15"/>
                      <a:pt x="52" y="15"/>
                      <a:pt x="52" y="14"/>
                    </a:cubicBezTo>
                    <a:cubicBezTo>
                      <a:pt x="52" y="14"/>
                      <a:pt x="51" y="16"/>
                      <a:pt x="51" y="16"/>
                    </a:cubicBezTo>
                    <a:cubicBezTo>
                      <a:pt x="51" y="15"/>
                      <a:pt x="51" y="16"/>
                      <a:pt x="52" y="14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51" y="16"/>
                      <a:pt x="51" y="16"/>
                      <a:pt x="50" y="17"/>
                    </a:cubicBezTo>
                    <a:cubicBezTo>
                      <a:pt x="50" y="17"/>
                      <a:pt x="49" y="18"/>
                      <a:pt x="50" y="17"/>
                    </a:cubicBezTo>
                    <a:cubicBezTo>
                      <a:pt x="50" y="17"/>
                      <a:pt x="50" y="17"/>
                      <a:pt x="50" y="17"/>
                    </a:cubicBezTo>
                    <a:cubicBezTo>
                      <a:pt x="50" y="17"/>
                      <a:pt x="50" y="16"/>
                      <a:pt x="49" y="18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49" y="17"/>
                      <a:pt x="49" y="17"/>
                      <a:pt x="49" y="17"/>
                    </a:cubicBezTo>
                    <a:cubicBezTo>
                      <a:pt x="50" y="15"/>
                      <a:pt x="51" y="14"/>
                      <a:pt x="51" y="13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9" y="15"/>
                      <a:pt x="50" y="14"/>
                      <a:pt x="50" y="14"/>
                    </a:cubicBezTo>
                    <a:cubicBezTo>
                      <a:pt x="50" y="12"/>
                      <a:pt x="47" y="18"/>
                      <a:pt x="48" y="16"/>
                    </a:cubicBezTo>
                    <a:cubicBezTo>
                      <a:pt x="49" y="14"/>
                      <a:pt x="49" y="14"/>
                      <a:pt x="49" y="13"/>
                    </a:cubicBezTo>
                    <a:cubicBezTo>
                      <a:pt x="49" y="14"/>
                      <a:pt x="48" y="14"/>
                      <a:pt x="48" y="14"/>
                    </a:cubicBezTo>
                    <a:cubicBezTo>
                      <a:pt x="48" y="15"/>
                      <a:pt x="49" y="13"/>
                      <a:pt x="49" y="14"/>
                    </a:cubicBezTo>
                    <a:cubicBezTo>
                      <a:pt x="48" y="16"/>
                      <a:pt x="48" y="15"/>
                      <a:pt x="48" y="15"/>
                    </a:cubicBezTo>
                    <a:cubicBezTo>
                      <a:pt x="50" y="11"/>
                      <a:pt x="47" y="14"/>
                      <a:pt x="48" y="12"/>
                    </a:cubicBezTo>
                    <a:cubicBezTo>
                      <a:pt x="47" y="14"/>
                      <a:pt x="47" y="12"/>
                      <a:pt x="47" y="13"/>
                    </a:cubicBezTo>
                    <a:cubicBezTo>
                      <a:pt x="48" y="11"/>
                      <a:pt x="46" y="13"/>
                      <a:pt x="47" y="12"/>
                    </a:cubicBezTo>
                    <a:cubicBezTo>
                      <a:pt x="46" y="14"/>
                      <a:pt x="46" y="14"/>
                      <a:pt x="46" y="14"/>
                    </a:cubicBezTo>
                    <a:cubicBezTo>
                      <a:pt x="46" y="13"/>
                      <a:pt x="44" y="18"/>
                      <a:pt x="45" y="15"/>
                    </a:cubicBezTo>
                    <a:cubicBezTo>
                      <a:pt x="45" y="14"/>
                      <a:pt x="46" y="13"/>
                      <a:pt x="46" y="13"/>
                    </a:cubicBezTo>
                    <a:cubicBezTo>
                      <a:pt x="47" y="10"/>
                      <a:pt x="44" y="14"/>
                      <a:pt x="46" y="12"/>
                    </a:cubicBezTo>
                    <a:cubicBezTo>
                      <a:pt x="45" y="12"/>
                      <a:pt x="44" y="14"/>
                      <a:pt x="44" y="15"/>
                    </a:cubicBezTo>
                    <a:cubicBezTo>
                      <a:pt x="44" y="14"/>
                      <a:pt x="44" y="12"/>
                      <a:pt x="45" y="12"/>
                    </a:cubicBezTo>
                    <a:cubicBezTo>
                      <a:pt x="44" y="12"/>
                      <a:pt x="44" y="13"/>
                      <a:pt x="44" y="12"/>
                    </a:cubicBezTo>
                    <a:cubicBezTo>
                      <a:pt x="44" y="11"/>
                      <a:pt x="45" y="11"/>
                      <a:pt x="45" y="11"/>
                    </a:cubicBezTo>
                    <a:cubicBezTo>
                      <a:pt x="45" y="10"/>
                      <a:pt x="44" y="11"/>
                      <a:pt x="44" y="12"/>
                    </a:cubicBezTo>
                    <a:cubicBezTo>
                      <a:pt x="44" y="10"/>
                      <a:pt x="43" y="11"/>
                      <a:pt x="44" y="10"/>
                    </a:cubicBezTo>
                    <a:cubicBezTo>
                      <a:pt x="42" y="12"/>
                      <a:pt x="44" y="9"/>
                      <a:pt x="42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2"/>
                      <a:pt x="41" y="13"/>
                      <a:pt x="41" y="13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3" y="9"/>
                      <a:pt x="42" y="11"/>
                      <a:pt x="42" y="10"/>
                    </a:cubicBezTo>
                    <a:cubicBezTo>
                      <a:pt x="42" y="11"/>
                      <a:pt x="42" y="10"/>
                      <a:pt x="42" y="11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40" y="13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1"/>
                      <a:pt x="40" y="11"/>
                      <a:pt x="40" y="11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10"/>
                      <a:pt x="41" y="10"/>
                      <a:pt x="41" y="10"/>
                    </a:cubicBezTo>
                    <a:cubicBezTo>
                      <a:pt x="41" y="8"/>
                      <a:pt x="41" y="8"/>
                      <a:pt x="41" y="8"/>
                    </a:cubicBezTo>
                    <a:cubicBezTo>
                      <a:pt x="41" y="8"/>
                      <a:pt x="40" y="10"/>
                      <a:pt x="40" y="11"/>
                    </a:cubicBezTo>
                    <a:cubicBezTo>
                      <a:pt x="40" y="9"/>
                      <a:pt x="39" y="10"/>
                      <a:pt x="38" y="11"/>
                    </a:cubicBezTo>
                    <a:cubicBezTo>
                      <a:pt x="38" y="11"/>
                      <a:pt x="39" y="10"/>
                      <a:pt x="39" y="10"/>
                    </a:cubicBezTo>
                    <a:cubicBezTo>
                      <a:pt x="38" y="10"/>
                      <a:pt x="38" y="12"/>
                      <a:pt x="38" y="11"/>
                    </a:cubicBezTo>
                    <a:cubicBezTo>
                      <a:pt x="38" y="11"/>
                      <a:pt x="38" y="10"/>
                      <a:pt x="38" y="9"/>
                    </a:cubicBezTo>
                    <a:cubicBezTo>
                      <a:pt x="38" y="9"/>
                      <a:pt x="38" y="11"/>
                      <a:pt x="38" y="11"/>
                    </a:cubicBezTo>
                    <a:cubicBezTo>
                      <a:pt x="38" y="8"/>
                      <a:pt x="36" y="12"/>
                      <a:pt x="37" y="10"/>
                    </a:cubicBezTo>
                    <a:cubicBezTo>
                      <a:pt x="36" y="10"/>
                      <a:pt x="37" y="9"/>
                      <a:pt x="37" y="9"/>
                    </a:cubicBezTo>
                    <a:cubicBezTo>
                      <a:pt x="37" y="9"/>
                      <a:pt x="36" y="10"/>
                      <a:pt x="35" y="11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6" y="10"/>
                      <a:pt x="35" y="10"/>
                      <a:pt x="35" y="11"/>
                    </a:cubicBezTo>
                    <a:cubicBezTo>
                      <a:pt x="34" y="12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3" y="12"/>
                      <a:pt x="33" y="13"/>
                      <a:pt x="33" y="13"/>
                    </a:cubicBezTo>
                    <a:cubicBezTo>
                      <a:pt x="33" y="12"/>
                      <a:pt x="33" y="13"/>
                      <a:pt x="34" y="12"/>
                    </a:cubicBezTo>
                    <a:cubicBezTo>
                      <a:pt x="35" y="10"/>
                      <a:pt x="34" y="10"/>
                      <a:pt x="34" y="10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33" y="12"/>
                      <a:pt x="34" y="10"/>
                      <a:pt x="33" y="10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2" y="12"/>
                      <a:pt x="32" y="11"/>
                    </a:cubicBezTo>
                    <a:cubicBezTo>
                      <a:pt x="32" y="12"/>
                      <a:pt x="30" y="14"/>
                      <a:pt x="29" y="15"/>
                    </a:cubicBezTo>
                    <a:cubicBezTo>
                      <a:pt x="30" y="15"/>
                      <a:pt x="29" y="16"/>
                      <a:pt x="29" y="16"/>
                    </a:cubicBezTo>
                    <a:cubicBezTo>
                      <a:pt x="29" y="15"/>
                      <a:pt x="29" y="16"/>
                      <a:pt x="29" y="15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0" y="13"/>
                      <a:pt x="31" y="11"/>
                      <a:pt x="31" y="10"/>
                    </a:cubicBezTo>
                    <a:cubicBezTo>
                      <a:pt x="31" y="11"/>
                      <a:pt x="31" y="10"/>
                      <a:pt x="30" y="10"/>
                    </a:cubicBezTo>
                    <a:cubicBezTo>
                      <a:pt x="29" y="12"/>
                      <a:pt x="29" y="11"/>
                      <a:pt x="28" y="13"/>
                    </a:cubicBezTo>
                    <a:cubicBezTo>
                      <a:pt x="28" y="13"/>
                      <a:pt x="29" y="11"/>
                      <a:pt x="29" y="11"/>
                    </a:cubicBezTo>
                    <a:cubicBezTo>
                      <a:pt x="28" y="11"/>
                      <a:pt x="28" y="10"/>
                      <a:pt x="28" y="11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1"/>
                      <a:pt x="27" y="10"/>
                      <a:pt x="26" y="12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7" y="10"/>
                      <a:pt x="25" y="14"/>
                      <a:pt x="26" y="12"/>
                    </a:cubicBezTo>
                    <a:cubicBezTo>
                      <a:pt x="26" y="11"/>
                      <a:pt x="26" y="11"/>
                      <a:pt x="26" y="11"/>
                    </a:cubicBezTo>
                    <a:cubicBezTo>
                      <a:pt x="26" y="12"/>
                      <a:pt x="26" y="10"/>
                      <a:pt x="25" y="11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6" y="11"/>
                      <a:pt x="25" y="10"/>
                      <a:pt x="24" y="12"/>
                    </a:cubicBezTo>
                    <a:cubicBezTo>
                      <a:pt x="25" y="10"/>
                      <a:pt x="25" y="10"/>
                      <a:pt x="25" y="10"/>
                    </a:cubicBezTo>
                    <a:cubicBezTo>
                      <a:pt x="26" y="9"/>
                      <a:pt x="24" y="12"/>
                      <a:pt x="24" y="11"/>
                    </a:cubicBezTo>
                    <a:cubicBezTo>
                      <a:pt x="24" y="11"/>
                      <a:pt x="25" y="10"/>
                      <a:pt x="25" y="10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3" y="8"/>
                      <a:pt x="22" y="8"/>
                      <a:pt x="20" y="9"/>
                    </a:cubicBezTo>
                    <a:cubicBezTo>
                      <a:pt x="21" y="7"/>
                      <a:pt x="21" y="8"/>
                      <a:pt x="22" y="6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0" y="7"/>
                      <a:pt x="21" y="6"/>
                      <a:pt x="20" y="6"/>
                    </a:cubicBezTo>
                    <a:cubicBezTo>
                      <a:pt x="20" y="7"/>
                      <a:pt x="20" y="7"/>
                      <a:pt x="20" y="7"/>
                    </a:cubicBezTo>
                    <a:cubicBezTo>
                      <a:pt x="19" y="8"/>
                      <a:pt x="21" y="4"/>
                      <a:pt x="20" y="7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9" y="7"/>
                      <a:pt x="20" y="4"/>
                      <a:pt x="19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0" y="5"/>
                      <a:pt x="18" y="8"/>
                      <a:pt x="18" y="6"/>
                    </a:cubicBezTo>
                    <a:cubicBezTo>
                      <a:pt x="18" y="6"/>
                      <a:pt x="18" y="7"/>
                      <a:pt x="17" y="8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17" y="7"/>
                      <a:pt x="16" y="6"/>
                      <a:pt x="14" y="8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3" y="8"/>
                      <a:pt x="15" y="4"/>
                      <a:pt x="12" y="8"/>
                    </a:cubicBezTo>
                    <a:cubicBezTo>
                      <a:pt x="11" y="9"/>
                      <a:pt x="11" y="9"/>
                      <a:pt x="11" y="9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8"/>
                      <a:pt x="12" y="7"/>
                      <a:pt x="11" y="8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2" y="7"/>
                      <a:pt x="10" y="9"/>
                      <a:pt x="10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4"/>
                      <a:pt x="11" y="1"/>
                      <a:pt x="8" y="5"/>
                    </a:cubicBezTo>
                    <a:cubicBezTo>
                      <a:pt x="7" y="5"/>
                      <a:pt x="9" y="2"/>
                      <a:pt x="9" y="3"/>
                    </a:cubicBezTo>
                    <a:cubicBezTo>
                      <a:pt x="6" y="5"/>
                      <a:pt x="8" y="0"/>
                      <a:pt x="4" y="4"/>
                    </a:cubicBezTo>
                    <a:cubicBezTo>
                      <a:pt x="3" y="5"/>
                      <a:pt x="0" y="10"/>
                      <a:pt x="0" y="10"/>
                    </a:cubicBezTo>
                    <a:cubicBezTo>
                      <a:pt x="3" y="9"/>
                      <a:pt x="3" y="12"/>
                      <a:pt x="3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3" name="Freeform 211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3266" y="1867"/>
                <a:ext cx="5" cy="3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0"/>
                      <a:pt x="1" y="0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4" name="Freeform 212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3266" y="1861"/>
                <a:ext cx="3" cy="4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1 h 2"/>
                  <a:gd name="T4" fmla="*/ 0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1" y="0"/>
                      <a:pt x="0" y="1"/>
                      <a:pt x="1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5" name="Freeform 213"/>
              <p:cNvSpPr/>
              <p:nvPr>
                <p:custDataLst>
                  <p:tags r:id="rId58"/>
                </p:custDataLst>
              </p:nvPr>
            </p:nvSpPr>
            <p:spPr bwMode="auto">
              <a:xfrm>
                <a:off x="3260" y="185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6" name="Freeform 214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3260" y="1893"/>
                <a:ext cx="4" cy="6"/>
              </a:xfrm>
              <a:custGeom>
                <a:avLst/>
                <a:gdLst>
                  <a:gd name="T0" fmla="*/ 0 w 2"/>
                  <a:gd name="T1" fmla="*/ 3 h 3"/>
                  <a:gd name="T2" fmla="*/ 2 w 2"/>
                  <a:gd name="T3" fmla="*/ 0 h 3"/>
                  <a:gd name="T4" fmla="*/ 0 w 2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0" y="3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1"/>
                      <a:pt x="1" y="2"/>
                      <a:pt x="0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7" name="Freeform 215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3269" y="1870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0 w 1"/>
                  <a:gd name="T5" fmla="*/ 2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8" name="Freeform 216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3260" y="1895"/>
                <a:ext cx="4" cy="4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2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0"/>
                      <a:pt x="1" y="2"/>
                      <a:pt x="1" y="2"/>
                    </a:cubicBezTo>
                    <a:cubicBezTo>
                      <a:pt x="0" y="2"/>
                      <a:pt x="1" y="2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9" name="Freeform 217"/>
              <p:cNvSpPr/>
              <p:nvPr>
                <p:custDataLst>
                  <p:tags r:id="rId62"/>
                </p:custDataLst>
              </p:nvPr>
            </p:nvSpPr>
            <p:spPr bwMode="auto">
              <a:xfrm>
                <a:off x="4538" y="18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8" name="Freeform 218"/>
              <p:cNvSpPr/>
              <p:nvPr>
                <p:custDataLst>
                  <p:tags r:id="rId63"/>
                </p:custDataLst>
              </p:nvPr>
            </p:nvSpPr>
            <p:spPr bwMode="auto">
              <a:xfrm>
                <a:off x="3213" y="1882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0" name="Freeform 219"/>
              <p:cNvSpPr/>
              <p:nvPr>
                <p:custDataLst>
                  <p:tags r:id="rId64"/>
                </p:custDataLst>
              </p:nvPr>
            </p:nvSpPr>
            <p:spPr bwMode="auto">
              <a:xfrm>
                <a:off x="3190" y="182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1" name="Freeform 220"/>
              <p:cNvSpPr/>
              <p:nvPr>
                <p:custDataLst>
                  <p:tags r:id="rId65"/>
                </p:custDataLst>
              </p:nvPr>
            </p:nvSpPr>
            <p:spPr bwMode="auto">
              <a:xfrm>
                <a:off x="3271" y="1870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2" name="Freeform 221"/>
              <p:cNvSpPr/>
              <p:nvPr>
                <p:custDataLst>
                  <p:tags r:id="rId66"/>
                </p:custDataLst>
              </p:nvPr>
            </p:nvSpPr>
            <p:spPr bwMode="auto">
              <a:xfrm>
                <a:off x="3190" y="1872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" name="Freeform 222"/>
              <p:cNvSpPr/>
              <p:nvPr>
                <p:custDataLst>
                  <p:tags r:id="rId67"/>
                </p:custDataLst>
              </p:nvPr>
            </p:nvSpPr>
            <p:spPr bwMode="auto">
              <a:xfrm>
                <a:off x="4574" y="1855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" name="Freeform 223"/>
              <p:cNvSpPr/>
              <p:nvPr>
                <p:custDataLst>
                  <p:tags r:id="rId68"/>
                </p:custDataLst>
              </p:nvPr>
            </p:nvSpPr>
            <p:spPr bwMode="auto">
              <a:xfrm>
                <a:off x="3199" y="18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6" name="Freeform 224"/>
              <p:cNvSpPr/>
              <p:nvPr>
                <p:custDataLst>
                  <p:tags r:id="rId69"/>
                </p:custDataLst>
              </p:nvPr>
            </p:nvSpPr>
            <p:spPr bwMode="auto">
              <a:xfrm>
                <a:off x="3271" y="1859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1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7" name="Freeform 225"/>
              <p:cNvSpPr/>
              <p:nvPr>
                <p:custDataLst>
                  <p:tags r:id="rId70"/>
                </p:custDataLst>
              </p:nvPr>
            </p:nvSpPr>
            <p:spPr bwMode="auto">
              <a:xfrm>
                <a:off x="3742" y="3006"/>
                <a:ext cx="6" cy="9"/>
              </a:xfrm>
              <a:custGeom>
                <a:avLst/>
                <a:gdLst>
                  <a:gd name="T0" fmla="*/ 3 w 3"/>
                  <a:gd name="T1" fmla="*/ 0 h 4"/>
                  <a:gd name="T2" fmla="*/ 1 w 3"/>
                  <a:gd name="T3" fmla="*/ 1 h 4"/>
                  <a:gd name="T4" fmla="*/ 1 w 3"/>
                  <a:gd name="T5" fmla="*/ 3 h 4"/>
                  <a:gd name="T6" fmla="*/ 0 w 3"/>
                  <a:gd name="T7" fmla="*/ 4 h 4"/>
                  <a:gd name="T8" fmla="*/ 2 w 3"/>
                  <a:gd name="T9" fmla="*/ 1 h 4"/>
                  <a:gd name="T10" fmla="*/ 3 w 3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3"/>
                    </a:cubicBezTo>
                    <a:cubicBezTo>
                      <a:pt x="1" y="3"/>
                      <a:pt x="0" y="4"/>
                      <a:pt x="0" y="4"/>
                    </a:cubicBezTo>
                    <a:cubicBezTo>
                      <a:pt x="1" y="4"/>
                      <a:pt x="2" y="2"/>
                      <a:pt x="2" y="1"/>
                    </a:cubicBezTo>
                    <a:cubicBezTo>
                      <a:pt x="3" y="1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8" name="Freeform 226"/>
              <p:cNvSpPr/>
              <p:nvPr>
                <p:custDataLst>
                  <p:tags r:id="rId71"/>
                </p:custDataLst>
              </p:nvPr>
            </p:nvSpPr>
            <p:spPr bwMode="auto">
              <a:xfrm>
                <a:off x="3988" y="301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39" name="Freeform 227"/>
              <p:cNvSpPr/>
              <p:nvPr>
                <p:custDataLst>
                  <p:tags r:id="rId72"/>
                </p:custDataLst>
              </p:nvPr>
            </p:nvSpPr>
            <p:spPr bwMode="auto">
              <a:xfrm>
                <a:off x="3742" y="300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0" name="Rectangle 228"/>
              <p:cNvSpPr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3748" y="3015"/>
                <a:ext cx="4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1" name="Freeform 229"/>
              <p:cNvSpPr/>
              <p:nvPr>
                <p:custDataLst>
                  <p:tags r:id="rId74"/>
                </p:custDataLst>
              </p:nvPr>
            </p:nvSpPr>
            <p:spPr bwMode="auto">
              <a:xfrm>
                <a:off x="3744" y="2894"/>
                <a:ext cx="2" cy="10"/>
              </a:xfrm>
              <a:custGeom>
                <a:avLst/>
                <a:gdLst>
                  <a:gd name="T0" fmla="*/ 0 w 1"/>
                  <a:gd name="T1" fmla="*/ 2 h 5"/>
                  <a:gd name="T2" fmla="*/ 1 w 1"/>
                  <a:gd name="T3" fmla="*/ 3 h 5"/>
                  <a:gd name="T4" fmla="*/ 0 w 1"/>
                  <a:gd name="T5" fmla="*/ 5 h 5"/>
                  <a:gd name="T6" fmla="*/ 1 w 1"/>
                  <a:gd name="T7" fmla="*/ 1 h 5"/>
                  <a:gd name="T8" fmla="*/ 1 w 1"/>
                  <a:gd name="T9" fmla="*/ 0 h 5"/>
                  <a:gd name="T10" fmla="*/ 0 w 1"/>
                  <a:gd name="T1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5">
                    <a:moveTo>
                      <a:pt x="0" y="2"/>
                    </a:moveTo>
                    <a:cubicBezTo>
                      <a:pt x="0" y="2"/>
                      <a:pt x="0" y="4"/>
                      <a:pt x="1" y="3"/>
                    </a:cubicBezTo>
                    <a:cubicBezTo>
                      <a:pt x="1" y="3"/>
                      <a:pt x="0" y="4"/>
                      <a:pt x="0" y="5"/>
                    </a:cubicBezTo>
                    <a:cubicBezTo>
                      <a:pt x="1" y="4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2" name="Freeform 230"/>
              <p:cNvSpPr/>
              <p:nvPr>
                <p:custDataLst>
                  <p:tags r:id="rId75"/>
                </p:custDataLst>
              </p:nvPr>
            </p:nvSpPr>
            <p:spPr bwMode="auto">
              <a:xfrm>
                <a:off x="3744" y="300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  <a:gd name="T6" fmla="*/ 1 w 1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3" name="Freeform 231"/>
              <p:cNvSpPr/>
              <p:nvPr>
                <p:custDataLst>
                  <p:tags r:id="rId76"/>
                </p:custDataLst>
              </p:nvPr>
            </p:nvSpPr>
            <p:spPr bwMode="auto">
              <a:xfrm>
                <a:off x="3742" y="2892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2 h 2"/>
                  <a:gd name="T4" fmla="*/ 1 w 1"/>
                  <a:gd name="T5" fmla="*/ 1 h 2"/>
                  <a:gd name="T6" fmla="*/ 1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4" name="Freeform 232"/>
              <p:cNvSpPr/>
              <p:nvPr>
                <p:custDataLst>
                  <p:tags r:id="rId77"/>
                </p:custDataLst>
              </p:nvPr>
            </p:nvSpPr>
            <p:spPr bwMode="auto">
              <a:xfrm>
                <a:off x="3772" y="3038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2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0"/>
                      <a:pt x="2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5" name="Freeform 233"/>
              <p:cNvSpPr/>
              <p:nvPr>
                <p:custDataLst>
                  <p:tags r:id="rId78"/>
                </p:custDataLst>
              </p:nvPr>
            </p:nvSpPr>
            <p:spPr bwMode="auto">
              <a:xfrm>
                <a:off x="3895" y="30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6" name="Freeform 234"/>
              <p:cNvSpPr/>
              <p:nvPr>
                <p:custDataLst>
                  <p:tags r:id="rId79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7" name="Freeform 235"/>
              <p:cNvSpPr/>
              <p:nvPr>
                <p:custDataLst>
                  <p:tags r:id="rId80"/>
                </p:custDataLst>
              </p:nvPr>
            </p:nvSpPr>
            <p:spPr bwMode="auto">
              <a:xfrm>
                <a:off x="3742" y="289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8" name="Freeform 236"/>
              <p:cNvSpPr/>
              <p:nvPr>
                <p:custDataLst>
                  <p:tags r:id="rId81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49" name="Freeform 237"/>
              <p:cNvSpPr/>
              <p:nvPr>
                <p:custDataLst>
                  <p:tags r:id="rId82"/>
                </p:custDataLst>
              </p:nvPr>
            </p:nvSpPr>
            <p:spPr bwMode="auto">
              <a:xfrm>
                <a:off x="3755" y="3027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0" name="Oval 238"/>
              <p:cNvSpPr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3602" y="1823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1" name="Freeform 239"/>
              <p:cNvSpPr/>
              <p:nvPr>
                <p:custDataLst>
                  <p:tags r:id="rId84"/>
                </p:custDataLst>
              </p:nvPr>
            </p:nvSpPr>
            <p:spPr bwMode="auto">
              <a:xfrm>
                <a:off x="3922" y="2890"/>
                <a:ext cx="0" cy="2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2" name="Freeform 240"/>
              <p:cNvSpPr/>
              <p:nvPr>
                <p:custDataLst>
                  <p:tags r:id="rId85"/>
                </p:custDataLst>
              </p:nvPr>
            </p:nvSpPr>
            <p:spPr bwMode="auto">
              <a:xfrm>
                <a:off x="3975" y="28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3" name="Freeform 241"/>
              <p:cNvSpPr/>
              <p:nvPr>
                <p:custDataLst>
                  <p:tags r:id="rId86"/>
                </p:custDataLst>
              </p:nvPr>
            </p:nvSpPr>
            <p:spPr bwMode="auto">
              <a:xfrm>
                <a:off x="3954" y="288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4" name="Freeform 242"/>
              <p:cNvSpPr/>
              <p:nvPr>
                <p:custDataLst>
                  <p:tags r:id="rId87"/>
                </p:custDataLst>
              </p:nvPr>
            </p:nvSpPr>
            <p:spPr bwMode="auto">
              <a:xfrm>
                <a:off x="3725" y="2760"/>
                <a:ext cx="399" cy="159"/>
              </a:xfrm>
              <a:custGeom>
                <a:avLst/>
                <a:gdLst>
                  <a:gd name="T0" fmla="*/ 11 w 188"/>
                  <a:gd name="T1" fmla="*/ 59 h 75"/>
                  <a:gd name="T2" fmla="*/ 17 w 188"/>
                  <a:gd name="T3" fmla="*/ 64 h 75"/>
                  <a:gd name="T4" fmla="*/ 14 w 188"/>
                  <a:gd name="T5" fmla="*/ 70 h 75"/>
                  <a:gd name="T6" fmla="*/ 17 w 188"/>
                  <a:gd name="T7" fmla="*/ 71 h 75"/>
                  <a:gd name="T8" fmla="*/ 21 w 188"/>
                  <a:gd name="T9" fmla="*/ 69 h 75"/>
                  <a:gd name="T10" fmla="*/ 22 w 188"/>
                  <a:gd name="T11" fmla="*/ 71 h 75"/>
                  <a:gd name="T12" fmla="*/ 27 w 188"/>
                  <a:gd name="T13" fmla="*/ 67 h 75"/>
                  <a:gd name="T14" fmla="*/ 30 w 188"/>
                  <a:gd name="T15" fmla="*/ 72 h 75"/>
                  <a:gd name="T16" fmla="*/ 31 w 188"/>
                  <a:gd name="T17" fmla="*/ 74 h 75"/>
                  <a:gd name="T18" fmla="*/ 33 w 188"/>
                  <a:gd name="T19" fmla="*/ 72 h 75"/>
                  <a:gd name="T20" fmla="*/ 37 w 188"/>
                  <a:gd name="T21" fmla="*/ 74 h 75"/>
                  <a:gd name="T22" fmla="*/ 40 w 188"/>
                  <a:gd name="T23" fmla="*/ 69 h 75"/>
                  <a:gd name="T24" fmla="*/ 43 w 188"/>
                  <a:gd name="T25" fmla="*/ 64 h 75"/>
                  <a:gd name="T26" fmla="*/ 45 w 188"/>
                  <a:gd name="T27" fmla="*/ 69 h 75"/>
                  <a:gd name="T28" fmla="*/ 54 w 188"/>
                  <a:gd name="T29" fmla="*/ 69 h 75"/>
                  <a:gd name="T30" fmla="*/ 58 w 188"/>
                  <a:gd name="T31" fmla="*/ 69 h 75"/>
                  <a:gd name="T32" fmla="*/ 62 w 188"/>
                  <a:gd name="T33" fmla="*/ 68 h 75"/>
                  <a:gd name="T34" fmla="*/ 73 w 188"/>
                  <a:gd name="T35" fmla="*/ 66 h 75"/>
                  <a:gd name="T36" fmla="*/ 76 w 188"/>
                  <a:gd name="T37" fmla="*/ 65 h 75"/>
                  <a:gd name="T38" fmla="*/ 77 w 188"/>
                  <a:gd name="T39" fmla="*/ 64 h 75"/>
                  <a:gd name="T40" fmla="*/ 80 w 188"/>
                  <a:gd name="T41" fmla="*/ 62 h 75"/>
                  <a:gd name="T42" fmla="*/ 83 w 188"/>
                  <a:gd name="T43" fmla="*/ 63 h 75"/>
                  <a:gd name="T44" fmla="*/ 86 w 188"/>
                  <a:gd name="T45" fmla="*/ 61 h 75"/>
                  <a:gd name="T46" fmla="*/ 94 w 188"/>
                  <a:gd name="T47" fmla="*/ 61 h 75"/>
                  <a:gd name="T48" fmla="*/ 100 w 188"/>
                  <a:gd name="T49" fmla="*/ 59 h 75"/>
                  <a:gd name="T50" fmla="*/ 105 w 188"/>
                  <a:gd name="T51" fmla="*/ 59 h 75"/>
                  <a:gd name="T52" fmla="*/ 108 w 188"/>
                  <a:gd name="T53" fmla="*/ 57 h 75"/>
                  <a:gd name="T54" fmla="*/ 109 w 188"/>
                  <a:gd name="T55" fmla="*/ 57 h 75"/>
                  <a:gd name="T56" fmla="*/ 114 w 188"/>
                  <a:gd name="T57" fmla="*/ 54 h 75"/>
                  <a:gd name="T58" fmla="*/ 120 w 188"/>
                  <a:gd name="T59" fmla="*/ 53 h 75"/>
                  <a:gd name="T60" fmla="*/ 124 w 188"/>
                  <a:gd name="T61" fmla="*/ 50 h 75"/>
                  <a:gd name="T62" fmla="*/ 127 w 188"/>
                  <a:gd name="T63" fmla="*/ 41 h 75"/>
                  <a:gd name="T64" fmla="*/ 133 w 188"/>
                  <a:gd name="T65" fmla="*/ 44 h 75"/>
                  <a:gd name="T66" fmla="*/ 139 w 188"/>
                  <a:gd name="T67" fmla="*/ 41 h 75"/>
                  <a:gd name="T68" fmla="*/ 144 w 188"/>
                  <a:gd name="T69" fmla="*/ 39 h 75"/>
                  <a:gd name="T70" fmla="*/ 156 w 188"/>
                  <a:gd name="T71" fmla="*/ 34 h 75"/>
                  <a:gd name="T72" fmla="*/ 160 w 188"/>
                  <a:gd name="T73" fmla="*/ 33 h 75"/>
                  <a:gd name="T74" fmla="*/ 170 w 188"/>
                  <a:gd name="T75" fmla="*/ 21 h 75"/>
                  <a:gd name="T76" fmla="*/ 173 w 188"/>
                  <a:gd name="T77" fmla="*/ 18 h 75"/>
                  <a:gd name="T78" fmla="*/ 169 w 188"/>
                  <a:gd name="T79" fmla="*/ 9 h 75"/>
                  <a:gd name="T80" fmla="*/ 149 w 188"/>
                  <a:gd name="T81" fmla="*/ 20 h 75"/>
                  <a:gd name="T82" fmla="*/ 110 w 188"/>
                  <a:gd name="T83" fmla="*/ 42 h 75"/>
                  <a:gd name="T84" fmla="*/ 103 w 188"/>
                  <a:gd name="T85" fmla="*/ 39 h 75"/>
                  <a:gd name="T86" fmla="*/ 88 w 188"/>
                  <a:gd name="T87" fmla="*/ 44 h 75"/>
                  <a:gd name="T88" fmla="*/ 69 w 188"/>
                  <a:gd name="T89" fmla="*/ 48 h 75"/>
                  <a:gd name="T90" fmla="*/ 59 w 188"/>
                  <a:gd name="T91" fmla="*/ 49 h 75"/>
                  <a:gd name="T92" fmla="*/ 44 w 188"/>
                  <a:gd name="T93" fmla="*/ 52 h 75"/>
                  <a:gd name="T94" fmla="*/ 29 w 188"/>
                  <a:gd name="T95" fmla="*/ 53 h 75"/>
                  <a:gd name="T96" fmla="*/ 19 w 188"/>
                  <a:gd name="T97" fmla="*/ 53 h 75"/>
                  <a:gd name="T98" fmla="*/ 10 w 188"/>
                  <a:gd name="T99" fmla="*/ 49 h 75"/>
                  <a:gd name="T100" fmla="*/ 7 w 188"/>
                  <a:gd name="T101" fmla="*/ 47 h 75"/>
                  <a:gd name="T102" fmla="*/ 5 w 188"/>
                  <a:gd name="T103" fmla="*/ 47 h 75"/>
                  <a:gd name="T104" fmla="*/ 3 w 188"/>
                  <a:gd name="T105" fmla="*/ 5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88" h="75">
                    <a:moveTo>
                      <a:pt x="5" y="55"/>
                    </a:moveTo>
                    <a:cubicBezTo>
                      <a:pt x="5" y="55"/>
                      <a:pt x="5" y="55"/>
                      <a:pt x="5" y="55"/>
                    </a:cubicBezTo>
                    <a:cubicBezTo>
                      <a:pt x="5" y="57"/>
                      <a:pt x="5" y="54"/>
                      <a:pt x="6" y="54"/>
                    </a:cubicBezTo>
                    <a:cubicBezTo>
                      <a:pt x="6" y="55"/>
                      <a:pt x="4" y="57"/>
                      <a:pt x="4" y="58"/>
                    </a:cubicBezTo>
                    <a:cubicBezTo>
                      <a:pt x="5" y="58"/>
                      <a:pt x="7" y="58"/>
                      <a:pt x="7" y="60"/>
                    </a:cubicBezTo>
                    <a:cubicBezTo>
                      <a:pt x="8" y="60"/>
                      <a:pt x="10" y="59"/>
                      <a:pt x="11" y="59"/>
                    </a:cubicBezTo>
                    <a:cubicBezTo>
                      <a:pt x="12" y="59"/>
                      <a:pt x="10" y="61"/>
                      <a:pt x="11" y="60"/>
                    </a:cubicBezTo>
                    <a:cubicBezTo>
                      <a:pt x="11" y="61"/>
                      <a:pt x="10" y="62"/>
                      <a:pt x="10" y="63"/>
                    </a:cubicBezTo>
                    <a:cubicBezTo>
                      <a:pt x="10" y="62"/>
                      <a:pt x="11" y="64"/>
                      <a:pt x="12" y="61"/>
                    </a:cubicBezTo>
                    <a:cubicBezTo>
                      <a:pt x="12" y="62"/>
                      <a:pt x="14" y="63"/>
                      <a:pt x="15" y="63"/>
                    </a:cubicBezTo>
                    <a:cubicBezTo>
                      <a:pt x="14" y="63"/>
                      <a:pt x="14" y="64"/>
                      <a:pt x="14" y="65"/>
                    </a:cubicBezTo>
                    <a:cubicBezTo>
                      <a:pt x="15" y="64"/>
                      <a:pt x="16" y="63"/>
                      <a:pt x="17" y="64"/>
                    </a:cubicBezTo>
                    <a:cubicBezTo>
                      <a:pt x="17" y="62"/>
                      <a:pt x="17" y="62"/>
                      <a:pt x="18" y="60"/>
                    </a:cubicBezTo>
                    <a:cubicBezTo>
                      <a:pt x="18" y="60"/>
                      <a:pt x="18" y="59"/>
                      <a:pt x="18" y="60"/>
                    </a:cubicBezTo>
                    <a:cubicBezTo>
                      <a:pt x="18" y="61"/>
                      <a:pt x="17" y="64"/>
                      <a:pt x="18" y="64"/>
                    </a:cubicBezTo>
                    <a:cubicBezTo>
                      <a:pt x="17" y="67"/>
                      <a:pt x="17" y="64"/>
                      <a:pt x="16" y="67"/>
                    </a:cubicBezTo>
                    <a:cubicBezTo>
                      <a:pt x="15" y="69"/>
                      <a:pt x="14" y="68"/>
                      <a:pt x="14" y="67"/>
                    </a:cubicBezTo>
                    <a:cubicBezTo>
                      <a:pt x="12" y="69"/>
                      <a:pt x="14" y="67"/>
                      <a:pt x="14" y="70"/>
                    </a:cubicBezTo>
                    <a:cubicBezTo>
                      <a:pt x="14" y="70"/>
                      <a:pt x="15" y="68"/>
                      <a:pt x="16" y="68"/>
                    </a:cubicBezTo>
                    <a:cubicBezTo>
                      <a:pt x="17" y="67"/>
                      <a:pt x="16" y="67"/>
                      <a:pt x="17" y="66"/>
                    </a:cubicBezTo>
                    <a:cubicBezTo>
                      <a:pt x="19" y="64"/>
                      <a:pt x="18" y="68"/>
                      <a:pt x="18" y="68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8" y="70"/>
                      <a:pt x="18" y="68"/>
                      <a:pt x="19" y="69"/>
                    </a:cubicBezTo>
                    <a:cubicBezTo>
                      <a:pt x="19" y="72"/>
                      <a:pt x="18" y="69"/>
                      <a:pt x="17" y="71"/>
                    </a:cubicBezTo>
                    <a:cubicBezTo>
                      <a:pt x="17" y="73"/>
                      <a:pt x="17" y="73"/>
                      <a:pt x="17" y="73"/>
                    </a:cubicBezTo>
                    <a:cubicBezTo>
                      <a:pt x="18" y="74"/>
                      <a:pt x="18" y="70"/>
                      <a:pt x="19" y="72"/>
                    </a:cubicBezTo>
                    <a:cubicBezTo>
                      <a:pt x="19" y="73"/>
                      <a:pt x="19" y="73"/>
                      <a:pt x="19" y="73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1"/>
                      <a:pt x="20" y="69"/>
                      <a:pt x="19" y="69"/>
                    </a:cubicBezTo>
                    <a:cubicBezTo>
                      <a:pt x="20" y="66"/>
                      <a:pt x="20" y="69"/>
                      <a:pt x="21" y="69"/>
                    </a:cubicBezTo>
                    <a:cubicBezTo>
                      <a:pt x="22" y="67"/>
                      <a:pt x="21" y="69"/>
                      <a:pt x="21" y="67"/>
                    </a:cubicBezTo>
                    <a:cubicBezTo>
                      <a:pt x="21" y="65"/>
                      <a:pt x="22" y="65"/>
                      <a:pt x="22" y="65"/>
                    </a:cubicBezTo>
                    <a:cubicBezTo>
                      <a:pt x="23" y="65"/>
                      <a:pt x="22" y="67"/>
                      <a:pt x="22" y="68"/>
                    </a:cubicBezTo>
                    <a:cubicBezTo>
                      <a:pt x="22" y="69"/>
                      <a:pt x="22" y="69"/>
                      <a:pt x="22" y="68"/>
                    </a:cubicBezTo>
                    <a:cubicBezTo>
                      <a:pt x="21" y="69"/>
                      <a:pt x="22" y="71"/>
                      <a:pt x="21" y="73"/>
                    </a:cubicBezTo>
                    <a:cubicBezTo>
                      <a:pt x="21" y="74"/>
                      <a:pt x="22" y="72"/>
                      <a:pt x="22" y="71"/>
                    </a:cubicBezTo>
                    <a:cubicBezTo>
                      <a:pt x="22" y="71"/>
                      <a:pt x="23" y="69"/>
                      <a:pt x="22" y="69"/>
                    </a:cubicBezTo>
                    <a:cubicBezTo>
                      <a:pt x="25" y="64"/>
                      <a:pt x="23" y="72"/>
                      <a:pt x="24" y="72"/>
                    </a:cubicBezTo>
                    <a:cubicBezTo>
                      <a:pt x="24" y="69"/>
                      <a:pt x="26" y="68"/>
                      <a:pt x="26" y="64"/>
                    </a:cubicBezTo>
                    <a:cubicBezTo>
                      <a:pt x="26" y="64"/>
                      <a:pt x="27" y="63"/>
                      <a:pt x="27" y="63"/>
                    </a:cubicBezTo>
                    <a:cubicBezTo>
                      <a:pt x="26" y="65"/>
                      <a:pt x="27" y="65"/>
                      <a:pt x="26" y="67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6" y="71"/>
                      <a:pt x="27" y="72"/>
                      <a:pt x="27" y="73"/>
                    </a:cubicBezTo>
                    <a:cubicBezTo>
                      <a:pt x="28" y="73"/>
                      <a:pt x="27" y="71"/>
                      <a:pt x="28" y="71"/>
                    </a:cubicBezTo>
                    <a:cubicBezTo>
                      <a:pt x="27" y="72"/>
                      <a:pt x="28" y="73"/>
                      <a:pt x="28" y="73"/>
                    </a:cubicBezTo>
                    <a:cubicBezTo>
                      <a:pt x="27" y="72"/>
                      <a:pt x="28" y="70"/>
                      <a:pt x="29" y="70"/>
                    </a:cubicBezTo>
                    <a:cubicBezTo>
                      <a:pt x="29" y="70"/>
                      <a:pt x="30" y="72"/>
                      <a:pt x="30" y="72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29" y="72"/>
                      <a:pt x="29" y="75"/>
                      <a:pt x="29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1" y="69"/>
                      <a:pt x="31" y="71"/>
                      <a:pt x="31" y="70"/>
                    </a:cubicBezTo>
                    <a:cubicBezTo>
                      <a:pt x="30" y="72"/>
                      <a:pt x="30" y="72"/>
                      <a:pt x="30" y="72"/>
                    </a:cubicBezTo>
                    <a:cubicBezTo>
                      <a:pt x="31" y="71"/>
                      <a:pt x="30" y="75"/>
                      <a:pt x="31" y="74"/>
                    </a:cubicBezTo>
                    <a:cubicBezTo>
                      <a:pt x="32" y="73"/>
                      <a:pt x="32" y="73"/>
                      <a:pt x="32" y="73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2" y="73"/>
                      <a:pt x="32" y="73"/>
                      <a:pt x="33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3"/>
                      <a:pt x="34" y="71"/>
                      <a:pt x="34" y="73"/>
                    </a:cubicBezTo>
                    <a:cubicBezTo>
                      <a:pt x="34" y="70"/>
                      <a:pt x="33" y="73"/>
                      <a:pt x="33" y="72"/>
                    </a:cubicBezTo>
                    <a:cubicBezTo>
                      <a:pt x="33" y="70"/>
                      <a:pt x="34" y="70"/>
                      <a:pt x="34" y="70"/>
                    </a:cubicBezTo>
                    <a:cubicBezTo>
                      <a:pt x="34" y="72"/>
                      <a:pt x="35" y="70"/>
                      <a:pt x="35" y="70"/>
                    </a:cubicBezTo>
                    <a:cubicBezTo>
                      <a:pt x="35" y="71"/>
                      <a:pt x="35" y="72"/>
                      <a:pt x="36" y="72"/>
                    </a:cubicBezTo>
                    <a:cubicBezTo>
                      <a:pt x="36" y="70"/>
                      <a:pt x="36" y="70"/>
                      <a:pt x="36" y="70"/>
                    </a:cubicBezTo>
                    <a:cubicBezTo>
                      <a:pt x="36" y="74"/>
                      <a:pt x="37" y="70"/>
                      <a:pt x="37" y="71"/>
                    </a:cubicBezTo>
                    <a:cubicBezTo>
                      <a:pt x="37" y="72"/>
                      <a:pt x="37" y="73"/>
                      <a:pt x="37" y="74"/>
                    </a:cubicBezTo>
                    <a:cubicBezTo>
                      <a:pt x="37" y="71"/>
                      <a:pt x="38" y="70"/>
                      <a:pt x="38" y="69"/>
                    </a:cubicBezTo>
                    <a:cubicBezTo>
                      <a:pt x="39" y="70"/>
                      <a:pt x="38" y="72"/>
                      <a:pt x="38" y="74"/>
                    </a:cubicBezTo>
                    <a:cubicBezTo>
                      <a:pt x="38" y="72"/>
                      <a:pt x="39" y="75"/>
                      <a:pt x="39" y="73"/>
                    </a:cubicBezTo>
                    <a:cubicBezTo>
                      <a:pt x="39" y="72"/>
                      <a:pt x="39" y="71"/>
                      <a:pt x="39" y="70"/>
                    </a:cubicBezTo>
                    <a:cubicBezTo>
                      <a:pt x="40" y="70"/>
                      <a:pt x="39" y="71"/>
                      <a:pt x="40" y="72"/>
                    </a:cubicBezTo>
                    <a:cubicBezTo>
                      <a:pt x="40" y="72"/>
                      <a:pt x="41" y="69"/>
                      <a:pt x="40" y="69"/>
                    </a:cubicBezTo>
                    <a:cubicBezTo>
                      <a:pt x="41" y="69"/>
                      <a:pt x="41" y="67"/>
                      <a:pt x="42" y="68"/>
                    </a:cubicBezTo>
                    <a:cubicBezTo>
                      <a:pt x="42" y="70"/>
                      <a:pt x="41" y="69"/>
                      <a:pt x="41" y="70"/>
                    </a:cubicBezTo>
                    <a:cubicBezTo>
                      <a:pt x="42" y="70"/>
                      <a:pt x="41" y="66"/>
                      <a:pt x="42" y="66"/>
                    </a:cubicBezTo>
                    <a:cubicBezTo>
                      <a:pt x="42" y="65"/>
                      <a:pt x="42" y="62"/>
                      <a:pt x="43" y="61"/>
                    </a:cubicBezTo>
                    <a:cubicBezTo>
                      <a:pt x="44" y="62"/>
                      <a:pt x="42" y="62"/>
                      <a:pt x="43" y="64"/>
                    </a:cubicBezTo>
                    <a:cubicBezTo>
                      <a:pt x="43" y="64"/>
                      <a:pt x="43" y="64"/>
                      <a:pt x="43" y="64"/>
                    </a:cubicBezTo>
                    <a:cubicBezTo>
                      <a:pt x="44" y="67"/>
                      <a:pt x="42" y="68"/>
                      <a:pt x="43" y="71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1"/>
                      <a:pt x="44" y="72"/>
                      <a:pt x="44" y="72"/>
                    </a:cubicBezTo>
                    <a:cubicBezTo>
                      <a:pt x="44" y="70"/>
                      <a:pt x="44" y="72"/>
                      <a:pt x="44" y="71"/>
                    </a:cubicBezTo>
                    <a:cubicBezTo>
                      <a:pt x="44" y="71"/>
                      <a:pt x="45" y="68"/>
                      <a:pt x="45" y="69"/>
                    </a:cubicBezTo>
                    <a:cubicBezTo>
                      <a:pt x="45" y="70"/>
                      <a:pt x="46" y="71"/>
                      <a:pt x="45" y="72"/>
                    </a:cubicBezTo>
                    <a:cubicBezTo>
                      <a:pt x="46" y="73"/>
                      <a:pt x="45" y="70"/>
                      <a:pt x="46" y="71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8" y="72"/>
                      <a:pt x="50" y="72"/>
                      <a:pt x="52" y="68"/>
                    </a:cubicBezTo>
                    <a:cubicBezTo>
                      <a:pt x="52" y="70"/>
                      <a:pt x="53" y="70"/>
                      <a:pt x="54" y="71"/>
                    </a:cubicBezTo>
                    <a:cubicBezTo>
                      <a:pt x="53" y="70"/>
                      <a:pt x="54" y="69"/>
                      <a:pt x="54" y="69"/>
                    </a:cubicBezTo>
                    <a:cubicBezTo>
                      <a:pt x="55" y="71"/>
                      <a:pt x="55" y="71"/>
                      <a:pt x="55" y="71"/>
                    </a:cubicBezTo>
                    <a:cubicBezTo>
                      <a:pt x="56" y="72"/>
                      <a:pt x="56" y="70"/>
                      <a:pt x="57" y="69"/>
                    </a:cubicBezTo>
                    <a:cubicBezTo>
                      <a:pt x="57" y="70"/>
                      <a:pt x="57" y="70"/>
                      <a:pt x="57" y="70"/>
                    </a:cubicBezTo>
                    <a:cubicBezTo>
                      <a:pt x="58" y="71"/>
                      <a:pt x="57" y="69"/>
                      <a:pt x="58" y="69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58" y="69"/>
                      <a:pt x="58" y="69"/>
                      <a:pt x="58" y="69"/>
                    </a:cubicBezTo>
                    <a:cubicBezTo>
                      <a:pt x="59" y="68"/>
                      <a:pt x="59" y="68"/>
                      <a:pt x="59" y="70"/>
                    </a:cubicBezTo>
                    <a:cubicBezTo>
                      <a:pt x="60" y="70"/>
                      <a:pt x="60" y="69"/>
                      <a:pt x="59" y="69"/>
                    </a:cubicBezTo>
                    <a:cubicBezTo>
                      <a:pt x="60" y="70"/>
                      <a:pt x="61" y="70"/>
                      <a:pt x="62" y="69"/>
                    </a:cubicBezTo>
                    <a:cubicBezTo>
                      <a:pt x="62" y="68"/>
                      <a:pt x="62" y="68"/>
                      <a:pt x="62" y="66"/>
                    </a:cubicBezTo>
                    <a:cubicBezTo>
                      <a:pt x="61" y="64"/>
                      <a:pt x="62" y="67"/>
                      <a:pt x="62" y="65"/>
                    </a:cubicBezTo>
                    <a:cubicBezTo>
                      <a:pt x="62" y="66"/>
                      <a:pt x="63" y="67"/>
                      <a:pt x="62" y="68"/>
                    </a:cubicBezTo>
                    <a:cubicBezTo>
                      <a:pt x="64" y="71"/>
                      <a:pt x="65" y="68"/>
                      <a:pt x="67" y="68"/>
                    </a:cubicBezTo>
                    <a:cubicBezTo>
                      <a:pt x="67" y="67"/>
                      <a:pt x="67" y="67"/>
                      <a:pt x="67" y="67"/>
                    </a:cubicBezTo>
                    <a:cubicBezTo>
                      <a:pt x="68" y="69"/>
                      <a:pt x="69" y="67"/>
                      <a:pt x="70" y="67"/>
                    </a:cubicBezTo>
                    <a:cubicBezTo>
                      <a:pt x="70" y="66"/>
                      <a:pt x="70" y="64"/>
                      <a:pt x="71" y="64"/>
                    </a:cubicBezTo>
                    <a:cubicBezTo>
                      <a:pt x="71" y="61"/>
                      <a:pt x="71" y="66"/>
                      <a:pt x="72" y="67"/>
                    </a:cubicBezTo>
                    <a:cubicBezTo>
                      <a:pt x="72" y="66"/>
                      <a:pt x="73" y="66"/>
                      <a:pt x="73" y="66"/>
                    </a:cubicBezTo>
                    <a:cubicBezTo>
                      <a:pt x="73" y="66"/>
                      <a:pt x="73" y="66"/>
                      <a:pt x="73" y="66"/>
                    </a:cubicBezTo>
                    <a:cubicBezTo>
                      <a:pt x="73" y="65"/>
                      <a:pt x="73" y="65"/>
                      <a:pt x="74" y="65"/>
                    </a:cubicBezTo>
                    <a:cubicBezTo>
                      <a:pt x="74" y="66"/>
                      <a:pt x="74" y="66"/>
                      <a:pt x="74" y="66"/>
                    </a:cubicBezTo>
                    <a:cubicBezTo>
                      <a:pt x="74" y="66"/>
                      <a:pt x="75" y="67"/>
                      <a:pt x="75" y="67"/>
                    </a:cubicBezTo>
                    <a:cubicBezTo>
                      <a:pt x="75" y="65"/>
                      <a:pt x="76" y="66"/>
                      <a:pt x="76" y="64"/>
                    </a:cubicBezTo>
                    <a:cubicBezTo>
                      <a:pt x="76" y="65"/>
                      <a:pt x="76" y="65"/>
                      <a:pt x="76" y="65"/>
                    </a:cubicBezTo>
                    <a:cubicBezTo>
                      <a:pt x="76" y="63"/>
                      <a:pt x="76" y="63"/>
                      <a:pt x="76" y="63"/>
                    </a:cubicBezTo>
                    <a:cubicBezTo>
                      <a:pt x="77" y="64"/>
                      <a:pt x="77" y="64"/>
                      <a:pt x="77" y="64"/>
                    </a:cubicBezTo>
                    <a:cubicBezTo>
                      <a:pt x="77" y="66"/>
                      <a:pt x="77" y="66"/>
                      <a:pt x="77" y="66"/>
                    </a:cubicBezTo>
                    <a:cubicBezTo>
                      <a:pt x="78" y="67"/>
                      <a:pt x="77" y="64"/>
                      <a:pt x="77" y="63"/>
                    </a:cubicBezTo>
                    <a:cubicBezTo>
                      <a:pt x="77" y="62"/>
                      <a:pt x="78" y="64"/>
                      <a:pt x="78" y="64"/>
                    </a:cubicBezTo>
                    <a:cubicBezTo>
                      <a:pt x="78" y="65"/>
                      <a:pt x="78" y="64"/>
                      <a:pt x="77" y="64"/>
                    </a:cubicBezTo>
                    <a:cubicBezTo>
                      <a:pt x="77" y="66"/>
                      <a:pt x="78" y="65"/>
                      <a:pt x="78" y="66"/>
                    </a:cubicBezTo>
                    <a:cubicBezTo>
                      <a:pt x="78" y="66"/>
                      <a:pt x="78" y="64"/>
                      <a:pt x="78" y="64"/>
                    </a:cubicBezTo>
                    <a:cubicBezTo>
                      <a:pt x="79" y="64"/>
                      <a:pt x="79" y="64"/>
                      <a:pt x="80" y="65"/>
                    </a:cubicBezTo>
                    <a:cubicBezTo>
                      <a:pt x="80" y="64"/>
                      <a:pt x="80" y="65"/>
                      <a:pt x="80" y="64"/>
                    </a:cubicBezTo>
                    <a:cubicBezTo>
                      <a:pt x="80" y="64"/>
                      <a:pt x="79" y="63"/>
                      <a:pt x="79" y="62"/>
                    </a:cubicBezTo>
                    <a:cubicBezTo>
                      <a:pt x="79" y="62"/>
                      <a:pt x="80" y="61"/>
                      <a:pt x="80" y="62"/>
                    </a:cubicBezTo>
                    <a:cubicBezTo>
                      <a:pt x="80" y="63"/>
                      <a:pt x="80" y="63"/>
                      <a:pt x="80" y="63"/>
                    </a:cubicBezTo>
                    <a:cubicBezTo>
                      <a:pt x="80" y="62"/>
                      <a:pt x="81" y="62"/>
                      <a:pt x="80" y="61"/>
                    </a:cubicBezTo>
                    <a:cubicBezTo>
                      <a:pt x="81" y="63"/>
                      <a:pt x="81" y="63"/>
                      <a:pt x="81" y="63"/>
                    </a:cubicBezTo>
                    <a:cubicBezTo>
                      <a:pt x="81" y="62"/>
                      <a:pt x="81" y="62"/>
                      <a:pt x="82" y="61"/>
                    </a:cubicBezTo>
                    <a:cubicBezTo>
                      <a:pt x="82" y="63"/>
                      <a:pt x="82" y="65"/>
                      <a:pt x="83" y="65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4" y="63"/>
                      <a:pt x="84" y="64"/>
                      <a:pt x="84" y="65"/>
                    </a:cubicBezTo>
                    <a:cubicBezTo>
                      <a:pt x="85" y="65"/>
                      <a:pt x="84" y="60"/>
                      <a:pt x="85" y="61"/>
                    </a:cubicBezTo>
                    <a:cubicBezTo>
                      <a:pt x="85" y="63"/>
                      <a:pt x="86" y="63"/>
                      <a:pt x="86" y="64"/>
                    </a:cubicBezTo>
                    <a:cubicBezTo>
                      <a:pt x="86" y="63"/>
                      <a:pt x="86" y="63"/>
                      <a:pt x="86" y="62"/>
                    </a:cubicBezTo>
                    <a:cubicBezTo>
                      <a:pt x="86" y="62"/>
                      <a:pt x="86" y="64"/>
                      <a:pt x="86" y="63"/>
                    </a:cubicBezTo>
                    <a:cubicBezTo>
                      <a:pt x="85" y="61"/>
                      <a:pt x="86" y="62"/>
                      <a:pt x="86" y="61"/>
                    </a:cubicBezTo>
                    <a:cubicBezTo>
                      <a:pt x="88" y="65"/>
                      <a:pt x="89" y="62"/>
                      <a:pt x="91" y="64"/>
                    </a:cubicBezTo>
                    <a:cubicBezTo>
                      <a:pt x="90" y="61"/>
                      <a:pt x="91" y="63"/>
                      <a:pt x="91" y="62"/>
                    </a:cubicBezTo>
                    <a:cubicBezTo>
                      <a:pt x="92" y="64"/>
                      <a:pt x="92" y="61"/>
                      <a:pt x="93" y="63"/>
                    </a:cubicBezTo>
                    <a:cubicBezTo>
                      <a:pt x="92" y="60"/>
                      <a:pt x="92" y="60"/>
                      <a:pt x="92" y="60"/>
                    </a:cubicBezTo>
                    <a:cubicBezTo>
                      <a:pt x="93" y="61"/>
                      <a:pt x="92" y="56"/>
                      <a:pt x="94" y="59"/>
                    </a:cubicBezTo>
                    <a:cubicBezTo>
                      <a:pt x="94" y="60"/>
                      <a:pt x="94" y="61"/>
                      <a:pt x="94" y="61"/>
                    </a:cubicBezTo>
                    <a:cubicBezTo>
                      <a:pt x="95" y="64"/>
                      <a:pt x="95" y="59"/>
                      <a:pt x="96" y="62"/>
                    </a:cubicBezTo>
                    <a:cubicBezTo>
                      <a:pt x="96" y="61"/>
                      <a:pt x="95" y="59"/>
                      <a:pt x="96" y="58"/>
                    </a:cubicBezTo>
                    <a:cubicBezTo>
                      <a:pt x="96" y="59"/>
                      <a:pt x="98" y="60"/>
                      <a:pt x="98" y="60"/>
                    </a:cubicBezTo>
                    <a:cubicBezTo>
                      <a:pt x="98" y="60"/>
                      <a:pt x="98" y="59"/>
                      <a:pt x="98" y="60"/>
                    </a:cubicBezTo>
                    <a:cubicBezTo>
                      <a:pt x="99" y="61"/>
                      <a:pt x="98" y="61"/>
                      <a:pt x="98" y="61"/>
                    </a:cubicBezTo>
                    <a:cubicBezTo>
                      <a:pt x="99" y="62"/>
                      <a:pt x="99" y="60"/>
                      <a:pt x="100" y="59"/>
                    </a:cubicBezTo>
                    <a:cubicBezTo>
                      <a:pt x="101" y="61"/>
                      <a:pt x="101" y="60"/>
                      <a:pt x="102" y="61"/>
                    </a:cubicBezTo>
                    <a:cubicBezTo>
                      <a:pt x="102" y="58"/>
                      <a:pt x="104" y="61"/>
                      <a:pt x="103" y="58"/>
                    </a:cubicBezTo>
                    <a:cubicBezTo>
                      <a:pt x="103" y="59"/>
                      <a:pt x="103" y="59"/>
                      <a:pt x="103" y="59"/>
                    </a:cubicBezTo>
                    <a:cubicBezTo>
                      <a:pt x="104" y="58"/>
                      <a:pt x="103" y="56"/>
                      <a:pt x="104" y="56"/>
                    </a:cubicBezTo>
                    <a:cubicBezTo>
                      <a:pt x="104" y="58"/>
                      <a:pt x="104" y="58"/>
                      <a:pt x="104" y="58"/>
                    </a:cubicBezTo>
                    <a:cubicBezTo>
                      <a:pt x="105" y="61"/>
                      <a:pt x="105" y="58"/>
                      <a:pt x="105" y="59"/>
                    </a:cubicBezTo>
                    <a:cubicBezTo>
                      <a:pt x="105" y="58"/>
                      <a:pt x="106" y="59"/>
                      <a:pt x="106" y="58"/>
                    </a:cubicBezTo>
                    <a:cubicBezTo>
                      <a:pt x="106" y="57"/>
                      <a:pt x="106" y="57"/>
                      <a:pt x="106" y="57"/>
                    </a:cubicBezTo>
                    <a:cubicBezTo>
                      <a:pt x="106" y="56"/>
                      <a:pt x="106" y="56"/>
                      <a:pt x="106" y="56"/>
                    </a:cubicBezTo>
                    <a:cubicBezTo>
                      <a:pt x="107" y="55"/>
                      <a:pt x="107" y="58"/>
                      <a:pt x="107" y="58"/>
                    </a:cubicBezTo>
                    <a:cubicBezTo>
                      <a:pt x="107" y="59"/>
                      <a:pt x="108" y="58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8" y="57"/>
                    </a:cubicBezTo>
                    <a:cubicBezTo>
                      <a:pt x="108" y="57"/>
                      <a:pt x="108" y="57"/>
                      <a:pt x="109" y="57"/>
                    </a:cubicBezTo>
                    <a:cubicBezTo>
                      <a:pt x="109" y="57"/>
                      <a:pt x="109" y="57"/>
                      <a:pt x="109" y="57"/>
                    </a:cubicBezTo>
                    <a:cubicBezTo>
                      <a:pt x="109" y="57"/>
                      <a:pt x="109" y="57"/>
                      <a:pt x="109" y="58"/>
                    </a:cubicBezTo>
                    <a:cubicBezTo>
                      <a:pt x="109" y="59"/>
                      <a:pt x="109" y="59"/>
                      <a:pt x="109" y="59"/>
                    </a:cubicBezTo>
                    <a:cubicBezTo>
                      <a:pt x="110" y="59"/>
                      <a:pt x="110" y="57"/>
                      <a:pt x="110" y="57"/>
                    </a:cubicBezTo>
                    <a:cubicBezTo>
                      <a:pt x="111" y="58"/>
                      <a:pt x="113" y="56"/>
                      <a:pt x="113" y="55"/>
                    </a:cubicBezTo>
                    <a:cubicBezTo>
                      <a:pt x="113" y="55"/>
                      <a:pt x="113" y="56"/>
                      <a:pt x="113" y="55"/>
                    </a:cubicBezTo>
                    <a:cubicBezTo>
                      <a:pt x="114" y="55"/>
                      <a:pt x="114" y="53"/>
                      <a:pt x="114" y="54"/>
                    </a:cubicBezTo>
                    <a:cubicBezTo>
                      <a:pt x="114" y="54"/>
                      <a:pt x="115" y="55"/>
                      <a:pt x="115" y="55"/>
                    </a:cubicBezTo>
                    <a:cubicBezTo>
                      <a:pt x="115" y="56"/>
                      <a:pt x="115" y="54"/>
                      <a:pt x="115" y="54"/>
                    </a:cubicBezTo>
                    <a:cubicBezTo>
                      <a:pt x="116" y="56"/>
                      <a:pt x="116" y="52"/>
                      <a:pt x="118" y="53"/>
                    </a:cubicBezTo>
                    <a:cubicBezTo>
                      <a:pt x="118" y="53"/>
                      <a:pt x="118" y="54"/>
                      <a:pt x="118" y="55"/>
                    </a:cubicBezTo>
                    <a:cubicBezTo>
                      <a:pt x="119" y="54"/>
                      <a:pt x="119" y="53"/>
                      <a:pt x="120" y="51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52"/>
                      <a:pt x="121" y="52"/>
                      <a:pt x="121" y="51"/>
                    </a:cubicBezTo>
                    <a:cubicBezTo>
                      <a:pt x="120" y="50"/>
                      <a:pt x="120" y="48"/>
                      <a:pt x="121" y="49"/>
                    </a:cubicBezTo>
                    <a:cubicBezTo>
                      <a:pt x="121" y="49"/>
                      <a:pt x="121" y="49"/>
                      <a:pt x="121" y="49"/>
                    </a:cubicBezTo>
                    <a:cubicBezTo>
                      <a:pt x="122" y="48"/>
                      <a:pt x="122" y="48"/>
                      <a:pt x="122" y="48"/>
                    </a:cubicBezTo>
                    <a:cubicBezTo>
                      <a:pt x="122" y="48"/>
                      <a:pt x="122" y="48"/>
                      <a:pt x="122" y="49"/>
                    </a:cubicBezTo>
                    <a:cubicBezTo>
                      <a:pt x="123" y="51"/>
                      <a:pt x="124" y="50"/>
                      <a:pt x="124" y="50"/>
                    </a:cubicBezTo>
                    <a:cubicBezTo>
                      <a:pt x="124" y="49"/>
                      <a:pt x="124" y="49"/>
                      <a:pt x="124" y="49"/>
                    </a:cubicBezTo>
                    <a:cubicBezTo>
                      <a:pt x="124" y="48"/>
                      <a:pt x="125" y="50"/>
                      <a:pt x="125" y="50"/>
                    </a:cubicBezTo>
                    <a:cubicBezTo>
                      <a:pt x="125" y="45"/>
                      <a:pt x="125" y="45"/>
                      <a:pt x="125" y="45"/>
                    </a:cubicBezTo>
                    <a:cubicBezTo>
                      <a:pt x="125" y="45"/>
                      <a:pt x="126" y="47"/>
                      <a:pt x="126" y="48"/>
                    </a:cubicBezTo>
                    <a:cubicBezTo>
                      <a:pt x="127" y="47"/>
                      <a:pt x="126" y="44"/>
                      <a:pt x="126" y="42"/>
                    </a:cubicBezTo>
                    <a:cubicBezTo>
                      <a:pt x="127" y="43"/>
                      <a:pt x="127" y="41"/>
                      <a:pt x="127" y="41"/>
                    </a:cubicBezTo>
                    <a:cubicBezTo>
                      <a:pt x="128" y="42"/>
                      <a:pt x="127" y="41"/>
                      <a:pt x="127" y="42"/>
                    </a:cubicBezTo>
                    <a:cubicBezTo>
                      <a:pt x="128" y="43"/>
                      <a:pt x="128" y="43"/>
                      <a:pt x="128" y="43"/>
                    </a:cubicBezTo>
                    <a:cubicBezTo>
                      <a:pt x="128" y="44"/>
                      <a:pt x="129" y="46"/>
                      <a:pt x="129" y="47"/>
                    </a:cubicBezTo>
                    <a:cubicBezTo>
                      <a:pt x="129" y="46"/>
                      <a:pt x="131" y="46"/>
                      <a:pt x="132" y="46"/>
                    </a:cubicBezTo>
                    <a:cubicBezTo>
                      <a:pt x="130" y="44"/>
                      <a:pt x="132" y="45"/>
                      <a:pt x="132" y="42"/>
                    </a:cubicBezTo>
                    <a:cubicBezTo>
                      <a:pt x="132" y="41"/>
                      <a:pt x="133" y="44"/>
                      <a:pt x="133" y="44"/>
                    </a:cubicBezTo>
                    <a:cubicBezTo>
                      <a:pt x="134" y="43"/>
                      <a:pt x="135" y="44"/>
                      <a:pt x="136" y="43"/>
                    </a:cubicBezTo>
                    <a:cubicBezTo>
                      <a:pt x="136" y="43"/>
                      <a:pt x="136" y="43"/>
                      <a:pt x="136" y="43"/>
                    </a:cubicBezTo>
                    <a:cubicBezTo>
                      <a:pt x="136" y="42"/>
                      <a:pt x="138" y="43"/>
                      <a:pt x="138" y="40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139" y="42"/>
                      <a:pt x="137" y="39"/>
                      <a:pt x="139" y="40"/>
                    </a:cubicBezTo>
                    <a:cubicBezTo>
                      <a:pt x="139" y="41"/>
                      <a:pt x="139" y="41"/>
                      <a:pt x="139" y="41"/>
                    </a:cubicBezTo>
                    <a:cubicBezTo>
                      <a:pt x="139" y="40"/>
                      <a:pt x="140" y="42"/>
                      <a:pt x="140" y="39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41" y="40"/>
                      <a:pt x="142" y="40"/>
                      <a:pt x="142" y="38"/>
                    </a:cubicBezTo>
                    <a:cubicBezTo>
                      <a:pt x="142" y="40"/>
                      <a:pt x="142" y="40"/>
                      <a:pt x="142" y="40"/>
                    </a:cubicBezTo>
                    <a:cubicBezTo>
                      <a:pt x="143" y="41"/>
                      <a:pt x="142" y="38"/>
                      <a:pt x="143" y="38"/>
                    </a:cubicBezTo>
                    <a:cubicBezTo>
                      <a:pt x="143" y="38"/>
                      <a:pt x="144" y="39"/>
                      <a:pt x="144" y="39"/>
                    </a:cubicBezTo>
                    <a:cubicBezTo>
                      <a:pt x="143" y="38"/>
                      <a:pt x="144" y="38"/>
                      <a:pt x="144" y="37"/>
                    </a:cubicBezTo>
                    <a:cubicBezTo>
                      <a:pt x="146" y="39"/>
                      <a:pt x="146" y="39"/>
                      <a:pt x="146" y="39"/>
                    </a:cubicBezTo>
                    <a:cubicBezTo>
                      <a:pt x="149" y="37"/>
                      <a:pt x="152" y="36"/>
                      <a:pt x="154" y="33"/>
                    </a:cubicBezTo>
                    <a:cubicBezTo>
                      <a:pt x="156" y="35"/>
                      <a:pt x="154" y="35"/>
                      <a:pt x="155" y="36"/>
                    </a:cubicBezTo>
                    <a:cubicBezTo>
                      <a:pt x="154" y="34"/>
                      <a:pt x="155" y="35"/>
                      <a:pt x="156" y="34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4"/>
                      <a:pt x="157" y="35"/>
                      <a:pt x="157" y="34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2"/>
                      <a:pt x="159" y="36"/>
                      <a:pt x="158" y="33"/>
                    </a:cubicBezTo>
                    <a:cubicBezTo>
                      <a:pt x="159" y="34"/>
                      <a:pt x="159" y="34"/>
                      <a:pt x="159" y="34"/>
                    </a:cubicBezTo>
                    <a:cubicBezTo>
                      <a:pt x="158" y="32"/>
                      <a:pt x="160" y="35"/>
                      <a:pt x="160" y="33"/>
                    </a:cubicBezTo>
                    <a:cubicBezTo>
                      <a:pt x="160" y="33"/>
                      <a:pt x="160" y="33"/>
                      <a:pt x="160" y="33"/>
                    </a:cubicBezTo>
                    <a:cubicBezTo>
                      <a:pt x="161" y="34"/>
                      <a:pt x="160" y="30"/>
                      <a:pt x="161" y="32"/>
                    </a:cubicBezTo>
                    <a:cubicBezTo>
                      <a:pt x="162" y="31"/>
                      <a:pt x="162" y="30"/>
                      <a:pt x="161" y="28"/>
                    </a:cubicBezTo>
                    <a:cubicBezTo>
                      <a:pt x="162" y="30"/>
                      <a:pt x="162" y="30"/>
                      <a:pt x="162" y="30"/>
                    </a:cubicBezTo>
                    <a:cubicBezTo>
                      <a:pt x="164" y="28"/>
                      <a:pt x="167" y="27"/>
                      <a:pt x="167" y="24"/>
                    </a:cubicBezTo>
                    <a:cubicBezTo>
                      <a:pt x="168" y="25"/>
                      <a:pt x="168" y="25"/>
                      <a:pt x="168" y="25"/>
                    </a:cubicBezTo>
                    <a:cubicBezTo>
                      <a:pt x="167" y="22"/>
                      <a:pt x="171" y="25"/>
                      <a:pt x="170" y="21"/>
                    </a:cubicBezTo>
                    <a:cubicBezTo>
                      <a:pt x="169" y="19"/>
                      <a:pt x="169" y="19"/>
                      <a:pt x="169" y="19"/>
                    </a:cubicBezTo>
                    <a:cubicBezTo>
                      <a:pt x="171" y="21"/>
                      <a:pt x="171" y="21"/>
                      <a:pt x="171" y="21"/>
                    </a:cubicBezTo>
                    <a:cubicBezTo>
                      <a:pt x="170" y="20"/>
                      <a:pt x="172" y="20"/>
                      <a:pt x="171" y="19"/>
                    </a:cubicBezTo>
                    <a:cubicBezTo>
                      <a:pt x="171" y="19"/>
                      <a:pt x="171" y="19"/>
                      <a:pt x="172" y="20"/>
                    </a:cubicBezTo>
                    <a:cubicBezTo>
                      <a:pt x="172" y="20"/>
                      <a:pt x="171" y="17"/>
                      <a:pt x="172" y="17"/>
                    </a:cubicBezTo>
                    <a:cubicBezTo>
                      <a:pt x="173" y="18"/>
                      <a:pt x="173" y="18"/>
                      <a:pt x="173" y="18"/>
                    </a:cubicBezTo>
                    <a:cubicBezTo>
                      <a:pt x="177" y="19"/>
                      <a:pt x="182" y="18"/>
                      <a:pt x="181" y="13"/>
                    </a:cubicBezTo>
                    <a:cubicBezTo>
                      <a:pt x="181" y="12"/>
                      <a:pt x="183" y="14"/>
                      <a:pt x="183" y="14"/>
                    </a:cubicBezTo>
                    <a:cubicBezTo>
                      <a:pt x="182" y="10"/>
                      <a:pt x="188" y="11"/>
                      <a:pt x="186" y="6"/>
                    </a:cubicBezTo>
                    <a:cubicBezTo>
                      <a:pt x="186" y="4"/>
                      <a:pt x="182" y="0"/>
                      <a:pt x="182" y="0"/>
                    </a:cubicBezTo>
                    <a:cubicBezTo>
                      <a:pt x="180" y="4"/>
                      <a:pt x="176" y="5"/>
                      <a:pt x="171" y="6"/>
                    </a:cubicBezTo>
                    <a:cubicBezTo>
                      <a:pt x="171" y="7"/>
                      <a:pt x="170" y="9"/>
                      <a:pt x="169" y="9"/>
                    </a:cubicBezTo>
                    <a:cubicBezTo>
                      <a:pt x="165" y="12"/>
                      <a:pt x="158" y="11"/>
                      <a:pt x="154" y="16"/>
                    </a:cubicBezTo>
                    <a:cubicBezTo>
                      <a:pt x="155" y="16"/>
                      <a:pt x="155" y="18"/>
                      <a:pt x="155" y="18"/>
                    </a:cubicBezTo>
                    <a:cubicBezTo>
                      <a:pt x="155" y="18"/>
                      <a:pt x="155" y="18"/>
                      <a:pt x="155" y="18"/>
                    </a:cubicBezTo>
                    <a:cubicBezTo>
                      <a:pt x="155" y="19"/>
                      <a:pt x="155" y="19"/>
                      <a:pt x="155" y="19"/>
                    </a:cubicBezTo>
                    <a:cubicBezTo>
                      <a:pt x="155" y="19"/>
                      <a:pt x="154" y="18"/>
                      <a:pt x="154" y="17"/>
                    </a:cubicBezTo>
                    <a:cubicBezTo>
                      <a:pt x="153" y="19"/>
                      <a:pt x="151" y="20"/>
                      <a:pt x="149" y="20"/>
                    </a:cubicBezTo>
                    <a:cubicBezTo>
                      <a:pt x="150" y="22"/>
                      <a:pt x="148" y="21"/>
                      <a:pt x="149" y="23"/>
                    </a:cubicBezTo>
                    <a:cubicBezTo>
                      <a:pt x="148" y="22"/>
                      <a:pt x="148" y="22"/>
                      <a:pt x="148" y="22"/>
                    </a:cubicBezTo>
                    <a:cubicBezTo>
                      <a:pt x="147" y="24"/>
                      <a:pt x="147" y="24"/>
                      <a:pt x="145" y="22"/>
                    </a:cubicBezTo>
                    <a:cubicBezTo>
                      <a:pt x="139" y="23"/>
                      <a:pt x="134" y="27"/>
                      <a:pt x="128" y="28"/>
                    </a:cubicBezTo>
                    <a:cubicBezTo>
                      <a:pt x="123" y="30"/>
                      <a:pt x="118" y="35"/>
                      <a:pt x="112" y="37"/>
                    </a:cubicBezTo>
                    <a:cubicBezTo>
                      <a:pt x="112" y="40"/>
                      <a:pt x="110" y="39"/>
                      <a:pt x="110" y="4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09" y="43"/>
                      <a:pt x="109" y="41"/>
                      <a:pt x="107" y="40"/>
                    </a:cubicBezTo>
                    <a:cubicBezTo>
                      <a:pt x="107" y="42"/>
                      <a:pt x="107" y="41"/>
                      <a:pt x="107" y="43"/>
                    </a:cubicBezTo>
                    <a:cubicBezTo>
                      <a:pt x="107" y="45"/>
                      <a:pt x="106" y="40"/>
                      <a:pt x="106" y="41"/>
                    </a:cubicBezTo>
                    <a:cubicBezTo>
                      <a:pt x="105" y="41"/>
                      <a:pt x="106" y="42"/>
                      <a:pt x="106" y="42"/>
                    </a:cubicBezTo>
                    <a:cubicBezTo>
                      <a:pt x="105" y="45"/>
                      <a:pt x="106" y="41"/>
                      <a:pt x="103" y="39"/>
                    </a:cubicBezTo>
                    <a:cubicBezTo>
                      <a:pt x="101" y="41"/>
                      <a:pt x="98" y="44"/>
                      <a:pt x="95" y="43"/>
                    </a:cubicBezTo>
                    <a:cubicBezTo>
                      <a:pt x="95" y="43"/>
                      <a:pt x="96" y="44"/>
                      <a:pt x="96" y="44"/>
                    </a:cubicBezTo>
                    <a:cubicBezTo>
                      <a:pt x="95" y="41"/>
                      <a:pt x="95" y="46"/>
                      <a:pt x="94" y="44"/>
                    </a:cubicBezTo>
                    <a:cubicBezTo>
                      <a:pt x="94" y="44"/>
                      <a:pt x="94" y="43"/>
                      <a:pt x="94" y="43"/>
                    </a:cubicBezTo>
                    <a:cubicBezTo>
                      <a:pt x="93" y="42"/>
                      <a:pt x="92" y="44"/>
                      <a:pt x="91" y="43"/>
                    </a:cubicBezTo>
                    <a:cubicBezTo>
                      <a:pt x="90" y="45"/>
                      <a:pt x="88" y="42"/>
                      <a:pt x="88" y="44"/>
                    </a:cubicBezTo>
                    <a:cubicBezTo>
                      <a:pt x="88" y="43"/>
                      <a:pt x="87" y="43"/>
                      <a:pt x="87" y="43"/>
                    </a:cubicBezTo>
                    <a:cubicBezTo>
                      <a:pt x="87" y="47"/>
                      <a:pt x="84" y="42"/>
                      <a:pt x="84" y="44"/>
                    </a:cubicBezTo>
                    <a:cubicBezTo>
                      <a:pt x="84" y="44"/>
                      <a:pt x="84" y="44"/>
                      <a:pt x="84" y="44"/>
                    </a:cubicBezTo>
                    <a:cubicBezTo>
                      <a:pt x="81" y="45"/>
                      <a:pt x="77" y="45"/>
                      <a:pt x="75" y="47"/>
                    </a:cubicBezTo>
                    <a:cubicBezTo>
                      <a:pt x="73" y="47"/>
                      <a:pt x="70" y="44"/>
                      <a:pt x="69" y="46"/>
                    </a:cubicBezTo>
                    <a:cubicBezTo>
                      <a:pt x="69" y="48"/>
                      <a:pt x="69" y="48"/>
                      <a:pt x="69" y="48"/>
                    </a:cubicBezTo>
                    <a:cubicBezTo>
                      <a:pt x="68" y="48"/>
                      <a:pt x="69" y="47"/>
                      <a:pt x="68" y="46"/>
                    </a:cubicBezTo>
                    <a:cubicBezTo>
                      <a:pt x="68" y="48"/>
                      <a:pt x="66" y="47"/>
                      <a:pt x="65" y="47"/>
                    </a:cubicBezTo>
                    <a:cubicBezTo>
                      <a:pt x="65" y="47"/>
                      <a:pt x="65" y="48"/>
                      <a:pt x="65" y="49"/>
                    </a:cubicBezTo>
                    <a:cubicBezTo>
                      <a:pt x="63" y="46"/>
                      <a:pt x="62" y="50"/>
                      <a:pt x="60" y="48"/>
                    </a:cubicBezTo>
                    <a:cubicBezTo>
                      <a:pt x="61" y="51"/>
                      <a:pt x="60" y="50"/>
                      <a:pt x="59" y="51"/>
                    </a:cubicBezTo>
                    <a:cubicBezTo>
                      <a:pt x="59" y="51"/>
                      <a:pt x="59" y="50"/>
                      <a:pt x="59" y="49"/>
                    </a:cubicBezTo>
                    <a:cubicBezTo>
                      <a:pt x="58" y="50"/>
                      <a:pt x="57" y="50"/>
                      <a:pt x="56" y="49"/>
                    </a:cubicBezTo>
                    <a:cubicBezTo>
                      <a:pt x="56" y="49"/>
                      <a:pt x="56" y="51"/>
                      <a:pt x="55" y="51"/>
                    </a:cubicBezTo>
                    <a:cubicBezTo>
                      <a:pt x="54" y="49"/>
                      <a:pt x="54" y="51"/>
                      <a:pt x="53" y="50"/>
                    </a:cubicBezTo>
                    <a:cubicBezTo>
                      <a:pt x="54" y="52"/>
                      <a:pt x="52" y="54"/>
                      <a:pt x="52" y="53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0" y="52"/>
                      <a:pt x="47" y="49"/>
                      <a:pt x="44" y="52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2" y="53"/>
                      <a:pt x="39" y="51"/>
                      <a:pt x="37" y="54"/>
                    </a:cubicBezTo>
                    <a:cubicBezTo>
                      <a:pt x="36" y="53"/>
                      <a:pt x="35" y="52"/>
                      <a:pt x="35" y="52"/>
                    </a:cubicBezTo>
                    <a:cubicBezTo>
                      <a:pt x="34" y="53"/>
                      <a:pt x="33" y="53"/>
                      <a:pt x="32" y="55"/>
                    </a:cubicBezTo>
                    <a:cubicBezTo>
                      <a:pt x="32" y="56"/>
                      <a:pt x="32" y="54"/>
                      <a:pt x="32" y="54"/>
                    </a:cubicBezTo>
                    <a:cubicBezTo>
                      <a:pt x="31" y="53"/>
                      <a:pt x="30" y="51"/>
                      <a:pt x="29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8" y="53"/>
                      <a:pt x="27" y="55"/>
                      <a:pt x="26" y="53"/>
                    </a:cubicBezTo>
                    <a:cubicBezTo>
                      <a:pt x="25" y="54"/>
                      <a:pt x="24" y="55"/>
                      <a:pt x="25" y="56"/>
                    </a:cubicBezTo>
                    <a:cubicBezTo>
                      <a:pt x="24" y="56"/>
                      <a:pt x="25" y="54"/>
                      <a:pt x="24" y="55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3" y="52"/>
                      <a:pt x="21" y="53"/>
                      <a:pt x="19" y="53"/>
                    </a:cubicBezTo>
                    <a:cubicBezTo>
                      <a:pt x="19" y="51"/>
                      <a:pt x="17" y="53"/>
                      <a:pt x="16" y="51"/>
                    </a:cubicBezTo>
                    <a:cubicBezTo>
                      <a:pt x="15" y="52"/>
                      <a:pt x="15" y="50"/>
                      <a:pt x="13" y="53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3" y="51"/>
                      <a:pt x="12" y="51"/>
                      <a:pt x="11" y="49"/>
                    </a:cubicBezTo>
                    <a:cubicBezTo>
                      <a:pt x="11" y="49"/>
                      <a:pt x="10" y="50"/>
                      <a:pt x="9" y="5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9" y="50"/>
                      <a:pt x="7" y="51"/>
                      <a:pt x="6" y="52"/>
                    </a:cubicBezTo>
                    <a:cubicBezTo>
                      <a:pt x="6" y="51"/>
                      <a:pt x="6" y="52"/>
                      <a:pt x="6" y="51"/>
                    </a:cubicBezTo>
                    <a:cubicBezTo>
                      <a:pt x="7" y="51"/>
                      <a:pt x="8" y="50"/>
                      <a:pt x="9" y="48"/>
                    </a:cubicBezTo>
                    <a:cubicBezTo>
                      <a:pt x="9" y="48"/>
                      <a:pt x="6" y="50"/>
                      <a:pt x="7" y="48"/>
                    </a:cubicBezTo>
                    <a:cubicBezTo>
                      <a:pt x="7" y="47"/>
                      <a:pt x="7" y="47"/>
                      <a:pt x="5" y="49"/>
                    </a:cubicBezTo>
                    <a:cubicBezTo>
                      <a:pt x="6" y="48"/>
                      <a:pt x="6" y="48"/>
                      <a:pt x="7" y="47"/>
                    </a:cubicBezTo>
                    <a:cubicBezTo>
                      <a:pt x="6" y="47"/>
                      <a:pt x="6" y="47"/>
                      <a:pt x="5" y="47"/>
                    </a:cubicBezTo>
                    <a:cubicBezTo>
                      <a:pt x="6" y="47"/>
                      <a:pt x="5" y="47"/>
                      <a:pt x="5" y="48"/>
                    </a:cubicBezTo>
                    <a:cubicBezTo>
                      <a:pt x="4" y="48"/>
                      <a:pt x="4" y="48"/>
                      <a:pt x="2" y="49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2" y="50"/>
                      <a:pt x="1" y="50"/>
                      <a:pt x="2" y="49"/>
                    </a:cubicBezTo>
                    <a:cubicBezTo>
                      <a:pt x="3" y="48"/>
                      <a:pt x="4" y="48"/>
                      <a:pt x="5" y="47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8"/>
                      <a:pt x="2" y="49"/>
                      <a:pt x="1" y="49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1" y="51"/>
                      <a:pt x="1" y="52"/>
                      <a:pt x="2" y="52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4" y="51"/>
                      <a:pt x="5" y="50"/>
                      <a:pt x="5" y="52"/>
                    </a:cubicBezTo>
                    <a:cubicBezTo>
                      <a:pt x="4" y="52"/>
                      <a:pt x="4" y="53"/>
                      <a:pt x="3" y="53"/>
                    </a:cubicBezTo>
                    <a:cubicBezTo>
                      <a:pt x="4" y="53"/>
                      <a:pt x="4" y="53"/>
                      <a:pt x="4" y="53"/>
                    </a:cubicBezTo>
                    <a:cubicBezTo>
                      <a:pt x="2" y="55"/>
                      <a:pt x="2" y="55"/>
                      <a:pt x="2" y="55"/>
                    </a:cubicBezTo>
                    <a:cubicBezTo>
                      <a:pt x="5" y="52"/>
                      <a:pt x="4" y="55"/>
                      <a:pt x="5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5" name="Freeform 243"/>
              <p:cNvSpPr/>
              <p:nvPr>
                <p:custDataLst>
                  <p:tags r:id="rId88"/>
                </p:custDataLst>
              </p:nvPr>
            </p:nvSpPr>
            <p:spPr bwMode="auto">
              <a:xfrm>
                <a:off x="4005" y="2851"/>
                <a:ext cx="2" cy="5"/>
              </a:xfrm>
              <a:custGeom>
                <a:avLst/>
                <a:gdLst>
                  <a:gd name="T0" fmla="*/ 2 w 2"/>
                  <a:gd name="T1" fmla="*/ 5 h 5"/>
                  <a:gd name="T2" fmla="*/ 2 w 2"/>
                  <a:gd name="T3" fmla="*/ 5 h 5"/>
                  <a:gd name="T4" fmla="*/ 0 w 2"/>
                  <a:gd name="T5" fmla="*/ 0 h 5"/>
                  <a:gd name="T6" fmla="*/ 2 w 2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5">
                    <a:moveTo>
                      <a:pt x="2" y="5"/>
                    </a:moveTo>
                    <a:lnTo>
                      <a:pt x="2" y="5"/>
                    </a:lnTo>
                    <a:lnTo>
                      <a:pt x="0" y="0"/>
                    </a:lnTo>
                    <a:lnTo>
                      <a:pt x="2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6" name="Freeform 244"/>
              <p:cNvSpPr/>
              <p:nvPr>
                <p:custDataLst>
                  <p:tags r:id="rId89"/>
                </p:custDataLst>
              </p:nvPr>
            </p:nvSpPr>
            <p:spPr bwMode="auto">
              <a:xfrm>
                <a:off x="3980" y="2866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7" name="Freeform 245"/>
              <p:cNvSpPr/>
              <p:nvPr>
                <p:custDataLst>
                  <p:tags r:id="rId90"/>
                </p:custDataLst>
              </p:nvPr>
            </p:nvSpPr>
            <p:spPr bwMode="auto">
              <a:xfrm>
                <a:off x="3982" y="2868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8" name="Freeform 246"/>
              <p:cNvSpPr/>
              <p:nvPr>
                <p:custDataLst>
                  <p:tags r:id="rId91"/>
                </p:custDataLst>
              </p:nvPr>
            </p:nvSpPr>
            <p:spPr bwMode="auto">
              <a:xfrm>
                <a:off x="3748" y="2898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2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59" name="Freeform 247"/>
              <p:cNvSpPr/>
              <p:nvPr>
                <p:custDataLst>
                  <p:tags r:id="rId92"/>
                </p:custDataLst>
              </p:nvPr>
            </p:nvSpPr>
            <p:spPr bwMode="auto">
              <a:xfrm>
                <a:off x="3980" y="2875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0"/>
                      <a:pt x="0" y="2"/>
                      <a:pt x="1" y="2"/>
                    </a:cubicBezTo>
                    <a:cubicBezTo>
                      <a:pt x="1" y="2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0" name="Freeform 248"/>
              <p:cNvSpPr/>
              <p:nvPr>
                <p:custDataLst>
                  <p:tags r:id="rId93"/>
                </p:custDataLst>
              </p:nvPr>
            </p:nvSpPr>
            <p:spPr bwMode="auto">
              <a:xfrm>
                <a:off x="3757" y="2909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1" name="Freeform 249"/>
              <p:cNvSpPr/>
              <p:nvPr>
                <p:custDataLst>
                  <p:tags r:id="rId94"/>
                </p:custDataLst>
              </p:nvPr>
            </p:nvSpPr>
            <p:spPr bwMode="auto">
              <a:xfrm>
                <a:off x="3776" y="2913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0"/>
                      <a:pt x="1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2" name="Freeform 250"/>
              <p:cNvSpPr/>
              <p:nvPr>
                <p:custDataLst>
                  <p:tags r:id="rId95"/>
                </p:custDataLst>
              </p:nvPr>
            </p:nvSpPr>
            <p:spPr bwMode="auto">
              <a:xfrm>
                <a:off x="3759" y="2904"/>
                <a:ext cx="2" cy="5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1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3" name="Freeform 251"/>
              <p:cNvSpPr/>
              <p:nvPr>
                <p:custDataLst>
                  <p:tags r:id="rId96"/>
                </p:custDataLst>
              </p:nvPr>
            </p:nvSpPr>
            <p:spPr bwMode="auto">
              <a:xfrm>
                <a:off x="3893" y="3080"/>
                <a:ext cx="4" cy="9"/>
              </a:xfrm>
              <a:custGeom>
                <a:avLst/>
                <a:gdLst>
                  <a:gd name="T0" fmla="*/ 2 w 2"/>
                  <a:gd name="T1" fmla="*/ 0 h 4"/>
                  <a:gd name="T2" fmla="*/ 1 w 2"/>
                  <a:gd name="T3" fmla="*/ 1 h 4"/>
                  <a:gd name="T4" fmla="*/ 1 w 2"/>
                  <a:gd name="T5" fmla="*/ 2 h 4"/>
                  <a:gd name="T6" fmla="*/ 0 w 2"/>
                  <a:gd name="T7" fmla="*/ 4 h 4"/>
                  <a:gd name="T8" fmla="*/ 2 w 2"/>
                  <a:gd name="T9" fmla="*/ 1 h 4"/>
                  <a:gd name="T10" fmla="*/ 2 w 2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2" y="1"/>
                      <a:pt x="2" y="1"/>
                      <a:pt x="1" y="1"/>
                    </a:cubicBezTo>
                    <a:cubicBezTo>
                      <a:pt x="1" y="2"/>
                      <a:pt x="0" y="3"/>
                      <a:pt x="1" y="2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1" y="3"/>
                      <a:pt x="2" y="1"/>
                      <a:pt x="2" y="1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4" name="Freeform 252"/>
              <p:cNvSpPr/>
              <p:nvPr>
                <p:custDataLst>
                  <p:tags r:id="rId97"/>
                </p:custDataLst>
              </p:nvPr>
            </p:nvSpPr>
            <p:spPr bwMode="auto">
              <a:xfrm>
                <a:off x="3786" y="291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5" name="Freeform 253"/>
              <p:cNvSpPr/>
              <p:nvPr>
                <p:custDataLst>
                  <p:tags r:id="rId98"/>
                </p:custDataLst>
              </p:nvPr>
            </p:nvSpPr>
            <p:spPr bwMode="auto">
              <a:xfrm>
                <a:off x="3952" y="306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6" name="Freeform 254"/>
              <p:cNvSpPr>
                <a:spLocks noEditPoint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3895" y="3015"/>
                <a:ext cx="152" cy="95"/>
              </a:xfrm>
              <a:custGeom>
                <a:avLst/>
                <a:gdLst>
                  <a:gd name="T0" fmla="*/ 54 w 72"/>
                  <a:gd name="T1" fmla="*/ 4 h 45"/>
                  <a:gd name="T2" fmla="*/ 55 w 72"/>
                  <a:gd name="T3" fmla="*/ 8 h 45"/>
                  <a:gd name="T4" fmla="*/ 44 w 72"/>
                  <a:gd name="T5" fmla="*/ 20 h 45"/>
                  <a:gd name="T6" fmla="*/ 38 w 72"/>
                  <a:gd name="T7" fmla="*/ 21 h 45"/>
                  <a:gd name="T8" fmla="*/ 35 w 72"/>
                  <a:gd name="T9" fmla="*/ 21 h 45"/>
                  <a:gd name="T10" fmla="*/ 30 w 72"/>
                  <a:gd name="T11" fmla="*/ 22 h 45"/>
                  <a:gd name="T12" fmla="*/ 27 w 72"/>
                  <a:gd name="T13" fmla="*/ 22 h 45"/>
                  <a:gd name="T14" fmla="*/ 21 w 72"/>
                  <a:gd name="T15" fmla="*/ 23 h 45"/>
                  <a:gd name="T16" fmla="*/ 16 w 72"/>
                  <a:gd name="T17" fmla="*/ 23 h 45"/>
                  <a:gd name="T18" fmla="*/ 11 w 72"/>
                  <a:gd name="T19" fmla="*/ 23 h 45"/>
                  <a:gd name="T20" fmla="*/ 9 w 72"/>
                  <a:gd name="T21" fmla="*/ 21 h 45"/>
                  <a:gd name="T22" fmla="*/ 8 w 72"/>
                  <a:gd name="T23" fmla="*/ 20 h 45"/>
                  <a:gd name="T24" fmla="*/ 7 w 72"/>
                  <a:gd name="T25" fmla="*/ 20 h 45"/>
                  <a:gd name="T26" fmla="*/ 4 w 72"/>
                  <a:gd name="T27" fmla="*/ 22 h 45"/>
                  <a:gd name="T28" fmla="*/ 2 w 72"/>
                  <a:gd name="T29" fmla="*/ 25 h 45"/>
                  <a:gd name="T30" fmla="*/ 2 w 72"/>
                  <a:gd name="T31" fmla="*/ 31 h 45"/>
                  <a:gd name="T32" fmla="*/ 8 w 72"/>
                  <a:gd name="T33" fmla="*/ 29 h 45"/>
                  <a:gd name="T34" fmla="*/ 4 w 72"/>
                  <a:gd name="T35" fmla="*/ 34 h 45"/>
                  <a:gd name="T36" fmla="*/ 3 w 72"/>
                  <a:gd name="T37" fmla="*/ 39 h 45"/>
                  <a:gd name="T38" fmla="*/ 8 w 72"/>
                  <a:gd name="T39" fmla="*/ 33 h 45"/>
                  <a:gd name="T40" fmla="*/ 6 w 72"/>
                  <a:gd name="T41" fmla="*/ 39 h 45"/>
                  <a:gd name="T42" fmla="*/ 7 w 72"/>
                  <a:gd name="T43" fmla="*/ 41 h 45"/>
                  <a:gd name="T44" fmla="*/ 8 w 72"/>
                  <a:gd name="T45" fmla="*/ 42 h 45"/>
                  <a:gd name="T46" fmla="*/ 9 w 72"/>
                  <a:gd name="T47" fmla="*/ 43 h 45"/>
                  <a:gd name="T48" fmla="*/ 12 w 72"/>
                  <a:gd name="T49" fmla="*/ 40 h 45"/>
                  <a:gd name="T50" fmla="*/ 13 w 72"/>
                  <a:gd name="T51" fmla="*/ 44 h 45"/>
                  <a:gd name="T52" fmla="*/ 15 w 72"/>
                  <a:gd name="T53" fmla="*/ 40 h 45"/>
                  <a:gd name="T54" fmla="*/ 16 w 72"/>
                  <a:gd name="T55" fmla="*/ 40 h 45"/>
                  <a:gd name="T56" fmla="*/ 17 w 72"/>
                  <a:gd name="T57" fmla="*/ 42 h 45"/>
                  <a:gd name="T58" fmla="*/ 23 w 72"/>
                  <a:gd name="T59" fmla="*/ 41 h 45"/>
                  <a:gd name="T60" fmla="*/ 24 w 72"/>
                  <a:gd name="T61" fmla="*/ 41 h 45"/>
                  <a:gd name="T62" fmla="*/ 28 w 72"/>
                  <a:gd name="T63" fmla="*/ 41 h 45"/>
                  <a:gd name="T64" fmla="*/ 31 w 72"/>
                  <a:gd name="T65" fmla="*/ 40 h 45"/>
                  <a:gd name="T66" fmla="*/ 33 w 72"/>
                  <a:gd name="T67" fmla="*/ 39 h 45"/>
                  <a:gd name="T68" fmla="*/ 34 w 72"/>
                  <a:gd name="T69" fmla="*/ 40 h 45"/>
                  <a:gd name="T70" fmla="*/ 34 w 72"/>
                  <a:gd name="T71" fmla="*/ 37 h 45"/>
                  <a:gd name="T72" fmla="*/ 37 w 72"/>
                  <a:gd name="T73" fmla="*/ 38 h 45"/>
                  <a:gd name="T74" fmla="*/ 41 w 72"/>
                  <a:gd name="T75" fmla="*/ 39 h 45"/>
                  <a:gd name="T76" fmla="*/ 43 w 72"/>
                  <a:gd name="T77" fmla="*/ 35 h 45"/>
                  <a:gd name="T78" fmla="*/ 46 w 72"/>
                  <a:gd name="T79" fmla="*/ 35 h 45"/>
                  <a:gd name="T80" fmla="*/ 47 w 72"/>
                  <a:gd name="T81" fmla="*/ 34 h 45"/>
                  <a:gd name="T82" fmla="*/ 49 w 72"/>
                  <a:gd name="T83" fmla="*/ 34 h 45"/>
                  <a:gd name="T84" fmla="*/ 50 w 72"/>
                  <a:gd name="T85" fmla="*/ 36 h 45"/>
                  <a:gd name="T86" fmla="*/ 51 w 72"/>
                  <a:gd name="T87" fmla="*/ 32 h 45"/>
                  <a:gd name="T88" fmla="*/ 52 w 72"/>
                  <a:gd name="T89" fmla="*/ 27 h 45"/>
                  <a:gd name="T90" fmla="*/ 54 w 72"/>
                  <a:gd name="T91" fmla="*/ 28 h 45"/>
                  <a:gd name="T92" fmla="*/ 54 w 72"/>
                  <a:gd name="T93" fmla="*/ 23 h 45"/>
                  <a:gd name="T94" fmla="*/ 58 w 72"/>
                  <a:gd name="T95" fmla="*/ 23 h 45"/>
                  <a:gd name="T96" fmla="*/ 59 w 72"/>
                  <a:gd name="T97" fmla="*/ 21 h 45"/>
                  <a:gd name="T98" fmla="*/ 61 w 72"/>
                  <a:gd name="T99" fmla="*/ 20 h 45"/>
                  <a:gd name="T100" fmla="*/ 65 w 72"/>
                  <a:gd name="T101" fmla="*/ 17 h 45"/>
                  <a:gd name="T102" fmla="*/ 65 w 72"/>
                  <a:gd name="T103" fmla="*/ 13 h 45"/>
                  <a:gd name="T104" fmla="*/ 67 w 72"/>
                  <a:gd name="T105" fmla="*/ 8 h 45"/>
                  <a:gd name="T106" fmla="*/ 61 w 72"/>
                  <a:gd name="T107" fmla="*/ 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2" h="45">
                    <a:moveTo>
                      <a:pt x="68" y="4"/>
                    </a:moveTo>
                    <a:cubicBezTo>
                      <a:pt x="67" y="4"/>
                      <a:pt x="70" y="3"/>
                      <a:pt x="70" y="3"/>
                    </a:cubicBezTo>
                    <a:cubicBezTo>
                      <a:pt x="66" y="4"/>
                      <a:pt x="69" y="0"/>
                      <a:pt x="65" y="3"/>
                    </a:cubicBezTo>
                    <a:cubicBezTo>
                      <a:pt x="64" y="3"/>
                      <a:pt x="63" y="5"/>
                      <a:pt x="63" y="6"/>
                    </a:cubicBezTo>
                    <a:cubicBezTo>
                      <a:pt x="62" y="6"/>
                      <a:pt x="61" y="6"/>
                      <a:pt x="61" y="6"/>
                    </a:cubicBezTo>
                    <a:cubicBezTo>
                      <a:pt x="59" y="4"/>
                      <a:pt x="51" y="2"/>
                      <a:pt x="54" y="4"/>
                    </a:cubicBezTo>
                    <a:cubicBezTo>
                      <a:pt x="55" y="4"/>
                      <a:pt x="56" y="5"/>
                      <a:pt x="56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7" y="6"/>
                      <a:pt x="57" y="6"/>
                      <a:pt x="57" y="6"/>
                    </a:cubicBezTo>
                    <a:cubicBezTo>
                      <a:pt x="57" y="6"/>
                      <a:pt x="55" y="5"/>
                      <a:pt x="55" y="4"/>
                    </a:cubicBezTo>
                    <a:cubicBezTo>
                      <a:pt x="55" y="5"/>
                      <a:pt x="55" y="6"/>
                      <a:pt x="54" y="6"/>
                    </a:cubicBezTo>
                    <a:cubicBezTo>
                      <a:pt x="55" y="7"/>
                      <a:pt x="54" y="6"/>
                      <a:pt x="55" y="8"/>
                    </a:cubicBezTo>
                    <a:cubicBezTo>
                      <a:pt x="55" y="7"/>
                      <a:pt x="55" y="7"/>
                      <a:pt x="55" y="7"/>
                    </a:cubicBezTo>
                    <a:cubicBezTo>
                      <a:pt x="55" y="8"/>
                      <a:pt x="55" y="8"/>
                      <a:pt x="53" y="7"/>
                    </a:cubicBezTo>
                    <a:cubicBezTo>
                      <a:pt x="50" y="7"/>
                      <a:pt x="49" y="9"/>
                      <a:pt x="47" y="10"/>
                    </a:cubicBezTo>
                    <a:cubicBezTo>
                      <a:pt x="46" y="12"/>
                      <a:pt x="45" y="14"/>
                      <a:pt x="43" y="16"/>
                    </a:cubicBezTo>
                    <a:cubicBezTo>
                      <a:pt x="44" y="19"/>
                      <a:pt x="43" y="18"/>
                      <a:pt x="44" y="21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44" y="22"/>
                      <a:pt x="43" y="20"/>
                      <a:pt x="42" y="19"/>
                    </a:cubicBezTo>
                    <a:cubicBezTo>
                      <a:pt x="43" y="21"/>
                      <a:pt x="42" y="20"/>
                      <a:pt x="43" y="22"/>
                    </a:cubicBezTo>
                    <a:cubicBezTo>
                      <a:pt x="44" y="23"/>
                      <a:pt x="41" y="19"/>
                      <a:pt x="42" y="20"/>
                    </a:cubicBezTo>
                    <a:cubicBezTo>
                      <a:pt x="41" y="20"/>
                      <a:pt x="42" y="21"/>
                      <a:pt x="42" y="21"/>
                    </a:cubicBezTo>
                    <a:cubicBezTo>
                      <a:pt x="42" y="23"/>
                      <a:pt x="41" y="20"/>
                      <a:pt x="40" y="18"/>
                    </a:cubicBezTo>
                    <a:cubicBezTo>
                      <a:pt x="39" y="19"/>
                      <a:pt x="39" y="22"/>
                      <a:pt x="38" y="21"/>
                    </a:cubicBezTo>
                    <a:cubicBezTo>
                      <a:pt x="38" y="21"/>
                      <a:pt x="38" y="22"/>
                      <a:pt x="38" y="22"/>
                    </a:cubicBezTo>
                    <a:cubicBezTo>
                      <a:pt x="37" y="19"/>
                      <a:pt x="38" y="23"/>
                      <a:pt x="38" y="22"/>
                    </a:cubicBezTo>
                    <a:cubicBezTo>
                      <a:pt x="37" y="21"/>
                      <a:pt x="37" y="21"/>
                      <a:pt x="37" y="21"/>
                    </a:cubicBezTo>
                    <a:cubicBezTo>
                      <a:pt x="36" y="20"/>
                      <a:pt x="37" y="22"/>
                      <a:pt x="36" y="21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6" y="23"/>
                      <a:pt x="35" y="20"/>
                      <a:pt x="35" y="21"/>
                    </a:cubicBezTo>
                    <a:cubicBezTo>
                      <a:pt x="35" y="20"/>
                      <a:pt x="35" y="21"/>
                      <a:pt x="35" y="20"/>
                    </a:cubicBezTo>
                    <a:cubicBezTo>
                      <a:pt x="36" y="24"/>
                      <a:pt x="34" y="19"/>
                      <a:pt x="34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4" y="21"/>
                      <a:pt x="34" y="20"/>
                      <a:pt x="32" y="22"/>
                    </a:cubicBezTo>
                    <a:cubicBezTo>
                      <a:pt x="32" y="22"/>
                      <a:pt x="31" y="19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2"/>
                      <a:pt x="30" y="21"/>
                      <a:pt x="30" y="21"/>
                    </a:cubicBezTo>
                    <a:cubicBezTo>
                      <a:pt x="30" y="22"/>
                      <a:pt x="30" y="20"/>
                      <a:pt x="29" y="20"/>
                    </a:cubicBezTo>
                    <a:cubicBezTo>
                      <a:pt x="29" y="21"/>
                      <a:pt x="29" y="21"/>
                      <a:pt x="29" y="22"/>
                    </a:cubicBezTo>
                    <a:cubicBezTo>
                      <a:pt x="29" y="20"/>
                      <a:pt x="28" y="23"/>
                      <a:pt x="27" y="21"/>
                    </a:cubicBezTo>
                    <a:cubicBezTo>
                      <a:pt x="27" y="25"/>
                      <a:pt x="27" y="23"/>
                      <a:pt x="27" y="24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6" y="22"/>
                      <a:pt x="26" y="22"/>
                      <a:pt x="26" y="21"/>
                    </a:cubicBezTo>
                    <a:cubicBezTo>
                      <a:pt x="26" y="22"/>
                      <a:pt x="25" y="24"/>
                      <a:pt x="25" y="23"/>
                    </a:cubicBezTo>
                    <a:cubicBezTo>
                      <a:pt x="25" y="21"/>
                      <a:pt x="25" y="23"/>
                      <a:pt x="25" y="22"/>
                    </a:cubicBezTo>
                    <a:cubicBezTo>
                      <a:pt x="24" y="24"/>
                      <a:pt x="24" y="25"/>
                      <a:pt x="24" y="25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3"/>
                      <a:pt x="23" y="20"/>
                      <a:pt x="21" y="23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0" y="23"/>
                      <a:pt x="20" y="21"/>
                      <a:pt x="18" y="24"/>
                    </a:cubicBezTo>
                    <a:cubicBezTo>
                      <a:pt x="18" y="23"/>
                      <a:pt x="18" y="22"/>
                      <a:pt x="18" y="22"/>
                    </a:cubicBezTo>
                    <a:cubicBezTo>
                      <a:pt x="17" y="24"/>
                      <a:pt x="17" y="23"/>
                      <a:pt x="16" y="25"/>
                    </a:cubicBezTo>
                    <a:cubicBezTo>
                      <a:pt x="16" y="25"/>
                      <a:pt x="16" y="24"/>
                      <a:pt x="16" y="24"/>
                    </a:cubicBezTo>
                    <a:cubicBezTo>
                      <a:pt x="16" y="23"/>
                      <a:pt x="17" y="21"/>
                      <a:pt x="16" y="23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5" y="23"/>
                      <a:pt x="14" y="24"/>
                      <a:pt x="15" y="23"/>
                    </a:cubicBezTo>
                    <a:cubicBezTo>
                      <a:pt x="14" y="24"/>
                      <a:pt x="13" y="24"/>
                      <a:pt x="13" y="26"/>
                    </a:cubicBezTo>
                    <a:cubicBezTo>
                      <a:pt x="12" y="26"/>
                      <a:pt x="14" y="23"/>
                      <a:pt x="13" y="25"/>
                    </a:cubicBezTo>
                    <a:cubicBezTo>
                      <a:pt x="14" y="23"/>
                      <a:pt x="14" y="23"/>
                      <a:pt x="14" y="23"/>
                    </a:cubicBezTo>
                    <a:cubicBezTo>
                      <a:pt x="14" y="22"/>
                      <a:pt x="12" y="23"/>
                      <a:pt x="11" y="23"/>
                    </a:cubicBezTo>
                    <a:cubicBezTo>
                      <a:pt x="12" y="21"/>
                      <a:pt x="10" y="23"/>
                      <a:pt x="11" y="22"/>
                    </a:cubicBezTo>
                    <a:cubicBezTo>
                      <a:pt x="10" y="23"/>
                      <a:pt x="11" y="21"/>
                      <a:pt x="9" y="23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22"/>
                      <a:pt x="10" y="21"/>
                      <a:pt x="10" y="21"/>
                    </a:cubicBezTo>
                    <a:cubicBezTo>
                      <a:pt x="10" y="20"/>
                      <a:pt x="8" y="21"/>
                      <a:pt x="8" y="22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6" y="22"/>
                      <a:pt x="5" y="23"/>
                    </a:cubicBezTo>
                    <a:cubicBezTo>
                      <a:pt x="6" y="22"/>
                      <a:pt x="5" y="23"/>
                      <a:pt x="5" y="22"/>
                    </a:cubicBezTo>
                    <a:cubicBezTo>
                      <a:pt x="6" y="22"/>
                      <a:pt x="8" y="21"/>
                      <a:pt x="9" y="20"/>
                    </a:cubicBezTo>
                    <a:cubicBezTo>
                      <a:pt x="10" y="20"/>
                      <a:pt x="6" y="21"/>
                      <a:pt x="8" y="20"/>
                    </a:cubicBezTo>
                    <a:cubicBezTo>
                      <a:pt x="9" y="20"/>
                      <a:pt x="8" y="20"/>
                      <a:pt x="6" y="21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0"/>
                      <a:pt x="8" y="20"/>
                      <a:pt x="7" y="20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5" y="21"/>
                      <a:pt x="5" y="20"/>
                      <a:pt x="3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3" y="22"/>
                      <a:pt x="2" y="22"/>
                      <a:pt x="3" y="21"/>
                    </a:cubicBezTo>
                    <a:cubicBezTo>
                      <a:pt x="5" y="20"/>
                      <a:pt x="6" y="20"/>
                      <a:pt x="7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4" y="20"/>
                      <a:pt x="3" y="21"/>
                      <a:pt x="2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2" y="22"/>
                      <a:pt x="1" y="23"/>
                      <a:pt x="2" y="23"/>
                    </a:cubicBezTo>
                    <a:cubicBezTo>
                      <a:pt x="4" y="22"/>
                      <a:pt x="4" y="22"/>
                      <a:pt x="4" y="22"/>
                    </a:cubicBezTo>
                    <a:cubicBezTo>
                      <a:pt x="4" y="22"/>
                      <a:pt x="6" y="21"/>
                      <a:pt x="4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4" y="23"/>
                      <a:pt x="2" y="25"/>
                      <a:pt x="3" y="2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2" y="26"/>
                      <a:pt x="4" y="24"/>
                      <a:pt x="4" y="24"/>
                    </a:cubicBezTo>
                    <a:cubicBezTo>
                      <a:pt x="4" y="24"/>
                      <a:pt x="1" y="26"/>
                      <a:pt x="1" y="27"/>
                    </a:cubicBezTo>
                    <a:cubicBezTo>
                      <a:pt x="1" y="27"/>
                      <a:pt x="3" y="26"/>
                      <a:pt x="2" y="28"/>
                    </a:cubicBezTo>
                    <a:cubicBezTo>
                      <a:pt x="2" y="28"/>
                      <a:pt x="4" y="28"/>
                      <a:pt x="5" y="27"/>
                    </a:cubicBezTo>
                    <a:cubicBezTo>
                      <a:pt x="5" y="28"/>
                      <a:pt x="3" y="29"/>
                      <a:pt x="4" y="29"/>
                    </a:cubicBezTo>
                    <a:cubicBezTo>
                      <a:pt x="3" y="29"/>
                      <a:pt x="2" y="30"/>
                      <a:pt x="2" y="31"/>
                    </a:cubicBezTo>
                    <a:cubicBezTo>
                      <a:pt x="3" y="30"/>
                      <a:pt x="2" y="32"/>
                      <a:pt x="4" y="30"/>
                    </a:cubicBezTo>
                    <a:cubicBezTo>
                      <a:pt x="4" y="30"/>
                      <a:pt x="4" y="31"/>
                      <a:pt x="5" y="31"/>
                    </a:cubicBezTo>
                    <a:cubicBezTo>
                      <a:pt x="4" y="31"/>
                      <a:pt x="3" y="33"/>
                      <a:pt x="3" y="33"/>
                    </a:cubicBezTo>
                    <a:cubicBezTo>
                      <a:pt x="4" y="32"/>
                      <a:pt x="5" y="32"/>
                      <a:pt x="5" y="32"/>
                    </a:cubicBezTo>
                    <a:cubicBezTo>
                      <a:pt x="6" y="31"/>
                      <a:pt x="6" y="31"/>
                      <a:pt x="7" y="29"/>
                    </a:cubicBezTo>
                    <a:cubicBezTo>
                      <a:pt x="7" y="29"/>
                      <a:pt x="8" y="28"/>
                      <a:pt x="8" y="29"/>
                    </a:cubicBezTo>
                    <a:cubicBezTo>
                      <a:pt x="7" y="30"/>
                      <a:pt x="5" y="32"/>
                      <a:pt x="6" y="33"/>
                    </a:cubicBezTo>
                    <a:cubicBezTo>
                      <a:pt x="4" y="35"/>
                      <a:pt x="5" y="32"/>
                      <a:pt x="4" y="34"/>
                    </a:cubicBezTo>
                    <a:cubicBezTo>
                      <a:pt x="2" y="36"/>
                      <a:pt x="2" y="36"/>
                      <a:pt x="2" y="35"/>
                    </a:cubicBezTo>
                    <a:cubicBezTo>
                      <a:pt x="0" y="36"/>
                      <a:pt x="2" y="35"/>
                      <a:pt x="1" y="37"/>
                    </a:cubicBezTo>
                    <a:cubicBezTo>
                      <a:pt x="1" y="37"/>
                      <a:pt x="2" y="36"/>
                      <a:pt x="3" y="36"/>
                    </a:cubicBezTo>
                    <a:cubicBezTo>
                      <a:pt x="4" y="35"/>
                      <a:pt x="4" y="35"/>
                      <a:pt x="4" y="34"/>
                    </a:cubicBezTo>
                    <a:cubicBezTo>
                      <a:pt x="6" y="32"/>
                      <a:pt x="4" y="36"/>
                      <a:pt x="4" y="36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3" y="37"/>
                      <a:pt x="4" y="36"/>
                      <a:pt x="4" y="36"/>
                    </a:cubicBezTo>
                    <a:cubicBezTo>
                      <a:pt x="3" y="39"/>
                      <a:pt x="4" y="36"/>
                      <a:pt x="3" y="38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2" y="41"/>
                      <a:pt x="3" y="38"/>
                      <a:pt x="3" y="39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3" y="39"/>
                      <a:pt x="3" y="39"/>
                      <a:pt x="3" y="39"/>
                    </a:cubicBezTo>
                    <a:cubicBezTo>
                      <a:pt x="4" y="38"/>
                      <a:pt x="5" y="37"/>
                      <a:pt x="4" y="37"/>
                    </a:cubicBezTo>
                    <a:cubicBezTo>
                      <a:pt x="6" y="34"/>
                      <a:pt x="5" y="37"/>
                      <a:pt x="6" y="36"/>
                    </a:cubicBezTo>
                    <a:cubicBezTo>
                      <a:pt x="7" y="35"/>
                      <a:pt x="5" y="36"/>
                      <a:pt x="6" y="35"/>
                    </a:cubicBezTo>
                    <a:cubicBezTo>
                      <a:pt x="7" y="33"/>
                      <a:pt x="7" y="34"/>
                      <a:pt x="8" y="33"/>
                    </a:cubicBezTo>
                    <a:cubicBezTo>
                      <a:pt x="8" y="34"/>
                      <a:pt x="7" y="35"/>
                      <a:pt x="6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5" y="37"/>
                      <a:pt x="5" y="39"/>
                      <a:pt x="4" y="40"/>
                    </a:cubicBezTo>
                    <a:cubicBezTo>
                      <a:pt x="4" y="41"/>
                      <a:pt x="5" y="38"/>
                      <a:pt x="5" y="39"/>
                    </a:cubicBezTo>
                    <a:cubicBezTo>
                      <a:pt x="5" y="39"/>
                      <a:pt x="6" y="37"/>
                      <a:pt x="6" y="37"/>
                    </a:cubicBezTo>
                    <a:cubicBezTo>
                      <a:pt x="9" y="33"/>
                      <a:pt x="5" y="40"/>
                      <a:pt x="6" y="39"/>
                    </a:cubicBezTo>
                    <a:cubicBezTo>
                      <a:pt x="7" y="37"/>
                      <a:pt x="9" y="36"/>
                      <a:pt x="10" y="33"/>
                    </a:cubicBezTo>
                    <a:cubicBezTo>
                      <a:pt x="10" y="32"/>
                      <a:pt x="11" y="32"/>
                      <a:pt x="11" y="32"/>
                    </a:cubicBezTo>
                    <a:cubicBezTo>
                      <a:pt x="10" y="34"/>
                      <a:pt x="10" y="34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7" y="39"/>
                      <a:pt x="7" y="40"/>
                      <a:pt x="7" y="41"/>
                    </a:cubicBezTo>
                    <a:cubicBezTo>
                      <a:pt x="8" y="41"/>
                      <a:pt x="8" y="40"/>
                      <a:pt x="8" y="39"/>
                    </a:cubicBezTo>
                    <a:cubicBezTo>
                      <a:pt x="8" y="40"/>
                      <a:pt x="7" y="41"/>
                      <a:pt x="8" y="41"/>
                    </a:cubicBezTo>
                    <a:cubicBezTo>
                      <a:pt x="8" y="40"/>
                      <a:pt x="9" y="38"/>
                      <a:pt x="9" y="38"/>
                    </a:cubicBezTo>
                    <a:cubicBezTo>
                      <a:pt x="10" y="38"/>
                      <a:pt x="9" y="40"/>
                      <a:pt x="9" y="41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9" y="41"/>
                      <a:pt x="8" y="43"/>
                      <a:pt x="8" y="42"/>
                    </a:cubicBezTo>
                    <a:cubicBezTo>
                      <a:pt x="9" y="41"/>
                      <a:pt x="9" y="40"/>
                      <a:pt x="10" y="38"/>
                    </a:cubicBezTo>
                    <a:cubicBezTo>
                      <a:pt x="11" y="38"/>
                      <a:pt x="10" y="40"/>
                      <a:pt x="10" y="39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10" y="40"/>
                      <a:pt x="8" y="43"/>
                      <a:pt x="9" y="43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2"/>
                      <a:pt x="11" y="40"/>
                      <a:pt x="11" y="42"/>
                    </a:cubicBezTo>
                    <a:cubicBezTo>
                      <a:pt x="12" y="40"/>
                      <a:pt x="11" y="42"/>
                      <a:pt x="11" y="41"/>
                    </a:cubicBezTo>
                    <a:cubicBezTo>
                      <a:pt x="11" y="39"/>
                      <a:pt x="12" y="39"/>
                      <a:pt x="12" y="39"/>
                    </a:cubicBezTo>
                    <a:cubicBezTo>
                      <a:pt x="11" y="42"/>
                      <a:pt x="12" y="39"/>
                      <a:pt x="12" y="40"/>
                    </a:cubicBezTo>
                    <a:cubicBezTo>
                      <a:pt x="12" y="41"/>
                      <a:pt x="12" y="41"/>
                      <a:pt x="12" y="42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2" y="43"/>
                      <a:pt x="13" y="39"/>
                      <a:pt x="13" y="41"/>
                    </a:cubicBezTo>
                    <a:cubicBezTo>
                      <a:pt x="13" y="42"/>
                      <a:pt x="12" y="43"/>
                      <a:pt x="12" y="43"/>
                    </a:cubicBezTo>
                    <a:cubicBezTo>
                      <a:pt x="13" y="41"/>
                      <a:pt x="14" y="40"/>
                      <a:pt x="14" y="39"/>
                    </a:cubicBezTo>
                    <a:cubicBezTo>
                      <a:pt x="14" y="40"/>
                      <a:pt x="13" y="42"/>
                      <a:pt x="13" y="44"/>
                    </a:cubicBezTo>
                    <a:cubicBezTo>
                      <a:pt x="14" y="42"/>
                      <a:pt x="13" y="45"/>
                      <a:pt x="14" y="43"/>
                    </a:cubicBezTo>
                    <a:cubicBezTo>
                      <a:pt x="14" y="42"/>
                      <a:pt x="14" y="41"/>
                      <a:pt x="15" y="40"/>
                    </a:cubicBezTo>
                    <a:cubicBezTo>
                      <a:pt x="15" y="40"/>
                      <a:pt x="14" y="41"/>
                      <a:pt x="14" y="42"/>
                    </a:cubicBezTo>
                    <a:cubicBezTo>
                      <a:pt x="14" y="42"/>
                      <a:pt x="15" y="40"/>
                      <a:pt x="15" y="39"/>
                    </a:cubicBezTo>
                    <a:cubicBezTo>
                      <a:pt x="15" y="39"/>
                      <a:pt x="16" y="37"/>
                      <a:pt x="16" y="39"/>
                    </a:cubicBezTo>
                    <a:cubicBezTo>
                      <a:pt x="16" y="40"/>
                      <a:pt x="15" y="39"/>
                      <a:pt x="15" y="40"/>
                    </a:cubicBezTo>
                    <a:cubicBezTo>
                      <a:pt x="16" y="41"/>
                      <a:pt x="17" y="37"/>
                      <a:pt x="17" y="36"/>
                    </a:cubicBezTo>
                    <a:cubicBezTo>
                      <a:pt x="17" y="35"/>
                      <a:pt x="18" y="32"/>
                      <a:pt x="19" y="31"/>
                    </a:cubicBezTo>
                    <a:cubicBezTo>
                      <a:pt x="19" y="32"/>
                      <a:pt x="18" y="32"/>
                      <a:pt x="18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7"/>
                      <a:pt x="16" y="39"/>
                      <a:pt x="16" y="41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6" y="41"/>
                      <a:pt x="16" y="43"/>
                      <a:pt x="16" y="42"/>
                    </a:cubicBezTo>
                    <a:cubicBezTo>
                      <a:pt x="17" y="41"/>
                      <a:pt x="16" y="43"/>
                      <a:pt x="16" y="41"/>
                    </a:cubicBezTo>
                    <a:cubicBezTo>
                      <a:pt x="17" y="41"/>
                      <a:pt x="18" y="38"/>
                      <a:pt x="18" y="39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1"/>
                      <a:pt x="17" y="42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3"/>
                      <a:pt x="19" y="43"/>
                      <a:pt x="21" y="39"/>
                    </a:cubicBezTo>
                    <a:cubicBezTo>
                      <a:pt x="21" y="41"/>
                      <a:pt x="21" y="41"/>
                      <a:pt x="21" y="42"/>
                    </a:cubicBezTo>
                    <a:cubicBezTo>
                      <a:pt x="21" y="42"/>
                      <a:pt x="22" y="41"/>
                      <a:pt x="22" y="41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2" y="44"/>
                      <a:pt x="23" y="42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3" y="44"/>
                      <a:pt x="23" y="41"/>
                      <a:pt x="23" y="41"/>
                    </a:cubicBezTo>
                    <a:cubicBezTo>
                      <a:pt x="23" y="42"/>
                      <a:pt x="23" y="42"/>
                      <a:pt x="23" y="42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0"/>
                      <a:pt x="24" y="41"/>
                      <a:pt x="24" y="43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4" y="43"/>
                      <a:pt x="25" y="43"/>
                      <a:pt x="26" y="42"/>
                    </a:cubicBezTo>
                    <a:cubicBezTo>
                      <a:pt x="25" y="42"/>
                      <a:pt x="25" y="41"/>
                      <a:pt x="26" y="39"/>
                    </a:cubicBezTo>
                    <a:cubicBezTo>
                      <a:pt x="26" y="37"/>
                      <a:pt x="26" y="40"/>
                      <a:pt x="26" y="39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4"/>
                      <a:pt x="27" y="42"/>
                      <a:pt x="28" y="42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3"/>
                      <a:pt x="29" y="41"/>
                      <a:pt x="30" y="42"/>
                    </a:cubicBezTo>
                    <a:cubicBezTo>
                      <a:pt x="30" y="41"/>
                      <a:pt x="30" y="38"/>
                      <a:pt x="30" y="38"/>
                    </a:cubicBezTo>
                    <a:cubicBezTo>
                      <a:pt x="30" y="36"/>
                      <a:pt x="30" y="41"/>
                      <a:pt x="30" y="42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1" y="40"/>
                      <a:pt x="31" y="39"/>
                      <a:pt x="31" y="40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32" y="41"/>
                      <a:pt x="32" y="42"/>
                      <a:pt x="32" y="42"/>
                    </a:cubicBezTo>
                    <a:cubicBezTo>
                      <a:pt x="32" y="40"/>
                      <a:pt x="33" y="41"/>
                      <a:pt x="33" y="39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41"/>
                      <a:pt x="33" y="41"/>
                      <a:pt x="33" y="41"/>
                    </a:cubicBezTo>
                    <a:cubicBezTo>
                      <a:pt x="33" y="42"/>
                      <a:pt x="33" y="40"/>
                      <a:pt x="33" y="39"/>
                    </a:cubicBezTo>
                    <a:cubicBezTo>
                      <a:pt x="33" y="38"/>
                      <a:pt x="33" y="39"/>
                      <a:pt x="33" y="40"/>
                    </a:cubicBezTo>
                    <a:cubicBezTo>
                      <a:pt x="33" y="41"/>
                      <a:pt x="33" y="40"/>
                      <a:pt x="33" y="40"/>
                    </a:cubicBezTo>
                    <a:cubicBezTo>
                      <a:pt x="33" y="41"/>
                      <a:pt x="33" y="40"/>
                      <a:pt x="33" y="41"/>
                    </a:cubicBezTo>
                    <a:cubicBezTo>
                      <a:pt x="33" y="41"/>
                      <a:pt x="33" y="39"/>
                      <a:pt x="34" y="40"/>
                    </a:cubicBezTo>
                    <a:cubicBezTo>
                      <a:pt x="34" y="40"/>
                      <a:pt x="34" y="40"/>
                      <a:pt x="34" y="41"/>
                    </a:cubicBezTo>
                    <a:cubicBezTo>
                      <a:pt x="34" y="40"/>
                      <a:pt x="34" y="40"/>
                      <a:pt x="35" y="40"/>
                    </a:cubicBezTo>
                    <a:cubicBezTo>
                      <a:pt x="34" y="39"/>
                      <a:pt x="34" y="39"/>
                      <a:pt x="34" y="38"/>
                    </a:cubicBezTo>
                    <a:cubicBezTo>
                      <a:pt x="34" y="38"/>
                      <a:pt x="34" y="37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5" y="39"/>
                      <a:pt x="34" y="37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35" y="39"/>
                      <a:pt x="35" y="41"/>
                      <a:pt x="36" y="42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7" y="40"/>
                      <a:pt x="37" y="41"/>
                    </a:cubicBezTo>
                    <a:cubicBezTo>
                      <a:pt x="38" y="42"/>
                      <a:pt x="37" y="36"/>
                      <a:pt x="37" y="38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39"/>
                      <a:pt x="38" y="39"/>
                    </a:cubicBezTo>
                    <a:cubicBezTo>
                      <a:pt x="38" y="38"/>
                      <a:pt x="38" y="41"/>
                      <a:pt x="38" y="39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9" y="42"/>
                      <a:pt x="40" y="38"/>
                      <a:pt x="41" y="40"/>
                    </a:cubicBezTo>
                    <a:cubicBezTo>
                      <a:pt x="40" y="38"/>
                      <a:pt x="41" y="39"/>
                      <a:pt x="41" y="39"/>
                    </a:cubicBezTo>
                    <a:cubicBezTo>
                      <a:pt x="42" y="41"/>
                      <a:pt x="41" y="38"/>
                      <a:pt x="42" y="39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2" y="38"/>
                      <a:pt x="40" y="33"/>
                      <a:pt x="42" y="36"/>
                    </a:cubicBezTo>
                    <a:cubicBezTo>
                      <a:pt x="42" y="37"/>
                      <a:pt x="42" y="38"/>
                      <a:pt x="42" y="38"/>
                    </a:cubicBezTo>
                    <a:cubicBezTo>
                      <a:pt x="44" y="41"/>
                      <a:pt x="42" y="36"/>
                      <a:pt x="44" y="38"/>
                    </a:cubicBezTo>
                    <a:cubicBezTo>
                      <a:pt x="43" y="37"/>
                      <a:pt x="43" y="36"/>
                      <a:pt x="43" y="35"/>
                    </a:cubicBezTo>
                    <a:cubicBezTo>
                      <a:pt x="43" y="36"/>
                      <a:pt x="44" y="37"/>
                      <a:pt x="44" y="37"/>
                    </a:cubicBezTo>
                    <a:cubicBezTo>
                      <a:pt x="44" y="37"/>
                      <a:pt x="44" y="36"/>
                      <a:pt x="44" y="37"/>
                    </a:cubicBezTo>
                    <a:cubicBezTo>
                      <a:pt x="45" y="37"/>
                      <a:pt x="45" y="38"/>
                      <a:pt x="45" y="38"/>
                    </a:cubicBezTo>
                    <a:cubicBezTo>
                      <a:pt x="45" y="38"/>
                      <a:pt x="45" y="37"/>
                      <a:pt x="45" y="36"/>
                    </a:cubicBezTo>
                    <a:cubicBezTo>
                      <a:pt x="46" y="38"/>
                      <a:pt x="46" y="37"/>
                      <a:pt x="47" y="38"/>
                    </a:cubicBezTo>
                    <a:cubicBezTo>
                      <a:pt x="46" y="35"/>
                      <a:pt x="48" y="38"/>
                      <a:pt x="46" y="35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6" y="35"/>
                      <a:pt x="46" y="34"/>
                      <a:pt x="46" y="33"/>
                    </a:cubicBezTo>
                    <a:cubicBezTo>
                      <a:pt x="47" y="35"/>
                      <a:pt x="47" y="35"/>
                      <a:pt x="47" y="35"/>
                    </a:cubicBezTo>
                    <a:cubicBezTo>
                      <a:pt x="48" y="37"/>
                      <a:pt x="47" y="35"/>
                      <a:pt x="48" y="37"/>
                    </a:cubicBezTo>
                    <a:cubicBezTo>
                      <a:pt x="47" y="35"/>
                      <a:pt x="48" y="36"/>
                      <a:pt x="47" y="35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4"/>
                      <a:pt x="47" y="33"/>
                      <a:pt x="47" y="33"/>
                    </a:cubicBezTo>
                    <a:cubicBezTo>
                      <a:pt x="47" y="33"/>
                      <a:pt x="48" y="35"/>
                      <a:pt x="48" y="35"/>
                    </a:cubicBezTo>
                    <a:cubicBezTo>
                      <a:pt x="49" y="36"/>
                      <a:pt x="49" y="35"/>
                      <a:pt x="48" y="35"/>
                    </a:cubicBezTo>
                    <a:cubicBezTo>
                      <a:pt x="48" y="35"/>
                      <a:pt x="48" y="35"/>
                      <a:pt x="48" y="34"/>
                    </a:cubicBezTo>
                    <a:cubicBezTo>
                      <a:pt x="48" y="34"/>
                      <a:pt x="48" y="35"/>
                      <a:pt x="48" y="35"/>
                    </a:cubicBezTo>
                    <a:cubicBezTo>
                      <a:pt x="48" y="34"/>
                      <a:pt x="48" y="34"/>
                      <a:pt x="49" y="34"/>
                    </a:cubicBezTo>
                    <a:cubicBezTo>
                      <a:pt x="49" y="34"/>
                      <a:pt x="49" y="34"/>
                      <a:pt x="49" y="34"/>
                    </a:cubicBezTo>
                    <a:cubicBezTo>
                      <a:pt x="49" y="34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50" y="36"/>
                      <a:pt x="50" y="35"/>
                      <a:pt x="49" y="34"/>
                    </a:cubicBezTo>
                    <a:cubicBezTo>
                      <a:pt x="50" y="35"/>
                      <a:pt x="50" y="33"/>
                      <a:pt x="50" y="32"/>
                    </a:cubicBezTo>
                    <a:cubicBezTo>
                      <a:pt x="50" y="33"/>
                      <a:pt x="51" y="34"/>
                      <a:pt x="50" y="33"/>
                    </a:cubicBezTo>
                    <a:cubicBezTo>
                      <a:pt x="50" y="33"/>
                      <a:pt x="50" y="31"/>
                      <a:pt x="50" y="32"/>
                    </a:cubicBezTo>
                    <a:cubicBezTo>
                      <a:pt x="50" y="32"/>
                      <a:pt x="51" y="33"/>
                      <a:pt x="51" y="33"/>
                    </a:cubicBezTo>
                    <a:cubicBezTo>
                      <a:pt x="52" y="33"/>
                      <a:pt x="51" y="32"/>
                      <a:pt x="51" y="32"/>
                    </a:cubicBezTo>
                    <a:cubicBezTo>
                      <a:pt x="52" y="34"/>
                      <a:pt x="51" y="30"/>
                      <a:pt x="52" y="31"/>
                    </a:cubicBezTo>
                    <a:cubicBezTo>
                      <a:pt x="52" y="31"/>
                      <a:pt x="53" y="32"/>
                      <a:pt x="53" y="33"/>
                    </a:cubicBezTo>
                    <a:cubicBezTo>
                      <a:pt x="53" y="32"/>
                      <a:pt x="53" y="31"/>
                      <a:pt x="52" y="29"/>
                    </a:cubicBezTo>
                    <a:cubicBezTo>
                      <a:pt x="53" y="31"/>
                      <a:pt x="53" y="31"/>
                      <a:pt x="53" y="31"/>
                    </a:cubicBezTo>
                    <a:cubicBezTo>
                      <a:pt x="53" y="31"/>
                      <a:pt x="53" y="30"/>
                      <a:pt x="53" y="29"/>
                    </a:cubicBezTo>
                    <a:cubicBezTo>
                      <a:pt x="52" y="28"/>
                      <a:pt x="51" y="27"/>
                      <a:pt x="52" y="27"/>
                    </a:cubicBezTo>
                    <a:cubicBezTo>
                      <a:pt x="52" y="27"/>
                      <a:pt x="52" y="27"/>
                      <a:pt x="52" y="27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2" y="27"/>
                      <a:pt x="52" y="27"/>
                      <a:pt x="53" y="28"/>
                    </a:cubicBezTo>
                    <a:cubicBezTo>
                      <a:pt x="54" y="30"/>
                      <a:pt x="54" y="29"/>
                      <a:pt x="54" y="29"/>
                    </a:cubicBezTo>
                    <a:cubicBezTo>
                      <a:pt x="53" y="27"/>
                      <a:pt x="53" y="27"/>
                      <a:pt x="53" y="27"/>
                    </a:cubicBezTo>
                    <a:cubicBezTo>
                      <a:pt x="53" y="27"/>
                      <a:pt x="54" y="29"/>
                      <a:pt x="54" y="28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24"/>
                      <a:pt x="54" y="26"/>
                      <a:pt x="54" y="27"/>
                    </a:cubicBezTo>
                    <a:cubicBezTo>
                      <a:pt x="54" y="26"/>
                      <a:pt x="53" y="24"/>
                      <a:pt x="52" y="22"/>
                    </a:cubicBezTo>
                    <a:cubicBezTo>
                      <a:pt x="52" y="22"/>
                      <a:pt x="52" y="21"/>
                      <a:pt x="52" y="21"/>
                    </a:cubicBezTo>
                    <a:cubicBezTo>
                      <a:pt x="53" y="22"/>
                      <a:pt x="52" y="21"/>
                      <a:pt x="53" y="22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4" y="23"/>
                      <a:pt x="55" y="25"/>
                      <a:pt x="55" y="26"/>
                    </a:cubicBezTo>
                    <a:cubicBezTo>
                      <a:pt x="55" y="25"/>
                      <a:pt x="56" y="26"/>
                      <a:pt x="57" y="26"/>
                    </a:cubicBezTo>
                    <a:cubicBezTo>
                      <a:pt x="55" y="23"/>
                      <a:pt x="56" y="24"/>
                      <a:pt x="55" y="22"/>
                    </a:cubicBezTo>
                    <a:cubicBezTo>
                      <a:pt x="55" y="22"/>
                      <a:pt x="56" y="24"/>
                      <a:pt x="57" y="24"/>
                    </a:cubicBezTo>
                    <a:cubicBezTo>
                      <a:pt x="56" y="23"/>
                      <a:pt x="57" y="23"/>
                      <a:pt x="57" y="23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7" y="23"/>
                      <a:pt x="58" y="23"/>
                      <a:pt x="57" y="21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59" y="22"/>
                      <a:pt x="56" y="19"/>
                      <a:pt x="57" y="20"/>
                    </a:cubicBezTo>
                    <a:cubicBezTo>
                      <a:pt x="58" y="21"/>
                      <a:pt x="58" y="21"/>
                      <a:pt x="58" y="21"/>
                    </a:cubicBezTo>
                    <a:cubicBezTo>
                      <a:pt x="57" y="20"/>
                      <a:pt x="59" y="22"/>
                      <a:pt x="58" y="20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59" y="21"/>
                      <a:pt x="59" y="21"/>
                      <a:pt x="58" y="19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0" y="22"/>
                      <a:pt x="58" y="19"/>
                      <a:pt x="59" y="19"/>
                    </a:cubicBezTo>
                    <a:cubicBezTo>
                      <a:pt x="59" y="19"/>
                      <a:pt x="60" y="20"/>
                      <a:pt x="60" y="20"/>
                    </a:cubicBezTo>
                    <a:cubicBezTo>
                      <a:pt x="59" y="19"/>
                      <a:pt x="60" y="19"/>
                      <a:pt x="60" y="19"/>
                    </a:cubicBezTo>
                    <a:cubicBezTo>
                      <a:pt x="61" y="20"/>
                      <a:pt x="61" y="20"/>
                      <a:pt x="61" y="20"/>
                    </a:cubicBezTo>
                    <a:cubicBezTo>
                      <a:pt x="62" y="19"/>
                      <a:pt x="64" y="18"/>
                      <a:pt x="63" y="16"/>
                    </a:cubicBezTo>
                    <a:cubicBezTo>
                      <a:pt x="65" y="17"/>
                      <a:pt x="64" y="17"/>
                      <a:pt x="65" y="18"/>
                    </a:cubicBezTo>
                    <a:cubicBezTo>
                      <a:pt x="64" y="17"/>
                      <a:pt x="65" y="18"/>
                      <a:pt x="65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5" y="17"/>
                      <a:pt x="66" y="18"/>
                      <a:pt x="66" y="17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4" y="15"/>
                      <a:pt x="68" y="18"/>
                      <a:pt x="66" y="16"/>
                    </a:cubicBezTo>
                    <a:cubicBezTo>
                      <a:pt x="67" y="17"/>
                      <a:pt x="67" y="17"/>
                      <a:pt x="67" y="17"/>
                    </a:cubicBezTo>
                    <a:cubicBezTo>
                      <a:pt x="65" y="15"/>
                      <a:pt x="68" y="17"/>
                      <a:pt x="66" y="16"/>
                    </a:cubicBezTo>
                    <a:cubicBezTo>
                      <a:pt x="67" y="16"/>
                      <a:pt x="67" y="16"/>
                      <a:pt x="67" y="16"/>
                    </a:cubicBezTo>
                    <a:cubicBezTo>
                      <a:pt x="68" y="17"/>
                      <a:pt x="65" y="14"/>
                      <a:pt x="67" y="15"/>
                    </a:cubicBezTo>
                    <a:cubicBezTo>
                      <a:pt x="67" y="15"/>
                      <a:pt x="66" y="14"/>
                      <a:pt x="65" y="13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67" y="13"/>
                      <a:pt x="68" y="12"/>
                      <a:pt x="66" y="10"/>
                    </a:cubicBezTo>
                    <a:cubicBezTo>
                      <a:pt x="67" y="10"/>
                      <a:pt x="67" y="10"/>
                      <a:pt x="67" y="10"/>
                    </a:cubicBezTo>
                    <a:cubicBezTo>
                      <a:pt x="65" y="9"/>
                      <a:pt x="70" y="11"/>
                      <a:pt x="66" y="8"/>
                    </a:cubicBezTo>
                    <a:cubicBezTo>
                      <a:pt x="65" y="7"/>
                      <a:pt x="65" y="7"/>
                      <a:pt x="65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6" y="8"/>
                      <a:pt x="67" y="8"/>
                      <a:pt x="66" y="7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7" y="8"/>
                      <a:pt x="65" y="6"/>
                      <a:pt x="65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9" y="7"/>
                      <a:pt x="72" y="3"/>
                      <a:pt x="68" y="4"/>
                    </a:cubicBezTo>
                    <a:close/>
                    <a:moveTo>
                      <a:pt x="61" y="9"/>
                    </a:moveTo>
                    <a:cubicBezTo>
                      <a:pt x="60" y="9"/>
                      <a:pt x="61" y="7"/>
                      <a:pt x="62" y="6"/>
                    </a:cubicBezTo>
                    <a:cubicBezTo>
                      <a:pt x="62" y="8"/>
                      <a:pt x="61" y="9"/>
                      <a:pt x="6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7" name="Freeform 255"/>
              <p:cNvSpPr/>
              <p:nvPr>
                <p:custDataLst>
                  <p:tags r:id="rId100"/>
                </p:custDataLst>
              </p:nvPr>
            </p:nvSpPr>
            <p:spPr bwMode="auto">
              <a:xfrm>
                <a:off x="4011" y="3063"/>
                <a:ext cx="5" cy="5"/>
              </a:xfrm>
              <a:custGeom>
                <a:avLst/>
                <a:gdLst>
                  <a:gd name="T0" fmla="*/ 5 w 5"/>
                  <a:gd name="T1" fmla="*/ 5 h 5"/>
                  <a:gd name="T2" fmla="*/ 0 w 5"/>
                  <a:gd name="T3" fmla="*/ 0 h 5"/>
                  <a:gd name="T4" fmla="*/ 2 w 5"/>
                  <a:gd name="T5" fmla="*/ 5 h 5"/>
                  <a:gd name="T6" fmla="*/ 5 w 5"/>
                  <a:gd name="T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5">
                    <a:moveTo>
                      <a:pt x="5" y="5"/>
                    </a:moveTo>
                    <a:lnTo>
                      <a:pt x="0" y="0"/>
                    </a:lnTo>
                    <a:lnTo>
                      <a:pt x="2" y="5"/>
                    </a:lnTo>
                    <a:lnTo>
                      <a:pt x="5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8" name="Freeform 256"/>
              <p:cNvSpPr/>
              <p:nvPr>
                <p:custDataLst>
                  <p:tags r:id="rId101"/>
                </p:custDataLst>
              </p:nvPr>
            </p:nvSpPr>
            <p:spPr bwMode="auto">
              <a:xfrm>
                <a:off x="3912" y="310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69" name="Freeform 257"/>
              <p:cNvSpPr/>
              <p:nvPr>
                <p:custDataLst>
                  <p:tags r:id="rId102"/>
                </p:custDataLst>
              </p:nvPr>
            </p:nvSpPr>
            <p:spPr bwMode="auto">
              <a:xfrm>
                <a:off x="3996" y="3089"/>
                <a:ext cx="3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0" name="Oval 258"/>
              <p:cNvSpPr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3595" y="182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1" name="Freeform 259"/>
              <p:cNvSpPr/>
              <p:nvPr>
                <p:custDataLst>
                  <p:tags r:id="rId104"/>
                </p:custDataLst>
              </p:nvPr>
            </p:nvSpPr>
            <p:spPr bwMode="auto">
              <a:xfrm>
                <a:off x="3598" y="182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2" name="Freeform 260"/>
              <p:cNvSpPr/>
              <p:nvPr>
                <p:custDataLst>
                  <p:tags r:id="rId105"/>
                </p:custDataLst>
              </p:nvPr>
            </p:nvSpPr>
            <p:spPr bwMode="auto">
              <a:xfrm>
                <a:off x="3918" y="28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3" name="Freeform 261"/>
              <p:cNvSpPr/>
              <p:nvPr>
                <p:custDataLst>
                  <p:tags r:id="rId106"/>
                </p:custDataLst>
              </p:nvPr>
            </p:nvSpPr>
            <p:spPr bwMode="auto">
              <a:xfrm>
                <a:off x="3924" y="3038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2 w 2"/>
                  <a:gd name="T5" fmla="*/ 0 h 2"/>
                  <a:gd name="T6" fmla="*/ 0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4" name="Freeform 262"/>
              <p:cNvSpPr/>
              <p:nvPr>
                <p:custDataLst>
                  <p:tags r:id="rId107"/>
                </p:custDataLst>
              </p:nvPr>
            </p:nvSpPr>
            <p:spPr bwMode="auto">
              <a:xfrm>
                <a:off x="3986" y="3027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5" name="Freeform 263"/>
              <p:cNvSpPr/>
              <p:nvPr>
                <p:custDataLst>
                  <p:tags r:id="rId108"/>
                </p:custDataLst>
              </p:nvPr>
            </p:nvSpPr>
            <p:spPr bwMode="auto">
              <a:xfrm>
                <a:off x="3899" y="3091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6" name="Rectangle 264"/>
              <p:cNvSpPr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4013" y="3004"/>
                <a:ext cx="1" cy="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7" name="Freeform 265"/>
              <p:cNvSpPr/>
              <p:nvPr>
                <p:custDataLst>
                  <p:tags r:id="rId110"/>
                </p:custDataLst>
              </p:nvPr>
            </p:nvSpPr>
            <p:spPr bwMode="auto">
              <a:xfrm>
                <a:off x="3903" y="3055"/>
                <a:ext cx="6" cy="2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8" name="Freeform 266"/>
              <p:cNvSpPr/>
              <p:nvPr>
                <p:custDataLst>
                  <p:tags r:id="rId111"/>
                </p:custDataLst>
              </p:nvPr>
            </p:nvSpPr>
            <p:spPr bwMode="auto">
              <a:xfrm>
                <a:off x="3905" y="3055"/>
                <a:ext cx="4" cy="0"/>
              </a:xfrm>
              <a:custGeom>
                <a:avLst/>
                <a:gdLst>
                  <a:gd name="T0" fmla="*/ 1 w 2"/>
                  <a:gd name="T1" fmla="*/ 2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79" name="Freeform 267"/>
              <p:cNvSpPr/>
              <p:nvPr>
                <p:custDataLst>
                  <p:tags r:id="rId112"/>
                </p:custDataLst>
              </p:nvPr>
            </p:nvSpPr>
            <p:spPr bwMode="auto">
              <a:xfrm>
                <a:off x="3897" y="3085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1 h 1"/>
                  <a:gd name="T4" fmla="*/ 2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0" name="Freeform 268"/>
              <p:cNvSpPr/>
              <p:nvPr>
                <p:custDataLst>
                  <p:tags r:id="rId113"/>
                </p:custDataLst>
              </p:nvPr>
            </p:nvSpPr>
            <p:spPr bwMode="auto">
              <a:xfrm>
                <a:off x="3897" y="3095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1" name="Freeform 269"/>
              <p:cNvSpPr/>
              <p:nvPr>
                <p:custDataLst>
                  <p:tags r:id="rId114"/>
                </p:custDataLst>
              </p:nvPr>
            </p:nvSpPr>
            <p:spPr bwMode="auto">
              <a:xfrm>
                <a:off x="3984" y="3095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82" name="Freeform 270"/>
              <p:cNvSpPr/>
              <p:nvPr>
                <p:custDataLst>
                  <p:tags r:id="rId115"/>
                </p:custDataLst>
              </p:nvPr>
            </p:nvSpPr>
            <p:spPr bwMode="auto">
              <a:xfrm>
                <a:off x="3600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0" name="Freeform 271"/>
              <p:cNvSpPr/>
              <p:nvPr>
                <p:custDataLst>
                  <p:tags r:id="rId116"/>
                </p:custDataLst>
              </p:nvPr>
            </p:nvSpPr>
            <p:spPr bwMode="auto">
              <a:xfrm>
                <a:off x="3905" y="3100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1" name="Freeform 272"/>
              <p:cNvSpPr/>
              <p:nvPr>
                <p:custDataLst>
                  <p:tags r:id="rId117"/>
                </p:custDataLst>
              </p:nvPr>
            </p:nvSpPr>
            <p:spPr bwMode="auto">
              <a:xfrm>
                <a:off x="4230" y="2480"/>
                <a:ext cx="4" cy="2"/>
              </a:xfrm>
              <a:custGeom>
                <a:avLst/>
                <a:gdLst>
                  <a:gd name="T0" fmla="*/ 1 w 2"/>
                  <a:gd name="T1" fmla="*/ 1 h 1"/>
                  <a:gd name="T2" fmla="*/ 2 w 2"/>
                  <a:gd name="T3" fmla="*/ 1 h 1"/>
                  <a:gd name="T4" fmla="*/ 1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1"/>
                    </a:moveTo>
                    <a:cubicBezTo>
                      <a:pt x="0" y="1"/>
                      <a:pt x="1" y="1"/>
                      <a:pt x="2" y="1"/>
                    </a:cubicBezTo>
                    <a:cubicBezTo>
                      <a:pt x="2" y="0"/>
                      <a:pt x="2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2" name="Freeform 273"/>
              <p:cNvSpPr/>
              <p:nvPr>
                <p:custDataLst>
                  <p:tags r:id="rId118"/>
                </p:custDataLst>
              </p:nvPr>
            </p:nvSpPr>
            <p:spPr bwMode="auto">
              <a:xfrm>
                <a:off x="3895" y="3080"/>
                <a:ext cx="4" cy="3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0 h 1"/>
                  <a:gd name="T4" fmla="*/ 1 w 2"/>
                  <a:gd name="T5" fmla="*/ 0 h 1"/>
                  <a:gd name="T6" fmla="*/ 0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3" name="Freeform 274"/>
              <p:cNvSpPr/>
              <p:nvPr>
                <p:custDataLst>
                  <p:tags r:id="rId119"/>
                </p:custDataLst>
              </p:nvPr>
            </p:nvSpPr>
            <p:spPr bwMode="auto">
              <a:xfrm>
                <a:off x="4007" y="30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4" name="Freeform 275"/>
              <p:cNvSpPr/>
              <p:nvPr>
                <p:custDataLst>
                  <p:tags r:id="rId120"/>
                </p:custDataLst>
              </p:nvPr>
            </p:nvSpPr>
            <p:spPr bwMode="auto">
              <a:xfrm>
                <a:off x="3598" y="182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5" name="Freeform 276"/>
              <p:cNvSpPr/>
              <p:nvPr>
                <p:custDataLst>
                  <p:tags r:id="rId121"/>
                </p:custDataLst>
              </p:nvPr>
            </p:nvSpPr>
            <p:spPr bwMode="auto">
              <a:xfrm>
                <a:off x="4005" y="3074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1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0" y="1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6" name="Freeform 277"/>
              <p:cNvSpPr/>
              <p:nvPr>
                <p:custDataLst>
                  <p:tags r:id="rId122"/>
                </p:custDataLst>
              </p:nvPr>
            </p:nvSpPr>
            <p:spPr bwMode="auto">
              <a:xfrm>
                <a:off x="4007" y="308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7" name="Freeform 278"/>
              <p:cNvSpPr/>
              <p:nvPr>
                <p:custDataLst>
                  <p:tags r:id="rId123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8" name="Freeform 279"/>
              <p:cNvSpPr/>
              <p:nvPr>
                <p:custDataLst>
                  <p:tags r:id="rId124"/>
                </p:custDataLst>
              </p:nvPr>
            </p:nvSpPr>
            <p:spPr bwMode="auto">
              <a:xfrm>
                <a:off x="3598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0 w 1"/>
                  <a:gd name="T5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199" name="Freeform 280"/>
              <p:cNvSpPr/>
              <p:nvPr>
                <p:custDataLst>
                  <p:tags r:id="rId125"/>
                </p:custDataLst>
              </p:nvPr>
            </p:nvSpPr>
            <p:spPr bwMode="auto">
              <a:xfrm>
                <a:off x="4009" y="3083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0" name="Freeform 281"/>
              <p:cNvSpPr/>
              <p:nvPr>
                <p:custDataLst>
                  <p:tags r:id="rId126"/>
                </p:custDataLst>
              </p:nvPr>
            </p:nvSpPr>
            <p:spPr bwMode="auto">
              <a:xfrm>
                <a:off x="3602" y="182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1" name="Freeform 282"/>
              <p:cNvSpPr/>
              <p:nvPr>
                <p:custDataLst>
                  <p:tags r:id="rId127"/>
                </p:custDataLst>
              </p:nvPr>
            </p:nvSpPr>
            <p:spPr bwMode="auto">
              <a:xfrm>
                <a:off x="3929" y="1870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1 w 2"/>
                  <a:gd name="T3" fmla="*/ 4 h 4"/>
                  <a:gd name="T4" fmla="*/ 2 w 2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2" y="1"/>
                      <a:pt x="0" y="1"/>
                      <a:pt x="1" y="4"/>
                    </a:cubicBezTo>
                    <a:cubicBezTo>
                      <a:pt x="1" y="0"/>
                      <a:pt x="2" y="4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2" name="Freeform 283"/>
              <p:cNvSpPr/>
              <p:nvPr>
                <p:custDataLst>
                  <p:tags r:id="rId128"/>
                </p:custDataLst>
              </p:nvPr>
            </p:nvSpPr>
            <p:spPr bwMode="auto">
              <a:xfrm>
                <a:off x="3687" y="1579"/>
                <a:ext cx="4" cy="4"/>
              </a:xfrm>
              <a:custGeom>
                <a:avLst/>
                <a:gdLst>
                  <a:gd name="T0" fmla="*/ 0 w 4"/>
                  <a:gd name="T1" fmla="*/ 4 h 4"/>
                  <a:gd name="T2" fmla="*/ 4 w 4"/>
                  <a:gd name="T3" fmla="*/ 0 h 4"/>
                  <a:gd name="T4" fmla="*/ 0 w 4"/>
                  <a:gd name="T5" fmla="*/ 2 h 4"/>
                  <a:gd name="T6" fmla="*/ 0 w 4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3" name="Freeform 284"/>
              <p:cNvSpPr/>
              <p:nvPr>
                <p:custDataLst>
                  <p:tags r:id="rId129"/>
                </p:custDataLst>
              </p:nvPr>
            </p:nvSpPr>
            <p:spPr bwMode="auto">
              <a:xfrm>
                <a:off x="4086" y="1583"/>
                <a:ext cx="8" cy="4"/>
              </a:xfrm>
              <a:custGeom>
                <a:avLst/>
                <a:gdLst>
                  <a:gd name="T0" fmla="*/ 2 w 4"/>
                  <a:gd name="T1" fmla="*/ 2 h 2"/>
                  <a:gd name="T2" fmla="*/ 1 w 4"/>
                  <a:gd name="T3" fmla="*/ 0 h 2"/>
                  <a:gd name="T4" fmla="*/ 2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2" y="2"/>
                    </a:moveTo>
                    <a:cubicBezTo>
                      <a:pt x="2" y="2"/>
                      <a:pt x="3" y="1"/>
                      <a:pt x="1" y="0"/>
                    </a:cubicBezTo>
                    <a:cubicBezTo>
                      <a:pt x="4" y="2"/>
                      <a:pt x="0" y="1"/>
                      <a:pt x="2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4" name="Freeform 285"/>
              <p:cNvSpPr/>
              <p:nvPr>
                <p:custDataLst>
                  <p:tags r:id="rId130"/>
                </p:custDataLst>
              </p:nvPr>
            </p:nvSpPr>
            <p:spPr bwMode="auto">
              <a:xfrm>
                <a:off x="3574" y="1912"/>
                <a:ext cx="2" cy="21"/>
              </a:xfrm>
              <a:custGeom>
                <a:avLst/>
                <a:gdLst>
                  <a:gd name="T0" fmla="*/ 0 w 1"/>
                  <a:gd name="T1" fmla="*/ 0 h 10"/>
                  <a:gd name="T2" fmla="*/ 1 w 1"/>
                  <a:gd name="T3" fmla="*/ 10 h 10"/>
                  <a:gd name="T4" fmla="*/ 0 w 1"/>
                  <a:gd name="T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">
                    <a:moveTo>
                      <a:pt x="0" y="0"/>
                    </a:moveTo>
                    <a:cubicBezTo>
                      <a:pt x="0" y="4"/>
                      <a:pt x="0" y="10"/>
                      <a:pt x="1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5" name="Freeform 286"/>
              <p:cNvSpPr>
                <a:spLocks noEditPoint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3559" y="1774"/>
                <a:ext cx="77" cy="91"/>
              </a:xfrm>
              <a:custGeom>
                <a:avLst/>
                <a:gdLst>
                  <a:gd name="T0" fmla="*/ 32 w 36"/>
                  <a:gd name="T1" fmla="*/ 19 h 43"/>
                  <a:gd name="T2" fmla="*/ 27 w 36"/>
                  <a:gd name="T3" fmla="*/ 2 h 43"/>
                  <a:gd name="T4" fmla="*/ 8 w 36"/>
                  <a:gd name="T5" fmla="*/ 14 h 43"/>
                  <a:gd name="T6" fmla="*/ 16 w 36"/>
                  <a:gd name="T7" fmla="*/ 25 h 43"/>
                  <a:gd name="T8" fmla="*/ 16 w 36"/>
                  <a:gd name="T9" fmla="*/ 24 h 43"/>
                  <a:gd name="T10" fmla="*/ 17 w 36"/>
                  <a:gd name="T11" fmla="*/ 24 h 43"/>
                  <a:gd name="T12" fmla="*/ 17 w 36"/>
                  <a:gd name="T13" fmla="*/ 23 h 43"/>
                  <a:gd name="T14" fmla="*/ 17 w 36"/>
                  <a:gd name="T15" fmla="*/ 24 h 43"/>
                  <a:gd name="T16" fmla="*/ 19 w 36"/>
                  <a:gd name="T17" fmla="*/ 23 h 43"/>
                  <a:gd name="T18" fmla="*/ 18 w 36"/>
                  <a:gd name="T19" fmla="*/ 24 h 43"/>
                  <a:gd name="T20" fmla="*/ 17 w 36"/>
                  <a:gd name="T21" fmla="*/ 24 h 43"/>
                  <a:gd name="T22" fmla="*/ 19 w 36"/>
                  <a:gd name="T23" fmla="*/ 23 h 43"/>
                  <a:gd name="T24" fmla="*/ 20 w 36"/>
                  <a:gd name="T25" fmla="*/ 23 h 43"/>
                  <a:gd name="T26" fmla="*/ 21 w 36"/>
                  <a:gd name="T27" fmla="*/ 24 h 43"/>
                  <a:gd name="T28" fmla="*/ 21 w 36"/>
                  <a:gd name="T29" fmla="*/ 23 h 43"/>
                  <a:gd name="T30" fmla="*/ 21 w 36"/>
                  <a:gd name="T31" fmla="*/ 23 h 43"/>
                  <a:gd name="T32" fmla="*/ 21 w 36"/>
                  <a:gd name="T33" fmla="*/ 23 h 43"/>
                  <a:gd name="T34" fmla="*/ 21 w 36"/>
                  <a:gd name="T35" fmla="*/ 24 h 43"/>
                  <a:gd name="T36" fmla="*/ 22 w 36"/>
                  <a:gd name="T37" fmla="*/ 24 h 43"/>
                  <a:gd name="T38" fmla="*/ 22 w 36"/>
                  <a:gd name="T39" fmla="*/ 24 h 43"/>
                  <a:gd name="T40" fmla="*/ 22 w 36"/>
                  <a:gd name="T41" fmla="*/ 19 h 43"/>
                  <a:gd name="T42" fmla="*/ 22 w 36"/>
                  <a:gd name="T43" fmla="*/ 19 h 43"/>
                  <a:gd name="T44" fmla="*/ 23 w 36"/>
                  <a:gd name="T45" fmla="*/ 23 h 43"/>
                  <a:gd name="T46" fmla="*/ 27 w 36"/>
                  <a:gd name="T47" fmla="*/ 24 h 43"/>
                  <a:gd name="T48" fmla="*/ 25 w 36"/>
                  <a:gd name="T49" fmla="*/ 24 h 43"/>
                  <a:gd name="T50" fmla="*/ 25 w 36"/>
                  <a:gd name="T51" fmla="*/ 24 h 43"/>
                  <a:gd name="T52" fmla="*/ 26 w 36"/>
                  <a:gd name="T53" fmla="*/ 23 h 43"/>
                  <a:gd name="T54" fmla="*/ 25 w 36"/>
                  <a:gd name="T55" fmla="*/ 24 h 43"/>
                  <a:gd name="T56" fmla="*/ 24 w 36"/>
                  <a:gd name="T57" fmla="*/ 24 h 43"/>
                  <a:gd name="T58" fmla="*/ 24 w 36"/>
                  <a:gd name="T59" fmla="*/ 22 h 43"/>
                  <a:gd name="T60" fmla="*/ 24 w 36"/>
                  <a:gd name="T61" fmla="*/ 24 h 43"/>
                  <a:gd name="T62" fmla="*/ 23 w 36"/>
                  <a:gd name="T63" fmla="*/ 24 h 43"/>
                  <a:gd name="T64" fmla="*/ 23 w 36"/>
                  <a:gd name="T65" fmla="*/ 24 h 43"/>
                  <a:gd name="T66" fmla="*/ 24 w 36"/>
                  <a:gd name="T67" fmla="*/ 24 h 43"/>
                  <a:gd name="T68" fmla="*/ 24 w 36"/>
                  <a:gd name="T69" fmla="*/ 24 h 43"/>
                  <a:gd name="T70" fmla="*/ 25 w 36"/>
                  <a:gd name="T71" fmla="*/ 24 h 43"/>
                  <a:gd name="T72" fmla="*/ 29 w 36"/>
                  <a:gd name="T73" fmla="*/ 24 h 43"/>
                  <a:gd name="T74" fmla="*/ 26 w 36"/>
                  <a:gd name="T75" fmla="*/ 24 h 43"/>
                  <a:gd name="T76" fmla="*/ 24 w 36"/>
                  <a:gd name="T77" fmla="*/ 22 h 43"/>
                  <a:gd name="T78" fmla="*/ 23 w 36"/>
                  <a:gd name="T79" fmla="*/ 21 h 43"/>
                  <a:gd name="T80" fmla="*/ 24 w 36"/>
                  <a:gd name="T81" fmla="*/ 21 h 43"/>
                  <a:gd name="T82" fmla="*/ 24 w 36"/>
                  <a:gd name="T83" fmla="*/ 21 h 43"/>
                  <a:gd name="T84" fmla="*/ 23 w 36"/>
                  <a:gd name="T85" fmla="*/ 20 h 43"/>
                  <a:gd name="T86" fmla="*/ 22 w 36"/>
                  <a:gd name="T87" fmla="*/ 19 h 43"/>
                  <a:gd name="T88" fmla="*/ 22 w 36"/>
                  <a:gd name="T89" fmla="*/ 20 h 43"/>
                  <a:gd name="T90" fmla="*/ 21 w 36"/>
                  <a:gd name="T91" fmla="*/ 19 h 43"/>
                  <a:gd name="T92" fmla="*/ 22 w 36"/>
                  <a:gd name="T93" fmla="*/ 21 h 43"/>
                  <a:gd name="T94" fmla="*/ 20 w 36"/>
                  <a:gd name="T95" fmla="*/ 21 h 43"/>
                  <a:gd name="T96" fmla="*/ 17 w 36"/>
                  <a:gd name="T97" fmla="*/ 20 h 43"/>
                  <a:gd name="T98" fmla="*/ 20 w 36"/>
                  <a:gd name="T99" fmla="*/ 19 h 43"/>
                  <a:gd name="T100" fmla="*/ 18 w 36"/>
                  <a:gd name="T101" fmla="*/ 18 h 43"/>
                  <a:gd name="T102" fmla="*/ 19 w 36"/>
                  <a:gd name="T103" fmla="*/ 18 h 43"/>
                  <a:gd name="T104" fmla="*/ 20 w 36"/>
                  <a:gd name="T105" fmla="*/ 18 h 43"/>
                  <a:gd name="T106" fmla="*/ 21 w 36"/>
                  <a:gd name="T107" fmla="*/ 19 h 43"/>
                  <a:gd name="T108" fmla="*/ 20 w 36"/>
                  <a:gd name="T109" fmla="*/ 18 h 43"/>
                  <a:gd name="T110" fmla="*/ 18 w 36"/>
                  <a:gd name="T111" fmla="*/ 18 h 43"/>
                  <a:gd name="T112" fmla="*/ 18 w 36"/>
                  <a:gd name="T113" fmla="*/ 18 h 43"/>
                  <a:gd name="T114" fmla="*/ 15 w 36"/>
                  <a:gd name="T115" fmla="*/ 18 h 43"/>
                  <a:gd name="T116" fmla="*/ 18 w 36"/>
                  <a:gd name="T117" fmla="*/ 18 h 43"/>
                  <a:gd name="T118" fmla="*/ 18 w 36"/>
                  <a:gd name="T119" fmla="*/ 18 h 43"/>
                  <a:gd name="T120" fmla="*/ 17 w 36"/>
                  <a:gd name="T121" fmla="*/ 19 h 43"/>
                  <a:gd name="T122" fmla="*/ 16 w 36"/>
                  <a:gd name="T123" fmla="*/ 25 h 43"/>
                  <a:gd name="T124" fmla="*/ 14 w 36"/>
                  <a:gd name="T125" fmla="*/ 2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6" h="43">
                    <a:moveTo>
                      <a:pt x="5" y="16"/>
                    </a:moveTo>
                    <a:cubicBezTo>
                      <a:pt x="6" y="19"/>
                      <a:pt x="3" y="20"/>
                      <a:pt x="0" y="23"/>
                    </a:cubicBezTo>
                    <a:cubicBezTo>
                      <a:pt x="0" y="23"/>
                      <a:pt x="1" y="25"/>
                      <a:pt x="1" y="28"/>
                    </a:cubicBezTo>
                    <a:cubicBezTo>
                      <a:pt x="5" y="39"/>
                      <a:pt x="13" y="43"/>
                      <a:pt x="19" y="41"/>
                    </a:cubicBezTo>
                    <a:cubicBezTo>
                      <a:pt x="18" y="40"/>
                      <a:pt x="18" y="39"/>
                      <a:pt x="19" y="39"/>
                    </a:cubicBezTo>
                    <a:cubicBezTo>
                      <a:pt x="19" y="39"/>
                      <a:pt x="19" y="39"/>
                      <a:pt x="19" y="39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9"/>
                      <a:pt x="19" y="40"/>
                    </a:cubicBezTo>
                    <a:cubicBezTo>
                      <a:pt x="20" y="39"/>
                      <a:pt x="21" y="39"/>
                      <a:pt x="23" y="39"/>
                    </a:cubicBezTo>
                    <a:cubicBezTo>
                      <a:pt x="22" y="36"/>
                      <a:pt x="23" y="38"/>
                      <a:pt x="23" y="36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3" y="36"/>
                      <a:pt x="25" y="38"/>
                    </a:cubicBezTo>
                    <a:cubicBezTo>
                      <a:pt x="29" y="38"/>
                      <a:pt x="31" y="35"/>
                      <a:pt x="33" y="33"/>
                    </a:cubicBezTo>
                    <a:cubicBezTo>
                      <a:pt x="36" y="30"/>
                      <a:pt x="36" y="26"/>
                      <a:pt x="36" y="21"/>
                    </a:cubicBezTo>
                    <a:cubicBezTo>
                      <a:pt x="33" y="20"/>
                      <a:pt x="35" y="19"/>
                      <a:pt x="32" y="19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31" y="18"/>
                      <a:pt x="33" y="18"/>
                      <a:pt x="34" y="17"/>
                    </a:cubicBezTo>
                    <a:cubicBezTo>
                      <a:pt x="33" y="17"/>
                      <a:pt x="34" y="17"/>
                      <a:pt x="32" y="17"/>
                    </a:cubicBezTo>
                    <a:cubicBezTo>
                      <a:pt x="30" y="17"/>
                      <a:pt x="35" y="17"/>
                      <a:pt x="34" y="16"/>
                    </a:cubicBezTo>
                    <a:cubicBezTo>
                      <a:pt x="34" y="16"/>
                      <a:pt x="33" y="17"/>
                      <a:pt x="33" y="16"/>
                    </a:cubicBezTo>
                    <a:cubicBezTo>
                      <a:pt x="31" y="16"/>
                      <a:pt x="34" y="17"/>
                      <a:pt x="36" y="15"/>
                    </a:cubicBezTo>
                    <a:cubicBezTo>
                      <a:pt x="35" y="13"/>
                      <a:pt x="32" y="12"/>
                      <a:pt x="33" y="10"/>
                    </a:cubicBezTo>
                    <a:cubicBezTo>
                      <a:pt x="33" y="11"/>
                      <a:pt x="32" y="11"/>
                      <a:pt x="32" y="11"/>
                    </a:cubicBezTo>
                    <a:cubicBezTo>
                      <a:pt x="35" y="9"/>
                      <a:pt x="31" y="11"/>
                      <a:pt x="32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4" y="9"/>
                      <a:pt x="32" y="9"/>
                      <a:pt x="32" y="7"/>
                    </a:cubicBezTo>
                    <a:cubicBezTo>
                      <a:pt x="30" y="7"/>
                      <a:pt x="32" y="5"/>
                      <a:pt x="30" y="5"/>
                    </a:cubicBezTo>
                    <a:cubicBezTo>
                      <a:pt x="31" y="5"/>
                      <a:pt x="30" y="4"/>
                      <a:pt x="30" y="4"/>
                    </a:cubicBezTo>
                    <a:cubicBezTo>
                      <a:pt x="27" y="6"/>
                      <a:pt x="29" y="1"/>
                      <a:pt x="27" y="3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5" y="1"/>
                      <a:pt x="21" y="0"/>
                      <a:pt x="18" y="3"/>
                    </a:cubicBezTo>
                    <a:cubicBezTo>
                      <a:pt x="16" y="3"/>
                      <a:pt x="12" y="1"/>
                      <a:pt x="13" y="3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3" y="5"/>
                      <a:pt x="13" y="4"/>
                      <a:pt x="12" y="3"/>
                    </a:cubicBezTo>
                    <a:cubicBezTo>
                      <a:pt x="13" y="5"/>
                      <a:pt x="11" y="4"/>
                      <a:pt x="11" y="4"/>
                    </a:cubicBezTo>
                    <a:cubicBezTo>
                      <a:pt x="11" y="5"/>
                      <a:pt x="11" y="5"/>
                      <a:pt x="11" y="6"/>
                    </a:cubicBezTo>
                    <a:cubicBezTo>
                      <a:pt x="9" y="4"/>
                      <a:pt x="11" y="8"/>
                      <a:pt x="9" y="7"/>
                    </a:cubicBezTo>
                    <a:cubicBezTo>
                      <a:pt x="12" y="9"/>
                      <a:pt x="10" y="8"/>
                      <a:pt x="10" y="9"/>
                    </a:cubicBezTo>
                    <a:cubicBezTo>
                      <a:pt x="10" y="9"/>
                      <a:pt x="10" y="9"/>
                      <a:pt x="9" y="8"/>
                    </a:cubicBezTo>
                    <a:cubicBezTo>
                      <a:pt x="9" y="9"/>
                      <a:pt x="9" y="9"/>
                      <a:pt x="8" y="9"/>
                    </a:cubicBezTo>
                    <a:cubicBezTo>
                      <a:pt x="8" y="9"/>
                      <a:pt x="10" y="10"/>
                      <a:pt x="9" y="10"/>
                    </a:cubicBezTo>
                    <a:cubicBezTo>
                      <a:pt x="7" y="9"/>
                      <a:pt x="9" y="11"/>
                      <a:pt x="8" y="10"/>
                    </a:cubicBezTo>
                    <a:cubicBezTo>
                      <a:pt x="10" y="11"/>
                      <a:pt x="11" y="13"/>
                      <a:pt x="10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2"/>
                      <a:pt x="5" y="12"/>
                      <a:pt x="8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8" y="15"/>
                      <a:pt x="6" y="15"/>
                      <a:pt x="8" y="17"/>
                    </a:cubicBezTo>
                    <a:cubicBezTo>
                      <a:pt x="8" y="17"/>
                      <a:pt x="7" y="17"/>
                      <a:pt x="7" y="17"/>
                    </a:cubicBezTo>
                    <a:cubicBezTo>
                      <a:pt x="6" y="17"/>
                      <a:pt x="5" y="16"/>
                      <a:pt x="5" y="16"/>
                    </a:cubicBezTo>
                    <a:close/>
                    <a:moveTo>
                      <a:pt x="16" y="26"/>
                    </a:move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7"/>
                      <a:pt x="16" y="27"/>
                      <a:pt x="16" y="26"/>
                    </a:cubicBezTo>
                    <a:close/>
                    <a:moveTo>
                      <a:pt x="17" y="24"/>
                    </a:moveTo>
                    <a:cubicBezTo>
                      <a:pt x="17" y="25"/>
                      <a:pt x="16" y="25"/>
                      <a:pt x="17" y="27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7" y="24"/>
                    </a:cubicBezTo>
                    <a:cubicBezTo>
                      <a:pt x="17" y="25"/>
                      <a:pt x="17" y="25"/>
                      <a:pt x="17" y="24"/>
                    </a:cubicBezTo>
                    <a:close/>
                    <a:moveTo>
                      <a:pt x="16" y="25"/>
                    </a:move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5"/>
                      <a:pt x="17" y="23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6" y="25"/>
                      <a:pt x="17" y="24"/>
                      <a:pt x="16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3"/>
                    </a:move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8" y="25"/>
                      <a:pt x="17" y="24"/>
                      <a:pt x="17" y="24"/>
                    </a:cubicBezTo>
                    <a:close/>
                    <a:moveTo>
                      <a:pt x="18" y="24"/>
                    </a:move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lose/>
                    <a:moveTo>
                      <a:pt x="20" y="23"/>
                    </a:move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19" y="23"/>
                      <a:pt x="19" y="23"/>
                    </a:cubicBezTo>
                    <a:cubicBezTo>
                      <a:pt x="19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3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4"/>
                      <a:pt x="18" y="25"/>
                      <a:pt x="19" y="26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8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7" y="23"/>
                      <a:pt x="17" y="23"/>
                    </a:cubicBezTo>
                    <a:cubicBezTo>
                      <a:pt x="17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22"/>
                      <a:pt x="17" y="22"/>
                      <a:pt x="17" y="22"/>
                    </a:cubicBezTo>
                    <a:cubicBezTo>
                      <a:pt x="18" y="22"/>
                      <a:pt x="18" y="23"/>
                      <a:pt x="18" y="23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9" y="23"/>
                      <a:pt x="19" y="23"/>
                    </a:cubicBezTo>
                    <a:cubicBezTo>
                      <a:pt x="19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1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ubicBezTo>
                      <a:pt x="20" y="23"/>
                      <a:pt x="20" y="23"/>
                      <a:pt x="20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0" y="24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21" y="24"/>
                      <a:pt x="21" y="24"/>
                      <a:pt x="21" y="25"/>
                    </a:cubicBezTo>
                    <a:lnTo>
                      <a:pt x="20" y="24"/>
                    </a:ln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lose/>
                    <a:moveTo>
                      <a:pt x="21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2" y="25"/>
                    </a:cubicBezTo>
                    <a:lnTo>
                      <a:pt x="21" y="24"/>
                    </a:lnTo>
                    <a:close/>
                    <a:moveTo>
                      <a:pt x="22" y="23"/>
                    </a:move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lnTo>
                      <a:pt x="22" y="23"/>
                    </a:lnTo>
                    <a:close/>
                    <a:moveTo>
                      <a:pt x="22" y="23"/>
                    </a:move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lose/>
                    <a:moveTo>
                      <a:pt x="22" y="24"/>
                    </a:move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4"/>
                      <a:pt x="23" y="24"/>
                      <a:pt x="22" y="24"/>
                    </a:cubicBezTo>
                    <a:close/>
                    <a:moveTo>
                      <a:pt x="22" y="22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3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2" y="22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2" y="20"/>
                      <a:pt x="22" y="20"/>
                    </a:cubicBezTo>
                    <a:cubicBezTo>
                      <a:pt x="22" y="20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3" y="23"/>
                    </a:moveTo>
                    <a:cubicBezTo>
                      <a:pt x="23" y="23"/>
                      <a:pt x="23" y="22"/>
                      <a:pt x="22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3"/>
                      <a:pt x="23" y="22"/>
                      <a:pt x="23" y="22"/>
                    </a:cubicBezTo>
                    <a:close/>
                    <a:moveTo>
                      <a:pt x="27" y="24"/>
                    </a:moveTo>
                    <a:cubicBezTo>
                      <a:pt x="26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5" y="24"/>
                    </a:cubicBezTo>
                    <a:cubicBezTo>
                      <a:pt x="26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3"/>
                    </a:move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6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6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lose/>
                    <a:moveTo>
                      <a:pt x="25" y="23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3"/>
                      <a:pt x="26" y="23"/>
                    </a:cubicBezTo>
                    <a:cubicBezTo>
                      <a:pt x="25" y="23"/>
                      <a:pt x="25" y="23"/>
                      <a:pt x="25" y="23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5" y="24"/>
                    </a:move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4" y="22"/>
                    </a:lnTo>
                    <a:close/>
                    <a:moveTo>
                      <a:pt x="24" y="22"/>
                    </a:moveTo>
                    <a:cubicBezTo>
                      <a:pt x="24" y="22"/>
                      <a:pt x="24" y="22"/>
                      <a:pt x="24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4" y="22"/>
                      <a:pt x="24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2"/>
                    </a:moveTo>
                    <a:cubicBezTo>
                      <a:pt x="23" y="22"/>
                      <a:pt x="23" y="23"/>
                      <a:pt x="23" y="23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23" y="22"/>
                      <a:pt x="23" y="22"/>
                      <a:pt x="23" y="22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3" y="24"/>
                    </a:move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4" y="24"/>
                      <a:pt x="24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4"/>
                      <a:pt x="24" y="24"/>
                      <a:pt x="24" y="24"/>
                    </a:cubicBezTo>
                    <a:close/>
                    <a:moveTo>
                      <a:pt x="24" y="24"/>
                    </a:moveTo>
                    <a:cubicBezTo>
                      <a:pt x="25" y="24"/>
                      <a:pt x="25" y="24"/>
                      <a:pt x="26" y="24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5"/>
                      <a:pt x="27" y="25"/>
                      <a:pt x="27" y="25"/>
                    </a:cubicBezTo>
                    <a:cubicBezTo>
                      <a:pt x="26" y="24"/>
                      <a:pt x="25" y="24"/>
                      <a:pt x="24" y="24"/>
                    </a:cubicBezTo>
                    <a:close/>
                    <a:moveTo>
                      <a:pt x="27" y="25"/>
                    </a:move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ubicBezTo>
                      <a:pt x="27" y="25"/>
                      <a:pt x="27" y="25"/>
                      <a:pt x="27" y="25"/>
                    </a:cubicBezTo>
                    <a:close/>
                    <a:moveTo>
                      <a:pt x="27" y="24"/>
                    </a:move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8" y="24"/>
                      <a:pt x="28" y="24"/>
                      <a:pt x="27" y="24"/>
                    </a:cubicBezTo>
                    <a:close/>
                    <a:moveTo>
                      <a:pt x="29" y="24"/>
                    </a:moveTo>
                    <a:cubicBezTo>
                      <a:pt x="29" y="24"/>
                      <a:pt x="26" y="24"/>
                      <a:pt x="27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7" y="24"/>
                    </a:cubicBezTo>
                    <a:cubicBezTo>
                      <a:pt x="27" y="24"/>
                      <a:pt x="27" y="24"/>
                      <a:pt x="26" y="24"/>
                    </a:cubicBezTo>
                    <a:lnTo>
                      <a:pt x="29" y="24"/>
                    </a:lnTo>
                    <a:close/>
                    <a:moveTo>
                      <a:pt x="27" y="24"/>
                    </a:moveTo>
                    <a:cubicBezTo>
                      <a:pt x="27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7" y="24"/>
                    </a:cubicBezTo>
                    <a:close/>
                    <a:moveTo>
                      <a:pt x="26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26" y="24"/>
                      <a:pt x="26" y="24"/>
                    </a:cubicBezTo>
                    <a:close/>
                    <a:moveTo>
                      <a:pt x="26" y="22"/>
                    </a:moveTo>
                    <a:cubicBezTo>
                      <a:pt x="26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6" y="22"/>
                      <a:pt x="26" y="22"/>
                    </a:cubicBezTo>
                    <a:close/>
                    <a:moveTo>
                      <a:pt x="25" y="22"/>
                    </a:move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22"/>
                      <a:pt x="25" y="22"/>
                      <a:pt x="25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3"/>
                      <a:pt x="25" y="22"/>
                      <a:pt x="25" y="22"/>
                    </a:cubicBezTo>
                    <a:cubicBezTo>
                      <a:pt x="25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4" y="22"/>
                      <a:pt x="24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2" y="21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4" y="21"/>
                    </a:cubicBezTo>
                    <a:cubicBezTo>
                      <a:pt x="24" y="22"/>
                      <a:pt x="24" y="22"/>
                      <a:pt x="25" y="22"/>
                    </a:cubicBezTo>
                    <a:cubicBezTo>
                      <a:pt x="25" y="22"/>
                      <a:pt x="25" y="22"/>
                      <a:pt x="25" y="22"/>
                    </a:cubicBezTo>
                    <a:close/>
                    <a:moveTo>
                      <a:pt x="23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3" y="21"/>
                      <a:pt x="23" y="21"/>
                      <a:pt x="23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5" y="21"/>
                    </a:cubicBezTo>
                    <a:cubicBezTo>
                      <a:pt x="25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5" y="21"/>
                      <a:pt x="25" y="21"/>
                      <a:pt x="25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4" y="21"/>
                    </a:move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21"/>
                      <a:pt x="24" y="21"/>
                      <a:pt x="24" y="21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19"/>
                      <a:pt x="23" y="19"/>
                      <a:pt x="23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8"/>
                      <a:pt x="22" y="18"/>
                    </a:cubicBezTo>
                    <a:cubicBezTo>
                      <a:pt x="21" y="17"/>
                      <a:pt x="22" y="18"/>
                      <a:pt x="23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19"/>
                    </a:move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lose/>
                    <a:moveTo>
                      <a:pt x="22" y="20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19"/>
                    </a:cubicBezTo>
                    <a:close/>
                    <a:moveTo>
                      <a:pt x="22" y="21"/>
                    </a:move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2" y="21"/>
                    </a:cubicBezTo>
                    <a:close/>
                    <a:moveTo>
                      <a:pt x="22" y="21"/>
                    </a:move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2" y="21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1"/>
                      <a:pt x="21" y="21"/>
                      <a:pt x="21" y="21"/>
                    </a:cubicBezTo>
                    <a:cubicBezTo>
                      <a:pt x="21" y="21"/>
                      <a:pt x="22" y="21"/>
                      <a:pt x="22" y="21"/>
                    </a:cubicBezTo>
                    <a:close/>
                    <a:moveTo>
                      <a:pt x="20" y="21"/>
                    </a:moveTo>
                    <a:cubicBezTo>
                      <a:pt x="20" y="21"/>
                      <a:pt x="20" y="22"/>
                      <a:pt x="20" y="22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1"/>
                      <a:pt x="20" y="21"/>
                      <a:pt x="20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1"/>
                      <a:pt x="18" y="20"/>
                      <a:pt x="17" y="21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0"/>
                      <a:pt x="17" y="20"/>
                      <a:pt x="17" y="20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7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20" y="18"/>
                    </a:cubicBezTo>
                    <a:cubicBezTo>
                      <a:pt x="19" y="19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20" y="18"/>
                      <a:pt x="19" y="21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20" y="20"/>
                    </a:cubicBezTo>
                    <a:cubicBezTo>
                      <a:pt x="20" y="20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1"/>
                      <a:pt x="20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1"/>
                      <a:pt x="21" y="21"/>
                      <a:pt x="20" y="21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8" y="18"/>
                    </a:cubicBezTo>
                    <a:cubicBezTo>
                      <a:pt x="19" y="18"/>
                      <a:pt x="19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ubicBezTo>
                      <a:pt x="18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20" y="18"/>
                      <a:pt x="19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0" y="19"/>
                      <a:pt x="20" y="19"/>
                      <a:pt x="20" y="18"/>
                    </a:cubicBezTo>
                    <a:cubicBezTo>
                      <a:pt x="20" y="19"/>
                      <a:pt x="20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9"/>
                      <a:pt x="20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8"/>
                      <a:pt x="20" y="18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1" y="19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1" y="19"/>
                      <a:pt x="21" y="19"/>
                      <a:pt x="21" y="19"/>
                    </a:cubicBezTo>
                    <a:close/>
                    <a:moveTo>
                      <a:pt x="20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20" y="18"/>
                      <a:pt x="21" y="19"/>
                    </a:cubicBezTo>
                    <a:lnTo>
                      <a:pt x="20" y="18"/>
                    </a:lnTo>
                    <a:close/>
                    <a:moveTo>
                      <a:pt x="19" y="18"/>
                    </a:move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9" y="18"/>
                    </a:move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lose/>
                    <a:moveTo>
                      <a:pt x="18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9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lose/>
                    <a:moveTo>
                      <a:pt x="18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9"/>
                      <a:pt x="18" y="18"/>
                      <a:pt x="16" y="18"/>
                    </a:cubicBezTo>
                    <a:cubicBezTo>
                      <a:pt x="18" y="18"/>
                      <a:pt x="16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6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8" y="18"/>
                      <a:pt x="17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8"/>
                      <a:pt x="17" y="18"/>
                      <a:pt x="18" y="18"/>
                    </a:cubicBezTo>
                    <a:cubicBezTo>
                      <a:pt x="17" y="18"/>
                      <a:pt x="17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7" y="18"/>
                      <a:pt x="17" y="19"/>
                    </a:cubicBezTo>
                    <a:cubicBezTo>
                      <a:pt x="16" y="19"/>
                      <a:pt x="17" y="18"/>
                      <a:pt x="18" y="18"/>
                    </a:cubicBezTo>
                    <a:cubicBezTo>
                      <a:pt x="16" y="19"/>
                      <a:pt x="17" y="18"/>
                      <a:pt x="16" y="19"/>
                    </a:cubicBezTo>
                    <a:cubicBezTo>
                      <a:pt x="16" y="19"/>
                      <a:pt x="17" y="19"/>
                      <a:pt x="17" y="19"/>
                    </a:cubicBezTo>
                    <a:cubicBezTo>
                      <a:pt x="17" y="19"/>
                      <a:pt x="19" y="18"/>
                      <a:pt x="17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8"/>
                      <a:pt x="18" y="18"/>
                      <a:pt x="19" y="18"/>
                    </a:cubicBezTo>
                    <a:cubicBezTo>
                      <a:pt x="18" y="18"/>
                      <a:pt x="18" y="19"/>
                      <a:pt x="18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5" y="18"/>
                      <a:pt x="15" y="18"/>
                    </a:cubicBezTo>
                    <a:cubicBezTo>
                      <a:pt x="16" y="18"/>
                      <a:pt x="16" y="18"/>
                      <a:pt x="16" y="19"/>
                    </a:cubicBezTo>
                    <a:cubicBezTo>
                      <a:pt x="18" y="18"/>
                      <a:pt x="15" y="19"/>
                      <a:pt x="18" y="18"/>
                    </a:cubicBezTo>
                    <a:close/>
                    <a:moveTo>
                      <a:pt x="1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17" y="24"/>
                      <a:pt x="16" y="24"/>
                      <a:pt x="16" y="24"/>
                    </a:cubicBezTo>
                    <a:cubicBezTo>
                      <a:pt x="16" y="24"/>
                      <a:pt x="15" y="24"/>
                      <a:pt x="15" y="23"/>
                    </a:cubicBezTo>
                    <a:cubicBezTo>
                      <a:pt x="16" y="23"/>
                      <a:pt x="16" y="24"/>
                      <a:pt x="17" y="24"/>
                    </a:cubicBezTo>
                    <a:close/>
                    <a:moveTo>
                      <a:pt x="15" y="26"/>
                    </a:move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5" y="26"/>
                      <a:pt x="15" y="26"/>
                      <a:pt x="15" y="27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lose/>
                    <a:moveTo>
                      <a:pt x="15" y="26"/>
                    </a:moveTo>
                    <a:cubicBezTo>
                      <a:pt x="14" y="27"/>
                      <a:pt x="15" y="26"/>
                      <a:pt x="14" y="27"/>
                    </a:cubicBezTo>
                    <a:cubicBezTo>
                      <a:pt x="14" y="27"/>
                      <a:pt x="14" y="27"/>
                      <a:pt x="14" y="26"/>
                    </a:cubicBezTo>
                    <a:cubicBezTo>
                      <a:pt x="14" y="26"/>
                      <a:pt x="15" y="26"/>
                      <a:pt x="15" y="26"/>
                    </a:cubicBezTo>
                    <a:close/>
                    <a:moveTo>
                      <a:pt x="15" y="29"/>
                    </a:moveTo>
                    <a:cubicBezTo>
                      <a:pt x="14" y="30"/>
                      <a:pt x="14" y="30"/>
                      <a:pt x="14" y="29"/>
                    </a:cubicBezTo>
                    <a:cubicBezTo>
                      <a:pt x="14" y="29"/>
                      <a:pt x="14" y="29"/>
                      <a:pt x="15" y="29"/>
                    </a:cubicBezTo>
                    <a:close/>
                    <a:moveTo>
                      <a:pt x="13" y="28"/>
                    </a:moveTo>
                    <a:cubicBezTo>
                      <a:pt x="13" y="28"/>
                      <a:pt x="13" y="27"/>
                      <a:pt x="13" y="27"/>
                    </a:cubicBezTo>
                    <a:cubicBezTo>
                      <a:pt x="13" y="27"/>
                      <a:pt x="13" y="28"/>
                      <a:pt x="13" y="28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3" y="28"/>
                      <a:pt x="12" y="28"/>
                      <a:pt x="12" y="29"/>
                    </a:cubicBezTo>
                    <a:lnTo>
                      <a:pt x="13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6" name="Freeform 287"/>
              <p:cNvSpPr/>
              <p:nvPr>
                <p:custDataLst>
                  <p:tags r:id="rId132"/>
                </p:custDataLst>
              </p:nvPr>
            </p:nvSpPr>
            <p:spPr bwMode="auto">
              <a:xfrm>
                <a:off x="3608" y="1908"/>
                <a:ext cx="4" cy="6"/>
              </a:xfrm>
              <a:custGeom>
                <a:avLst/>
                <a:gdLst>
                  <a:gd name="T0" fmla="*/ 1 w 2"/>
                  <a:gd name="T1" fmla="*/ 0 h 3"/>
                  <a:gd name="T2" fmla="*/ 0 w 2"/>
                  <a:gd name="T3" fmla="*/ 2 h 3"/>
                  <a:gd name="T4" fmla="*/ 1 w 2"/>
                  <a:gd name="T5" fmla="*/ 3 h 3"/>
                  <a:gd name="T6" fmla="*/ 1 w 2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  <a:cubicBezTo>
                      <a:pt x="1" y="2"/>
                      <a:pt x="1" y="2"/>
                      <a:pt x="1" y="3"/>
                    </a:cubicBezTo>
                    <a:cubicBezTo>
                      <a:pt x="2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7" name="Freeform 288"/>
              <p:cNvSpPr/>
              <p:nvPr>
                <p:custDataLst>
                  <p:tags r:id="rId133"/>
                </p:custDataLst>
              </p:nvPr>
            </p:nvSpPr>
            <p:spPr bwMode="auto">
              <a:xfrm>
                <a:off x="4113" y="1587"/>
                <a:ext cx="4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1" y="2"/>
                      <a:pt x="2" y="2"/>
                    </a:cubicBezTo>
                    <a:cubicBezTo>
                      <a:pt x="0" y="0"/>
                      <a:pt x="1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8" name="Freeform 289"/>
              <p:cNvSpPr/>
              <p:nvPr>
                <p:custDataLst>
                  <p:tags r:id="rId134"/>
                </p:custDataLst>
              </p:nvPr>
            </p:nvSpPr>
            <p:spPr bwMode="auto">
              <a:xfrm>
                <a:off x="3593" y="182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09" name="Freeform 290"/>
              <p:cNvSpPr/>
              <p:nvPr>
                <p:custDataLst>
                  <p:tags r:id="rId135"/>
                </p:custDataLst>
              </p:nvPr>
            </p:nvSpPr>
            <p:spPr bwMode="auto">
              <a:xfrm>
                <a:off x="4251" y="1730"/>
                <a:ext cx="4" cy="4"/>
              </a:xfrm>
              <a:custGeom>
                <a:avLst/>
                <a:gdLst>
                  <a:gd name="T0" fmla="*/ 0 w 4"/>
                  <a:gd name="T1" fmla="*/ 2 h 4"/>
                  <a:gd name="T2" fmla="*/ 2 w 4"/>
                  <a:gd name="T3" fmla="*/ 4 h 4"/>
                  <a:gd name="T4" fmla="*/ 4 w 4"/>
                  <a:gd name="T5" fmla="*/ 0 h 4"/>
                  <a:gd name="T6" fmla="*/ 0 w 4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lnTo>
                      <a:pt x="2" y="4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0" name="Freeform 291"/>
              <p:cNvSpPr/>
              <p:nvPr>
                <p:custDataLst>
                  <p:tags r:id="rId136"/>
                </p:custDataLst>
              </p:nvPr>
            </p:nvSpPr>
            <p:spPr bwMode="auto">
              <a:xfrm>
                <a:off x="3980" y="24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1" name="Freeform 292"/>
              <p:cNvSpPr/>
              <p:nvPr>
                <p:custDataLst>
                  <p:tags r:id="rId137"/>
                </p:custDataLst>
              </p:nvPr>
            </p:nvSpPr>
            <p:spPr bwMode="auto">
              <a:xfrm>
                <a:off x="3980" y="2446"/>
                <a:ext cx="4" cy="5"/>
              </a:xfrm>
              <a:custGeom>
                <a:avLst/>
                <a:gdLst>
                  <a:gd name="T0" fmla="*/ 1 w 2"/>
                  <a:gd name="T1" fmla="*/ 1 h 2"/>
                  <a:gd name="T2" fmla="*/ 1 w 2"/>
                  <a:gd name="T3" fmla="*/ 0 h 2"/>
                  <a:gd name="T4" fmla="*/ 1 w 2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1"/>
                    </a:moveTo>
                    <a:cubicBezTo>
                      <a:pt x="2" y="2"/>
                      <a:pt x="0" y="0"/>
                      <a:pt x="1" y="0"/>
                    </a:cubicBezTo>
                    <a:cubicBezTo>
                      <a:pt x="0" y="0"/>
                      <a:pt x="1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2" name="Freeform 293"/>
              <p:cNvSpPr/>
              <p:nvPr>
                <p:custDataLst>
                  <p:tags r:id="rId138"/>
                </p:custDataLst>
              </p:nvPr>
            </p:nvSpPr>
            <p:spPr bwMode="auto">
              <a:xfrm>
                <a:off x="4062" y="2253"/>
                <a:ext cx="0" cy="2"/>
              </a:xfrm>
              <a:custGeom>
                <a:avLst/>
                <a:gdLst>
                  <a:gd name="T0" fmla="*/ 0 h 2"/>
                  <a:gd name="T1" fmla="*/ 0 h 2"/>
                  <a:gd name="T2" fmla="*/ 2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3" name="Freeform 294"/>
              <p:cNvSpPr/>
              <p:nvPr>
                <p:custDataLst>
                  <p:tags r:id="rId139"/>
                </p:custDataLst>
              </p:nvPr>
            </p:nvSpPr>
            <p:spPr bwMode="auto">
              <a:xfrm>
                <a:off x="4162" y="220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0"/>
                      <a:pt x="1" y="2"/>
                      <a:pt x="1" y="1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4" name="Freeform 295"/>
              <p:cNvSpPr/>
              <p:nvPr>
                <p:custDataLst>
                  <p:tags r:id="rId140"/>
                </p:custDataLst>
              </p:nvPr>
            </p:nvSpPr>
            <p:spPr bwMode="auto">
              <a:xfrm>
                <a:off x="4164" y="2139"/>
                <a:ext cx="4" cy="2"/>
              </a:xfrm>
              <a:custGeom>
                <a:avLst/>
                <a:gdLst>
                  <a:gd name="T0" fmla="*/ 4 w 4"/>
                  <a:gd name="T1" fmla="*/ 2 h 2"/>
                  <a:gd name="T2" fmla="*/ 4 w 4"/>
                  <a:gd name="T3" fmla="*/ 0 h 2"/>
                  <a:gd name="T4" fmla="*/ 0 w 4"/>
                  <a:gd name="T5" fmla="*/ 2 h 2"/>
                  <a:gd name="T6" fmla="*/ 4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2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4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5" name="Freeform 296"/>
              <p:cNvSpPr/>
              <p:nvPr>
                <p:custDataLst>
                  <p:tags r:id="rId141"/>
                </p:custDataLst>
              </p:nvPr>
            </p:nvSpPr>
            <p:spPr bwMode="auto">
              <a:xfrm>
                <a:off x="3606" y="1819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6" name="Oval 297"/>
              <p:cNvSpPr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3598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7" name="Oval 298"/>
              <p:cNvSpPr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3600" y="1817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8" name="Freeform 299"/>
              <p:cNvSpPr/>
              <p:nvPr>
                <p:custDataLst>
                  <p:tags r:id="rId144"/>
                </p:custDataLst>
              </p:nvPr>
            </p:nvSpPr>
            <p:spPr bwMode="auto">
              <a:xfrm>
                <a:off x="3598" y="1817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0 w 1"/>
                  <a:gd name="T3" fmla="*/ 0 w 1"/>
                  <a:gd name="T4" fmla="*/ 0 w 1"/>
                  <a:gd name="T5" fmla="*/ 1 w 1"/>
                  <a:gd name="T6" fmla="*/ 1 w 1"/>
                  <a:gd name="T7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19" name="Oval 300"/>
              <p:cNvSpPr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3602" y="1819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0" name="Freeform 301"/>
              <p:cNvSpPr/>
              <p:nvPr>
                <p:custDataLst>
                  <p:tags r:id="rId146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1 h 1"/>
                  <a:gd name="T4" fmla="*/ 0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1" name="Freeform 302"/>
              <p:cNvSpPr/>
              <p:nvPr>
                <p:custDataLst>
                  <p:tags r:id="rId147"/>
                </p:custDataLst>
              </p:nvPr>
            </p:nvSpPr>
            <p:spPr bwMode="auto">
              <a:xfrm>
                <a:off x="3602" y="181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2" name="Oval 303"/>
              <p:cNvSpPr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3593" y="1814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3" name="Freeform 304"/>
              <p:cNvSpPr/>
              <p:nvPr>
                <p:custDataLst>
                  <p:tags r:id="rId149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0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4" name="Freeform 305"/>
              <p:cNvSpPr/>
              <p:nvPr>
                <p:custDataLst>
                  <p:tags r:id="rId150"/>
                </p:custDataLst>
              </p:nvPr>
            </p:nvSpPr>
            <p:spPr bwMode="auto">
              <a:xfrm>
                <a:off x="3598" y="181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5" name="Oval 306"/>
              <p:cNvSpPr>
                <a:spLocks noChangeArrowheads="1"/>
              </p:cNvSpPr>
              <p:nvPr>
                <p:custDataLst>
                  <p:tags r:id="rId151"/>
                </p:custDataLst>
              </p:nvPr>
            </p:nvSpPr>
            <p:spPr bwMode="auto">
              <a:xfrm>
                <a:off x="3612" y="1821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6" name="Freeform 307"/>
              <p:cNvSpPr/>
              <p:nvPr>
                <p:custDataLst>
                  <p:tags r:id="rId152"/>
                </p:custDataLst>
              </p:nvPr>
            </p:nvSpPr>
            <p:spPr bwMode="auto">
              <a:xfrm>
                <a:off x="3977" y="2478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7" name="Freeform 308"/>
              <p:cNvSpPr/>
              <p:nvPr>
                <p:custDataLst>
                  <p:tags r:id="rId153"/>
                </p:custDataLst>
              </p:nvPr>
            </p:nvSpPr>
            <p:spPr bwMode="auto">
              <a:xfrm>
                <a:off x="3595" y="1812"/>
                <a:ext cx="3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8" name="Freeform 309"/>
              <p:cNvSpPr/>
              <p:nvPr>
                <p:custDataLst>
                  <p:tags r:id="rId154"/>
                </p:custDataLst>
              </p:nvPr>
            </p:nvSpPr>
            <p:spPr bwMode="auto">
              <a:xfrm>
                <a:off x="3598" y="1814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29" name="Freeform 310"/>
              <p:cNvSpPr/>
              <p:nvPr>
                <p:custDataLst>
                  <p:tags r:id="rId155"/>
                </p:custDataLst>
              </p:nvPr>
            </p:nvSpPr>
            <p:spPr bwMode="auto">
              <a:xfrm>
                <a:off x="3967" y="2491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0" name="Freeform 311"/>
              <p:cNvSpPr/>
              <p:nvPr>
                <p:custDataLst>
                  <p:tags r:id="rId156"/>
                </p:custDataLst>
              </p:nvPr>
            </p:nvSpPr>
            <p:spPr bwMode="auto">
              <a:xfrm>
                <a:off x="3825" y="2268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1 h 1"/>
                  <a:gd name="T6" fmla="*/ 1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1" name="Freeform 312"/>
              <p:cNvSpPr/>
              <p:nvPr>
                <p:custDataLst>
                  <p:tags r:id="rId157"/>
                </p:custDataLst>
              </p:nvPr>
            </p:nvSpPr>
            <p:spPr bwMode="auto">
              <a:xfrm>
                <a:off x="3810" y="2268"/>
                <a:ext cx="8" cy="2"/>
              </a:xfrm>
              <a:custGeom>
                <a:avLst/>
                <a:gdLst>
                  <a:gd name="T0" fmla="*/ 4 w 4"/>
                  <a:gd name="T1" fmla="*/ 0 h 1"/>
                  <a:gd name="T2" fmla="*/ 0 w 4"/>
                  <a:gd name="T3" fmla="*/ 0 h 1"/>
                  <a:gd name="T4" fmla="*/ 4 w 4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1"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1"/>
                      <a:pt x="2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2" name="Freeform 313"/>
              <p:cNvSpPr/>
              <p:nvPr>
                <p:custDataLst>
                  <p:tags r:id="rId158"/>
                </p:custDataLst>
              </p:nvPr>
            </p:nvSpPr>
            <p:spPr bwMode="auto">
              <a:xfrm>
                <a:off x="3835" y="2275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3" name="Freeform 314"/>
              <p:cNvSpPr/>
              <p:nvPr>
                <p:custDataLst>
                  <p:tags r:id="rId159"/>
                </p:custDataLst>
              </p:nvPr>
            </p:nvSpPr>
            <p:spPr bwMode="auto">
              <a:xfrm>
                <a:off x="3833" y="2268"/>
                <a:ext cx="2" cy="4"/>
              </a:xfrm>
              <a:custGeom>
                <a:avLst/>
                <a:gdLst>
                  <a:gd name="T0" fmla="*/ 1 w 1"/>
                  <a:gd name="T1" fmla="*/ 1 h 2"/>
                  <a:gd name="T2" fmla="*/ 0 w 1"/>
                  <a:gd name="T3" fmla="*/ 1 h 2"/>
                  <a:gd name="T4" fmla="*/ 1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0" y="1"/>
                      <a:pt x="0" y="0"/>
                      <a:pt x="0" y="1"/>
                    </a:cubicBezTo>
                    <a:cubicBezTo>
                      <a:pt x="1" y="2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4" name="Freeform 315"/>
              <p:cNvSpPr/>
              <p:nvPr>
                <p:custDataLst>
                  <p:tags r:id="rId160"/>
                </p:custDataLst>
              </p:nvPr>
            </p:nvSpPr>
            <p:spPr bwMode="auto">
              <a:xfrm>
                <a:off x="3833" y="2328"/>
                <a:ext cx="9" cy="2"/>
              </a:xfrm>
              <a:custGeom>
                <a:avLst/>
                <a:gdLst>
                  <a:gd name="T0" fmla="*/ 0 w 4"/>
                  <a:gd name="T1" fmla="*/ 1 h 1"/>
                  <a:gd name="T2" fmla="*/ 4 w 4"/>
                  <a:gd name="T3" fmla="*/ 0 h 1"/>
                  <a:gd name="T4" fmla="*/ 4 w 4"/>
                  <a:gd name="T5" fmla="*/ 0 h 1"/>
                  <a:gd name="T6" fmla="*/ 3 w 4"/>
                  <a:gd name="T7" fmla="*/ 0 h 1"/>
                  <a:gd name="T8" fmla="*/ 2 w 4"/>
                  <a:gd name="T9" fmla="*/ 0 h 1"/>
                  <a:gd name="T10" fmla="*/ 0 w 4"/>
                  <a:gd name="T11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0" y="1"/>
                    </a:moveTo>
                    <a:cubicBezTo>
                      <a:pt x="1" y="1"/>
                      <a:pt x="3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2" y="0"/>
                      <a:pt x="1" y="0"/>
                      <a:pt x="2" y="0"/>
                    </a:cubicBezTo>
                    <a:cubicBezTo>
                      <a:pt x="1" y="1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5" name="Freeform 316"/>
              <p:cNvSpPr/>
              <p:nvPr>
                <p:custDataLst>
                  <p:tags r:id="rId161"/>
                </p:custDataLst>
              </p:nvPr>
            </p:nvSpPr>
            <p:spPr bwMode="auto">
              <a:xfrm>
                <a:off x="3837" y="2330"/>
                <a:ext cx="5" cy="2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1" y="1"/>
                      <a:pt x="2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6" name="Freeform 317"/>
              <p:cNvSpPr/>
              <p:nvPr>
                <p:custDataLst>
                  <p:tags r:id="rId162"/>
                </p:custDataLst>
              </p:nvPr>
            </p:nvSpPr>
            <p:spPr bwMode="auto">
              <a:xfrm>
                <a:off x="3839" y="2328"/>
                <a:ext cx="5" cy="0"/>
              </a:xfrm>
              <a:custGeom>
                <a:avLst/>
                <a:gdLst>
                  <a:gd name="T0" fmla="*/ 1 w 2"/>
                  <a:gd name="T1" fmla="*/ 0 w 2"/>
                  <a:gd name="T2" fmla="*/ 1 w 2"/>
                  <a:gd name="T3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7" name="Freeform 318"/>
              <p:cNvSpPr/>
              <p:nvPr>
                <p:custDataLst>
                  <p:tags r:id="rId163"/>
                </p:custDataLst>
              </p:nvPr>
            </p:nvSpPr>
            <p:spPr bwMode="auto">
              <a:xfrm>
                <a:off x="3827" y="2268"/>
                <a:ext cx="2" cy="4"/>
              </a:xfrm>
              <a:custGeom>
                <a:avLst/>
                <a:gdLst>
                  <a:gd name="T0" fmla="*/ 1 w 1"/>
                  <a:gd name="T1" fmla="*/ 2 h 2"/>
                  <a:gd name="T2" fmla="*/ 0 w 1"/>
                  <a:gd name="T3" fmla="*/ 0 h 2"/>
                  <a:gd name="T4" fmla="*/ 1 w 1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1" y="1"/>
                      <a:pt x="0" y="0"/>
                    </a:cubicBez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8" name="Freeform 319"/>
              <p:cNvSpPr/>
              <p:nvPr>
                <p:custDataLst>
                  <p:tags r:id="rId164"/>
                </p:custDataLst>
              </p:nvPr>
            </p:nvSpPr>
            <p:spPr bwMode="auto">
              <a:xfrm>
                <a:off x="3729" y="2856"/>
                <a:ext cx="6" cy="4"/>
              </a:xfrm>
              <a:custGeom>
                <a:avLst/>
                <a:gdLst>
                  <a:gd name="T0" fmla="*/ 3 w 3"/>
                  <a:gd name="T1" fmla="*/ 0 h 2"/>
                  <a:gd name="T2" fmla="*/ 0 w 3"/>
                  <a:gd name="T3" fmla="*/ 2 h 2"/>
                  <a:gd name="T4" fmla="*/ 3 w 3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2" y="1"/>
                      <a:pt x="2" y="1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39" name="Freeform 320"/>
              <p:cNvSpPr/>
              <p:nvPr>
                <p:custDataLst>
                  <p:tags r:id="rId165"/>
                </p:custDataLst>
              </p:nvPr>
            </p:nvSpPr>
            <p:spPr bwMode="auto">
              <a:xfrm>
                <a:off x="3731" y="2854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0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2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0" name="Freeform 321"/>
              <p:cNvSpPr/>
              <p:nvPr>
                <p:custDataLst>
                  <p:tags r:id="rId166"/>
                </p:custDataLst>
              </p:nvPr>
            </p:nvSpPr>
            <p:spPr bwMode="auto">
              <a:xfrm>
                <a:off x="3897" y="2822"/>
                <a:ext cx="0" cy="2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1" name="Freeform 322"/>
              <p:cNvSpPr/>
              <p:nvPr>
                <p:custDataLst>
                  <p:tags r:id="rId167"/>
                </p:custDataLst>
              </p:nvPr>
            </p:nvSpPr>
            <p:spPr bwMode="auto">
              <a:xfrm>
                <a:off x="4007" y="2790"/>
                <a:ext cx="2" cy="4"/>
              </a:xfrm>
              <a:custGeom>
                <a:avLst/>
                <a:gdLst>
                  <a:gd name="T0" fmla="*/ 2 w 2"/>
                  <a:gd name="T1" fmla="*/ 4 h 4"/>
                  <a:gd name="T2" fmla="*/ 2 w 2"/>
                  <a:gd name="T3" fmla="*/ 4 h 4"/>
                  <a:gd name="T4" fmla="*/ 0 w 2"/>
                  <a:gd name="T5" fmla="*/ 0 h 4"/>
                  <a:gd name="T6" fmla="*/ 2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lnTo>
                      <a:pt x="2" y="4"/>
                    </a:lnTo>
                    <a:lnTo>
                      <a:pt x="0" y="0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2" name="Freeform 323"/>
              <p:cNvSpPr/>
              <p:nvPr>
                <p:custDataLst>
                  <p:tags r:id="rId168"/>
                </p:custDataLst>
              </p:nvPr>
            </p:nvSpPr>
            <p:spPr bwMode="auto">
              <a:xfrm>
                <a:off x="3971" y="2813"/>
                <a:ext cx="2" cy="4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1 h 2"/>
                  <a:gd name="T4" fmla="*/ 0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1" y="0"/>
                      <a:pt x="0" y="2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3" name="Freeform 324"/>
              <p:cNvSpPr/>
              <p:nvPr>
                <p:custDataLst>
                  <p:tags r:id="rId169"/>
                </p:custDataLst>
              </p:nvPr>
            </p:nvSpPr>
            <p:spPr bwMode="auto">
              <a:xfrm>
                <a:off x="3969" y="2501"/>
                <a:ext cx="2" cy="3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4" name="Freeform 325"/>
              <p:cNvSpPr/>
              <p:nvPr>
                <p:custDataLst>
                  <p:tags r:id="rId170"/>
                </p:custDataLst>
              </p:nvPr>
            </p:nvSpPr>
            <p:spPr bwMode="auto">
              <a:xfrm>
                <a:off x="3850" y="2864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45" name="Freeform 326"/>
              <p:cNvSpPr/>
              <p:nvPr>
                <p:custDataLst>
                  <p:tags r:id="rId171"/>
                </p:custDataLst>
              </p:nvPr>
            </p:nvSpPr>
            <p:spPr bwMode="auto">
              <a:xfrm>
                <a:off x="3668" y="2060"/>
                <a:ext cx="8" cy="17"/>
              </a:xfrm>
              <a:custGeom>
                <a:avLst/>
                <a:gdLst>
                  <a:gd name="T0" fmla="*/ 4 w 4"/>
                  <a:gd name="T1" fmla="*/ 0 h 8"/>
                  <a:gd name="T2" fmla="*/ 0 w 4"/>
                  <a:gd name="T3" fmla="*/ 6 h 8"/>
                  <a:gd name="T4" fmla="*/ 4 w 4"/>
                  <a:gd name="T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cubicBezTo>
                      <a:pt x="2" y="1"/>
                      <a:pt x="1" y="5"/>
                      <a:pt x="0" y="6"/>
                    </a:cubicBezTo>
                    <a:cubicBezTo>
                      <a:pt x="1" y="8"/>
                      <a:pt x="3" y="1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1" name="Freeform 327"/>
              <p:cNvSpPr/>
              <p:nvPr>
                <p:custDataLst>
                  <p:tags r:id="rId172"/>
                </p:custDataLst>
              </p:nvPr>
            </p:nvSpPr>
            <p:spPr bwMode="auto">
              <a:xfrm>
                <a:off x="3837" y="2328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2" name="Freeform 328"/>
              <p:cNvSpPr/>
              <p:nvPr>
                <p:custDataLst>
                  <p:tags r:id="rId173"/>
                </p:custDataLst>
              </p:nvPr>
            </p:nvSpPr>
            <p:spPr bwMode="auto">
              <a:xfrm>
                <a:off x="3965" y="2504"/>
                <a:ext cx="4" cy="2"/>
              </a:xfrm>
              <a:custGeom>
                <a:avLst/>
                <a:gdLst>
                  <a:gd name="T0" fmla="*/ 1 w 2"/>
                  <a:gd name="T1" fmla="*/ 0 h 1"/>
                  <a:gd name="T2" fmla="*/ 0 w 2"/>
                  <a:gd name="T3" fmla="*/ 0 h 1"/>
                  <a:gd name="T4" fmla="*/ 1 w 2"/>
                  <a:gd name="T5" fmla="*/ 1 h 1"/>
                  <a:gd name="T6" fmla="*/ 1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1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3" name="Freeform 329"/>
              <p:cNvSpPr/>
              <p:nvPr>
                <p:custDataLst>
                  <p:tags r:id="rId174"/>
                </p:custDataLst>
              </p:nvPr>
            </p:nvSpPr>
            <p:spPr bwMode="auto">
              <a:xfrm>
                <a:off x="3973" y="2476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4" name="Freeform 330"/>
              <p:cNvSpPr/>
              <p:nvPr>
                <p:custDataLst>
                  <p:tags r:id="rId175"/>
                </p:custDataLst>
              </p:nvPr>
            </p:nvSpPr>
            <p:spPr bwMode="auto">
              <a:xfrm>
                <a:off x="3965" y="2497"/>
                <a:ext cx="10" cy="4"/>
              </a:xfrm>
              <a:custGeom>
                <a:avLst/>
                <a:gdLst>
                  <a:gd name="T0" fmla="*/ 5 w 5"/>
                  <a:gd name="T1" fmla="*/ 1 h 2"/>
                  <a:gd name="T2" fmla="*/ 1 w 5"/>
                  <a:gd name="T3" fmla="*/ 2 h 2"/>
                  <a:gd name="T4" fmla="*/ 0 w 5"/>
                  <a:gd name="T5" fmla="*/ 2 h 2"/>
                  <a:gd name="T6" fmla="*/ 2 w 5"/>
                  <a:gd name="T7" fmla="*/ 2 h 2"/>
                  <a:gd name="T8" fmla="*/ 3 w 5"/>
                  <a:gd name="T9" fmla="*/ 1 h 2"/>
                  <a:gd name="T10" fmla="*/ 5 w 5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">
                    <a:moveTo>
                      <a:pt x="5" y="1"/>
                    </a:moveTo>
                    <a:cubicBezTo>
                      <a:pt x="4" y="0"/>
                      <a:pt x="2" y="1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2" y="2"/>
                      <a:pt x="4" y="2"/>
                      <a:pt x="3" y="1"/>
                    </a:cubicBezTo>
                    <a:cubicBezTo>
                      <a:pt x="4" y="1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5" name="Freeform 331"/>
              <p:cNvSpPr/>
              <p:nvPr>
                <p:custDataLst>
                  <p:tags r:id="rId176"/>
                </p:custDataLst>
              </p:nvPr>
            </p:nvSpPr>
            <p:spPr bwMode="auto">
              <a:xfrm>
                <a:off x="3835" y="2474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6" name="Freeform 332"/>
              <p:cNvSpPr/>
              <p:nvPr>
                <p:custDataLst>
                  <p:tags r:id="rId177"/>
                </p:custDataLst>
              </p:nvPr>
            </p:nvSpPr>
            <p:spPr bwMode="auto">
              <a:xfrm>
                <a:off x="3829" y="2345"/>
                <a:ext cx="4" cy="0"/>
              </a:xfrm>
              <a:custGeom>
                <a:avLst/>
                <a:gdLst>
                  <a:gd name="T0" fmla="*/ 1 w 2"/>
                  <a:gd name="T1" fmla="*/ 1 w 2"/>
                  <a:gd name="T2" fmla="*/ 1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">
                    <a:moveTo>
                      <a:pt x="1" y="0"/>
                    </a:moveTo>
                    <a:cubicBezTo>
                      <a:pt x="0" y="0"/>
                      <a:pt x="2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7" name="Freeform 333"/>
              <p:cNvSpPr/>
              <p:nvPr>
                <p:custDataLst>
                  <p:tags r:id="rId178"/>
                </p:custDataLst>
              </p:nvPr>
            </p:nvSpPr>
            <p:spPr bwMode="auto">
              <a:xfrm>
                <a:off x="3831" y="2336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8" name="Freeform 334"/>
              <p:cNvSpPr/>
              <p:nvPr>
                <p:custDataLst>
                  <p:tags r:id="rId179"/>
                </p:custDataLst>
              </p:nvPr>
            </p:nvSpPr>
            <p:spPr bwMode="auto">
              <a:xfrm>
                <a:off x="3850" y="2491"/>
                <a:ext cx="4" cy="2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4 w 4"/>
                  <a:gd name="T5" fmla="*/ 0 h 2"/>
                  <a:gd name="T6" fmla="*/ 0 w 4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59" name="Freeform 335"/>
              <p:cNvSpPr/>
              <p:nvPr>
                <p:custDataLst>
                  <p:tags r:id="rId180"/>
                </p:custDataLst>
              </p:nvPr>
            </p:nvSpPr>
            <p:spPr bwMode="auto">
              <a:xfrm>
                <a:off x="3835" y="2336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1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0" name="Rectangle 336"/>
              <p:cNvSpPr>
                <a:spLocks noChangeArrowheads="1"/>
              </p:cNvSpPr>
              <p:nvPr>
                <p:custDataLst>
                  <p:tags r:id="rId181"/>
                </p:custDataLst>
              </p:nvPr>
            </p:nvSpPr>
            <p:spPr bwMode="auto">
              <a:xfrm>
                <a:off x="3835" y="2434"/>
                <a:ext cx="2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1" name="Freeform 337"/>
              <p:cNvSpPr/>
              <p:nvPr>
                <p:custDataLst>
                  <p:tags r:id="rId182"/>
                </p:custDataLst>
              </p:nvPr>
            </p:nvSpPr>
            <p:spPr bwMode="auto">
              <a:xfrm>
                <a:off x="3831" y="2349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1" y="0"/>
                      <a:pt x="2" y="0"/>
                      <a:pt x="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2" name="Freeform 338"/>
              <p:cNvSpPr/>
              <p:nvPr>
                <p:custDataLst>
                  <p:tags r:id="rId183"/>
                </p:custDataLst>
              </p:nvPr>
            </p:nvSpPr>
            <p:spPr bwMode="auto">
              <a:xfrm>
                <a:off x="3602" y="1823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0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3" name="Freeform 339"/>
              <p:cNvSpPr/>
              <p:nvPr>
                <p:custDataLst>
                  <p:tags r:id="rId184"/>
                </p:custDataLst>
              </p:nvPr>
            </p:nvSpPr>
            <p:spPr bwMode="auto">
              <a:xfrm>
                <a:off x="3905" y="22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4" name="Freeform 340"/>
              <p:cNvSpPr/>
              <p:nvPr>
                <p:custDataLst>
                  <p:tags r:id="rId185"/>
                </p:custDataLst>
              </p:nvPr>
            </p:nvSpPr>
            <p:spPr bwMode="auto">
              <a:xfrm>
                <a:off x="3778" y="2979"/>
                <a:ext cx="2" cy="2"/>
              </a:xfrm>
              <a:custGeom>
                <a:avLst/>
                <a:gdLst>
                  <a:gd name="T0" fmla="*/ 1 w 1"/>
                  <a:gd name="T1" fmla="*/ 1 h 1"/>
                  <a:gd name="T2" fmla="*/ 0 w 1"/>
                  <a:gd name="T3" fmla="*/ 0 h 1"/>
                  <a:gd name="T4" fmla="*/ 1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1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5" name="Freeform 341"/>
              <p:cNvSpPr/>
              <p:nvPr>
                <p:custDataLst>
                  <p:tags r:id="rId186"/>
                </p:custDataLst>
              </p:nvPr>
            </p:nvSpPr>
            <p:spPr bwMode="auto">
              <a:xfrm>
                <a:off x="3746" y="2826"/>
                <a:ext cx="399" cy="167"/>
              </a:xfrm>
              <a:custGeom>
                <a:avLst/>
                <a:gdLst>
                  <a:gd name="T0" fmla="*/ 154 w 188"/>
                  <a:gd name="T1" fmla="*/ 20 h 79"/>
                  <a:gd name="T2" fmla="*/ 145 w 188"/>
                  <a:gd name="T3" fmla="*/ 25 h 79"/>
                  <a:gd name="T4" fmla="*/ 108 w 188"/>
                  <a:gd name="T5" fmla="*/ 47 h 79"/>
                  <a:gd name="T6" fmla="*/ 94 w 188"/>
                  <a:gd name="T7" fmla="*/ 49 h 79"/>
                  <a:gd name="T8" fmla="*/ 84 w 188"/>
                  <a:gd name="T9" fmla="*/ 48 h 79"/>
                  <a:gd name="T10" fmla="*/ 64 w 188"/>
                  <a:gd name="T11" fmla="*/ 52 h 79"/>
                  <a:gd name="T12" fmla="*/ 52 w 188"/>
                  <a:gd name="T13" fmla="*/ 54 h 79"/>
                  <a:gd name="T14" fmla="*/ 33 w 188"/>
                  <a:gd name="T15" fmla="*/ 56 h 79"/>
                  <a:gd name="T16" fmla="*/ 23 w 188"/>
                  <a:gd name="T17" fmla="*/ 60 h 79"/>
                  <a:gd name="T18" fmla="*/ 12 w 188"/>
                  <a:gd name="T19" fmla="*/ 55 h 79"/>
                  <a:gd name="T20" fmla="*/ 5 w 188"/>
                  <a:gd name="T21" fmla="*/ 55 h 79"/>
                  <a:gd name="T22" fmla="*/ 5 w 188"/>
                  <a:gd name="T23" fmla="*/ 53 h 79"/>
                  <a:gd name="T24" fmla="*/ 4 w 188"/>
                  <a:gd name="T25" fmla="*/ 51 h 79"/>
                  <a:gd name="T26" fmla="*/ 3 w 188"/>
                  <a:gd name="T27" fmla="*/ 53 h 79"/>
                  <a:gd name="T28" fmla="*/ 3 w 188"/>
                  <a:gd name="T29" fmla="*/ 56 h 79"/>
                  <a:gd name="T30" fmla="*/ 0 w 188"/>
                  <a:gd name="T31" fmla="*/ 58 h 79"/>
                  <a:gd name="T32" fmla="*/ 2 w 188"/>
                  <a:gd name="T33" fmla="*/ 61 h 79"/>
                  <a:gd name="T34" fmla="*/ 13 w 188"/>
                  <a:gd name="T35" fmla="*/ 66 h 79"/>
                  <a:gd name="T36" fmla="*/ 15 w 188"/>
                  <a:gd name="T37" fmla="*/ 70 h 79"/>
                  <a:gd name="T38" fmla="*/ 16 w 188"/>
                  <a:gd name="T39" fmla="*/ 72 h 79"/>
                  <a:gd name="T40" fmla="*/ 18 w 188"/>
                  <a:gd name="T41" fmla="*/ 76 h 79"/>
                  <a:gd name="T42" fmla="*/ 21 w 188"/>
                  <a:gd name="T43" fmla="*/ 71 h 79"/>
                  <a:gd name="T44" fmla="*/ 26 w 188"/>
                  <a:gd name="T45" fmla="*/ 67 h 79"/>
                  <a:gd name="T46" fmla="*/ 27 w 188"/>
                  <a:gd name="T47" fmla="*/ 76 h 79"/>
                  <a:gd name="T48" fmla="*/ 30 w 188"/>
                  <a:gd name="T49" fmla="*/ 74 h 79"/>
                  <a:gd name="T50" fmla="*/ 31 w 188"/>
                  <a:gd name="T51" fmla="*/ 78 h 79"/>
                  <a:gd name="T52" fmla="*/ 35 w 188"/>
                  <a:gd name="T53" fmla="*/ 74 h 79"/>
                  <a:gd name="T54" fmla="*/ 38 w 188"/>
                  <a:gd name="T55" fmla="*/ 73 h 79"/>
                  <a:gd name="T56" fmla="*/ 42 w 188"/>
                  <a:gd name="T57" fmla="*/ 64 h 79"/>
                  <a:gd name="T58" fmla="*/ 43 w 188"/>
                  <a:gd name="T59" fmla="*/ 76 h 79"/>
                  <a:gd name="T60" fmla="*/ 51 w 188"/>
                  <a:gd name="T61" fmla="*/ 72 h 79"/>
                  <a:gd name="T62" fmla="*/ 57 w 188"/>
                  <a:gd name="T63" fmla="*/ 72 h 79"/>
                  <a:gd name="T64" fmla="*/ 61 w 188"/>
                  <a:gd name="T65" fmla="*/ 70 h 79"/>
                  <a:gd name="T66" fmla="*/ 70 w 188"/>
                  <a:gd name="T67" fmla="*/ 68 h 79"/>
                  <a:gd name="T68" fmla="*/ 75 w 188"/>
                  <a:gd name="T69" fmla="*/ 71 h 79"/>
                  <a:gd name="T70" fmla="*/ 77 w 188"/>
                  <a:gd name="T71" fmla="*/ 68 h 79"/>
                  <a:gd name="T72" fmla="*/ 80 w 188"/>
                  <a:gd name="T73" fmla="*/ 68 h 79"/>
                  <a:gd name="T74" fmla="*/ 81 w 188"/>
                  <a:gd name="T75" fmla="*/ 66 h 79"/>
                  <a:gd name="T76" fmla="*/ 86 w 188"/>
                  <a:gd name="T77" fmla="*/ 67 h 79"/>
                  <a:gd name="T78" fmla="*/ 92 w 188"/>
                  <a:gd name="T79" fmla="*/ 65 h 79"/>
                  <a:gd name="T80" fmla="*/ 98 w 188"/>
                  <a:gd name="T81" fmla="*/ 64 h 79"/>
                  <a:gd name="T82" fmla="*/ 104 w 188"/>
                  <a:gd name="T83" fmla="*/ 60 h 79"/>
                  <a:gd name="T84" fmla="*/ 107 w 188"/>
                  <a:gd name="T85" fmla="*/ 62 h 79"/>
                  <a:gd name="T86" fmla="*/ 108 w 188"/>
                  <a:gd name="T87" fmla="*/ 62 h 79"/>
                  <a:gd name="T88" fmla="*/ 114 w 188"/>
                  <a:gd name="T89" fmla="*/ 59 h 79"/>
                  <a:gd name="T90" fmla="*/ 119 w 188"/>
                  <a:gd name="T91" fmla="*/ 59 h 79"/>
                  <a:gd name="T92" fmla="*/ 122 w 188"/>
                  <a:gd name="T93" fmla="*/ 52 h 79"/>
                  <a:gd name="T94" fmla="*/ 126 w 188"/>
                  <a:gd name="T95" fmla="*/ 52 h 79"/>
                  <a:gd name="T96" fmla="*/ 132 w 188"/>
                  <a:gd name="T97" fmla="*/ 50 h 79"/>
                  <a:gd name="T98" fmla="*/ 139 w 188"/>
                  <a:gd name="T99" fmla="*/ 45 h 79"/>
                  <a:gd name="T100" fmla="*/ 143 w 188"/>
                  <a:gd name="T101" fmla="*/ 43 h 79"/>
                  <a:gd name="T102" fmla="*/ 156 w 188"/>
                  <a:gd name="T103" fmla="*/ 39 h 79"/>
                  <a:gd name="T104" fmla="*/ 160 w 188"/>
                  <a:gd name="T105" fmla="*/ 37 h 79"/>
                  <a:gd name="T106" fmla="*/ 167 w 188"/>
                  <a:gd name="T107" fmla="*/ 26 h 79"/>
                  <a:gd name="T108" fmla="*/ 172 w 188"/>
                  <a:gd name="T109" fmla="*/ 21 h 79"/>
                  <a:gd name="T110" fmla="*/ 180 w 188"/>
                  <a:gd name="T111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88" h="79">
                    <a:moveTo>
                      <a:pt x="180" y="0"/>
                    </a:moveTo>
                    <a:cubicBezTo>
                      <a:pt x="179" y="5"/>
                      <a:pt x="175" y="6"/>
                      <a:pt x="171" y="7"/>
                    </a:cubicBezTo>
                    <a:cubicBezTo>
                      <a:pt x="170" y="8"/>
                      <a:pt x="169" y="10"/>
                      <a:pt x="168" y="10"/>
                    </a:cubicBezTo>
                    <a:cubicBezTo>
                      <a:pt x="164" y="15"/>
                      <a:pt x="157" y="14"/>
                      <a:pt x="154" y="19"/>
                    </a:cubicBezTo>
                    <a:cubicBezTo>
                      <a:pt x="155" y="19"/>
                      <a:pt x="155" y="20"/>
                      <a:pt x="155" y="21"/>
                    </a:cubicBezTo>
                    <a:cubicBezTo>
                      <a:pt x="154" y="20"/>
                      <a:pt x="154" y="20"/>
                      <a:pt x="154" y="20"/>
                    </a:cubicBezTo>
                    <a:cubicBezTo>
                      <a:pt x="155" y="22"/>
                      <a:pt x="155" y="22"/>
                      <a:pt x="155" y="22"/>
                    </a:cubicBezTo>
                    <a:cubicBezTo>
                      <a:pt x="155" y="22"/>
                      <a:pt x="154" y="20"/>
                      <a:pt x="154" y="20"/>
                    </a:cubicBezTo>
                    <a:cubicBezTo>
                      <a:pt x="152" y="21"/>
                      <a:pt x="151" y="23"/>
                      <a:pt x="149" y="23"/>
                    </a:cubicBezTo>
                    <a:cubicBezTo>
                      <a:pt x="149" y="25"/>
                      <a:pt x="148" y="24"/>
                      <a:pt x="149" y="26"/>
                    </a:cubicBezTo>
                    <a:cubicBezTo>
                      <a:pt x="148" y="25"/>
                      <a:pt x="148" y="25"/>
                      <a:pt x="148" y="25"/>
                    </a:cubicBezTo>
                    <a:cubicBezTo>
                      <a:pt x="147" y="27"/>
                      <a:pt x="147" y="27"/>
                      <a:pt x="145" y="25"/>
                    </a:cubicBezTo>
                    <a:cubicBezTo>
                      <a:pt x="139" y="27"/>
                      <a:pt x="134" y="30"/>
                      <a:pt x="128" y="32"/>
                    </a:cubicBezTo>
                    <a:cubicBezTo>
                      <a:pt x="123" y="34"/>
                      <a:pt x="118" y="39"/>
                      <a:pt x="112" y="41"/>
                    </a:cubicBezTo>
                    <a:cubicBezTo>
                      <a:pt x="112" y="45"/>
                      <a:pt x="111" y="43"/>
                      <a:pt x="110" y="47"/>
                    </a:cubicBezTo>
                    <a:cubicBezTo>
                      <a:pt x="110" y="46"/>
                      <a:pt x="110" y="46"/>
                      <a:pt x="110" y="46"/>
                    </a:cubicBezTo>
                    <a:cubicBezTo>
                      <a:pt x="110" y="47"/>
                      <a:pt x="109" y="46"/>
                      <a:pt x="107" y="45"/>
                    </a:cubicBezTo>
                    <a:cubicBezTo>
                      <a:pt x="108" y="46"/>
                      <a:pt x="107" y="45"/>
                      <a:pt x="108" y="47"/>
                    </a:cubicBezTo>
                    <a:cubicBezTo>
                      <a:pt x="108" y="49"/>
                      <a:pt x="106" y="45"/>
                      <a:pt x="106" y="46"/>
                    </a:cubicBezTo>
                    <a:cubicBezTo>
                      <a:pt x="105" y="45"/>
                      <a:pt x="106" y="47"/>
                      <a:pt x="106" y="46"/>
                    </a:cubicBezTo>
                    <a:cubicBezTo>
                      <a:pt x="105" y="49"/>
                      <a:pt x="106" y="45"/>
                      <a:pt x="103" y="44"/>
                    </a:cubicBezTo>
                    <a:cubicBezTo>
                      <a:pt x="101" y="45"/>
                      <a:pt x="98" y="48"/>
                      <a:pt x="95" y="47"/>
                    </a:cubicBezTo>
                    <a:cubicBezTo>
                      <a:pt x="95" y="47"/>
                      <a:pt x="96" y="49"/>
                      <a:pt x="96" y="49"/>
                    </a:cubicBezTo>
                    <a:cubicBezTo>
                      <a:pt x="95" y="46"/>
                      <a:pt x="95" y="50"/>
                      <a:pt x="94" y="49"/>
                    </a:cubicBezTo>
                    <a:cubicBezTo>
                      <a:pt x="94" y="48"/>
                      <a:pt x="94" y="48"/>
                      <a:pt x="94" y="48"/>
                    </a:cubicBezTo>
                    <a:cubicBezTo>
                      <a:pt x="93" y="47"/>
                      <a:pt x="92" y="49"/>
                      <a:pt x="91" y="48"/>
                    </a:cubicBezTo>
                    <a:cubicBezTo>
                      <a:pt x="90" y="49"/>
                      <a:pt x="88" y="47"/>
                      <a:pt x="88" y="49"/>
                    </a:cubicBezTo>
                    <a:cubicBezTo>
                      <a:pt x="88" y="47"/>
                      <a:pt x="87" y="48"/>
                      <a:pt x="87" y="47"/>
                    </a:cubicBezTo>
                    <a:cubicBezTo>
                      <a:pt x="87" y="51"/>
                      <a:pt x="84" y="46"/>
                      <a:pt x="84" y="49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1" y="49"/>
                      <a:pt x="77" y="49"/>
                      <a:pt x="74" y="51"/>
                    </a:cubicBezTo>
                    <a:cubicBezTo>
                      <a:pt x="73" y="52"/>
                      <a:pt x="70" y="48"/>
                      <a:pt x="69" y="50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8" y="52"/>
                      <a:pt x="68" y="51"/>
                      <a:pt x="68" y="51"/>
                    </a:cubicBezTo>
                    <a:cubicBezTo>
                      <a:pt x="67" y="52"/>
                      <a:pt x="66" y="51"/>
                      <a:pt x="65" y="51"/>
                    </a:cubicBezTo>
                    <a:cubicBezTo>
                      <a:pt x="65" y="51"/>
                      <a:pt x="64" y="52"/>
                      <a:pt x="64" y="52"/>
                    </a:cubicBezTo>
                    <a:cubicBezTo>
                      <a:pt x="63" y="50"/>
                      <a:pt x="61" y="54"/>
                      <a:pt x="60" y="52"/>
                    </a:cubicBezTo>
                    <a:cubicBezTo>
                      <a:pt x="61" y="55"/>
                      <a:pt x="59" y="54"/>
                      <a:pt x="59" y="55"/>
                    </a:cubicBezTo>
                    <a:cubicBezTo>
                      <a:pt x="58" y="55"/>
                      <a:pt x="58" y="54"/>
                      <a:pt x="58" y="53"/>
                    </a:cubicBezTo>
                    <a:cubicBezTo>
                      <a:pt x="57" y="53"/>
                      <a:pt x="57" y="54"/>
                      <a:pt x="56" y="53"/>
                    </a:cubicBezTo>
                    <a:cubicBezTo>
                      <a:pt x="55" y="53"/>
                      <a:pt x="55" y="55"/>
                      <a:pt x="54" y="55"/>
                    </a:cubicBezTo>
                    <a:cubicBezTo>
                      <a:pt x="54" y="52"/>
                      <a:pt x="53" y="54"/>
                      <a:pt x="52" y="54"/>
                    </a:cubicBezTo>
                    <a:cubicBezTo>
                      <a:pt x="52" y="56"/>
                      <a:pt x="52" y="57"/>
                      <a:pt x="51" y="56"/>
                    </a:cubicBezTo>
                    <a:cubicBezTo>
                      <a:pt x="51" y="54"/>
                      <a:pt x="51" y="54"/>
                      <a:pt x="51" y="54"/>
                    </a:cubicBezTo>
                    <a:cubicBezTo>
                      <a:pt x="49" y="56"/>
                      <a:pt x="46" y="53"/>
                      <a:pt x="43" y="56"/>
                    </a:cubicBezTo>
                    <a:cubicBezTo>
                      <a:pt x="43" y="54"/>
                      <a:pt x="43" y="54"/>
                      <a:pt x="43" y="54"/>
                    </a:cubicBezTo>
                    <a:cubicBezTo>
                      <a:pt x="41" y="56"/>
                      <a:pt x="38" y="54"/>
                      <a:pt x="36" y="57"/>
                    </a:cubicBezTo>
                    <a:cubicBezTo>
                      <a:pt x="35" y="56"/>
                      <a:pt x="34" y="56"/>
                      <a:pt x="33" y="56"/>
                    </a:cubicBezTo>
                    <a:cubicBezTo>
                      <a:pt x="32" y="57"/>
                      <a:pt x="32" y="57"/>
                      <a:pt x="31" y="59"/>
                    </a:cubicBezTo>
                    <a:cubicBezTo>
                      <a:pt x="31" y="59"/>
                      <a:pt x="31" y="58"/>
                      <a:pt x="31" y="57"/>
                    </a:cubicBezTo>
                    <a:cubicBezTo>
                      <a:pt x="30" y="57"/>
                      <a:pt x="29" y="54"/>
                      <a:pt x="28" y="57"/>
                    </a:cubicBezTo>
                    <a:cubicBezTo>
                      <a:pt x="28" y="55"/>
                      <a:pt x="28" y="55"/>
                      <a:pt x="28" y="55"/>
                    </a:cubicBezTo>
                    <a:cubicBezTo>
                      <a:pt x="27" y="57"/>
                      <a:pt x="25" y="58"/>
                      <a:pt x="25" y="57"/>
                    </a:cubicBezTo>
                    <a:cubicBezTo>
                      <a:pt x="24" y="58"/>
                      <a:pt x="23" y="58"/>
                      <a:pt x="23" y="60"/>
                    </a:cubicBezTo>
                    <a:cubicBezTo>
                      <a:pt x="23" y="60"/>
                      <a:pt x="23" y="57"/>
                      <a:pt x="23" y="59"/>
                    </a:cubicBezTo>
                    <a:cubicBezTo>
                      <a:pt x="23" y="57"/>
                      <a:pt x="23" y="57"/>
                      <a:pt x="23" y="57"/>
                    </a:cubicBezTo>
                    <a:cubicBezTo>
                      <a:pt x="21" y="56"/>
                      <a:pt x="19" y="56"/>
                      <a:pt x="17" y="57"/>
                    </a:cubicBezTo>
                    <a:cubicBezTo>
                      <a:pt x="17" y="55"/>
                      <a:pt x="15" y="57"/>
                      <a:pt x="14" y="55"/>
                    </a:cubicBezTo>
                    <a:cubicBezTo>
                      <a:pt x="13" y="56"/>
                      <a:pt x="13" y="54"/>
                      <a:pt x="11" y="56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4"/>
                      <a:pt x="10" y="54"/>
                      <a:pt x="9" y="53"/>
                    </a:cubicBezTo>
                    <a:cubicBezTo>
                      <a:pt x="9" y="52"/>
                      <a:pt x="8" y="54"/>
                      <a:pt x="7" y="54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3"/>
                      <a:pt x="7" y="54"/>
                      <a:pt x="6" y="55"/>
                    </a:cubicBezTo>
                    <a:cubicBezTo>
                      <a:pt x="6" y="54"/>
                      <a:pt x="6" y="54"/>
                      <a:pt x="6" y="54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5" y="55"/>
                      <a:pt x="5" y="56"/>
                      <a:pt x="5" y="56"/>
                    </a:cubicBezTo>
                    <a:cubicBezTo>
                      <a:pt x="5" y="55"/>
                      <a:pt x="4" y="56"/>
                      <a:pt x="4" y="54"/>
                    </a:cubicBezTo>
                    <a:cubicBezTo>
                      <a:pt x="5" y="54"/>
                      <a:pt x="7" y="53"/>
                      <a:pt x="8" y="52"/>
                    </a:cubicBezTo>
                    <a:cubicBezTo>
                      <a:pt x="8" y="51"/>
                      <a:pt x="5" y="53"/>
                      <a:pt x="6" y="52"/>
                    </a:cubicBezTo>
                    <a:cubicBezTo>
                      <a:pt x="6" y="51"/>
                      <a:pt x="6" y="51"/>
                      <a:pt x="5" y="51"/>
                    </a:cubicBezTo>
                    <a:cubicBezTo>
                      <a:pt x="5" y="52"/>
                      <a:pt x="5" y="52"/>
                      <a:pt x="5" y="53"/>
                    </a:cubicBezTo>
                    <a:cubicBezTo>
                      <a:pt x="5" y="53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2"/>
                      <a:pt x="4" y="52"/>
                      <a:pt x="5" y="52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2" y="50"/>
                    </a:cubicBezTo>
                    <a:cubicBezTo>
                      <a:pt x="1" y="52"/>
                      <a:pt x="4" y="46"/>
                      <a:pt x="0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2" y="54"/>
                      <a:pt x="3" y="54"/>
                      <a:pt x="3" y="54"/>
                    </a:cubicBezTo>
                    <a:cubicBezTo>
                      <a:pt x="3" y="54"/>
                      <a:pt x="3" y="53"/>
                      <a:pt x="3" y="53"/>
                    </a:cubicBezTo>
                    <a:cubicBezTo>
                      <a:pt x="3" y="53"/>
                      <a:pt x="3" y="54"/>
                      <a:pt x="3" y="53"/>
                    </a:cubicBezTo>
                    <a:cubicBezTo>
                      <a:pt x="3" y="52"/>
                      <a:pt x="4" y="51"/>
                      <a:pt x="4" y="53"/>
                    </a:cubicBezTo>
                    <a:cubicBezTo>
                      <a:pt x="4" y="54"/>
                      <a:pt x="4" y="54"/>
                      <a:pt x="4" y="55"/>
                    </a:cubicBezTo>
                    <a:cubicBezTo>
                      <a:pt x="4" y="55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6"/>
                      <a:pt x="3" y="55"/>
                      <a:pt x="3" y="55"/>
                    </a:cubicBezTo>
                    <a:cubicBezTo>
                      <a:pt x="2" y="55"/>
                      <a:pt x="2" y="56"/>
                      <a:pt x="1" y="56"/>
                    </a:cubicBezTo>
                    <a:cubicBezTo>
                      <a:pt x="2" y="56"/>
                      <a:pt x="2" y="56"/>
                      <a:pt x="2" y="56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7"/>
                      <a:pt x="2" y="57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3" y="60"/>
                      <a:pt x="4" y="57"/>
                      <a:pt x="4" y="58"/>
                    </a:cubicBezTo>
                    <a:cubicBezTo>
                      <a:pt x="4" y="58"/>
                      <a:pt x="2" y="60"/>
                      <a:pt x="2" y="61"/>
                    </a:cubicBezTo>
                    <a:cubicBezTo>
                      <a:pt x="3" y="62"/>
                      <a:pt x="6" y="61"/>
                      <a:pt x="6" y="63"/>
                    </a:cubicBezTo>
                    <a:cubicBezTo>
                      <a:pt x="7" y="63"/>
                      <a:pt x="8" y="63"/>
                      <a:pt x="9" y="62"/>
                    </a:cubicBezTo>
                    <a:cubicBezTo>
                      <a:pt x="10" y="62"/>
                      <a:pt x="8" y="65"/>
                      <a:pt x="9" y="64"/>
                    </a:cubicBezTo>
                    <a:cubicBezTo>
                      <a:pt x="9" y="65"/>
                      <a:pt x="9" y="66"/>
                      <a:pt x="8" y="66"/>
                    </a:cubicBezTo>
                    <a:cubicBezTo>
                      <a:pt x="9" y="66"/>
                      <a:pt x="10" y="67"/>
                      <a:pt x="10" y="65"/>
                    </a:cubicBezTo>
                    <a:cubicBezTo>
                      <a:pt x="11" y="66"/>
                      <a:pt x="12" y="67"/>
                      <a:pt x="13" y="66"/>
                    </a:cubicBezTo>
                    <a:cubicBezTo>
                      <a:pt x="13" y="66"/>
                      <a:pt x="12" y="68"/>
                      <a:pt x="12" y="69"/>
                    </a:cubicBezTo>
                    <a:cubicBezTo>
                      <a:pt x="13" y="67"/>
                      <a:pt x="15" y="67"/>
                      <a:pt x="15" y="67"/>
                    </a:cubicBezTo>
                    <a:cubicBezTo>
                      <a:pt x="16" y="66"/>
                      <a:pt x="16" y="66"/>
                      <a:pt x="16" y="64"/>
                    </a:cubicBezTo>
                    <a:cubicBezTo>
                      <a:pt x="16" y="64"/>
                      <a:pt x="17" y="63"/>
                      <a:pt x="17" y="63"/>
                    </a:cubicBezTo>
                    <a:cubicBezTo>
                      <a:pt x="17" y="65"/>
                      <a:pt x="16" y="68"/>
                      <a:pt x="17" y="68"/>
                    </a:cubicBezTo>
                    <a:cubicBezTo>
                      <a:pt x="16" y="71"/>
                      <a:pt x="15" y="67"/>
                      <a:pt x="15" y="70"/>
                    </a:cubicBezTo>
                    <a:cubicBezTo>
                      <a:pt x="14" y="72"/>
                      <a:pt x="12" y="72"/>
                      <a:pt x="12" y="70"/>
                    </a:cubicBezTo>
                    <a:cubicBezTo>
                      <a:pt x="11" y="73"/>
                      <a:pt x="13" y="71"/>
                      <a:pt x="12" y="73"/>
                    </a:cubicBezTo>
                    <a:cubicBezTo>
                      <a:pt x="13" y="73"/>
                      <a:pt x="14" y="72"/>
                      <a:pt x="15" y="72"/>
                    </a:cubicBezTo>
                    <a:cubicBezTo>
                      <a:pt x="15" y="71"/>
                      <a:pt x="15" y="70"/>
                      <a:pt x="16" y="70"/>
                    </a:cubicBezTo>
                    <a:cubicBezTo>
                      <a:pt x="17" y="67"/>
                      <a:pt x="16" y="72"/>
                      <a:pt x="17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3"/>
                      <a:pt x="17" y="72"/>
                      <a:pt x="18" y="72"/>
                    </a:cubicBezTo>
                    <a:cubicBezTo>
                      <a:pt x="17" y="75"/>
                      <a:pt x="17" y="72"/>
                      <a:pt x="16" y="74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7" y="77"/>
                      <a:pt x="17" y="74"/>
                      <a:pt x="18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8" y="76"/>
                      <a:pt x="18" y="76"/>
                      <a:pt x="18" y="76"/>
                    </a:cubicBezTo>
                    <a:cubicBezTo>
                      <a:pt x="18" y="74"/>
                      <a:pt x="19" y="73"/>
                      <a:pt x="18" y="73"/>
                    </a:cubicBezTo>
                    <a:cubicBezTo>
                      <a:pt x="19" y="70"/>
                      <a:pt x="19" y="72"/>
                      <a:pt x="20" y="72"/>
                    </a:cubicBezTo>
                    <a:cubicBezTo>
                      <a:pt x="20" y="70"/>
                      <a:pt x="19" y="72"/>
                      <a:pt x="20" y="70"/>
                    </a:cubicBezTo>
                    <a:cubicBezTo>
                      <a:pt x="20" y="69"/>
                      <a:pt x="20" y="69"/>
                      <a:pt x="21" y="69"/>
                    </a:cubicBezTo>
                    <a:cubicBezTo>
                      <a:pt x="22" y="69"/>
                      <a:pt x="21" y="71"/>
                      <a:pt x="21" y="72"/>
                    </a:cubicBezTo>
                    <a:cubicBezTo>
                      <a:pt x="21" y="72"/>
                      <a:pt x="20" y="72"/>
                      <a:pt x="21" y="71"/>
                    </a:cubicBezTo>
                    <a:cubicBezTo>
                      <a:pt x="19" y="73"/>
                      <a:pt x="20" y="75"/>
                      <a:pt x="19" y="76"/>
                    </a:cubicBezTo>
                    <a:cubicBezTo>
                      <a:pt x="20" y="77"/>
                      <a:pt x="20" y="75"/>
                      <a:pt x="21" y="75"/>
                    </a:cubicBezTo>
                    <a:cubicBezTo>
                      <a:pt x="21" y="74"/>
                      <a:pt x="21" y="73"/>
                      <a:pt x="21" y="72"/>
                    </a:cubicBezTo>
                    <a:cubicBezTo>
                      <a:pt x="23" y="68"/>
                      <a:pt x="21" y="76"/>
                      <a:pt x="23" y="75"/>
                    </a:cubicBezTo>
                    <a:cubicBezTo>
                      <a:pt x="23" y="72"/>
                      <a:pt x="25" y="71"/>
                      <a:pt x="25" y="68"/>
                    </a:cubicBezTo>
                    <a:cubicBezTo>
                      <a:pt x="25" y="67"/>
                      <a:pt x="25" y="66"/>
                      <a:pt x="26" y="67"/>
                    </a:cubicBezTo>
                    <a:cubicBezTo>
                      <a:pt x="25" y="69"/>
                      <a:pt x="26" y="68"/>
                      <a:pt x="25" y="70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4"/>
                      <a:pt x="25" y="76"/>
                      <a:pt x="26" y="77"/>
                    </a:cubicBezTo>
                    <a:cubicBezTo>
                      <a:pt x="26" y="76"/>
                      <a:pt x="26" y="75"/>
                      <a:pt x="26" y="74"/>
                    </a:cubicBezTo>
                    <a:cubicBezTo>
                      <a:pt x="26" y="75"/>
                      <a:pt x="26" y="76"/>
                      <a:pt x="27" y="76"/>
                    </a:cubicBezTo>
                    <a:cubicBezTo>
                      <a:pt x="26" y="76"/>
                      <a:pt x="27" y="74"/>
                      <a:pt x="27" y="73"/>
                    </a:cubicBezTo>
                    <a:cubicBezTo>
                      <a:pt x="28" y="73"/>
                      <a:pt x="28" y="75"/>
                      <a:pt x="28" y="76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8" y="76"/>
                      <a:pt x="28" y="78"/>
                      <a:pt x="28" y="78"/>
                    </a:cubicBezTo>
                    <a:cubicBezTo>
                      <a:pt x="28" y="76"/>
                      <a:pt x="29" y="75"/>
                      <a:pt x="29" y="73"/>
                    </a:cubicBezTo>
                    <a:cubicBezTo>
                      <a:pt x="30" y="73"/>
                      <a:pt x="30" y="74"/>
                      <a:pt x="30" y="74"/>
                    </a:cubicBezTo>
                    <a:cubicBezTo>
                      <a:pt x="29" y="75"/>
                      <a:pt x="29" y="75"/>
                      <a:pt x="29" y="75"/>
                    </a:cubicBezTo>
                    <a:cubicBezTo>
                      <a:pt x="30" y="75"/>
                      <a:pt x="29" y="78"/>
                      <a:pt x="30" y="78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1" y="77"/>
                      <a:pt x="31" y="77"/>
                      <a:pt x="31" y="76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5"/>
                      <a:pt x="33" y="77"/>
                    </a:cubicBezTo>
                    <a:cubicBezTo>
                      <a:pt x="32" y="74"/>
                      <a:pt x="32" y="77"/>
                      <a:pt x="32" y="75"/>
                    </a:cubicBezTo>
                    <a:cubicBezTo>
                      <a:pt x="31" y="73"/>
                      <a:pt x="32" y="74"/>
                      <a:pt x="33" y="73"/>
                    </a:cubicBezTo>
                    <a:cubicBezTo>
                      <a:pt x="32" y="76"/>
                      <a:pt x="33" y="74"/>
                      <a:pt x="34" y="74"/>
                    </a:cubicBezTo>
                    <a:cubicBezTo>
                      <a:pt x="34" y="75"/>
                      <a:pt x="34" y="75"/>
                      <a:pt x="34" y="76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5" y="78"/>
                      <a:pt x="36" y="73"/>
                      <a:pt x="36" y="74"/>
                    </a:cubicBezTo>
                    <a:cubicBezTo>
                      <a:pt x="36" y="75"/>
                      <a:pt x="36" y="77"/>
                      <a:pt x="36" y="77"/>
                    </a:cubicBezTo>
                    <a:cubicBezTo>
                      <a:pt x="36" y="75"/>
                      <a:pt x="37" y="74"/>
                      <a:pt x="37" y="72"/>
                    </a:cubicBezTo>
                    <a:cubicBezTo>
                      <a:pt x="38" y="73"/>
                      <a:pt x="36" y="76"/>
                      <a:pt x="37" y="78"/>
                    </a:cubicBezTo>
                    <a:cubicBezTo>
                      <a:pt x="37" y="75"/>
                      <a:pt x="38" y="79"/>
                      <a:pt x="38" y="76"/>
                    </a:cubicBezTo>
                    <a:cubicBezTo>
                      <a:pt x="37" y="75"/>
                      <a:pt x="38" y="75"/>
                      <a:pt x="38" y="73"/>
                    </a:cubicBezTo>
                    <a:cubicBezTo>
                      <a:pt x="39" y="74"/>
                      <a:pt x="38" y="75"/>
                      <a:pt x="39" y="75"/>
                    </a:cubicBezTo>
                    <a:cubicBezTo>
                      <a:pt x="39" y="75"/>
                      <a:pt x="39" y="73"/>
                      <a:pt x="39" y="72"/>
                    </a:cubicBezTo>
                    <a:cubicBezTo>
                      <a:pt x="39" y="73"/>
                      <a:pt x="40" y="70"/>
                      <a:pt x="40" y="72"/>
                    </a:cubicBezTo>
                    <a:cubicBezTo>
                      <a:pt x="41" y="74"/>
                      <a:pt x="39" y="73"/>
                      <a:pt x="40" y="74"/>
                    </a:cubicBezTo>
                    <a:cubicBezTo>
                      <a:pt x="41" y="74"/>
                      <a:pt x="40" y="70"/>
                      <a:pt x="41" y="69"/>
                    </a:cubicBezTo>
                    <a:cubicBezTo>
                      <a:pt x="41" y="68"/>
                      <a:pt x="41" y="65"/>
                      <a:pt x="42" y="64"/>
                    </a:cubicBezTo>
                    <a:cubicBezTo>
                      <a:pt x="43" y="65"/>
                      <a:pt x="41" y="65"/>
                      <a:pt x="42" y="68"/>
                    </a:cubicBezTo>
                    <a:cubicBezTo>
                      <a:pt x="42" y="67"/>
                      <a:pt x="42" y="67"/>
                      <a:pt x="42" y="67"/>
                    </a:cubicBezTo>
                    <a:cubicBezTo>
                      <a:pt x="43" y="70"/>
                      <a:pt x="41" y="72"/>
                      <a:pt x="41" y="74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2" y="75"/>
                      <a:pt x="43" y="76"/>
                      <a:pt x="43" y="76"/>
                    </a:cubicBezTo>
                    <a:cubicBezTo>
                      <a:pt x="43" y="74"/>
                      <a:pt x="43" y="76"/>
                      <a:pt x="43" y="75"/>
                    </a:cubicBezTo>
                    <a:cubicBezTo>
                      <a:pt x="43" y="74"/>
                      <a:pt x="43" y="71"/>
                      <a:pt x="44" y="73"/>
                    </a:cubicBezTo>
                    <a:cubicBezTo>
                      <a:pt x="44" y="74"/>
                      <a:pt x="44" y="75"/>
                      <a:pt x="44" y="76"/>
                    </a:cubicBezTo>
                    <a:cubicBezTo>
                      <a:pt x="45" y="77"/>
                      <a:pt x="44" y="74"/>
                      <a:pt x="45" y="75"/>
                    </a:cubicBezTo>
                    <a:cubicBezTo>
                      <a:pt x="45" y="76"/>
                      <a:pt x="45" y="76"/>
                      <a:pt x="45" y="76"/>
                    </a:cubicBezTo>
                    <a:cubicBezTo>
                      <a:pt x="47" y="76"/>
                      <a:pt x="50" y="76"/>
                      <a:pt x="51" y="72"/>
                    </a:cubicBezTo>
                    <a:cubicBezTo>
                      <a:pt x="52" y="73"/>
                      <a:pt x="52" y="73"/>
                      <a:pt x="53" y="74"/>
                    </a:cubicBezTo>
                    <a:cubicBezTo>
                      <a:pt x="53" y="74"/>
                      <a:pt x="53" y="73"/>
                      <a:pt x="53" y="72"/>
                    </a:cubicBezTo>
                    <a:cubicBezTo>
                      <a:pt x="54" y="74"/>
                      <a:pt x="54" y="74"/>
                      <a:pt x="54" y="74"/>
                    </a:cubicBezTo>
                    <a:cubicBezTo>
                      <a:pt x="55" y="76"/>
                      <a:pt x="55" y="74"/>
                      <a:pt x="56" y="72"/>
                    </a:cubicBezTo>
                    <a:cubicBezTo>
                      <a:pt x="56" y="74"/>
                      <a:pt x="56" y="74"/>
                      <a:pt x="56" y="74"/>
                    </a:cubicBezTo>
                    <a:cubicBezTo>
                      <a:pt x="57" y="75"/>
                      <a:pt x="56" y="73"/>
                      <a:pt x="57" y="72"/>
                    </a:cubicBezTo>
                    <a:cubicBezTo>
                      <a:pt x="57" y="74"/>
                      <a:pt x="57" y="74"/>
                      <a:pt x="57" y="74"/>
                    </a:cubicBezTo>
                    <a:cubicBezTo>
                      <a:pt x="57" y="72"/>
                      <a:pt x="57" y="72"/>
                      <a:pt x="57" y="72"/>
                    </a:cubicBezTo>
                    <a:cubicBezTo>
                      <a:pt x="58" y="72"/>
                      <a:pt x="58" y="72"/>
                      <a:pt x="58" y="74"/>
                    </a:cubicBezTo>
                    <a:cubicBezTo>
                      <a:pt x="59" y="74"/>
                      <a:pt x="59" y="73"/>
                      <a:pt x="58" y="73"/>
                    </a:cubicBezTo>
                    <a:cubicBezTo>
                      <a:pt x="59" y="74"/>
                      <a:pt x="60" y="74"/>
                      <a:pt x="61" y="73"/>
                    </a:cubicBezTo>
                    <a:cubicBezTo>
                      <a:pt x="61" y="72"/>
                      <a:pt x="61" y="72"/>
                      <a:pt x="61" y="70"/>
                    </a:cubicBezTo>
                    <a:cubicBezTo>
                      <a:pt x="61" y="68"/>
                      <a:pt x="61" y="71"/>
                      <a:pt x="61" y="69"/>
                    </a:cubicBezTo>
                    <a:cubicBezTo>
                      <a:pt x="61" y="70"/>
                      <a:pt x="62" y="71"/>
                      <a:pt x="61" y="72"/>
                    </a:cubicBezTo>
                    <a:cubicBezTo>
                      <a:pt x="63" y="75"/>
                      <a:pt x="64" y="72"/>
                      <a:pt x="66" y="72"/>
                    </a:cubicBezTo>
                    <a:cubicBezTo>
                      <a:pt x="66" y="71"/>
                      <a:pt x="66" y="71"/>
                      <a:pt x="66" y="71"/>
                    </a:cubicBezTo>
                    <a:cubicBezTo>
                      <a:pt x="68" y="73"/>
                      <a:pt x="68" y="71"/>
                      <a:pt x="70" y="72"/>
                    </a:cubicBezTo>
                    <a:cubicBezTo>
                      <a:pt x="69" y="71"/>
                      <a:pt x="69" y="68"/>
                      <a:pt x="70" y="68"/>
                    </a:cubicBezTo>
                    <a:cubicBezTo>
                      <a:pt x="70" y="66"/>
                      <a:pt x="70" y="70"/>
                      <a:pt x="71" y="71"/>
                    </a:cubicBezTo>
                    <a:cubicBezTo>
                      <a:pt x="71" y="71"/>
                      <a:pt x="72" y="70"/>
                      <a:pt x="72" y="70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2" y="70"/>
                      <a:pt x="73" y="69"/>
                      <a:pt x="73" y="70"/>
                    </a:cubicBezTo>
                    <a:cubicBezTo>
                      <a:pt x="73" y="70"/>
                      <a:pt x="73" y="70"/>
                      <a:pt x="73" y="70"/>
                    </a:cubicBezTo>
                    <a:cubicBezTo>
                      <a:pt x="74" y="70"/>
                      <a:pt x="74" y="71"/>
                      <a:pt x="75" y="71"/>
                    </a:cubicBezTo>
                    <a:cubicBezTo>
                      <a:pt x="75" y="69"/>
                      <a:pt x="76" y="70"/>
                      <a:pt x="76" y="69"/>
                    </a:cubicBezTo>
                    <a:cubicBezTo>
                      <a:pt x="76" y="69"/>
                      <a:pt x="76" y="69"/>
                      <a:pt x="76" y="69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68"/>
                      <a:pt x="76" y="68"/>
                      <a:pt x="76" y="68"/>
                    </a:cubicBezTo>
                    <a:cubicBezTo>
                      <a:pt x="76" y="70"/>
                      <a:pt x="76" y="70"/>
                      <a:pt x="76" y="70"/>
                    </a:cubicBezTo>
                    <a:cubicBezTo>
                      <a:pt x="77" y="71"/>
                      <a:pt x="76" y="69"/>
                      <a:pt x="77" y="68"/>
                    </a:cubicBezTo>
                    <a:cubicBezTo>
                      <a:pt x="77" y="67"/>
                      <a:pt x="77" y="68"/>
                      <a:pt x="77" y="69"/>
                    </a:cubicBezTo>
                    <a:cubicBezTo>
                      <a:pt x="77" y="70"/>
                      <a:pt x="77" y="68"/>
                      <a:pt x="77" y="69"/>
                    </a:cubicBezTo>
                    <a:cubicBezTo>
                      <a:pt x="77" y="70"/>
                      <a:pt x="77" y="69"/>
                      <a:pt x="77" y="70"/>
                    </a:cubicBezTo>
                    <a:cubicBezTo>
                      <a:pt x="78" y="70"/>
                      <a:pt x="77" y="68"/>
                      <a:pt x="78" y="69"/>
                    </a:cubicBezTo>
                    <a:cubicBezTo>
                      <a:pt x="78" y="69"/>
                      <a:pt x="79" y="68"/>
                      <a:pt x="79" y="70"/>
                    </a:cubicBezTo>
                    <a:cubicBezTo>
                      <a:pt x="79" y="69"/>
                      <a:pt x="80" y="69"/>
                      <a:pt x="80" y="68"/>
                    </a:cubicBezTo>
                    <a:cubicBezTo>
                      <a:pt x="79" y="68"/>
                      <a:pt x="79" y="68"/>
                      <a:pt x="79" y="66"/>
                    </a:cubicBezTo>
                    <a:cubicBezTo>
                      <a:pt x="79" y="66"/>
                      <a:pt x="79" y="66"/>
                      <a:pt x="79" y="66"/>
                    </a:cubicBezTo>
                    <a:cubicBezTo>
                      <a:pt x="79" y="67"/>
                      <a:pt x="79" y="67"/>
                      <a:pt x="79" y="67"/>
                    </a:cubicBezTo>
                    <a:cubicBezTo>
                      <a:pt x="79" y="66"/>
                      <a:pt x="80" y="67"/>
                      <a:pt x="80" y="65"/>
                    </a:cubicBezTo>
                    <a:cubicBezTo>
                      <a:pt x="80" y="67"/>
                      <a:pt x="80" y="67"/>
                      <a:pt x="80" y="67"/>
                    </a:cubicBezTo>
                    <a:cubicBezTo>
                      <a:pt x="80" y="66"/>
                      <a:pt x="81" y="66"/>
                      <a:pt x="81" y="66"/>
                    </a:cubicBezTo>
                    <a:cubicBezTo>
                      <a:pt x="82" y="67"/>
                      <a:pt x="82" y="69"/>
                      <a:pt x="82" y="70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83" y="68"/>
                      <a:pt x="83" y="68"/>
                      <a:pt x="83" y="69"/>
                    </a:cubicBezTo>
                    <a:cubicBezTo>
                      <a:pt x="85" y="70"/>
                      <a:pt x="84" y="64"/>
                      <a:pt x="85" y="65"/>
                    </a:cubicBezTo>
                    <a:cubicBezTo>
                      <a:pt x="85" y="67"/>
                      <a:pt x="85" y="68"/>
                      <a:pt x="86" y="68"/>
                    </a:cubicBezTo>
                    <a:cubicBezTo>
                      <a:pt x="86" y="68"/>
                      <a:pt x="86" y="67"/>
                      <a:pt x="86" y="67"/>
                    </a:cubicBezTo>
                    <a:cubicBezTo>
                      <a:pt x="86" y="66"/>
                      <a:pt x="86" y="68"/>
                      <a:pt x="85" y="67"/>
                    </a:cubicBezTo>
                    <a:cubicBezTo>
                      <a:pt x="85" y="66"/>
                      <a:pt x="86" y="66"/>
                      <a:pt x="86" y="66"/>
                    </a:cubicBezTo>
                    <a:cubicBezTo>
                      <a:pt x="87" y="70"/>
                      <a:pt x="89" y="66"/>
                      <a:pt x="91" y="68"/>
                    </a:cubicBezTo>
                    <a:cubicBezTo>
                      <a:pt x="90" y="66"/>
                      <a:pt x="91" y="67"/>
                      <a:pt x="91" y="66"/>
                    </a:cubicBezTo>
                    <a:cubicBezTo>
                      <a:pt x="92" y="69"/>
                      <a:pt x="92" y="66"/>
                      <a:pt x="93" y="67"/>
                    </a:cubicBezTo>
                    <a:cubicBezTo>
                      <a:pt x="92" y="65"/>
                      <a:pt x="92" y="65"/>
                      <a:pt x="92" y="65"/>
                    </a:cubicBezTo>
                    <a:cubicBezTo>
                      <a:pt x="93" y="66"/>
                      <a:pt x="92" y="61"/>
                      <a:pt x="94" y="63"/>
                    </a:cubicBezTo>
                    <a:cubicBezTo>
                      <a:pt x="94" y="64"/>
                      <a:pt x="94" y="65"/>
                      <a:pt x="94" y="66"/>
                    </a:cubicBezTo>
                    <a:cubicBezTo>
                      <a:pt x="95" y="68"/>
                      <a:pt x="95" y="63"/>
                      <a:pt x="96" y="66"/>
                    </a:cubicBezTo>
                    <a:cubicBezTo>
                      <a:pt x="96" y="65"/>
                      <a:pt x="95" y="63"/>
                      <a:pt x="96" y="62"/>
                    </a:cubicBezTo>
                    <a:cubicBezTo>
                      <a:pt x="96" y="63"/>
                      <a:pt x="98" y="64"/>
                      <a:pt x="98" y="65"/>
                    </a:cubicBezTo>
                    <a:cubicBezTo>
                      <a:pt x="98" y="64"/>
                      <a:pt x="98" y="64"/>
                      <a:pt x="98" y="64"/>
                    </a:cubicBezTo>
                    <a:cubicBezTo>
                      <a:pt x="99" y="65"/>
                      <a:pt x="98" y="65"/>
                      <a:pt x="98" y="65"/>
                    </a:cubicBezTo>
                    <a:cubicBezTo>
                      <a:pt x="99" y="66"/>
                      <a:pt x="99" y="65"/>
                      <a:pt x="100" y="64"/>
                    </a:cubicBezTo>
                    <a:cubicBezTo>
                      <a:pt x="101" y="65"/>
                      <a:pt x="101" y="64"/>
                      <a:pt x="102" y="65"/>
                    </a:cubicBezTo>
                    <a:cubicBezTo>
                      <a:pt x="102" y="63"/>
                      <a:pt x="104" y="66"/>
                      <a:pt x="103" y="63"/>
                    </a:cubicBezTo>
                    <a:cubicBezTo>
                      <a:pt x="104" y="64"/>
                      <a:pt x="104" y="64"/>
                      <a:pt x="104" y="64"/>
                    </a:cubicBezTo>
                    <a:cubicBezTo>
                      <a:pt x="104" y="63"/>
                      <a:pt x="103" y="61"/>
                      <a:pt x="104" y="60"/>
                    </a:cubicBezTo>
                    <a:cubicBezTo>
                      <a:pt x="104" y="62"/>
                      <a:pt x="104" y="62"/>
                      <a:pt x="104" y="62"/>
                    </a:cubicBezTo>
                    <a:cubicBezTo>
                      <a:pt x="105" y="65"/>
                      <a:pt x="105" y="63"/>
                      <a:pt x="106" y="64"/>
                    </a:cubicBezTo>
                    <a:cubicBezTo>
                      <a:pt x="105" y="62"/>
                      <a:pt x="106" y="64"/>
                      <a:pt x="106" y="62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6" y="61"/>
                      <a:pt x="106" y="61"/>
                      <a:pt x="106" y="60"/>
                    </a:cubicBezTo>
                    <a:cubicBezTo>
                      <a:pt x="107" y="60"/>
                      <a:pt x="107" y="62"/>
                      <a:pt x="107" y="62"/>
                    </a:cubicBezTo>
                    <a:cubicBezTo>
                      <a:pt x="108" y="63"/>
                      <a:pt x="108" y="62"/>
                      <a:pt x="108" y="62"/>
                    </a:cubicBezTo>
                    <a:cubicBezTo>
                      <a:pt x="108" y="62"/>
                      <a:pt x="108" y="62"/>
                      <a:pt x="108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8" y="61"/>
                      <a:pt x="109" y="61"/>
                    </a:cubicBezTo>
                    <a:cubicBezTo>
                      <a:pt x="109" y="61"/>
                      <a:pt x="109" y="61"/>
                      <a:pt x="109" y="61"/>
                    </a:cubicBezTo>
                    <a:cubicBezTo>
                      <a:pt x="108" y="62"/>
                      <a:pt x="108" y="62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10" y="64"/>
                      <a:pt x="110" y="64"/>
                      <a:pt x="110" y="64"/>
                    </a:cubicBezTo>
                    <a:cubicBezTo>
                      <a:pt x="110" y="64"/>
                      <a:pt x="110" y="62"/>
                      <a:pt x="110" y="61"/>
                    </a:cubicBezTo>
                    <a:cubicBezTo>
                      <a:pt x="112" y="62"/>
                      <a:pt x="113" y="60"/>
                      <a:pt x="114" y="59"/>
                    </a:cubicBezTo>
                    <a:cubicBezTo>
                      <a:pt x="113" y="59"/>
                      <a:pt x="114" y="60"/>
                      <a:pt x="114" y="60"/>
                    </a:cubicBezTo>
                    <a:cubicBezTo>
                      <a:pt x="114" y="59"/>
                      <a:pt x="114" y="58"/>
                      <a:pt x="114" y="59"/>
                    </a:cubicBezTo>
                    <a:cubicBezTo>
                      <a:pt x="114" y="58"/>
                      <a:pt x="115" y="60"/>
                      <a:pt x="116" y="60"/>
                    </a:cubicBezTo>
                    <a:cubicBezTo>
                      <a:pt x="116" y="60"/>
                      <a:pt x="115" y="58"/>
                      <a:pt x="115" y="58"/>
                    </a:cubicBezTo>
                    <a:cubicBezTo>
                      <a:pt x="117" y="60"/>
                      <a:pt x="117" y="56"/>
                      <a:pt x="118" y="57"/>
                    </a:cubicBezTo>
                    <a:cubicBezTo>
                      <a:pt x="118" y="58"/>
                      <a:pt x="118" y="58"/>
                      <a:pt x="119" y="59"/>
                    </a:cubicBezTo>
                    <a:cubicBezTo>
                      <a:pt x="119" y="58"/>
                      <a:pt x="120" y="57"/>
                      <a:pt x="120" y="55"/>
                    </a:cubicBezTo>
                    <a:cubicBezTo>
                      <a:pt x="120" y="57"/>
                      <a:pt x="120" y="57"/>
                      <a:pt x="120" y="57"/>
                    </a:cubicBezTo>
                    <a:cubicBezTo>
                      <a:pt x="121" y="57"/>
                      <a:pt x="121" y="56"/>
                      <a:pt x="121" y="55"/>
                    </a:cubicBezTo>
                    <a:cubicBezTo>
                      <a:pt x="120" y="54"/>
                      <a:pt x="121" y="52"/>
                      <a:pt x="121" y="53"/>
                    </a:cubicBezTo>
                    <a:cubicBezTo>
                      <a:pt x="121" y="53"/>
                      <a:pt x="121" y="53"/>
                      <a:pt x="121" y="53"/>
                    </a:cubicBezTo>
                    <a:cubicBezTo>
                      <a:pt x="122" y="52"/>
                      <a:pt x="122" y="52"/>
                      <a:pt x="122" y="52"/>
                    </a:cubicBezTo>
                    <a:cubicBezTo>
                      <a:pt x="123" y="52"/>
                      <a:pt x="122" y="52"/>
                      <a:pt x="122" y="53"/>
                    </a:cubicBezTo>
                    <a:cubicBezTo>
                      <a:pt x="123" y="55"/>
                      <a:pt x="124" y="54"/>
                      <a:pt x="125" y="54"/>
                    </a:cubicBezTo>
                    <a:cubicBezTo>
                      <a:pt x="124" y="53"/>
                      <a:pt x="124" y="53"/>
                      <a:pt x="124" y="53"/>
                    </a:cubicBezTo>
                    <a:cubicBezTo>
                      <a:pt x="125" y="52"/>
                      <a:pt x="125" y="54"/>
                      <a:pt x="125" y="54"/>
                    </a:cubicBezTo>
                    <a:cubicBezTo>
                      <a:pt x="125" y="49"/>
                      <a:pt x="125" y="49"/>
                      <a:pt x="125" y="49"/>
                    </a:cubicBezTo>
                    <a:cubicBezTo>
                      <a:pt x="125" y="49"/>
                      <a:pt x="126" y="51"/>
                      <a:pt x="126" y="52"/>
                    </a:cubicBezTo>
                    <a:cubicBezTo>
                      <a:pt x="127" y="51"/>
                      <a:pt x="126" y="48"/>
                      <a:pt x="126" y="46"/>
                    </a:cubicBezTo>
                    <a:cubicBezTo>
                      <a:pt x="127" y="47"/>
                      <a:pt x="127" y="45"/>
                      <a:pt x="128" y="45"/>
                    </a:cubicBezTo>
                    <a:cubicBezTo>
                      <a:pt x="128" y="46"/>
                      <a:pt x="127" y="45"/>
                      <a:pt x="128" y="46"/>
                    </a:cubicBezTo>
                    <a:cubicBezTo>
                      <a:pt x="129" y="47"/>
                      <a:pt x="129" y="47"/>
                      <a:pt x="129" y="47"/>
                    </a:cubicBezTo>
                    <a:cubicBezTo>
                      <a:pt x="128" y="48"/>
                      <a:pt x="130" y="50"/>
                      <a:pt x="130" y="51"/>
                    </a:cubicBezTo>
                    <a:cubicBezTo>
                      <a:pt x="130" y="50"/>
                      <a:pt x="132" y="50"/>
                      <a:pt x="132" y="50"/>
                    </a:cubicBezTo>
                    <a:cubicBezTo>
                      <a:pt x="131" y="48"/>
                      <a:pt x="133" y="49"/>
                      <a:pt x="132" y="46"/>
                    </a:cubicBezTo>
                    <a:cubicBezTo>
                      <a:pt x="133" y="45"/>
                      <a:pt x="133" y="48"/>
                      <a:pt x="134" y="48"/>
                    </a:cubicBezTo>
                    <a:cubicBezTo>
                      <a:pt x="134" y="47"/>
                      <a:pt x="135" y="47"/>
                      <a:pt x="136" y="47"/>
                    </a:cubicBezTo>
                    <a:cubicBezTo>
                      <a:pt x="136" y="47"/>
                      <a:pt x="136" y="47"/>
                      <a:pt x="136" y="47"/>
                    </a:cubicBezTo>
                    <a:cubicBezTo>
                      <a:pt x="137" y="46"/>
                      <a:pt x="138" y="46"/>
                      <a:pt x="138" y="44"/>
                    </a:cubicBezTo>
                    <a:cubicBezTo>
                      <a:pt x="139" y="45"/>
                      <a:pt x="139" y="45"/>
                      <a:pt x="139" y="45"/>
                    </a:cubicBezTo>
                    <a:cubicBezTo>
                      <a:pt x="140" y="46"/>
                      <a:pt x="137" y="42"/>
                      <a:pt x="139" y="43"/>
                    </a:cubicBezTo>
                    <a:cubicBezTo>
                      <a:pt x="139" y="44"/>
                      <a:pt x="139" y="44"/>
                      <a:pt x="139" y="44"/>
                    </a:cubicBezTo>
                    <a:cubicBezTo>
                      <a:pt x="139" y="43"/>
                      <a:pt x="141" y="45"/>
                      <a:pt x="141" y="43"/>
                    </a:cubicBezTo>
                    <a:cubicBezTo>
                      <a:pt x="141" y="44"/>
                      <a:pt x="141" y="44"/>
                      <a:pt x="141" y="44"/>
                    </a:cubicBezTo>
                    <a:cubicBezTo>
                      <a:pt x="141" y="43"/>
                      <a:pt x="142" y="43"/>
                      <a:pt x="142" y="41"/>
                    </a:cubicBezTo>
                    <a:cubicBezTo>
                      <a:pt x="143" y="43"/>
                      <a:pt x="143" y="43"/>
                      <a:pt x="143" y="43"/>
                    </a:cubicBezTo>
                    <a:cubicBezTo>
                      <a:pt x="144" y="44"/>
                      <a:pt x="142" y="41"/>
                      <a:pt x="143" y="42"/>
                    </a:cubicBezTo>
                    <a:cubicBezTo>
                      <a:pt x="143" y="42"/>
                      <a:pt x="144" y="42"/>
                      <a:pt x="144" y="43"/>
                    </a:cubicBezTo>
                    <a:cubicBezTo>
                      <a:pt x="144" y="41"/>
                      <a:pt x="145" y="41"/>
                      <a:pt x="145" y="40"/>
                    </a:cubicBezTo>
                    <a:cubicBezTo>
                      <a:pt x="146" y="42"/>
                      <a:pt x="146" y="42"/>
                      <a:pt x="146" y="42"/>
                    </a:cubicBezTo>
                    <a:cubicBezTo>
                      <a:pt x="149" y="41"/>
                      <a:pt x="153" y="39"/>
                      <a:pt x="154" y="36"/>
                    </a:cubicBezTo>
                    <a:cubicBezTo>
                      <a:pt x="156" y="38"/>
                      <a:pt x="154" y="37"/>
                      <a:pt x="156" y="39"/>
                    </a:cubicBezTo>
                    <a:cubicBezTo>
                      <a:pt x="154" y="37"/>
                      <a:pt x="156" y="38"/>
                      <a:pt x="156" y="37"/>
                    </a:cubicBezTo>
                    <a:cubicBezTo>
                      <a:pt x="156" y="37"/>
                      <a:pt x="156" y="37"/>
                      <a:pt x="156" y="37"/>
                    </a:cubicBezTo>
                    <a:cubicBezTo>
                      <a:pt x="157" y="36"/>
                      <a:pt x="158" y="38"/>
                      <a:pt x="158" y="37"/>
                    </a:cubicBezTo>
                    <a:cubicBezTo>
                      <a:pt x="157" y="36"/>
                      <a:pt x="157" y="36"/>
                      <a:pt x="157" y="36"/>
                    </a:cubicBezTo>
                    <a:cubicBezTo>
                      <a:pt x="157" y="35"/>
                      <a:pt x="160" y="38"/>
                      <a:pt x="158" y="36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59" y="34"/>
                      <a:pt x="161" y="37"/>
                      <a:pt x="160" y="35"/>
                    </a:cubicBezTo>
                    <a:cubicBezTo>
                      <a:pt x="160" y="35"/>
                      <a:pt x="160" y="35"/>
                      <a:pt x="160" y="35"/>
                    </a:cubicBezTo>
                    <a:cubicBezTo>
                      <a:pt x="162" y="36"/>
                      <a:pt x="160" y="32"/>
                      <a:pt x="162" y="34"/>
                    </a:cubicBezTo>
                    <a:cubicBezTo>
                      <a:pt x="162" y="33"/>
                      <a:pt x="162" y="32"/>
                      <a:pt x="161" y="30"/>
                    </a:cubicBezTo>
                    <a:cubicBezTo>
                      <a:pt x="163" y="33"/>
                      <a:pt x="163" y="33"/>
                      <a:pt x="163" y="33"/>
                    </a:cubicBezTo>
                    <a:cubicBezTo>
                      <a:pt x="164" y="30"/>
                      <a:pt x="167" y="29"/>
                      <a:pt x="167" y="26"/>
                    </a:cubicBezTo>
                    <a:cubicBezTo>
                      <a:pt x="168" y="27"/>
                      <a:pt x="168" y="27"/>
                      <a:pt x="168" y="27"/>
                    </a:cubicBezTo>
                    <a:cubicBezTo>
                      <a:pt x="168" y="24"/>
                      <a:pt x="172" y="27"/>
                      <a:pt x="170" y="23"/>
                    </a:cubicBezTo>
                    <a:cubicBezTo>
                      <a:pt x="169" y="21"/>
                      <a:pt x="169" y="21"/>
                      <a:pt x="169" y="21"/>
                    </a:cubicBezTo>
                    <a:cubicBezTo>
                      <a:pt x="171" y="23"/>
                      <a:pt x="171" y="23"/>
                      <a:pt x="171" y="23"/>
                    </a:cubicBezTo>
                    <a:cubicBezTo>
                      <a:pt x="170" y="22"/>
                      <a:pt x="172" y="22"/>
                      <a:pt x="171" y="20"/>
                    </a:cubicBezTo>
                    <a:cubicBezTo>
                      <a:pt x="171" y="21"/>
                      <a:pt x="171" y="21"/>
                      <a:pt x="172" y="21"/>
                    </a:cubicBezTo>
                    <a:cubicBezTo>
                      <a:pt x="172" y="21"/>
                      <a:pt x="171" y="19"/>
                      <a:pt x="172" y="19"/>
                    </a:cubicBezTo>
                    <a:cubicBezTo>
                      <a:pt x="172" y="20"/>
                      <a:pt x="172" y="20"/>
                      <a:pt x="172" y="20"/>
                    </a:cubicBezTo>
                    <a:cubicBezTo>
                      <a:pt x="177" y="20"/>
                      <a:pt x="182" y="19"/>
                      <a:pt x="180" y="14"/>
                    </a:cubicBezTo>
                    <a:cubicBezTo>
                      <a:pt x="180" y="13"/>
                      <a:pt x="182" y="15"/>
                      <a:pt x="182" y="15"/>
                    </a:cubicBezTo>
                    <a:cubicBezTo>
                      <a:pt x="181" y="11"/>
                      <a:pt x="188" y="11"/>
                      <a:pt x="185" y="6"/>
                    </a:cubicBezTo>
                    <a:cubicBezTo>
                      <a:pt x="185" y="4"/>
                      <a:pt x="180" y="0"/>
                      <a:pt x="18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6" name="Freeform 342"/>
              <p:cNvSpPr/>
              <p:nvPr>
                <p:custDataLst>
                  <p:tags r:id="rId187"/>
                </p:custDataLst>
              </p:nvPr>
            </p:nvSpPr>
            <p:spPr bwMode="auto">
              <a:xfrm>
                <a:off x="3757" y="2934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0 h 1"/>
                  <a:gd name="T4" fmla="*/ 0 w 1"/>
                  <a:gd name="T5" fmla="*/ 1 h 1"/>
                  <a:gd name="T6" fmla="*/ 0 w 1"/>
                  <a:gd name="T7" fmla="*/ 1 h 1"/>
                  <a:gd name="T8" fmla="*/ 0 w 1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7" name="Freeform 343"/>
              <p:cNvSpPr/>
              <p:nvPr>
                <p:custDataLst>
                  <p:tags r:id="rId188"/>
                </p:custDataLst>
              </p:nvPr>
            </p:nvSpPr>
            <p:spPr bwMode="auto">
              <a:xfrm>
                <a:off x="4226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1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1" y="0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8" name="Freeform 344"/>
              <p:cNvSpPr/>
              <p:nvPr>
                <p:custDataLst>
                  <p:tags r:id="rId189"/>
                </p:custDataLst>
              </p:nvPr>
            </p:nvSpPr>
            <p:spPr bwMode="auto">
              <a:xfrm>
                <a:off x="3752" y="2940"/>
                <a:ext cx="3" cy="3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0 w 1"/>
                  <a:gd name="T5" fmla="*/ 1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69" name="Freeform 345"/>
              <p:cNvSpPr/>
              <p:nvPr>
                <p:custDataLst>
                  <p:tags r:id="rId190"/>
                </p:custDataLst>
              </p:nvPr>
            </p:nvSpPr>
            <p:spPr bwMode="auto">
              <a:xfrm>
                <a:off x="3975" y="29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0" name="Freeform 346"/>
              <p:cNvSpPr/>
              <p:nvPr>
                <p:custDataLst>
                  <p:tags r:id="rId191"/>
                </p:custDataLst>
              </p:nvPr>
            </p:nvSpPr>
            <p:spPr bwMode="auto">
              <a:xfrm>
                <a:off x="3905" y="22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1" name="Freeform 347"/>
              <p:cNvSpPr/>
              <p:nvPr>
                <p:custDataLst>
                  <p:tags r:id="rId192"/>
                </p:custDataLst>
              </p:nvPr>
            </p:nvSpPr>
            <p:spPr bwMode="auto">
              <a:xfrm>
                <a:off x="4289" y="2557"/>
                <a:ext cx="2" cy="2"/>
              </a:xfrm>
              <a:custGeom>
                <a:avLst/>
                <a:gdLst>
                  <a:gd name="T0" fmla="*/ 0 w 1"/>
                  <a:gd name="T1" fmla="*/ 1 h 1"/>
                  <a:gd name="T2" fmla="*/ 0 w 1"/>
                  <a:gd name="T3" fmla="*/ 1 h 1"/>
                  <a:gd name="T4" fmla="*/ 0 w 1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0" y="1"/>
                    </a:cubicBezTo>
                    <a:cubicBezTo>
                      <a:pt x="1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2" name="Freeform 348"/>
              <p:cNvSpPr/>
              <p:nvPr>
                <p:custDataLst>
                  <p:tags r:id="rId193"/>
                </p:custDataLst>
              </p:nvPr>
            </p:nvSpPr>
            <p:spPr bwMode="auto">
              <a:xfrm>
                <a:off x="3899" y="2262"/>
                <a:ext cx="2" cy="2"/>
              </a:xfrm>
              <a:custGeom>
                <a:avLst/>
                <a:gdLst>
                  <a:gd name="T0" fmla="*/ 2 w 2"/>
                  <a:gd name="T1" fmla="*/ 0 h 2"/>
                  <a:gd name="T2" fmla="*/ 0 w 2"/>
                  <a:gd name="T3" fmla="*/ 2 h 2"/>
                  <a:gd name="T4" fmla="*/ 0 w 2"/>
                  <a:gd name="T5" fmla="*/ 0 h 2"/>
                  <a:gd name="T6" fmla="*/ 2 w 2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3" name="Freeform 349"/>
              <p:cNvSpPr/>
              <p:nvPr>
                <p:custDataLst>
                  <p:tags r:id="rId194"/>
                </p:custDataLst>
              </p:nvPr>
            </p:nvSpPr>
            <p:spPr bwMode="auto">
              <a:xfrm>
                <a:off x="3939" y="2926"/>
                <a:ext cx="0" cy="2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4" name="Freeform 350"/>
              <p:cNvSpPr/>
              <p:nvPr>
                <p:custDataLst>
                  <p:tags r:id="rId195"/>
                </p:custDataLst>
              </p:nvPr>
            </p:nvSpPr>
            <p:spPr bwMode="auto">
              <a:xfrm>
                <a:off x="3888" y="2281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0 w 2"/>
                  <a:gd name="T5" fmla="*/ 4 h 4"/>
                  <a:gd name="T6" fmla="*/ 2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5" name="Freeform 351"/>
              <p:cNvSpPr/>
              <p:nvPr>
                <p:custDataLst>
                  <p:tags r:id="rId196"/>
                </p:custDataLst>
              </p:nvPr>
            </p:nvSpPr>
            <p:spPr bwMode="auto">
              <a:xfrm>
                <a:off x="3842" y="2270"/>
                <a:ext cx="2" cy="5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0 w 1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2"/>
                      <a:pt x="0" y="0"/>
                      <a:pt x="1" y="1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6" name="Freeform 352"/>
              <p:cNvSpPr/>
              <p:nvPr>
                <p:custDataLst>
                  <p:tags r:id="rId197"/>
                </p:custDataLst>
              </p:nvPr>
            </p:nvSpPr>
            <p:spPr bwMode="auto">
              <a:xfrm>
                <a:off x="3844" y="2268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1 w 1"/>
                  <a:gd name="T3" fmla="*/ 1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7" name="Freeform 353"/>
              <p:cNvSpPr/>
              <p:nvPr>
                <p:custDataLst>
                  <p:tags r:id="rId198"/>
                </p:custDataLst>
              </p:nvPr>
            </p:nvSpPr>
            <p:spPr bwMode="auto">
              <a:xfrm>
                <a:off x="3899" y="2272"/>
                <a:ext cx="4" cy="0"/>
              </a:xfrm>
              <a:custGeom>
                <a:avLst/>
                <a:gdLst>
                  <a:gd name="T0" fmla="*/ 0 w 2"/>
                  <a:gd name="T1" fmla="*/ 2 w 2"/>
                  <a:gd name="T2" fmla="*/ 2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8" name="Freeform 354"/>
              <p:cNvSpPr/>
              <p:nvPr>
                <p:custDataLst>
                  <p:tags r:id="rId199"/>
                </p:custDataLst>
              </p:nvPr>
            </p:nvSpPr>
            <p:spPr bwMode="auto">
              <a:xfrm>
                <a:off x="3776" y="2983"/>
                <a:ext cx="0" cy="2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79" name="Freeform 355"/>
              <p:cNvSpPr/>
              <p:nvPr>
                <p:custDataLst>
                  <p:tags r:id="rId200"/>
                </p:custDataLst>
              </p:nvPr>
            </p:nvSpPr>
            <p:spPr bwMode="auto">
              <a:xfrm>
                <a:off x="3795" y="2985"/>
                <a:ext cx="2" cy="6"/>
              </a:xfrm>
              <a:custGeom>
                <a:avLst/>
                <a:gdLst>
                  <a:gd name="T0" fmla="*/ 1 w 1"/>
                  <a:gd name="T1" fmla="*/ 2 h 3"/>
                  <a:gd name="T2" fmla="*/ 0 w 1"/>
                  <a:gd name="T3" fmla="*/ 1 h 3"/>
                  <a:gd name="T4" fmla="*/ 1 w 1"/>
                  <a:gd name="T5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2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3"/>
                      <a:pt x="1" y="1"/>
                      <a:pt x="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0" name="Freeform 356"/>
              <p:cNvSpPr/>
              <p:nvPr>
                <p:custDataLst>
                  <p:tags r:id="rId201"/>
                </p:custDataLst>
              </p:nvPr>
            </p:nvSpPr>
            <p:spPr bwMode="auto">
              <a:xfrm>
                <a:off x="3765" y="2972"/>
                <a:ext cx="7" cy="2"/>
              </a:xfrm>
              <a:custGeom>
                <a:avLst/>
                <a:gdLst>
                  <a:gd name="T0" fmla="*/ 0 w 3"/>
                  <a:gd name="T1" fmla="*/ 1 h 1"/>
                  <a:gd name="T2" fmla="*/ 3 w 3"/>
                  <a:gd name="T3" fmla="*/ 0 h 1"/>
                  <a:gd name="T4" fmla="*/ 0 w 3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1" name="Freeform 357"/>
              <p:cNvSpPr/>
              <p:nvPr>
                <p:custDataLst>
                  <p:tags r:id="rId202"/>
                </p:custDataLst>
              </p:nvPr>
            </p:nvSpPr>
            <p:spPr bwMode="auto">
              <a:xfrm>
                <a:off x="3803" y="2985"/>
                <a:ext cx="3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  <a:gd name="T6" fmla="*/ 0 w 1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2" name="Freeform 358"/>
              <p:cNvSpPr/>
              <p:nvPr>
                <p:custDataLst>
                  <p:tags r:id="rId203"/>
                </p:custDataLst>
              </p:nvPr>
            </p:nvSpPr>
            <p:spPr bwMode="auto">
              <a:xfrm>
                <a:off x="3479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3" name="Freeform 359"/>
              <p:cNvSpPr/>
              <p:nvPr>
                <p:custDataLst>
                  <p:tags r:id="rId204"/>
                </p:custDataLst>
              </p:nvPr>
            </p:nvSpPr>
            <p:spPr bwMode="auto">
              <a:xfrm>
                <a:off x="3761" y="2966"/>
                <a:ext cx="2" cy="4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1 h 2"/>
                  <a:gd name="T4" fmla="*/ 1 w 1"/>
                  <a:gd name="T5" fmla="*/ 1 h 2"/>
                  <a:gd name="T6" fmla="*/ 1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4" name="Freeform 360"/>
              <p:cNvSpPr/>
              <p:nvPr>
                <p:custDataLst>
                  <p:tags r:id="rId205"/>
                </p:custDataLst>
              </p:nvPr>
            </p:nvSpPr>
            <p:spPr bwMode="auto">
              <a:xfrm>
                <a:off x="3943" y="2966"/>
                <a:ext cx="0" cy="2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  <a:gd name="T3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5" name="Freeform 361"/>
              <p:cNvSpPr/>
              <p:nvPr>
                <p:custDataLst>
                  <p:tags r:id="rId206"/>
                </p:custDataLst>
              </p:nvPr>
            </p:nvSpPr>
            <p:spPr bwMode="auto">
              <a:xfrm>
                <a:off x="4003" y="2940"/>
                <a:ext cx="0" cy="3"/>
              </a:xfrm>
              <a:custGeom>
                <a:avLst/>
                <a:gdLst>
                  <a:gd name="T0" fmla="*/ 1 h 1"/>
                  <a:gd name="T1" fmla="*/ 0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6" name="Freeform 362"/>
              <p:cNvSpPr/>
              <p:nvPr>
                <p:custDataLst>
                  <p:tags r:id="rId207"/>
                </p:custDataLst>
              </p:nvPr>
            </p:nvSpPr>
            <p:spPr bwMode="auto">
              <a:xfrm>
                <a:off x="4003" y="294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7" name="Freeform 363"/>
              <p:cNvSpPr/>
              <p:nvPr>
                <p:custDataLst>
                  <p:tags r:id="rId208"/>
                </p:custDataLst>
              </p:nvPr>
            </p:nvSpPr>
            <p:spPr bwMode="auto">
              <a:xfrm>
                <a:off x="3996" y="2951"/>
                <a:ext cx="3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0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8" name="Freeform 364"/>
              <p:cNvSpPr/>
              <p:nvPr>
                <p:custDataLst>
                  <p:tags r:id="rId209"/>
                </p:custDataLst>
              </p:nvPr>
            </p:nvSpPr>
            <p:spPr bwMode="auto">
              <a:xfrm>
                <a:off x="3757" y="3023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1 w 2"/>
                  <a:gd name="T3" fmla="*/ 2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2"/>
                      <a:pt x="2" y="1"/>
                      <a:pt x="1" y="2"/>
                    </a:cubicBezTo>
                    <a:cubicBezTo>
                      <a:pt x="1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89" name="Freeform 365"/>
              <p:cNvSpPr/>
              <p:nvPr>
                <p:custDataLst>
                  <p:tags r:id="rId210"/>
                </p:custDataLst>
              </p:nvPr>
            </p:nvSpPr>
            <p:spPr bwMode="auto">
              <a:xfrm>
                <a:off x="4003" y="2949"/>
                <a:ext cx="0" cy="4"/>
              </a:xfrm>
              <a:custGeom>
                <a:avLst/>
                <a:gdLst>
                  <a:gd name="T0" fmla="*/ 2 h 2"/>
                  <a:gd name="T1" fmla="*/ 1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cubicBezTo>
                      <a:pt x="0" y="2"/>
                      <a:pt x="0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0" name="Freeform 366"/>
              <p:cNvSpPr/>
              <p:nvPr>
                <p:custDataLst>
                  <p:tags r:id="rId211"/>
                </p:custDataLst>
              </p:nvPr>
            </p:nvSpPr>
            <p:spPr bwMode="auto">
              <a:xfrm>
                <a:off x="3869" y="293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1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1" name="Freeform 367"/>
              <p:cNvSpPr/>
              <p:nvPr>
                <p:custDataLst>
                  <p:tags r:id="rId212"/>
                </p:custDataLst>
              </p:nvPr>
            </p:nvSpPr>
            <p:spPr bwMode="auto">
              <a:xfrm>
                <a:off x="4026" y="2926"/>
                <a:ext cx="2" cy="4"/>
              </a:xfrm>
              <a:custGeom>
                <a:avLst/>
                <a:gdLst>
                  <a:gd name="T0" fmla="*/ 0 w 2"/>
                  <a:gd name="T1" fmla="*/ 0 h 4"/>
                  <a:gd name="T2" fmla="*/ 2 w 2"/>
                  <a:gd name="T3" fmla="*/ 4 h 4"/>
                  <a:gd name="T4" fmla="*/ 2 w 2"/>
                  <a:gd name="T5" fmla="*/ 4 h 4"/>
                  <a:gd name="T6" fmla="*/ 0 w 2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2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2" name="Rectangle 368"/>
              <p:cNvSpPr>
                <a:spLocks noChangeArrowheads="1"/>
              </p:cNvSpPr>
              <p:nvPr>
                <p:custDataLst>
                  <p:tags r:id="rId213"/>
                </p:custDataLst>
              </p:nvPr>
            </p:nvSpPr>
            <p:spPr bwMode="auto">
              <a:xfrm>
                <a:off x="4275" y="2542"/>
                <a:ext cx="1" cy="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3" name="Oval 369"/>
              <p:cNvSpPr>
                <a:spLocks noChangeArrowheads="1"/>
              </p:cNvSpPr>
              <p:nvPr>
                <p:custDataLst>
                  <p:tags r:id="rId214"/>
                </p:custDataLst>
              </p:nvPr>
            </p:nvSpPr>
            <p:spPr bwMode="auto">
              <a:xfrm>
                <a:off x="3472" y="20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4" name="Freeform 370"/>
              <p:cNvSpPr/>
              <p:nvPr>
                <p:custDataLst>
                  <p:tags r:id="rId215"/>
                </p:custDataLst>
              </p:nvPr>
            </p:nvSpPr>
            <p:spPr bwMode="auto">
              <a:xfrm>
                <a:off x="4219" y="2518"/>
                <a:ext cx="2" cy="3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5" name="Freeform 371"/>
              <p:cNvSpPr/>
              <p:nvPr>
                <p:custDataLst>
                  <p:tags r:id="rId216"/>
                </p:custDataLst>
              </p:nvPr>
            </p:nvSpPr>
            <p:spPr bwMode="auto">
              <a:xfrm>
                <a:off x="4230" y="2525"/>
                <a:ext cx="2" cy="2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6" name="Freeform 372"/>
              <p:cNvSpPr/>
              <p:nvPr>
                <p:custDataLst>
                  <p:tags r:id="rId217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7" name="Freeform 373"/>
              <p:cNvSpPr/>
              <p:nvPr>
                <p:custDataLst>
                  <p:tags r:id="rId218"/>
                </p:custDataLst>
              </p:nvPr>
            </p:nvSpPr>
            <p:spPr bwMode="auto">
              <a:xfrm>
                <a:off x="4217" y="2482"/>
                <a:ext cx="145" cy="117"/>
              </a:xfrm>
              <a:custGeom>
                <a:avLst/>
                <a:gdLst>
                  <a:gd name="T0" fmla="*/ 63 w 68"/>
                  <a:gd name="T1" fmla="*/ 35 h 55"/>
                  <a:gd name="T2" fmla="*/ 47 w 68"/>
                  <a:gd name="T3" fmla="*/ 21 h 55"/>
                  <a:gd name="T4" fmla="*/ 43 w 68"/>
                  <a:gd name="T5" fmla="*/ 21 h 55"/>
                  <a:gd name="T6" fmla="*/ 40 w 68"/>
                  <a:gd name="T7" fmla="*/ 15 h 55"/>
                  <a:gd name="T8" fmla="*/ 35 w 68"/>
                  <a:gd name="T9" fmla="*/ 11 h 55"/>
                  <a:gd name="T10" fmla="*/ 29 w 68"/>
                  <a:gd name="T11" fmla="*/ 6 h 55"/>
                  <a:gd name="T12" fmla="*/ 24 w 68"/>
                  <a:gd name="T13" fmla="*/ 7 h 55"/>
                  <a:gd name="T14" fmla="*/ 16 w 68"/>
                  <a:gd name="T15" fmla="*/ 6 h 55"/>
                  <a:gd name="T16" fmla="*/ 13 w 68"/>
                  <a:gd name="T17" fmla="*/ 5 h 55"/>
                  <a:gd name="T18" fmla="*/ 10 w 68"/>
                  <a:gd name="T19" fmla="*/ 1 h 55"/>
                  <a:gd name="T20" fmla="*/ 9 w 68"/>
                  <a:gd name="T21" fmla="*/ 1 h 55"/>
                  <a:gd name="T22" fmla="*/ 5 w 68"/>
                  <a:gd name="T23" fmla="*/ 2 h 55"/>
                  <a:gd name="T24" fmla="*/ 2 w 68"/>
                  <a:gd name="T25" fmla="*/ 3 h 55"/>
                  <a:gd name="T26" fmla="*/ 2 w 68"/>
                  <a:gd name="T27" fmla="*/ 6 h 55"/>
                  <a:gd name="T28" fmla="*/ 5 w 68"/>
                  <a:gd name="T29" fmla="*/ 8 h 55"/>
                  <a:gd name="T30" fmla="*/ 4 w 68"/>
                  <a:gd name="T31" fmla="*/ 10 h 55"/>
                  <a:gd name="T32" fmla="*/ 6 w 68"/>
                  <a:gd name="T33" fmla="*/ 13 h 55"/>
                  <a:gd name="T34" fmla="*/ 4 w 68"/>
                  <a:gd name="T35" fmla="*/ 16 h 55"/>
                  <a:gd name="T36" fmla="*/ 2 w 68"/>
                  <a:gd name="T37" fmla="*/ 19 h 55"/>
                  <a:gd name="T38" fmla="*/ 6 w 68"/>
                  <a:gd name="T39" fmla="*/ 16 h 55"/>
                  <a:gd name="T40" fmla="*/ 9 w 68"/>
                  <a:gd name="T41" fmla="*/ 13 h 55"/>
                  <a:gd name="T42" fmla="*/ 7 w 68"/>
                  <a:gd name="T43" fmla="*/ 19 h 55"/>
                  <a:gd name="T44" fmla="*/ 8 w 68"/>
                  <a:gd name="T45" fmla="*/ 18 h 55"/>
                  <a:gd name="T46" fmla="*/ 8 w 68"/>
                  <a:gd name="T47" fmla="*/ 21 h 55"/>
                  <a:gd name="T48" fmla="*/ 9 w 68"/>
                  <a:gd name="T49" fmla="*/ 21 h 55"/>
                  <a:gd name="T50" fmla="*/ 10 w 68"/>
                  <a:gd name="T51" fmla="*/ 22 h 55"/>
                  <a:gd name="T52" fmla="*/ 15 w 68"/>
                  <a:gd name="T53" fmla="*/ 17 h 55"/>
                  <a:gd name="T54" fmla="*/ 11 w 68"/>
                  <a:gd name="T55" fmla="*/ 23 h 55"/>
                  <a:gd name="T56" fmla="*/ 13 w 68"/>
                  <a:gd name="T57" fmla="*/ 23 h 55"/>
                  <a:gd name="T58" fmla="*/ 16 w 68"/>
                  <a:gd name="T59" fmla="*/ 23 h 55"/>
                  <a:gd name="T60" fmla="*/ 18 w 68"/>
                  <a:gd name="T61" fmla="*/ 24 h 55"/>
                  <a:gd name="T62" fmla="*/ 18 w 68"/>
                  <a:gd name="T63" fmla="*/ 24 h 55"/>
                  <a:gd name="T64" fmla="*/ 21 w 68"/>
                  <a:gd name="T65" fmla="*/ 24 h 55"/>
                  <a:gd name="T66" fmla="*/ 23 w 68"/>
                  <a:gd name="T67" fmla="*/ 23 h 55"/>
                  <a:gd name="T68" fmla="*/ 22 w 68"/>
                  <a:gd name="T69" fmla="*/ 26 h 55"/>
                  <a:gd name="T70" fmla="*/ 25 w 68"/>
                  <a:gd name="T71" fmla="*/ 24 h 55"/>
                  <a:gd name="T72" fmla="*/ 24 w 68"/>
                  <a:gd name="T73" fmla="*/ 27 h 55"/>
                  <a:gd name="T74" fmla="*/ 26 w 68"/>
                  <a:gd name="T75" fmla="*/ 29 h 55"/>
                  <a:gd name="T76" fmla="*/ 28 w 68"/>
                  <a:gd name="T77" fmla="*/ 30 h 55"/>
                  <a:gd name="T78" fmla="*/ 29 w 68"/>
                  <a:gd name="T79" fmla="*/ 32 h 55"/>
                  <a:gd name="T80" fmla="*/ 31 w 68"/>
                  <a:gd name="T81" fmla="*/ 31 h 55"/>
                  <a:gd name="T82" fmla="*/ 32 w 68"/>
                  <a:gd name="T83" fmla="*/ 32 h 55"/>
                  <a:gd name="T84" fmla="*/ 31 w 68"/>
                  <a:gd name="T85" fmla="*/ 33 h 55"/>
                  <a:gd name="T86" fmla="*/ 34 w 68"/>
                  <a:gd name="T87" fmla="*/ 34 h 55"/>
                  <a:gd name="T88" fmla="*/ 37 w 68"/>
                  <a:gd name="T89" fmla="*/ 34 h 55"/>
                  <a:gd name="T90" fmla="*/ 39 w 68"/>
                  <a:gd name="T91" fmla="*/ 34 h 55"/>
                  <a:gd name="T92" fmla="*/ 44 w 68"/>
                  <a:gd name="T93" fmla="*/ 32 h 55"/>
                  <a:gd name="T94" fmla="*/ 43 w 68"/>
                  <a:gd name="T95" fmla="*/ 36 h 55"/>
                  <a:gd name="T96" fmla="*/ 46 w 68"/>
                  <a:gd name="T97" fmla="*/ 36 h 55"/>
                  <a:gd name="T98" fmla="*/ 47 w 68"/>
                  <a:gd name="T99" fmla="*/ 38 h 55"/>
                  <a:gd name="T100" fmla="*/ 48 w 68"/>
                  <a:gd name="T101" fmla="*/ 43 h 55"/>
                  <a:gd name="T102" fmla="*/ 50 w 68"/>
                  <a:gd name="T103" fmla="*/ 44 h 55"/>
                  <a:gd name="T104" fmla="*/ 58 w 68"/>
                  <a:gd name="T105" fmla="*/ 45 h 55"/>
                  <a:gd name="T106" fmla="*/ 58 w 68"/>
                  <a:gd name="T107" fmla="*/ 5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68" h="55">
                    <a:moveTo>
                      <a:pt x="66" y="42"/>
                    </a:moveTo>
                    <a:cubicBezTo>
                      <a:pt x="65" y="40"/>
                      <a:pt x="67" y="35"/>
                      <a:pt x="64" y="34"/>
                    </a:cubicBezTo>
                    <a:cubicBezTo>
                      <a:pt x="63" y="35"/>
                      <a:pt x="62" y="35"/>
                      <a:pt x="62" y="36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6"/>
                      <a:pt x="62" y="35"/>
                      <a:pt x="63" y="35"/>
                    </a:cubicBezTo>
                    <a:cubicBezTo>
                      <a:pt x="62" y="34"/>
                      <a:pt x="61" y="34"/>
                      <a:pt x="61" y="33"/>
                    </a:cubicBezTo>
                    <a:cubicBezTo>
                      <a:pt x="59" y="34"/>
                      <a:pt x="60" y="32"/>
                      <a:pt x="58" y="34"/>
                    </a:cubicBezTo>
                    <a:cubicBezTo>
                      <a:pt x="59" y="33"/>
                      <a:pt x="59" y="33"/>
                      <a:pt x="59" y="33"/>
                    </a:cubicBezTo>
                    <a:cubicBezTo>
                      <a:pt x="58" y="33"/>
                      <a:pt x="58" y="33"/>
                      <a:pt x="59" y="31"/>
                    </a:cubicBezTo>
                    <a:cubicBezTo>
                      <a:pt x="59" y="28"/>
                      <a:pt x="56" y="27"/>
                      <a:pt x="55" y="24"/>
                    </a:cubicBezTo>
                    <a:cubicBezTo>
                      <a:pt x="53" y="22"/>
                      <a:pt x="50" y="22"/>
                      <a:pt x="47" y="21"/>
                    </a:cubicBezTo>
                    <a:cubicBezTo>
                      <a:pt x="45" y="23"/>
                      <a:pt x="45" y="22"/>
                      <a:pt x="43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42" y="23"/>
                      <a:pt x="43" y="22"/>
                      <a:pt x="44" y="21"/>
                    </a:cubicBezTo>
                    <a:cubicBezTo>
                      <a:pt x="43" y="22"/>
                      <a:pt x="44" y="21"/>
                      <a:pt x="42" y="22"/>
                    </a:cubicBezTo>
                    <a:cubicBezTo>
                      <a:pt x="41" y="24"/>
                      <a:pt x="44" y="20"/>
                      <a:pt x="43" y="21"/>
                    </a:cubicBezTo>
                    <a:cubicBezTo>
                      <a:pt x="44" y="20"/>
                      <a:pt x="42" y="22"/>
                      <a:pt x="43" y="21"/>
                    </a:cubicBezTo>
                    <a:cubicBezTo>
                      <a:pt x="41" y="22"/>
                      <a:pt x="44" y="20"/>
                      <a:pt x="44" y="18"/>
                    </a:cubicBezTo>
                    <a:cubicBezTo>
                      <a:pt x="43" y="18"/>
                      <a:pt x="41" y="19"/>
                      <a:pt x="41" y="17"/>
                    </a:cubicBezTo>
                    <a:cubicBezTo>
                      <a:pt x="41" y="17"/>
                      <a:pt x="40" y="18"/>
                      <a:pt x="40" y="18"/>
                    </a:cubicBezTo>
                    <a:cubicBezTo>
                      <a:pt x="42" y="16"/>
                      <a:pt x="39" y="19"/>
                      <a:pt x="40" y="17"/>
                    </a:cubicBezTo>
                    <a:cubicBezTo>
                      <a:pt x="40" y="17"/>
                      <a:pt x="40" y="17"/>
                      <a:pt x="40" y="17"/>
                    </a:cubicBezTo>
                    <a:cubicBezTo>
                      <a:pt x="41" y="15"/>
                      <a:pt x="39" y="17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38" y="16"/>
                      <a:pt x="40" y="13"/>
                      <a:pt x="39" y="15"/>
                    </a:cubicBezTo>
                    <a:cubicBezTo>
                      <a:pt x="40" y="14"/>
                      <a:pt x="39" y="14"/>
                      <a:pt x="40" y="13"/>
                    </a:cubicBezTo>
                    <a:cubicBezTo>
                      <a:pt x="37" y="16"/>
                      <a:pt x="40" y="12"/>
                      <a:pt x="38" y="13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37" y="12"/>
                      <a:pt x="37" y="11"/>
                      <a:pt x="35" y="11"/>
                    </a:cubicBezTo>
                    <a:cubicBezTo>
                      <a:pt x="34" y="11"/>
                      <a:pt x="36" y="8"/>
                      <a:pt x="34" y="9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2" y="10"/>
                      <a:pt x="33" y="9"/>
                      <a:pt x="34" y="9"/>
                    </a:cubicBezTo>
                    <a:cubicBezTo>
                      <a:pt x="32" y="10"/>
                      <a:pt x="33" y="8"/>
                      <a:pt x="33" y="7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"/>
                      <a:pt x="29" y="7"/>
                      <a:pt x="29" y="6"/>
                    </a:cubicBezTo>
                    <a:cubicBezTo>
                      <a:pt x="28" y="9"/>
                      <a:pt x="28" y="7"/>
                      <a:pt x="28" y="8"/>
                    </a:cubicBezTo>
                    <a:cubicBezTo>
                      <a:pt x="28" y="8"/>
                      <a:pt x="28" y="7"/>
                      <a:pt x="28" y="6"/>
                    </a:cubicBezTo>
                    <a:cubicBezTo>
                      <a:pt x="28" y="6"/>
                      <a:pt x="28" y="6"/>
                      <a:pt x="28" y="5"/>
                    </a:cubicBezTo>
                    <a:cubicBezTo>
                      <a:pt x="27" y="6"/>
                      <a:pt x="26" y="7"/>
                      <a:pt x="26" y="7"/>
                    </a:cubicBezTo>
                    <a:cubicBezTo>
                      <a:pt x="27" y="4"/>
                      <a:pt x="26" y="6"/>
                      <a:pt x="26" y="5"/>
                    </a:cubicBezTo>
                    <a:cubicBezTo>
                      <a:pt x="25" y="7"/>
                      <a:pt x="24" y="8"/>
                      <a:pt x="24" y="7"/>
                    </a:cubicBezTo>
                    <a:cubicBezTo>
                      <a:pt x="26" y="5"/>
                      <a:pt x="26" y="5"/>
                      <a:pt x="26" y="5"/>
                    </a:cubicBezTo>
                    <a:cubicBezTo>
                      <a:pt x="24" y="6"/>
                      <a:pt x="24" y="3"/>
                      <a:pt x="22" y="5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1" y="5"/>
                      <a:pt x="21" y="3"/>
                      <a:pt x="19" y="5"/>
                    </a:cubicBezTo>
                    <a:cubicBezTo>
                      <a:pt x="19" y="4"/>
                      <a:pt x="19" y="4"/>
                      <a:pt x="19" y="3"/>
                    </a:cubicBezTo>
                    <a:cubicBezTo>
                      <a:pt x="18" y="4"/>
                      <a:pt x="18" y="4"/>
                      <a:pt x="16" y="6"/>
                    </a:cubicBezTo>
                    <a:cubicBezTo>
                      <a:pt x="16" y="6"/>
                      <a:pt x="17" y="5"/>
                      <a:pt x="17" y="4"/>
                    </a:cubicBezTo>
                    <a:cubicBezTo>
                      <a:pt x="17" y="4"/>
                      <a:pt x="18" y="2"/>
                      <a:pt x="16" y="4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6" y="4"/>
                      <a:pt x="14" y="5"/>
                      <a:pt x="15" y="3"/>
                    </a:cubicBezTo>
                    <a:cubicBezTo>
                      <a:pt x="14" y="4"/>
                      <a:pt x="14" y="5"/>
                      <a:pt x="13" y="6"/>
                    </a:cubicBezTo>
                    <a:cubicBezTo>
                      <a:pt x="13" y="6"/>
                      <a:pt x="14" y="4"/>
                      <a:pt x="13" y="5"/>
                    </a:cubicBezTo>
                    <a:cubicBezTo>
                      <a:pt x="14" y="4"/>
                      <a:pt x="14" y="4"/>
                      <a:pt x="14" y="4"/>
                    </a:cubicBezTo>
                    <a:cubicBezTo>
                      <a:pt x="14" y="3"/>
                      <a:pt x="13" y="3"/>
                      <a:pt x="12" y="4"/>
                    </a:cubicBezTo>
                    <a:cubicBezTo>
                      <a:pt x="13" y="2"/>
                      <a:pt x="11" y="3"/>
                      <a:pt x="12" y="2"/>
                    </a:cubicBezTo>
                    <a:cubicBezTo>
                      <a:pt x="11" y="3"/>
                      <a:pt x="12" y="1"/>
                      <a:pt x="9" y="3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1"/>
                    </a:cubicBezTo>
                    <a:cubicBezTo>
                      <a:pt x="11" y="1"/>
                      <a:pt x="9" y="2"/>
                      <a:pt x="8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2"/>
                      <a:pt x="7" y="3"/>
                      <a:pt x="6" y="4"/>
                    </a:cubicBezTo>
                    <a:cubicBezTo>
                      <a:pt x="6" y="3"/>
                      <a:pt x="5" y="4"/>
                      <a:pt x="6" y="3"/>
                    </a:cubicBezTo>
                    <a:cubicBezTo>
                      <a:pt x="7" y="3"/>
                      <a:pt x="8" y="2"/>
                      <a:pt x="10" y="1"/>
                    </a:cubicBezTo>
                    <a:cubicBezTo>
                      <a:pt x="10" y="0"/>
                      <a:pt x="7" y="2"/>
                      <a:pt x="9" y="1"/>
                    </a:cubicBezTo>
                    <a:cubicBezTo>
                      <a:pt x="9" y="0"/>
                      <a:pt x="9" y="1"/>
                      <a:pt x="7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9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6" y="2"/>
                      <a:pt x="6" y="1"/>
                      <a:pt x="4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3"/>
                      <a:pt x="3" y="3"/>
                      <a:pt x="4" y="2"/>
                    </a:cubicBezTo>
                    <a:cubicBezTo>
                      <a:pt x="6" y="1"/>
                      <a:pt x="7" y="1"/>
                      <a:pt x="7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4" y="2"/>
                      <a:pt x="3" y="3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2" y="4"/>
                      <a:pt x="3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5" y="3"/>
                      <a:pt x="7" y="2"/>
                      <a:pt x="5" y="3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4"/>
                      <a:pt x="4" y="4"/>
                      <a:pt x="4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5" y="4"/>
                      <a:pt x="3" y="6"/>
                      <a:pt x="4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2" y="7"/>
                      <a:pt x="4" y="5"/>
                      <a:pt x="5" y="5"/>
                    </a:cubicBezTo>
                    <a:cubicBezTo>
                      <a:pt x="4" y="5"/>
                      <a:pt x="2" y="7"/>
                      <a:pt x="2" y="8"/>
                    </a:cubicBezTo>
                    <a:cubicBezTo>
                      <a:pt x="2" y="8"/>
                      <a:pt x="4" y="7"/>
                      <a:pt x="3" y="9"/>
                    </a:cubicBezTo>
                    <a:cubicBezTo>
                      <a:pt x="3" y="9"/>
                      <a:pt x="4" y="9"/>
                      <a:pt x="5" y="8"/>
                    </a:cubicBezTo>
                    <a:cubicBezTo>
                      <a:pt x="5" y="8"/>
                      <a:pt x="3" y="10"/>
                      <a:pt x="4" y="9"/>
                    </a:cubicBezTo>
                    <a:cubicBezTo>
                      <a:pt x="3" y="10"/>
                      <a:pt x="2" y="12"/>
                      <a:pt x="1" y="13"/>
                    </a:cubicBezTo>
                    <a:cubicBezTo>
                      <a:pt x="1" y="13"/>
                      <a:pt x="0" y="14"/>
                      <a:pt x="1" y="14"/>
                    </a:cubicBezTo>
                    <a:cubicBezTo>
                      <a:pt x="0" y="14"/>
                      <a:pt x="0" y="15"/>
                      <a:pt x="0" y="15"/>
                    </a:cubicBezTo>
                    <a:cubicBezTo>
                      <a:pt x="1" y="14"/>
                      <a:pt x="2" y="13"/>
                      <a:pt x="2" y="12"/>
                    </a:cubicBezTo>
                    <a:cubicBezTo>
                      <a:pt x="3" y="10"/>
                      <a:pt x="3" y="12"/>
                      <a:pt x="4" y="10"/>
                    </a:cubicBezTo>
                    <a:cubicBezTo>
                      <a:pt x="4" y="11"/>
                      <a:pt x="5" y="11"/>
                      <a:pt x="5" y="11"/>
                    </a:cubicBezTo>
                    <a:cubicBezTo>
                      <a:pt x="5" y="11"/>
                      <a:pt x="4" y="12"/>
                      <a:pt x="3" y="13"/>
                    </a:cubicBezTo>
                    <a:cubicBezTo>
                      <a:pt x="5" y="12"/>
                      <a:pt x="6" y="11"/>
                      <a:pt x="6" y="12"/>
                    </a:cubicBezTo>
                    <a:cubicBezTo>
                      <a:pt x="7" y="11"/>
                      <a:pt x="7" y="11"/>
                      <a:pt x="8" y="9"/>
                    </a:cubicBezTo>
                    <a:cubicBezTo>
                      <a:pt x="8" y="9"/>
                      <a:pt x="8" y="8"/>
                      <a:pt x="8" y="9"/>
                    </a:cubicBezTo>
                    <a:cubicBezTo>
                      <a:pt x="7" y="10"/>
                      <a:pt x="6" y="12"/>
                      <a:pt x="6" y="13"/>
                    </a:cubicBezTo>
                    <a:cubicBezTo>
                      <a:pt x="4" y="15"/>
                      <a:pt x="6" y="12"/>
                      <a:pt x="4" y="14"/>
                    </a:cubicBezTo>
                    <a:cubicBezTo>
                      <a:pt x="2" y="16"/>
                      <a:pt x="2" y="15"/>
                      <a:pt x="3" y="14"/>
                    </a:cubicBezTo>
                    <a:cubicBezTo>
                      <a:pt x="1" y="16"/>
                      <a:pt x="3" y="15"/>
                      <a:pt x="1" y="16"/>
                    </a:cubicBezTo>
                    <a:cubicBezTo>
                      <a:pt x="1" y="17"/>
                      <a:pt x="2" y="16"/>
                      <a:pt x="3" y="16"/>
                    </a:cubicBezTo>
                    <a:cubicBezTo>
                      <a:pt x="4" y="15"/>
                      <a:pt x="4" y="15"/>
                      <a:pt x="4" y="14"/>
                    </a:cubicBezTo>
                    <a:cubicBezTo>
                      <a:pt x="6" y="12"/>
                      <a:pt x="4" y="16"/>
                      <a:pt x="4" y="16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7"/>
                      <a:pt x="4" y="16"/>
                      <a:pt x="4" y="16"/>
                    </a:cubicBezTo>
                    <a:cubicBezTo>
                      <a:pt x="2" y="19"/>
                      <a:pt x="4" y="16"/>
                      <a:pt x="2" y="18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3" y="18"/>
                      <a:pt x="3" y="18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3" y="18"/>
                      <a:pt x="4" y="17"/>
                      <a:pt x="4" y="17"/>
                    </a:cubicBezTo>
                    <a:cubicBezTo>
                      <a:pt x="6" y="14"/>
                      <a:pt x="4" y="16"/>
                      <a:pt x="5" y="16"/>
                    </a:cubicBezTo>
                    <a:cubicBezTo>
                      <a:pt x="6" y="15"/>
                      <a:pt x="5" y="16"/>
                      <a:pt x="6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4"/>
                      <a:pt x="6" y="15"/>
                      <a:pt x="6" y="16"/>
                    </a:cubicBezTo>
                    <a:cubicBezTo>
                      <a:pt x="6" y="16"/>
                      <a:pt x="5" y="16"/>
                      <a:pt x="6" y="15"/>
                    </a:cubicBezTo>
                    <a:cubicBezTo>
                      <a:pt x="5" y="17"/>
                      <a:pt x="4" y="19"/>
                      <a:pt x="3" y="19"/>
                    </a:cubicBezTo>
                    <a:cubicBezTo>
                      <a:pt x="3" y="21"/>
                      <a:pt x="4" y="18"/>
                      <a:pt x="5" y="18"/>
                    </a:cubicBezTo>
                    <a:cubicBezTo>
                      <a:pt x="4" y="19"/>
                      <a:pt x="5" y="17"/>
                      <a:pt x="6" y="16"/>
                    </a:cubicBezTo>
                    <a:cubicBezTo>
                      <a:pt x="9" y="13"/>
                      <a:pt x="4" y="20"/>
                      <a:pt x="5" y="19"/>
                    </a:cubicBezTo>
                    <a:cubicBezTo>
                      <a:pt x="7" y="17"/>
                      <a:pt x="8" y="16"/>
                      <a:pt x="9" y="13"/>
                    </a:cubicBezTo>
                    <a:cubicBezTo>
                      <a:pt x="10" y="13"/>
                      <a:pt x="10" y="12"/>
                      <a:pt x="10" y="12"/>
                    </a:cubicBezTo>
                    <a:cubicBezTo>
                      <a:pt x="9" y="14"/>
                      <a:pt x="9" y="14"/>
                      <a:pt x="8" y="15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6" y="19"/>
                      <a:pt x="6" y="20"/>
                      <a:pt x="5" y="21"/>
                    </a:cubicBezTo>
                    <a:cubicBezTo>
                      <a:pt x="6" y="20"/>
                      <a:pt x="6" y="19"/>
                      <a:pt x="7" y="19"/>
                    </a:cubicBezTo>
                    <a:cubicBezTo>
                      <a:pt x="6" y="20"/>
                      <a:pt x="6" y="21"/>
                      <a:pt x="6" y="21"/>
                    </a:cubicBezTo>
                    <a:cubicBezTo>
                      <a:pt x="6" y="20"/>
                      <a:pt x="7" y="18"/>
                      <a:pt x="8" y="18"/>
                    </a:cubicBezTo>
                    <a:cubicBezTo>
                      <a:pt x="8" y="18"/>
                      <a:pt x="7" y="20"/>
                      <a:pt x="7" y="20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0"/>
                      <a:pt x="5" y="22"/>
                      <a:pt x="6" y="22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9" y="18"/>
                      <a:pt x="8" y="19"/>
                      <a:pt x="8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8" y="20"/>
                      <a:pt x="6" y="23"/>
                      <a:pt x="7" y="22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1"/>
                      <a:pt x="7" y="22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8" y="22"/>
                      <a:pt x="9" y="20"/>
                      <a:pt x="8" y="22"/>
                    </a:cubicBezTo>
                    <a:cubicBezTo>
                      <a:pt x="9" y="19"/>
                      <a:pt x="8" y="21"/>
                      <a:pt x="8" y="20"/>
                    </a:cubicBezTo>
                    <a:cubicBezTo>
                      <a:pt x="9" y="19"/>
                      <a:pt x="9" y="19"/>
                      <a:pt x="10" y="19"/>
                    </a:cubicBezTo>
                    <a:cubicBezTo>
                      <a:pt x="8" y="21"/>
                      <a:pt x="10" y="19"/>
                      <a:pt x="10" y="19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8" y="23"/>
                      <a:pt x="11" y="19"/>
                      <a:pt x="10" y="20"/>
                    </a:cubicBezTo>
                    <a:cubicBezTo>
                      <a:pt x="10" y="21"/>
                      <a:pt x="9" y="22"/>
                      <a:pt x="9" y="23"/>
                    </a:cubicBezTo>
                    <a:cubicBezTo>
                      <a:pt x="10" y="20"/>
                      <a:pt x="11" y="20"/>
                      <a:pt x="12" y="18"/>
                    </a:cubicBezTo>
                    <a:cubicBezTo>
                      <a:pt x="11" y="19"/>
                      <a:pt x="10" y="21"/>
                      <a:pt x="9" y="23"/>
                    </a:cubicBezTo>
                    <a:cubicBezTo>
                      <a:pt x="10" y="21"/>
                      <a:pt x="9" y="24"/>
                      <a:pt x="10" y="22"/>
                    </a:cubicBezTo>
                    <a:cubicBezTo>
                      <a:pt x="10" y="21"/>
                      <a:pt x="11" y="21"/>
                      <a:pt x="12" y="20"/>
                    </a:cubicBezTo>
                    <a:cubicBezTo>
                      <a:pt x="12" y="20"/>
                      <a:pt x="11" y="21"/>
                      <a:pt x="11" y="21"/>
                    </a:cubicBezTo>
                    <a:cubicBezTo>
                      <a:pt x="11" y="21"/>
                      <a:pt x="12" y="19"/>
                      <a:pt x="12" y="19"/>
                    </a:cubicBezTo>
                    <a:cubicBezTo>
                      <a:pt x="12" y="19"/>
                      <a:pt x="14" y="17"/>
                      <a:pt x="13" y="19"/>
                    </a:cubicBezTo>
                    <a:cubicBezTo>
                      <a:pt x="12" y="20"/>
                      <a:pt x="12" y="19"/>
                      <a:pt x="12" y="20"/>
                    </a:cubicBezTo>
                    <a:cubicBezTo>
                      <a:pt x="12" y="21"/>
                      <a:pt x="14" y="17"/>
                      <a:pt x="15" y="17"/>
                    </a:cubicBezTo>
                    <a:cubicBezTo>
                      <a:pt x="15" y="16"/>
                      <a:pt x="16" y="13"/>
                      <a:pt x="17" y="12"/>
                    </a:cubicBezTo>
                    <a:cubicBezTo>
                      <a:pt x="17" y="13"/>
                      <a:pt x="16" y="13"/>
                      <a:pt x="16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5" y="18"/>
                      <a:pt x="13" y="19"/>
                      <a:pt x="12" y="2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2" y="21"/>
                      <a:pt x="12" y="23"/>
                      <a:pt x="12" y="22"/>
                    </a:cubicBezTo>
                    <a:cubicBezTo>
                      <a:pt x="13" y="21"/>
                      <a:pt x="12" y="23"/>
                      <a:pt x="12" y="22"/>
                    </a:cubicBezTo>
                    <a:cubicBezTo>
                      <a:pt x="13" y="21"/>
                      <a:pt x="14" y="19"/>
                      <a:pt x="14" y="20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3"/>
                      <a:pt x="13" y="21"/>
                      <a:pt x="13" y="22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3" y="23"/>
                      <a:pt x="14" y="24"/>
                      <a:pt x="16" y="20"/>
                    </a:cubicBezTo>
                    <a:cubicBezTo>
                      <a:pt x="16" y="22"/>
                      <a:pt x="16" y="22"/>
                      <a:pt x="15" y="23"/>
                    </a:cubicBezTo>
                    <a:cubicBezTo>
                      <a:pt x="16" y="23"/>
                      <a:pt x="16" y="22"/>
                      <a:pt x="16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5" y="25"/>
                      <a:pt x="16" y="23"/>
                      <a:pt x="17" y="22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5"/>
                      <a:pt x="17" y="23"/>
                      <a:pt x="17" y="22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2"/>
                      <a:pt x="18" y="22"/>
                      <a:pt x="17" y="24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7" y="24"/>
                      <a:pt x="18" y="24"/>
                      <a:pt x="18" y="24"/>
                    </a:cubicBezTo>
                    <a:cubicBezTo>
                      <a:pt x="18" y="24"/>
                      <a:pt x="18" y="23"/>
                      <a:pt x="18" y="24"/>
                    </a:cubicBezTo>
                    <a:cubicBezTo>
                      <a:pt x="18" y="23"/>
                      <a:pt x="19" y="23"/>
                      <a:pt x="20" y="21"/>
                    </a:cubicBezTo>
                    <a:cubicBezTo>
                      <a:pt x="21" y="19"/>
                      <a:pt x="19" y="22"/>
                      <a:pt x="20" y="21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3"/>
                      <a:pt x="19" y="24"/>
                      <a:pt x="18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8" y="25"/>
                      <a:pt x="20" y="23"/>
                      <a:pt x="20" y="24"/>
                    </a:cubicBezTo>
                    <a:cubicBezTo>
                      <a:pt x="20" y="24"/>
                      <a:pt x="22" y="22"/>
                      <a:pt x="22" y="22"/>
                    </a:cubicBezTo>
                    <a:cubicBezTo>
                      <a:pt x="24" y="20"/>
                      <a:pt x="21" y="24"/>
                      <a:pt x="20" y="25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2" y="24"/>
                      <a:pt x="22" y="23"/>
                      <a:pt x="22" y="24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2" y="25"/>
                      <a:pt x="21" y="26"/>
                      <a:pt x="21" y="26"/>
                    </a:cubicBezTo>
                    <a:cubicBezTo>
                      <a:pt x="22" y="24"/>
                      <a:pt x="22" y="25"/>
                      <a:pt x="23" y="24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1" y="26"/>
                      <a:pt x="23" y="24"/>
                      <a:pt x="24" y="24"/>
                    </a:cubicBezTo>
                    <a:cubicBezTo>
                      <a:pt x="24" y="23"/>
                      <a:pt x="23" y="24"/>
                      <a:pt x="23" y="25"/>
                    </a:cubicBezTo>
                    <a:cubicBezTo>
                      <a:pt x="22" y="25"/>
                      <a:pt x="23" y="25"/>
                      <a:pt x="23" y="25"/>
                    </a:cubicBezTo>
                    <a:cubicBezTo>
                      <a:pt x="22" y="26"/>
                      <a:pt x="23" y="25"/>
                      <a:pt x="22" y="26"/>
                    </a:cubicBezTo>
                    <a:cubicBezTo>
                      <a:pt x="22" y="26"/>
                      <a:pt x="23" y="25"/>
                      <a:pt x="23" y="25"/>
                    </a:cubicBezTo>
                    <a:cubicBezTo>
                      <a:pt x="23" y="25"/>
                      <a:pt x="24" y="25"/>
                      <a:pt x="23" y="26"/>
                    </a:cubicBezTo>
                    <a:cubicBezTo>
                      <a:pt x="23" y="26"/>
                      <a:pt x="23" y="26"/>
                      <a:pt x="24" y="25"/>
                    </a:cubicBezTo>
                    <a:cubicBezTo>
                      <a:pt x="24" y="25"/>
                      <a:pt x="24" y="24"/>
                      <a:pt x="25" y="24"/>
                    </a:cubicBezTo>
                    <a:cubicBezTo>
                      <a:pt x="25" y="24"/>
                      <a:pt x="25" y="23"/>
                      <a:pt x="25" y="24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25" y="24"/>
                      <a:pt x="25" y="24"/>
                      <a:pt x="26" y="23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5" y="24"/>
                      <a:pt x="25" y="24"/>
                      <a:pt x="26" y="24"/>
                    </a:cubicBezTo>
                    <a:cubicBezTo>
                      <a:pt x="25" y="25"/>
                      <a:pt x="23" y="27"/>
                      <a:pt x="23" y="27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26"/>
                      <a:pt x="25" y="26"/>
                      <a:pt x="24" y="27"/>
                    </a:cubicBezTo>
                    <a:cubicBezTo>
                      <a:pt x="24" y="28"/>
                      <a:pt x="27" y="24"/>
                      <a:pt x="27" y="25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26"/>
                      <a:pt x="25" y="28"/>
                      <a:pt x="25" y="27"/>
                    </a:cubicBezTo>
                    <a:cubicBezTo>
                      <a:pt x="26" y="26"/>
                      <a:pt x="26" y="26"/>
                      <a:pt x="26" y="26"/>
                    </a:cubicBezTo>
                    <a:cubicBezTo>
                      <a:pt x="24" y="29"/>
                      <a:pt x="27" y="27"/>
                      <a:pt x="26" y="29"/>
                    </a:cubicBezTo>
                    <a:cubicBezTo>
                      <a:pt x="27" y="27"/>
                      <a:pt x="26" y="29"/>
                      <a:pt x="27" y="28"/>
                    </a:cubicBezTo>
                    <a:cubicBezTo>
                      <a:pt x="25" y="30"/>
                      <a:pt x="27" y="28"/>
                      <a:pt x="26" y="29"/>
                    </a:cubicBezTo>
                    <a:cubicBezTo>
                      <a:pt x="28" y="27"/>
                      <a:pt x="28" y="27"/>
                      <a:pt x="28" y="27"/>
                    </a:cubicBezTo>
                    <a:cubicBezTo>
                      <a:pt x="27" y="29"/>
                      <a:pt x="31" y="25"/>
                      <a:pt x="29" y="27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6" y="31"/>
                      <a:pt x="29" y="27"/>
                      <a:pt x="28" y="30"/>
                    </a:cubicBezTo>
                    <a:cubicBezTo>
                      <a:pt x="28" y="29"/>
                      <a:pt x="29" y="28"/>
                      <a:pt x="30" y="27"/>
                    </a:cubicBezTo>
                    <a:cubicBezTo>
                      <a:pt x="30" y="28"/>
                      <a:pt x="29" y="29"/>
                      <a:pt x="29" y="30"/>
                    </a:cubicBezTo>
                    <a:cubicBezTo>
                      <a:pt x="29" y="29"/>
                      <a:pt x="30" y="29"/>
                      <a:pt x="29" y="30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31"/>
                      <a:pt x="29" y="30"/>
                      <a:pt x="30" y="30"/>
                    </a:cubicBezTo>
                    <a:cubicBezTo>
                      <a:pt x="28" y="31"/>
                      <a:pt x="29" y="31"/>
                      <a:pt x="29" y="32"/>
                    </a:cubicBezTo>
                    <a:cubicBezTo>
                      <a:pt x="31" y="30"/>
                      <a:pt x="29" y="33"/>
                      <a:pt x="31" y="31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31" y="31"/>
                      <a:pt x="32" y="29"/>
                      <a:pt x="32" y="29"/>
                    </a:cubicBezTo>
                    <a:cubicBezTo>
                      <a:pt x="31" y="31"/>
                      <a:pt x="31" y="31"/>
                      <a:pt x="31" y="31"/>
                    </a:cubicBezTo>
                    <a:cubicBezTo>
                      <a:pt x="29" y="33"/>
                      <a:pt x="31" y="31"/>
                      <a:pt x="30" y="32"/>
                    </a:cubicBezTo>
                    <a:cubicBezTo>
                      <a:pt x="31" y="31"/>
                      <a:pt x="30" y="32"/>
                      <a:pt x="31" y="31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3" y="30"/>
                      <a:pt x="31" y="32"/>
                      <a:pt x="31" y="32"/>
                    </a:cubicBezTo>
                    <a:cubicBezTo>
                      <a:pt x="31" y="33"/>
                      <a:pt x="31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1" y="33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2" y="33"/>
                      <a:pt x="32" y="32"/>
                    </a:cubicBezTo>
                    <a:cubicBezTo>
                      <a:pt x="32" y="34"/>
                      <a:pt x="33" y="33"/>
                      <a:pt x="34" y="33"/>
                    </a:cubicBezTo>
                    <a:cubicBezTo>
                      <a:pt x="34" y="33"/>
                      <a:pt x="33" y="33"/>
                      <a:pt x="33" y="33"/>
                    </a:cubicBezTo>
                    <a:cubicBezTo>
                      <a:pt x="34" y="33"/>
                      <a:pt x="35" y="32"/>
                      <a:pt x="34" y="33"/>
                    </a:cubicBezTo>
                    <a:cubicBezTo>
                      <a:pt x="35" y="32"/>
                      <a:pt x="33" y="34"/>
                      <a:pt x="34" y="34"/>
                    </a:cubicBezTo>
                    <a:cubicBezTo>
                      <a:pt x="33" y="34"/>
                      <a:pt x="35" y="33"/>
                      <a:pt x="34" y="33"/>
                    </a:cubicBezTo>
                    <a:cubicBezTo>
                      <a:pt x="33" y="35"/>
                      <a:pt x="36" y="32"/>
                      <a:pt x="35" y="34"/>
                    </a:cubicBezTo>
                    <a:cubicBezTo>
                      <a:pt x="36" y="33"/>
                      <a:pt x="35" y="34"/>
                      <a:pt x="34" y="35"/>
                    </a:cubicBezTo>
                    <a:cubicBezTo>
                      <a:pt x="35" y="34"/>
                      <a:pt x="36" y="34"/>
                      <a:pt x="37" y="33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7" y="34"/>
                    </a:cubicBezTo>
                    <a:cubicBezTo>
                      <a:pt x="38" y="33"/>
                      <a:pt x="39" y="32"/>
                      <a:pt x="39" y="32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39" y="33"/>
                      <a:pt x="39" y="32"/>
                      <a:pt x="39" y="33"/>
                    </a:cubicBezTo>
                    <a:cubicBezTo>
                      <a:pt x="37" y="35"/>
                      <a:pt x="38" y="34"/>
                      <a:pt x="38" y="35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40" y="33"/>
                      <a:pt x="38" y="35"/>
                      <a:pt x="38" y="35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2" y="32"/>
                      <a:pt x="41" y="33"/>
                      <a:pt x="40" y="34"/>
                    </a:cubicBezTo>
                    <a:cubicBezTo>
                      <a:pt x="40" y="34"/>
                      <a:pt x="42" y="32"/>
                      <a:pt x="44" y="31"/>
                    </a:cubicBezTo>
                    <a:cubicBezTo>
                      <a:pt x="44" y="31"/>
                      <a:pt x="45" y="31"/>
                      <a:pt x="45" y="31"/>
                    </a:cubicBezTo>
                    <a:cubicBezTo>
                      <a:pt x="44" y="32"/>
                      <a:pt x="45" y="31"/>
                      <a:pt x="44" y="32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1" y="34"/>
                      <a:pt x="40" y="35"/>
                    </a:cubicBezTo>
                    <a:cubicBezTo>
                      <a:pt x="41" y="35"/>
                      <a:pt x="41" y="36"/>
                      <a:pt x="41" y="36"/>
                    </a:cubicBezTo>
                    <a:cubicBezTo>
                      <a:pt x="43" y="34"/>
                      <a:pt x="42" y="35"/>
                      <a:pt x="44" y="34"/>
                    </a:cubicBezTo>
                    <a:cubicBezTo>
                      <a:pt x="44" y="34"/>
                      <a:pt x="43" y="35"/>
                      <a:pt x="42" y="36"/>
                    </a:cubicBezTo>
                    <a:cubicBezTo>
                      <a:pt x="43" y="35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4" y="36"/>
                      <a:pt x="43" y="37"/>
                      <a:pt x="45" y="36"/>
                    </a:cubicBezTo>
                    <a:cubicBezTo>
                      <a:pt x="44" y="37"/>
                      <a:pt x="44" y="37"/>
                      <a:pt x="44" y="37"/>
                    </a:cubicBezTo>
                    <a:cubicBezTo>
                      <a:pt x="44" y="37"/>
                      <a:pt x="47" y="34"/>
                      <a:pt x="46" y="36"/>
                    </a:cubicBezTo>
                    <a:cubicBezTo>
                      <a:pt x="45" y="36"/>
                      <a:pt x="45" y="36"/>
                      <a:pt x="45" y="36"/>
                    </a:cubicBezTo>
                    <a:cubicBezTo>
                      <a:pt x="46" y="36"/>
                      <a:pt x="44" y="38"/>
                      <a:pt x="46" y="36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5" y="37"/>
                      <a:pt x="45" y="37"/>
                      <a:pt x="47" y="36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9"/>
                      <a:pt x="47" y="36"/>
                      <a:pt x="47" y="37"/>
                    </a:cubicBezTo>
                    <a:cubicBezTo>
                      <a:pt x="47" y="37"/>
                      <a:pt x="46" y="38"/>
                      <a:pt x="46" y="38"/>
                    </a:cubicBezTo>
                    <a:cubicBezTo>
                      <a:pt x="47" y="37"/>
                      <a:pt x="47" y="38"/>
                      <a:pt x="47" y="38"/>
                    </a:cubicBezTo>
                    <a:cubicBezTo>
                      <a:pt x="46" y="39"/>
                      <a:pt x="46" y="39"/>
                      <a:pt x="46" y="39"/>
                    </a:cubicBezTo>
                    <a:cubicBezTo>
                      <a:pt x="47" y="40"/>
                      <a:pt x="47" y="41"/>
                      <a:pt x="50" y="41"/>
                    </a:cubicBezTo>
                    <a:cubicBezTo>
                      <a:pt x="48" y="42"/>
                      <a:pt x="48" y="41"/>
                      <a:pt x="47" y="43"/>
                    </a:cubicBezTo>
                    <a:cubicBezTo>
                      <a:pt x="49" y="41"/>
                      <a:pt x="48" y="42"/>
                      <a:pt x="49" y="42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9" y="42"/>
                      <a:pt x="48" y="43"/>
                      <a:pt x="48" y="43"/>
                    </a:cubicBezTo>
                    <a:cubicBezTo>
                      <a:pt x="49" y="43"/>
                      <a:pt x="49" y="43"/>
                      <a:pt x="49" y="43"/>
                    </a:cubicBezTo>
                    <a:cubicBezTo>
                      <a:pt x="50" y="42"/>
                      <a:pt x="47" y="45"/>
                      <a:pt x="49" y="43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50" y="43"/>
                      <a:pt x="47" y="45"/>
                      <a:pt x="49" y="44"/>
                    </a:cubicBezTo>
                    <a:cubicBezTo>
                      <a:pt x="49" y="44"/>
                      <a:pt x="49" y="44"/>
                      <a:pt x="49" y="44"/>
                    </a:cubicBezTo>
                    <a:cubicBezTo>
                      <a:pt x="48" y="45"/>
                      <a:pt x="51" y="43"/>
                      <a:pt x="50" y="44"/>
                    </a:cubicBezTo>
                    <a:cubicBezTo>
                      <a:pt x="50" y="44"/>
                      <a:pt x="51" y="44"/>
                      <a:pt x="53" y="43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52" y="44"/>
                      <a:pt x="52" y="46"/>
                      <a:pt x="55" y="45"/>
                    </a:cubicBezTo>
                    <a:cubicBezTo>
                      <a:pt x="54" y="45"/>
                      <a:pt x="54" y="45"/>
                      <a:pt x="54" y="45"/>
                    </a:cubicBezTo>
                    <a:cubicBezTo>
                      <a:pt x="56" y="44"/>
                      <a:pt x="52" y="48"/>
                      <a:pt x="56" y="45"/>
                    </a:cubicBezTo>
                    <a:cubicBezTo>
                      <a:pt x="58" y="45"/>
                      <a:pt x="58" y="45"/>
                      <a:pt x="58" y="45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7" y="46"/>
                      <a:pt x="56" y="46"/>
                      <a:pt x="58" y="46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6" y="47"/>
                      <a:pt x="59" y="46"/>
                      <a:pt x="58" y="46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55" y="49"/>
                      <a:pt x="54" y="52"/>
                      <a:pt x="58" y="51"/>
                    </a:cubicBezTo>
                    <a:cubicBezTo>
                      <a:pt x="59" y="50"/>
                      <a:pt x="56" y="52"/>
                      <a:pt x="56" y="52"/>
                    </a:cubicBezTo>
                    <a:cubicBezTo>
                      <a:pt x="60" y="51"/>
                      <a:pt x="56" y="55"/>
                      <a:pt x="61" y="53"/>
                    </a:cubicBezTo>
                    <a:cubicBezTo>
                      <a:pt x="63" y="53"/>
                      <a:pt x="68" y="50"/>
                      <a:pt x="68" y="50"/>
                    </a:cubicBezTo>
                    <a:cubicBezTo>
                      <a:pt x="65" y="50"/>
                      <a:pt x="66" y="47"/>
                      <a:pt x="68" y="44"/>
                    </a:cubicBezTo>
                    <a:cubicBezTo>
                      <a:pt x="67" y="44"/>
                      <a:pt x="66" y="43"/>
                      <a:pt x="66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8" name="Freeform 374"/>
              <p:cNvSpPr/>
              <p:nvPr>
                <p:custDataLst>
                  <p:tags r:id="rId219"/>
                </p:custDataLst>
              </p:nvPr>
            </p:nvSpPr>
            <p:spPr bwMode="auto">
              <a:xfrm>
                <a:off x="3472" y="2077"/>
                <a:ext cx="0" cy="2"/>
              </a:xfrm>
              <a:custGeom>
                <a:avLst/>
                <a:gdLst>
                  <a:gd name="T0" fmla="*/ 0 h 1"/>
                  <a:gd name="T1" fmla="*/ 1 h 1"/>
                  <a:gd name="T2" fmla="*/ 0 h 1"/>
                  <a:gd name="T3" fmla="*/ 0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299" name="Freeform 375"/>
              <p:cNvSpPr/>
              <p:nvPr>
                <p:custDataLst>
                  <p:tags r:id="rId220"/>
                </p:custDataLst>
              </p:nvPr>
            </p:nvSpPr>
            <p:spPr bwMode="auto">
              <a:xfrm>
                <a:off x="4219" y="2506"/>
                <a:ext cx="2" cy="4"/>
              </a:xfrm>
              <a:custGeom>
                <a:avLst/>
                <a:gdLst>
                  <a:gd name="T0" fmla="*/ 0 w 1"/>
                  <a:gd name="T1" fmla="*/ 1 h 2"/>
                  <a:gd name="T2" fmla="*/ 1 w 1"/>
                  <a:gd name="T3" fmla="*/ 1 h 2"/>
                  <a:gd name="T4" fmla="*/ 1 w 1"/>
                  <a:gd name="T5" fmla="*/ 0 h 2"/>
                  <a:gd name="T6" fmla="*/ 0 w 1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0" y="2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0" name="Freeform 376"/>
              <p:cNvSpPr/>
              <p:nvPr>
                <p:custDataLst>
                  <p:tags r:id="rId221"/>
                </p:custDataLst>
              </p:nvPr>
            </p:nvSpPr>
            <p:spPr bwMode="auto">
              <a:xfrm>
                <a:off x="4228" y="2482"/>
                <a:ext cx="6" cy="3"/>
              </a:xfrm>
              <a:custGeom>
                <a:avLst/>
                <a:gdLst>
                  <a:gd name="T0" fmla="*/ 3 w 3"/>
                  <a:gd name="T1" fmla="*/ 0 h 1"/>
                  <a:gd name="T2" fmla="*/ 0 w 3"/>
                  <a:gd name="T3" fmla="*/ 1 h 1"/>
                  <a:gd name="T4" fmla="*/ 3 w 3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2" y="1"/>
                      <a:pt x="2" y="0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1" name="Freeform 377"/>
              <p:cNvSpPr/>
              <p:nvPr>
                <p:custDataLst>
                  <p:tags r:id="rId222"/>
                </p:custDataLst>
              </p:nvPr>
            </p:nvSpPr>
            <p:spPr bwMode="auto">
              <a:xfrm>
                <a:off x="3472" y="2073"/>
                <a:ext cx="0" cy="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  <a:gd name="T3" fmla="*/ 1 h 1"/>
                  <a:gd name="T4" fmla="*/ 1 h 1"/>
                  <a:gd name="T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2" name="Freeform 378"/>
              <p:cNvSpPr/>
              <p:nvPr>
                <p:custDataLst>
                  <p:tags r:id="rId223"/>
                </p:custDataLst>
              </p:nvPr>
            </p:nvSpPr>
            <p:spPr bwMode="auto">
              <a:xfrm>
                <a:off x="3472" y="207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3" name="Freeform 379"/>
              <p:cNvSpPr/>
              <p:nvPr>
                <p:custDataLst>
                  <p:tags r:id="rId224"/>
                </p:custDataLst>
              </p:nvPr>
            </p:nvSpPr>
            <p:spPr bwMode="auto">
              <a:xfrm>
                <a:off x="4219" y="2510"/>
                <a:ext cx="5" cy="2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0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1" y="1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4" name="Freeform 380"/>
              <p:cNvSpPr/>
              <p:nvPr>
                <p:custDataLst>
                  <p:tags r:id="rId225"/>
                </p:custDataLst>
              </p:nvPr>
            </p:nvSpPr>
            <p:spPr bwMode="auto">
              <a:xfrm>
                <a:off x="4221" y="2514"/>
                <a:ext cx="3" cy="4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0" y="2"/>
                      <a:pt x="1" y="1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5" name="Oval 381"/>
              <p:cNvSpPr>
                <a:spLocks noChangeArrowheads="1"/>
              </p:cNvSpPr>
              <p:nvPr>
                <p:custDataLst>
                  <p:tags r:id="rId226"/>
                </p:custDataLst>
              </p:nvPr>
            </p:nvSpPr>
            <p:spPr bwMode="auto">
              <a:xfrm>
                <a:off x="3905" y="2275"/>
                <a:ext cx="1" cy="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6" name="Freeform 382"/>
              <p:cNvSpPr/>
              <p:nvPr>
                <p:custDataLst>
                  <p:tags r:id="rId227"/>
                </p:custDataLst>
              </p:nvPr>
            </p:nvSpPr>
            <p:spPr bwMode="auto">
              <a:xfrm>
                <a:off x="4217" y="2510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7" name="Freeform 383"/>
              <p:cNvSpPr/>
              <p:nvPr>
                <p:custDataLst>
                  <p:tags r:id="rId228"/>
                </p:custDataLst>
              </p:nvPr>
            </p:nvSpPr>
            <p:spPr bwMode="auto">
              <a:xfrm>
                <a:off x="4296" y="2552"/>
                <a:ext cx="0" cy="3"/>
              </a:xfrm>
              <a:custGeom>
                <a:avLst/>
                <a:gdLst>
                  <a:gd name="T0" fmla="*/ 0 h 1"/>
                  <a:gd name="T1" fmla="*/ 1 h 1"/>
                  <a:gd name="T2" fmla="*/ 1 h 1"/>
                  <a:gd name="T3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8" name="Freeform 384"/>
              <p:cNvSpPr/>
              <p:nvPr>
                <p:custDataLst>
                  <p:tags r:id="rId229"/>
                </p:custDataLst>
              </p:nvPr>
            </p:nvSpPr>
            <p:spPr bwMode="auto">
              <a:xfrm>
                <a:off x="4289" y="255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09" name="Freeform 385"/>
              <p:cNvSpPr/>
              <p:nvPr>
                <p:custDataLst>
                  <p:tags r:id="rId230"/>
                </p:custDataLst>
              </p:nvPr>
            </p:nvSpPr>
            <p:spPr bwMode="auto">
              <a:xfrm>
                <a:off x="4296" y="2552"/>
                <a:ext cx="2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0" name="Freeform 386"/>
              <p:cNvSpPr/>
              <p:nvPr>
                <p:custDataLst>
                  <p:tags r:id="rId231"/>
                </p:custDataLst>
              </p:nvPr>
            </p:nvSpPr>
            <p:spPr bwMode="auto">
              <a:xfrm>
                <a:off x="4306" y="2555"/>
                <a:ext cx="2" cy="4"/>
              </a:xfrm>
              <a:custGeom>
                <a:avLst/>
                <a:gdLst>
                  <a:gd name="T0" fmla="*/ 0 w 2"/>
                  <a:gd name="T1" fmla="*/ 4 h 4"/>
                  <a:gd name="T2" fmla="*/ 0 w 2"/>
                  <a:gd name="T3" fmla="*/ 4 h 4"/>
                  <a:gd name="T4" fmla="*/ 2 w 2"/>
                  <a:gd name="T5" fmla="*/ 0 h 4"/>
                  <a:gd name="T6" fmla="*/ 0 w 2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0" y="4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1" name="Freeform 387"/>
              <p:cNvSpPr/>
              <p:nvPr>
                <p:custDataLst>
                  <p:tags r:id="rId232"/>
                </p:custDataLst>
              </p:nvPr>
            </p:nvSpPr>
            <p:spPr bwMode="auto">
              <a:xfrm>
                <a:off x="3903" y="2275"/>
                <a:ext cx="2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2" name="Freeform 388"/>
              <p:cNvSpPr/>
              <p:nvPr>
                <p:custDataLst>
                  <p:tags r:id="rId233"/>
                </p:custDataLst>
              </p:nvPr>
            </p:nvSpPr>
            <p:spPr bwMode="auto">
              <a:xfrm>
                <a:off x="3901" y="257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3" name="Freeform 389"/>
              <p:cNvSpPr/>
              <p:nvPr>
                <p:custDataLst>
                  <p:tags r:id="rId234"/>
                </p:custDataLst>
              </p:nvPr>
            </p:nvSpPr>
            <p:spPr bwMode="auto">
              <a:xfrm>
                <a:off x="4285" y="255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4" name="Freeform 390"/>
              <p:cNvSpPr/>
              <p:nvPr>
                <p:custDataLst>
                  <p:tags r:id="rId235"/>
                </p:custDataLst>
              </p:nvPr>
            </p:nvSpPr>
            <p:spPr bwMode="auto">
              <a:xfrm>
                <a:off x="3472" y="207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5" name="Rectangle 391"/>
              <p:cNvSpPr>
                <a:spLocks noChangeArrowheads="1"/>
              </p:cNvSpPr>
              <p:nvPr>
                <p:custDataLst>
                  <p:tags r:id="rId236"/>
                </p:custDataLst>
              </p:nvPr>
            </p:nvSpPr>
            <p:spPr bwMode="auto">
              <a:xfrm>
                <a:off x="3472" y="2079"/>
                <a:ext cx="1" cy="1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6" name="Freeform 392"/>
              <p:cNvSpPr/>
              <p:nvPr>
                <p:custDataLst>
                  <p:tags r:id="rId237"/>
                </p:custDataLst>
              </p:nvPr>
            </p:nvSpPr>
            <p:spPr bwMode="auto">
              <a:xfrm>
                <a:off x="4277" y="2495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7" name="Freeform 393"/>
              <p:cNvSpPr/>
              <p:nvPr>
                <p:custDataLst>
                  <p:tags r:id="rId238"/>
                </p:custDataLst>
              </p:nvPr>
            </p:nvSpPr>
            <p:spPr bwMode="auto">
              <a:xfrm>
                <a:off x="3472" y="2077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8" name="Freeform 394"/>
              <p:cNvSpPr/>
              <p:nvPr>
                <p:custDataLst>
                  <p:tags r:id="rId239"/>
                </p:custDataLst>
              </p:nvPr>
            </p:nvSpPr>
            <p:spPr bwMode="auto">
              <a:xfrm>
                <a:off x="4255" y="253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19" name="Freeform 395"/>
              <p:cNvSpPr/>
              <p:nvPr>
                <p:custDataLst>
                  <p:tags r:id="rId240"/>
                </p:custDataLst>
              </p:nvPr>
            </p:nvSpPr>
            <p:spPr bwMode="auto">
              <a:xfrm>
                <a:off x="3678" y="2461"/>
                <a:ext cx="19" cy="13"/>
              </a:xfrm>
              <a:custGeom>
                <a:avLst/>
                <a:gdLst>
                  <a:gd name="T0" fmla="*/ 0 w 9"/>
                  <a:gd name="T1" fmla="*/ 0 h 6"/>
                  <a:gd name="T2" fmla="*/ 9 w 9"/>
                  <a:gd name="T3" fmla="*/ 6 h 6"/>
                  <a:gd name="T4" fmla="*/ 0 w 9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" h="6">
                    <a:moveTo>
                      <a:pt x="0" y="0"/>
                    </a:moveTo>
                    <a:cubicBezTo>
                      <a:pt x="9" y="6"/>
                      <a:pt x="9" y="6"/>
                      <a:pt x="9" y="6"/>
                    </a:cubicBezTo>
                    <a:cubicBezTo>
                      <a:pt x="6" y="3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0" name="Freeform 396"/>
              <p:cNvSpPr/>
              <p:nvPr>
                <p:custDataLst>
                  <p:tags r:id="rId241"/>
                </p:custDataLst>
              </p:nvPr>
            </p:nvSpPr>
            <p:spPr bwMode="auto">
              <a:xfrm>
                <a:off x="3496" y="2319"/>
                <a:ext cx="4" cy="6"/>
              </a:xfrm>
              <a:custGeom>
                <a:avLst/>
                <a:gdLst>
                  <a:gd name="T0" fmla="*/ 1 w 2"/>
                  <a:gd name="T1" fmla="*/ 1 h 3"/>
                  <a:gd name="T2" fmla="*/ 2 w 2"/>
                  <a:gd name="T3" fmla="*/ 3 h 3"/>
                  <a:gd name="T4" fmla="*/ 2 w 2"/>
                  <a:gd name="T5" fmla="*/ 1 h 3"/>
                  <a:gd name="T6" fmla="*/ 1 w 2"/>
                  <a:gd name="T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cubicBezTo>
                      <a:pt x="2" y="2"/>
                      <a:pt x="2" y="2"/>
                      <a:pt x="2" y="3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0"/>
                      <a:pt x="0" y="0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1" name="Freeform 397"/>
              <p:cNvSpPr/>
              <p:nvPr>
                <p:custDataLst>
                  <p:tags r:id="rId242"/>
                </p:custDataLst>
              </p:nvPr>
            </p:nvSpPr>
            <p:spPr bwMode="auto">
              <a:xfrm>
                <a:off x="3483" y="2156"/>
                <a:ext cx="6" cy="4"/>
              </a:xfrm>
              <a:custGeom>
                <a:avLst/>
                <a:gdLst>
                  <a:gd name="T0" fmla="*/ 2 w 3"/>
                  <a:gd name="T1" fmla="*/ 1 h 2"/>
                  <a:gd name="T2" fmla="*/ 1 w 3"/>
                  <a:gd name="T3" fmla="*/ 2 h 2"/>
                  <a:gd name="T4" fmla="*/ 2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1"/>
                    </a:moveTo>
                    <a:cubicBezTo>
                      <a:pt x="0" y="0"/>
                      <a:pt x="3" y="1"/>
                      <a:pt x="1" y="2"/>
                    </a:cubicBezTo>
                    <a:cubicBezTo>
                      <a:pt x="2" y="2"/>
                      <a:pt x="2" y="2"/>
                      <a:pt x="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2" name="Freeform 398"/>
              <p:cNvSpPr/>
              <p:nvPr>
                <p:custDataLst>
                  <p:tags r:id="rId243"/>
                </p:custDataLst>
              </p:nvPr>
            </p:nvSpPr>
            <p:spPr bwMode="auto">
              <a:xfrm>
                <a:off x="3534" y="2347"/>
                <a:ext cx="13" cy="6"/>
              </a:xfrm>
              <a:custGeom>
                <a:avLst/>
                <a:gdLst>
                  <a:gd name="T0" fmla="*/ 0 w 6"/>
                  <a:gd name="T1" fmla="*/ 0 h 3"/>
                  <a:gd name="T2" fmla="*/ 4 w 6"/>
                  <a:gd name="T3" fmla="*/ 3 h 3"/>
                  <a:gd name="T4" fmla="*/ 0 w 6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cubicBezTo>
                      <a:pt x="0" y="2"/>
                      <a:pt x="3" y="3"/>
                      <a:pt x="4" y="3"/>
                    </a:cubicBezTo>
                    <a:cubicBezTo>
                      <a:pt x="6" y="3"/>
                      <a:pt x="1" y="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3" name="Freeform 399"/>
              <p:cNvSpPr/>
              <p:nvPr>
                <p:custDataLst>
                  <p:tags r:id="rId244"/>
                </p:custDataLst>
              </p:nvPr>
            </p:nvSpPr>
            <p:spPr bwMode="auto">
              <a:xfrm>
                <a:off x="3466" y="2090"/>
                <a:ext cx="4" cy="4"/>
              </a:xfrm>
              <a:custGeom>
                <a:avLst/>
                <a:gdLst>
                  <a:gd name="T0" fmla="*/ 0 w 2"/>
                  <a:gd name="T1" fmla="*/ 0 h 2"/>
                  <a:gd name="T2" fmla="*/ 2 w 2"/>
                  <a:gd name="T3" fmla="*/ 2 h 2"/>
                  <a:gd name="T4" fmla="*/ 0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1"/>
                      <a:pt x="1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4" name="Freeform 400"/>
              <p:cNvSpPr/>
              <p:nvPr>
                <p:custDataLst>
                  <p:tags r:id="rId245"/>
                </p:custDataLst>
              </p:nvPr>
            </p:nvSpPr>
            <p:spPr bwMode="auto">
              <a:xfrm>
                <a:off x="3466" y="2103"/>
                <a:ext cx="4" cy="0"/>
              </a:xfrm>
              <a:custGeom>
                <a:avLst/>
                <a:gdLst>
                  <a:gd name="T0" fmla="*/ 0 w 2"/>
                  <a:gd name="T1" fmla="*/ 1 w 2"/>
                  <a:gd name="T2" fmla="*/ 1 w 2"/>
                  <a:gd name="T3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5" name="Freeform 401"/>
              <p:cNvSpPr/>
              <p:nvPr>
                <p:custDataLst>
                  <p:tags r:id="rId246"/>
                </p:custDataLst>
              </p:nvPr>
            </p:nvSpPr>
            <p:spPr bwMode="auto">
              <a:xfrm>
                <a:off x="3477" y="2152"/>
                <a:ext cx="4" cy="8"/>
              </a:xfrm>
              <a:custGeom>
                <a:avLst/>
                <a:gdLst>
                  <a:gd name="T0" fmla="*/ 2 w 2"/>
                  <a:gd name="T1" fmla="*/ 4 h 4"/>
                  <a:gd name="T2" fmla="*/ 1 w 2"/>
                  <a:gd name="T3" fmla="*/ 0 h 4"/>
                  <a:gd name="T4" fmla="*/ 2 w 2"/>
                  <a:gd name="T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cubicBezTo>
                      <a:pt x="2" y="3"/>
                      <a:pt x="1" y="1"/>
                      <a:pt x="1" y="0"/>
                    </a:cubicBezTo>
                    <a:cubicBezTo>
                      <a:pt x="0" y="2"/>
                      <a:pt x="1" y="2"/>
                      <a:pt x="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6" name="Freeform 402"/>
              <p:cNvSpPr/>
              <p:nvPr>
                <p:custDataLst>
                  <p:tags r:id="rId247"/>
                </p:custDataLst>
              </p:nvPr>
            </p:nvSpPr>
            <p:spPr bwMode="auto">
              <a:xfrm>
                <a:off x="3466" y="2096"/>
                <a:ext cx="8" cy="5"/>
              </a:xfrm>
              <a:custGeom>
                <a:avLst/>
                <a:gdLst>
                  <a:gd name="T0" fmla="*/ 0 w 4"/>
                  <a:gd name="T1" fmla="*/ 2 h 2"/>
                  <a:gd name="T2" fmla="*/ 0 w 4"/>
                  <a:gd name="T3" fmla="*/ 2 h 2"/>
                  <a:gd name="T4" fmla="*/ 2 w 4"/>
                  <a:gd name="T5" fmla="*/ 2 h 2"/>
                  <a:gd name="T6" fmla="*/ 2 w 4"/>
                  <a:gd name="T7" fmla="*/ 1 h 2"/>
                  <a:gd name="T8" fmla="*/ 4 w 4"/>
                  <a:gd name="T9" fmla="*/ 0 h 2"/>
                  <a:gd name="T10" fmla="*/ 0 w 4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2" y="2"/>
                      <a:pt x="3" y="1"/>
                      <a:pt x="2" y="1"/>
                    </a:cubicBezTo>
                    <a:cubicBezTo>
                      <a:pt x="3" y="0"/>
                      <a:pt x="4" y="1"/>
                      <a:pt x="4" y="0"/>
                    </a:cubicBezTo>
                    <a:cubicBezTo>
                      <a:pt x="3" y="0"/>
                      <a:pt x="1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7" name="Freeform 403"/>
              <p:cNvSpPr/>
              <p:nvPr>
                <p:custDataLst>
                  <p:tags r:id="rId248"/>
                </p:custDataLst>
              </p:nvPr>
            </p:nvSpPr>
            <p:spPr bwMode="auto">
              <a:xfrm>
                <a:off x="3470" y="2101"/>
                <a:ext cx="2" cy="0"/>
              </a:xfrm>
              <a:custGeom>
                <a:avLst/>
                <a:gdLst>
                  <a:gd name="T0" fmla="*/ 1 w 1"/>
                  <a:gd name="T1" fmla="*/ 0 w 1"/>
                  <a:gd name="T2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8" name="Freeform 404"/>
              <p:cNvSpPr/>
              <p:nvPr>
                <p:custDataLst>
                  <p:tags r:id="rId249"/>
                </p:custDataLst>
              </p:nvPr>
            </p:nvSpPr>
            <p:spPr bwMode="auto">
              <a:xfrm>
                <a:off x="3718" y="2501"/>
                <a:ext cx="5" cy="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2"/>
                      <a:pt x="2" y="1"/>
                      <a:pt x="2" y="2"/>
                    </a:cubicBezTo>
                    <a:cubicBezTo>
                      <a:pt x="2" y="1"/>
                      <a:pt x="1" y="1"/>
                      <a:pt x="0" y="0"/>
                    </a:cubicBezTo>
                    <a:cubicBezTo>
                      <a:pt x="0" y="0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  <p:sp>
            <p:nvSpPr>
              <p:cNvPr id="329" name="Freeform 405"/>
              <p:cNvSpPr/>
              <p:nvPr>
                <p:custDataLst>
                  <p:tags r:id="rId250"/>
                </p:custDataLst>
              </p:nvPr>
            </p:nvSpPr>
            <p:spPr bwMode="auto">
              <a:xfrm>
                <a:off x="3629" y="2417"/>
                <a:ext cx="7" cy="6"/>
              </a:xfrm>
              <a:custGeom>
                <a:avLst/>
                <a:gdLst>
                  <a:gd name="T0" fmla="*/ 2 w 3"/>
                  <a:gd name="T1" fmla="*/ 3 h 3"/>
                  <a:gd name="T2" fmla="*/ 0 w 3"/>
                  <a:gd name="T3" fmla="*/ 0 h 3"/>
                  <a:gd name="T4" fmla="*/ 2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2" y="3"/>
                    </a:moveTo>
                    <a:cubicBezTo>
                      <a:pt x="3" y="2"/>
                      <a:pt x="1" y="1"/>
                      <a:pt x="0" y="0"/>
                    </a:cubicBezTo>
                    <a:cubicBezTo>
                      <a:pt x="0" y="1"/>
                      <a:pt x="1" y="2"/>
                      <a:pt x="2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34322F"/>
                  </a:solidFill>
                </a:endParaRPr>
              </a:p>
            </p:txBody>
          </p:sp>
        </p:grpSp>
        <p:sp>
          <p:nvSpPr>
            <p:cNvPr id="59" name="Freeform 407"/>
            <p:cNvSpPr/>
            <p:nvPr>
              <p:custDataLst>
                <p:tags r:id="rId5"/>
              </p:custDataLst>
            </p:nvPr>
          </p:nvSpPr>
          <p:spPr bwMode="auto">
            <a:xfrm>
              <a:off x="3716" y="2495"/>
              <a:ext cx="5" cy="4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2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1"/>
                    <a:pt x="1" y="0"/>
                    <a:pt x="0" y="0"/>
                  </a:cubicBezTo>
                  <a:cubicBezTo>
                    <a:pt x="1" y="1"/>
                    <a:pt x="1" y="1"/>
                    <a:pt x="2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0" name="Freeform 408"/>
            <p:cNvSpPr/>
            <p:nvPr>
              <p:custDataLst>
                <p:tags r:id="rId6"/>
              </p:custDataLst>
            </p:nvPr>
          </p:nvSpPr>
          <p:spPr bwMode="auto">
            <a:xfrm>
              <a:off x="3706" y="2480"/>
              <a:ext cx="10" cy="15"/>
            </a:xfrm>
            <a:custGeom>
              <a:avLst/>
              <a:gdLst>
                <a:gd name="T0" fmla="*/ 5 w 5"/>
                <a:gd name="T1" fmla="*/ 7 h 7"/>
                <a:gd name="T2" fmla="*/ 2 w 5"/>
                <a:gd name="T3" fmla="*/ 3 h 7"/>
                <a:gd name="T4" fmla="*/ 2 w 5"/>
                <a:gd name="T5" fmla="*/ 1 h 7"/>
                <a:gd name="T6" fmla="*/ 3 w 5"/>
                <a:gd name="T7" fmla="*/ 7 h 7"/>
                <a:gd name="T8" fmla="*/ 3 w 5"/>
                <a:gd name="T9" fmla="*/ 7 h 7"/>
                <a:gd name="T10" fmla="*/ 5 w 5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7">
                  <a:moveTo>
                    <a:pt x="5" y="7"/>
                  </a:moveTo>
                  <a:cubicBezTo>
                    <a:pt x="4" y="5"/>
                    <a:pt x="4" y="3"/>
                    <a:pt x="2" y="3"/>
                  </a:cubicBezTo>
                  <a:cubicBezTo>
                    <a:pt x="1" y="1"/>
                    <a:pt x="4" y="3"/>
                    <a:pt x="2" y="1"/>
                  </a:cubicBezTo>
                  <a:cubicBezTo>
                    <a:pt x="0" y="0"/>
                    <a:pt x="1" y="4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7"/>
                    <a:pt x="5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1" name="Freeform 409"/>
            <p:cNvSpPr/>
            <p:nvPr>
              <p:custDataLst>
                <p:tags r:id="rId7"/>
              </p:custDataLst>
            </p:nvPr>
          </p:nvSpPr>
          <p:spPr bwMode="auto">
            <a:xfrm>
              <a:off x="3782" y="3038"/>
              <a:ext cx="2" cy="4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2 h 2"/>
                <a:gd name="T4" fmla="*/ 1 w 1"/>
                <a:gd name="T5" fmla="*/ 1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1"/>
                    <a:pt x="1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2" name="Freeform 410"/>
            <p:cNvSpPr/>
            <p:nvPr>
              <p:custDataLst>
                <p:tags r:id="rId8"/>
              </p:custDataLst>
            </p:nvPr>
          </p:nvSpPr>
          <p:spPr bwMode="auto">
            <a:xfrm>
              <a:off x="3631" y="2249"/>
              <a:ext cx="3" cy="2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0 h 2"/>
                <a:gd name="T4" fmla="*/ 0 w 3"/>
                <a:gd name="T5" fmla="*/ 2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3" name="Freeform 411"/>
            <p:cNvSpPr/>
            <p:nvPr>
              <p:custDataLst>
                <p:tags r:id="rId9"/>
              </p:custDataLst>
            </p:nvPr>
          </p:nvSpPr>
          <p:spPr bwMode="auto">
            <a:xfrm>
              <a:off x="3988" y="3019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4" name="Freeform 412"/>
            <p:cNvSpPr/>
            <p:nvPr>
              <p:custDataLst>
                <p:tags r:id="rId10"/>
              </p:custDataLst>
            </p:nvPr>
          </p:nvSpPr>
          <p:spPr bwMode="auto">
            <a:xfrm>
              <a:off x="3856" y="3002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5" name="Freeform 413"/>
            <p:cNvSpPr/>
            <p:nvPr>
              <p:custDataLst>
                <p:tags r:id="rId11"/>
              </p:custDataLst>
            </p:nvPr>
          </p:nvSpPr>
          <p:spPr bwMode="auto">
            <a:xfrm>
              <a:off x="3924" y="2998"/>
              <a:ext cx="2" cy="2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6" name="Freeform 414"/>
            <p:cNvSpPr/>
            <p:nvPr>
              <p:custDataLst>
                <p:tags r:id="rId12"/>
              </p:custDataLst>
            </p:nvPr>
          </p:nvSpPr>
          <p:spPr bwMode="auto">
            <a:xfrm>
              <a:off x="3561" y="1990"/>
              <a:ext cx="3" cy="9"/>
            </a:xfrm>
            <a:custGeom>
              <a:avLst/>
              <a:gdLst>
                <a:gd name="T0" fmla="*/ 1 w 1"/>
                <a:gd name="T1" fmla="*/ 1 h 4"/>
                <a:gd name="T2" fmla="*/ 0 w 1"/>
                <a:gd name="T3" fmla="*/ 0 h 4"/>
                <a:gd name="T4" fmla="*/ 1 w 1"/>
                <a:gd name="T5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cubicBezTo>
                    <a:pt x="1" y="1"/>
                    <a:pt x="0" y="0"/>
                    <a:pt x="0" y="0"/>
                  </a:cubicBezTo>
                  <a:cubicBezTo>
                    <a:pt x="0" y="3"/>
                    <a:pt x="0" y="4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7" name="Freeform 415"/>
            <p:cNvSpPr/>
            <p:nvPr>
              <p:custDataLst>
                <p:tags r:id="rId13"/>
              </p:custDataLst>
            </p:nvPr>
          </p:nvSpPr>
          <p:spPr bwMode="auto">
            <a:xfrm>
              <a:off x="3795" y="3040"/>
              <a:ext cx="2" cy="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8" name="Freeform 416"/>
            <p:cNvSpPr/>
            <p:nvPr>
              <p:custDataLst>
                <p:tags r:id="rId14"/>
              </p:custDataLst>
            </p:nvPr>
          </p:nvSpPr>
          <p:spPr bwMode="auto">
            <a:xfrm>
              <a:off x="3958" y="303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69" name="Freeform 417"/>
            <p:cNvSpPr/>
            <p:nvPr>
              <p:custDataLst>
                <p:tags r:id="rId15"/>
              </p:custDataLst>
            </p:nvPr>
          </p:nvSpPr>
          <p:spPr bwMode="auto">
            <a:xfrm>
              <a:off x="3982" y="3027"/>
              <a:ext cx="0" cy="3"/>
            </a:xfrm>
            <a:custGeom>
              <a:avLst/>
              <a:gdLst>
                <a:gd name="T0" fmla="*/ 0 h 1"/>
                <a:gd name="T1" fmla="*/ 0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3" name="Freeform 418"/>
            <p:cNvSpPr/>
            <p:nvPr>
              <p:custDataLst>
                <p:tags r:id="rId16"/>
              </p:custDataLst>
            </p:nvPr>
          </p:nvSpPr>
          <p:spPr bwMode="auto">
            <a:xfrm>
              <a:off x="3595" y="1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4" name="Freeform 419"/>
            <p:cNvSpPr/>
            <p:nvPr>
              <p:custDataLst>
                <p:tags r:id="rId17"/>
              </p:custDataLst>
            </p:nvPr>
          </p:nvSpPr>
          <p:spPr bwMode="auto">
            <a:xfrm>
              <a:off x="3757" y="2981"/>
              <a:ext cx="2" cy="2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5" name="Freeform 420"/>
            <p:cNvSpPr/>
            <p:nvPr>
              <p:custDataLst>
                <p:tags r:id="rId18"/>
              </p:custDataLst>
            </p:nvPr>
          </p:nvSpPr>
          <p:spPr bwMode="auto">
            <a:xfrm>
              <a:off x="3627" y="1789"/>
              <a:ext cx="2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6" name="Freeform 421"/>
            <p:cNvSpPr/>
            <p:nvPr>
              <p:custDataLst>
                <p:tags r:id="rId19"/>
              </p:custDataLst>
            </p:nvPr>
          </p:nvSpPr>
          <p:spPr bwMode="auto">
            <a:xfrm>
              <a:off x="3578" y="179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7" name="Rectangle 422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593" y="1825"/>
              <a:ext cx="1" cy="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8" name="Freeform 423"/>
            <p:cNvSpPr/>
            <p:nvPr>
              <p:custDataLst>
                <p:tags r:id="rId21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89" name="Freeform 424"/>
            <p:cNvSpPr/>
            <p:nvPr>
              <p:custDataLst>
                <p:tags r:id="rId22"/>
              </p:custDataLst>
            </p:nvPr>
          </p:nvSpPr>
          <p:spPr bwMode="auto">
            <a:xfrm>
              <a:off x="3593" y="1825"/>
              <a:ext cx="0" cy="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0" name="Freeform 425"/>
            <p:cNvSpPr/>
            <p:nvPr>
              <p:custDataLst>
                <p:tags r:id="rId23"/>
              </p:custDataLst>
            </p:nvPr>
          </p:nvSpPr>
          <p:spPr bwMode="auto">
            <a:xfrm>
              <a:off x="3638" y="2417"/>
              <a:ext cx="6" cy="6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1 w 3"/>
                <a:gd name="T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0" y="0"/>
                    <a:pt x="0" y="0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1" name="Freeform 426"/>
            <p:cNvSpPr/>
            <p:nvPr>
              <p:custDataLst>
                <p:tags r:id="rId24"/>
              </p:custDataLst>
            </p:nvPr>
          </p:nvSpPr>
          <p:spPr bwMode="auto">
            <a:xfrm>
              <a:off x="3708" y="2743"/>
              <a:ext cx="2" cy="7"/>
            </a:xfrm>
            <a:custGeom>
              <a:avLst/>
              <a:gdLst>
                <a:gd name="T0" fmla="*/ 1 w 1"/>
                <a:gd name="T1" fmla="*/ 3 h 3"/>
                <a:gd name="T2" fmla="*/ 0 w 1"/>
                <a:gd name="T3" fmla="*/ 0 h 3"/>
                <a:gd name="T4" fmla="*/ 1 w 1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3"/>
                    <a:pt x="1" y="0"/>
                    <a:pt x="0" y="0"/>
                  </a:cubicBezTo>
                  <a:cubicBezTo>
                    <a:pt x="0" y="0"/>
                    <a:pt x="0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2" name="Freeform 427"/>
            <p:cNvSpPr/>
            <p:nvPr>
              <p:custDataLst>
                <p:tags r:id="rId25"/>
              </p:custDataLst>
            </p:nvPr>
          </p:nvSpPr>
          <p:spPr bwMode="auto">
            <a:xfrm>
              <a:off x="3714" y="2737"/>
              <a:ext cx="4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  <a:gd name="T6" fmla="*/ 1 w 2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1"/>
                    <a:pt x="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3" name="Freeform 428"/>
            <p:cNvSpPr/>
            <p:nvPr>
              <p:custDataLst>
                <p:tags r:id="rId26"/>
              </p:custDataLst>
            </p:nvPr>
          </p:nvSpPr>
          <p:spPr bwMode="auto">
            <a:xfrm>
              <a:off x="3706" y="2737"/>
              <a:ext cx="10" cy="4"/>
            </a:xfrm>
            <a:custGeom>
              <a:avLst/>
              <a:gdLst>
                <a:gd name="T0" fmla="*/ 0 w 5"/>
                <a:gd name="T1" fmla="*/ 1 h 2"/>
                <a:gd name="T2" fmla="*/ 4 w 5"/>
                <a:gd name="T3" fmla="*/ 1 h 2"/>
                <a:gd name="T4" fmla="*/ 5 w 5"/>
                <a:gd name="T5" fmla="*/ 2 h 2"/>
                <a:gd name="T6" fmla="*/ 3 w 5"/>
                <a:gd name="T7" fmla="*/ 1 h 2"/>
                <a:gd name="T8" fmla="*/ 2 w 5"/>
                <a:gd name="T9" fmla="*/ 1 h 2"/>
                <a:gd name="T10" fmla="*/ 0 w 5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2">
                  <a:moveTo>
                    <a:pt x="0" y="1"/>
                  </a:moveTo>
                  <a:cubicBezTo>
                    <a:pt x="1" y="2"/>
                    <a:pt x="3" y="2"/>
                    <a:pt x="4" y="1"/>
                  </a:cubicBezTo>
                  <a:cubicBezTo>
                    <a:pt x="4" y="1"/>
                    <a:pt x="5" y="2"/>
                    <a:pt x="5" y="2"/>
                  </a:cubicBezTo>
                  <a:cubicBezTo>
                    <a:pt x="4" y="1"/>
                    <a:pt x="4" y="1"/>
                    <a:pt x="3" y="1"/>
                  </a:cubicBezTo>
                  <a:cubicBezTo>
                    <a:pt x="3" y="1"/>
                    <a:pt x="1" y="0"/>
                    <a:pt x="2" y="1"/>
                  </a:cubicBezTo>
                  <a:cubicBezTo>
                    <a:pt x="2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4" name="Freeform 429"/>
            <p:cNvSpPr/>
            <p:nvPr>
              <p:custDataLst>
                <p:tags r:id="rId27"/>
              </p:custDataLst>
            </p:nvPr>
          </p:nvSpPr>
          <p:spPr bwMode="auto">
            <a:xfrm>
              <a:off x="3755" y="2718"/>
              <a:ext cx="4" cy="6"/>
            </a:xfrm>
            <a:custGeom>
              <a:avLst/>
              <a:gdLst>
                <a:gd name="T0" fmla="*/ 2 w 2"/>
                <a:gd name="T1" fmla="*/ 3 h 3"/>
                <a:gd name="T2" fmla="*/ 0 w 2"/>
                <a:gd name="T3" fmla="*/ 0 h 3"/>
                <a:gd name="T4" fmla="*/ 2 w 2"/>
                <a:gd name="T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5" name="Freeform 430"/>
            <p:cNvSpPr/>
            <p:nvPr>
              <p:custDataLst>
                <p:tags r:id="rId28"/>
              </p:custDataLst>
            </p:nvPr>
          </p:nvSpPr>
          <p:spPr bwMode="auto">
            <a:xfrm>
              <a:off x="3761" y="2733"/>
              <a:ext cx="4" cy="17"/>
            </a:xfrm>
            <a:custGeom>
              <a:avLst/>
              <a:gdLst>
                <a:gd name="T0" fmla="*/ 1 w 2"/>
                <a:gd name="T1" fmla="*/ 7 h 8"/>
                <a:gd name="T2" fmla="*/ 0 w 2"/>
                <a:gd name="T3" fmla="*/ 3 h 8"/>
                <a:gd name="T4" fmla="*/ 1 w 2"/>
                <a:gd name="T5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8">
                  <a:moveTo>
                    <a:pt x="1" y="7"/>
                  </a:moveTo>
                  <a:cubicBezTo>
                    <a:pt x="2" y="0"/>
                    <a:pt x="1" y="8"/>
                    <a:pt x="0" y="3"/>
                  </a:cubicBezTo>
                  <a:cubicBezTo>
                    <a:pt x="0" y="5"/>
                    <a:pt x="0" y="6"/>
                    <a:pt x="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6" name="Freeform 431"/>
            <p:cNvSpPr/>
            <p:nvPr>
              <p:custDataLst>
                <p:tags r:id="rId29"/>
              </p:custDataLst>
            </p:nvPr>
          </p:nvSpPr>
          <p:spPr bwMode="auto">
            <a:xfrm>
              <a:off x="3759" y="2720"/>
              <a:ext cx="2" cy="2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0 h 1"/>
                <a:gd name="T4" fmla="*/ 1 w 1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1" y="1"/>
                    <a:pt x="1" y="0"/>
                  </a:cubicBezTo>
                  <a:cubicBezTo>
                    <a:pt x="0" y="0"/>
                    <a:pt x="1" y="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7" name="Freeform 432"/>
            <p:cNvSpPr/>
            <p:nvPr>
              <p:custDataLst>
                <p:tags r:id="rId30"/>
              </p:custDataLst>
            </p:nvPr>
          </p:nvSpPr>
          <p:spPr bwMode="auto">
            <a:xfrm>
              <a:off x="3761" y="2714"/>
              <a:ext cx="6" cy="12"/>
            </a:xfrm>
            <a:custGeom>
              <a:avLst/>
              <a:gdLst>
                <a:gd name="T0" fmla="*/ 0 w 3"/>
                <a:gd name="T1" fmla="*/ 5 h 6"/>
                <a:gd name="T2" fmla="*/ 3 w 3"/>
                <a:gd name="T3" fmla="*/ 3 h 6"/>
                <a:gd name="T4" fmla="*/ 0 w 3"/>
                <a:gd name="T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6">
                  <a:moveTo>
                    <a:pt x="0" y="5"/>
                  </a:moveTo>
                  <a:cubicBezTo>
                    <a:pt x="1" y="6"/>
                    <a:pt x="2" y="3"/>
                    <a:pt x="3" y="3"/>
                  </a:cubicBezTo>
                  <a:cubicBezTo>
                    <a:pt x="2" y="0"/>
                    <a:pt x="1" y="4"/>
                    <a:pt x="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8" name="Freeform 433"/>
            <p:cNvSpPr/>
            <p:nvPr>
              <p:custDataLst>
                <p:tags r:id="rId31"/>
              </p:custDataLst>
            </p:nvPr>
          </p:nvSpPr>
          <p:spPr bwMode="auto">
            <a:xfrm>
              <a:off x="3712" y="2737"/>
              <a:ext cx="0" cy="2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99" name="Freeform 434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3742" y="2907"/>
              <a:ext cx="384" cy="146"/>
            </a:xfrm>
            <a:custGeom>
              <a:avLst/>
              <a:gdLst>
                <a:gd name="T0" fmla="*/ 150 w 181"/>
                <a:gd name="T1" fmla="*/ 21 h 69"/>
                <a:gd name="T2" fmla="*/ 144 w 181"/>
                <a:gd name="T3" fmla="*/ 25 h 69"/>
                <a:gd name="T4" fmla="*/ 103 w 181"/>
                <a:gd name="T5" fmla="*/ 42 h 69"/>
                <a:gd name="T6" fmla="*/ 91 w 181"/>
                <a:gd name="T7" fmla="*/ 45 h 69"/>
                <a:gd name="T8" fmla="*/ 79 w 181"/>
                <a:gd name="T9" fmla="*/ 44 h 69"/>
                <a:gd name="T10" fmla="*/ 60 w 181"/>
                <a:gd name="T11" fmla="*/ 44 h 69"/>
                <a:gd name="T12" fmla="*/ 50 w 181"/>
                <a:gd name="T13" fmla="*/ 47 h 69"/>
                <a:gd name="T14" fmla="*/ 32 w 181"/>
                <a:gd name="T15" fmla="*/ 47 h 69"/>
                <a:gd name="T16" fmla="*/ 22 w 181"/>
                <a:gd name="T17" fmla="*/ 44 h 69"/>
                <a:gd name="T18" fmla="*/ 10 w 181"/>
                <a:gd name="T19" fmla="*/ 39 h 69"/>
                <a:gd name="T20" fmla="*/ 10 w 181"/>
                <a:gd name="T21" fmla="*/ 37 h 69"/>
                <a:gd name="T22" fmla="*/ 10 w 181"/>
                <a:gd name="T23" fmla="*/ 35 h 69"/>
                <a:gd name="T24" fmla="*/ 10 w 181"/>
                <a:gd name="T25" fmla="*/ 34 h 69"/>
                <a:gd name="T26" fmla="*/ 10 w 181"/>
                <a:gd name="T27" fmla="*/ 30 h 69"/>
                <a:gd name="T28" fmla="*/ 2 w 181"/>
                <a:gd name="T29" fmla="*/ 32 h 69"/>
                <a:gd name="T30" fmla="*/ 6 w 181"/>
                <a:gd name="T31" fmla="*/ 44 h 69"/>
                <a:gd name="T32" fmla="*/ 10 w 181"/>
                <a:gd name="T33" fmla="*/ 51 h 69"/>
                <a:gd name="T34" fmla="*/ 4 w 181"/>
                <a:gd name="T35" fmla="*/ 55 h 69"/>
                <a:gd name="T36" fmla="*/ 8 w 181"/>
                <a:gd name="T37" fmla="*/ 58 h 69"/>
                <a:gd name="T38" fmla="*/ 13 w 181"/>
                <a:gd name="T39" fmla="*/ 57 h 69"/>
                <a:gd name="T40" fmla="*/ 13 w 181"/>
                <a:gd name="T41" fmla="*/ 60 h 69"/>
                <a:gd name="T42" fmla="*/ 19 w 181"/>
                <a:gd name="T43" fmla="*/ 57 h 69"/>
                <a:gd name="T44" fmla="*/ 20 w 181"/>
                <a:gd name="T45" fmla="*/ 63 h 69"/>
                <a:gd name="T46" fmla="*/ 22 w 181"/>
                <a:gd name="T47" fmla="*/ 66 h 69"/>
                <a:gd name="T48" fmla="*/ 24 w 181"/>
                <a:gd name="T49" fmla="*/ 64 h 69"/>
                <a:gd name="T50" fmla="*/ 28 w 181"/>
                <a:gd name="T51" fmla="*/ 64 h 69"/>
                <a:gd name="T52" fmla="*/ 31 w 181"/>
                <a:gd name="T53" fmla="*/ 66 h 69"/>
                <a:gd name="T54" fmla="*/ 36 w 181"/>
                <a:gd name="T55" fmla="*/ 58 h 69"/>
                <a:gd name="T56" fmla="*/ 36 w 181"/>
                <a:gd name="T57" fmla="*/ 65 h 69"/>
                <a:gd name="T58" fmla="*/ 46 w 181"/>
                <a:gd name="T59" fmla="*/ 67 h 69"/>
                <a:gd name="T60" fmla="*/ 50 w 181"/>
                <a:gd name="T61" fmla="*/ 66 h 69"/>
                <a:gd name="T62" fmla="*/ 55 w 181"/>
                <a:gd name="T63" fmla="*/ 62 h 69"/>
                <a:gd name="T64" fmla="*/ 65 w 181"/>
                <a:gd name="T65" fmla="*/ 66 h 69"/>
                <a:gd name="T66" fmla="*/ 69 w 181"/>
                <a:gd name="T67" fmla="*/ 63 h 69"/>
                <a:gd name="T68" fmla="*/ 71 w 181"/>
                <a:gd name="T69" fmla="*/ 63 h 69"/>
                <a:gd name="T70" fmla="*/ 72 w 181"/>
                <a:gd name="T71" fmla="*/ 61 h 69"/>
                <a:gd name="T72" fmla="*/ 76 w 181"/>
                <a:gd name="T73" fmla="*/ 65 h 69"/>
                <a:gd name="T74" fmla="*/ 79 w 181"/>
                <a:gd name="T75" fmla="*/ 63 h 69"/>
                <a:gd name="T76" fmla="*/ 88 w 181"/>
                <a:gd name="T77" fmla="*/ 60 h 69"/>
                <a:gd name="T78" fmla="*/ 92 w 181"/>
                <a:gd name="T79" fmla="*/ 62 h 69"/>
                <a:gd name="T80" fmla="*/ 98 w 181"/>
                <a:gd name="T81" fmla="*/ 60 h 69"/>
                <a:gd name="T82" fmla="*/ 102 w 181"/>
                <a:gd name="T83" fmla="*/ 59 h 69"/>
                <a:gd name="T84" fmla="*/ 103 w 181"/>
                <a:gd name="T85" fmla="*/ 59 h 69"/>
                <a:gd name="T86" fmla="*/ 108 w 181"/>
                <a:gd name="T87" fmla="*/ 58 h 69"/>
                <a:gd name="T88" fmla="*/ 115 w 181"/>
                <a:gd name="T89" fmla="*/ 53 h 69"/>
                <a:gd name="T90" fmla="*/ 117 w 181"/>
                <a:gd name="T91" fmla="*/ 52 h 69"/>
                <a:gd name="T92" fmla="*/ 122 w 181"/>
                <a:gd name="T93" fmla="*/ 45 h 69"/>
                <a:gd name="T94" fmla="*/ 127 w 181"/>
                <a:gd name="T95" fmla="*/ 45 h 69"/>
                <a:gd name="T96" fmla="*/ 134 w 181"/>
                <a:gd name="T97" fmla="*/ 43 h 69"/>
                <a:gd name="T98" fmla="*/ 139 w 181"/>
                <a:gd name="T99" fmla="*/ 41 h 69"/>
                <a:gd name="T100" fmla="*/ 152 w 181"/>
                <a:gd name="T101" fmla="*/ 37 h 69"/>
                <a:gd name="T102" fmla="*/ 156 w 181"/>
                <a:gd name="T103" fmla="*/ 35 h 69"/>
                <a:gd name="T104" fmla="*/ 163 w 181"/>
                <a:gd name="T105" fmla="*/ 27 h 69"/>
                <a:gd name="T106" fmla="*/ 167 w 181"/>
                <a:gd name="T107" fmla="*/ 19 h 69"/>
                <a:gd name="T108" fmla="*/ 10 w 181"/>
                <a:gd name="T109" fmla="*/ 31 h 69"/>
                <a:gd name="T110" fmla="*/ 10 w 181"/>
                <a:gd name="T111" fmla="*/ 35 h 69"/>
                <a:gd name="T112" fmla="*/ 9 w 181"/>
                <a:gd name="T113" fmla="*/ 34 h 69"/>
                <a:gd name="T114" fmla="*/ 7 w 181"/>
                <a:gd name="T115" fmla="*/ 35 h 69"/>
                <a:gd name="T116" fmla="*/ 8 w 181"/>
                <a:gd name="T117" fmla="*/ 36 h 69"/>
                <a:gd name="T118" fmla="*/ 10 w 181"/>
                <a:gd name="T119" fmla="*/ 3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81" h="69">
                  <a:moveTo>
                    <a:pt x="177" y="5"/>
                  </a:moveTo>
                  <a:cubicBezTo>
                    <a:pt x="177" y="2"/>
                    <a:pt x="172" y="0"/>
                    <a:pt x="172" y="0"/>
                  </a:cubicBezTo>
                  <a:cubicBezTo>
                    <a:pt x="172" y="4"/>
                    <a:pt x="169" y="7"/>
                    <a:pt x="164" y="8"/>
                  </a:cubicBezTo>
                  <a:cubicBezTo>
                    <a:pt x="163" y="9"/>
                    <a:pt x="163" y="11"/>
                    <a:pt x="162" y="11"/>
                  </a:cubicBezTo>
                  <a:cubicBezTo>
                    <a:pt x="159" y="15"/>
                    <a:pt x="152" y="15"/>
                    <a:pt x="149" y="19"/>
                  </a:cubicBezTo>
                  <a:cubicBezTo>
                    <a:pt x="150" y="19"/>
                    <a:pt x="150" y="20"/>
                    <a:pt x="150" y="21"/>
                  </a:cubicBezTo>
                  <a:cubicBezTo>
                    <a:pt x="150" y="20"/>
                    <a:pt x="150" y="20"/>
                    <a:pt x="150" y="20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50" y="22"/>
                    <a:pt x="149" y="21"/>
                    <a:pt x="149" y="20"/>
                  </a:cubicBezTo>
                  <a:cubicBezTo>
                    <a:pt x="147" y="21"/>
                    <a:pt x="146" y="23"/>
                    <a:pt x="144" y="24"/>
                  </a:cubicBezTo>
                  <a:cubicBezTo>
                    <a:pt x="145" y="26"/>
                    <a:pt x="143" y="24"/>
                    <a:pt x="144" y="2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3" y="27"/>
                    <a:pt x="143" y="27"/>
                    <a:pt x="141" y="25"/>
                  </a:cubicBezTo>
                  <a:cubicBezTo>
                    <a:pt x="135" y="26"/>
                    <a:pt x="130" y="30"/>
                    <a:pt x="125" y="31"/>
                  </a:cubicBezTo>
                  <a:cubicBezTo>
                    <a:pt x="119" y="33"/>
                    <a:pt x="114" y="37"/>
                    <a:pt x="108" y="39"/>
                  </a:cubicBezTo>
                  <a:cubicBezTo>
                    <a:pt x="108" y="42"/>
                    <a:pt x="106" y="41"/>
                    <a:pt x="106" y="44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5"/>
                    <a:pt x="104" y="43"/>
                    <a:pt x="103" y="42"/>
                  </a:cubicBezTo>
                  <a:cubicBezTo>
                    <a:pt x="103" y="44"/>
                    <a:pt x="102" y="43"/>
                    <a:pt x="103" y="45"/>
                  </a:cubicBezTo>
                  <a:cubicBezTo>
                    <a:pt x="103" y="46"/>
                    <a:pt x="102" y="42"/>
                    <a:pt x="101" y="43"/>
                  </a:cubicBezTo>
                  <a:cubicBezTo>
                    <a:pt x="101" y="42"/>
                    <a:pt x="101" y="44"/>
                    <a:pt x="101" y="44"/>
                  </a:cubicBezTo>
                  <a:cubicBezTo>
                    <a:pt x="100" y="46"/>
                    <a:pt x="101" y="42"/>
                    <a:pt x="99" y="41"/>
                  </a:cubicBezTo>
                  <a:cubicBezTo>
                    <a:pt x="96" y="42"/>
                    <a:pt x="94" y="45"/>
                    <a:pt x="91" y="44"/>
                  </a:cubicBezTo>
                  <a:cubicBezTo>
                    <a:pt x="91" y="44"/>
                    <a:pt x="91" y="45"/>
                    <a:pt x="91" y="45"/>
                  </a:cubicBezTo>
                  <a:cubicBezTo>
                    <a:pt x="90" y="42"/>
                    <a:pt x="90" y="46"/>
                    <a:pt x="90" y="45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88" y="43"/>
                    <a:pt x="88" y="45"/>
                    <a:pt x="86" y="44"/>
                  </a:cubicBezTo>
                  <a:cubicBezTo>
                    <a:pt x="85" y="45"/>
                    <a:pt x="84" y="42"/>
                    <a:pt x="83" y="44"/>
                  </a:cubicBezTo>
                  <a:cubicBezTo>
                    <a:pt x="83" y="43"/>
                    <a:pt x="83" y="43"/>
                    <a:pt x="82" y="43"/>
                  </a:cubicBezTo>
                  <a:cubicBezTo>
                    <a:pt x="82" y="47"/>
                    <a:pt x="80" y="42"/>
                    <a:pt x="79" y="44"/>
                  </a:cubicBezTo>
                  <a:cubicBezTo>
                    <a:pt x="79" y="44"/>
                    <a:pt x="79" y="44"/>
                    <a:pt x="79" y="44"/>
                  </a:cubicBezTo>
                  <a:cubicBezTo>
                    <a:pt x="76" y="44"/>
                    <a:pt x="73" y="43"/>
                    <a:pt x="70" y="46"/>
                  </a:cubicBezTo>
                  <a:cubicBezTo>
                    <a:pt x="68" y="46"/>
                    <a:pt x="66" y="43"/>
                    <a:pt x="64" y="4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3" y="46"/>
                    <a:pt x="64" y="45"/>
                    <a:pt x="64" y="44"/>
                  </a:cubicBezTo>
                  <a:cubicBezTo>
                    <a:pt x="63" y="46"/>
                    <a:pt x="61" y="44"/>
                    <a:pt x="60" y="44"/>
                  </a:cubicBezTo>
                  <a:cubicBezTo>
                    <a:pt x="60" y="45"/>
                    <a:pt x="60" y="45"/>
                    <a:pt x="60" y="46"/>
                  </a:cubicBezTo>
                  <a:cubicBezTo>
                    <a:pt x="59" y="43"/>
                    <a:pt x="57" y="47"/>
                    <a:pt x="55" y="45"/>
                  </a:cubicBezTo>
                  <a:cubicBezTo>
                    <a:pt x="56" y="48"/>
                    <a:pt x="55" y="47"/>
                    <a:pt x="54" y="48"/>
                  </a:cubicBezTo>
                  <a:cubicBezTo>
                    <a:pt x="54" y="47"/>
                    <a:pt x="54" y="46"/>
                    <a:pt x="54" y="46"/>
                  </a:cubicBezTo>
                  <a:cubicBezTo>
                    <a:pt x="53" y="46"/>
                    <a:pt x="52" y="46"/>
                    <a:pt x="51" y="45"/>
                  </a:cubicBezTo>
                  <a:cubicBezTo>
                    <a:pt x="51" y="46"/>
                    <a:pt x="50" y="48"/>
                    <a:pt x="50" y="47"/>
                  </a:cubicBezTo>
                  <a:cubicBezTo>
                    <a:pt x="49" y="45"/>
                    <a:pt x="48" y="47"/>
                    <a:pt x="48" y="46"/>
                  </a:cubicBezTo>
                  <a:cubicBezTo>
                    <a:pt x="48" y="48"/>
                    <a:pt x="47" y="49"/>
                    <a:pt x="46" y="49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4" y="47"/>
                    <a:pt x="42" y="44"/>
                    <a:pt x="39" y="47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6" y="47"/>
                    <a:pt x="35" y="45"/>
                    <a:pt x="32" y="47"/>
                  </a:cubicBezTo>
                  <a:cubicBezTo>
                    <a:pt x="33" y="46"/>
                    <a:pt x="30" y="45"/>
                    <a:pt x="30" y="45"/>
                  </a:cubicBezTo>
                  <a:cubicBezTo>
                    <a:pt x="29" y="46"/>
                    <a:pt x="28" y="46"/>
                    <a:pt x="27" y="48"/>
                  </a:cubicBezTo>
                  <a:cubicBezTo>
                    <a:pt x="27" y="48"/>
                    <a:pt x="27" y="46"/>
                    <a:pt x="27" y="46"/>
                  </a:cubicBezTo>
                  <a:cubicBezTo>
                    <a:pt x="26" y="45"/>
                    <a:pt x="26" y="43"/>
                    <a:pt x="25" y="45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4" y="44"/>
                    <a:pt x="22" y="46"/>
                    <a:pt x="22" y="44"/>
                  </a:cubicBezTo>
                  <a:cubicBezTo>
                    <a:pt x="21" y="45"/>
                    <a:pt x="20" y="45"/>
                    <a:pt x="20" y="46"/>
                  </a:cubicBezTo>
                  <a:cubicBezTo>
                    <a:pt x="19" y="46"/>
                    <a:pt x="20" y="44"/>
                    <a:pt x="19" y="45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9" y="42"/>
                    <a:pt x="17" y="42"/>
                    <a:pt x="15" y="42"/>
                  </a:cubicBezTo>
                  <a:cubicBezTo>
                    <a:pt x="16" y="40"/>
                    <a:pt x="13" y="41"/>
                    <a:pt x="13" y="39"/>
                  </a:cubicBezTo>
                  <a:cubicBezTo>
                    <a:pt x="12" y="40"/>
                    <a:pt x="13" y="38"/>
                    <a:pt x="10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8"/>
                    <a:pt x="11" y="37"/>
                    <a:pt x="12" y="37"/>
                  </a:cubicBezTo>
                  <a:cubicBezTo>
                    <a:pt x="12" y="37"/>
                    <a:pt x="11" y="37"/>
                    <a:pt x="11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1" y="36"/>
                    <a:pt x="11" y="36"/>
                  </a:cubicBezTo>
                  <a:cubicBezTo>
                    <a:pt x="11" y="36"/>
                    <a:pt x="11" y="36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9" y="35"/>
                    <a:pt x="12" y="34"/>
                    <a:pt x="10" y="34"/>
                  </a:cubicBezTo>
                  <a:cubicBezTo>
                    <a:pt x="10" y="34"/>
                    <a:pt x="10" y="33"/>
                    <a:pt x="11" y="32"/>
                  </a:cubicBezTo>
                  <a:cubicBezTo>
                    <a:pt x="10" y="34"/>
                    <a:pt x="10" y="32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9" y="30"/>
                    <a:pt x="5" y="31"/>
                  </a:cubicBezTo>
                  <a:cubicBezTo>
                    <a:pt x="4" y="32"/>
                    <a:pt x="9" y="31"/>
                    <a:pt x="8" y="32"/>
                  </a:cubicBezTo>
                  <a:cubicBezTo>
                    <a:pt x="5" y="32"/>
                    <a:pt x="9" y="34"/>
                    <a:pt x="6" y="3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5" y="33"/>
                    <a:pt x="5" y="33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5" y="34"/>
                    <a:pt x="3" y="35"/>
                    <a:pt x="3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1" y="36"/>
                    <a:pt x="4" y="35"/>
                    <a:pt x="4" y="36"/>
                  </a:cubicBezTo>
                  <a:cubicBezTo>
                    <a:pt x="4" y="36"/>
                    <a:pt x="1" y="36"/>
                    <a:pt x="0" y="37"/>
                  </a:cubicBezTo>
                  <a:cubicBezTo>
                    <a:pt x="1" y="38"/>
                    <a:pt x="3" y="40"/>
                    <a:pt x="2" y="42"/>
                  </a:cubicBezTo>
                  <a:cubicBezTo>
                    <a:pt x="3" y="43"/>
                    <a:pt x="4" y="44"/>
                    <a:pt x="6" y="44"/>
                  </a:cubicBezTo>
                  <a:cubicBezTo>
                    <a:pt x="6" y="44"/>
                    <a:pt x="3" y="45"/>
                    <a:pt x="5" y="45"/>
                  </a:cubicBezTo>
                  <a:cubicBezTo>
                    <a:pt x="4" y="46"/>
                    <a:pt x="3" y="47"/>
                    <a:pt x="3" y="47"/>
                  </a:cubicBezTo>
                  <a:cubicBezTo>
                    <a:pt x="4" y="47"/>
                    <a:pt x="4" y="49"/>
                    <a:pt x="5" y="46"/>
                  </a:cubicBezTo>
                  <a:cubicBezTo>
                    <a:pt x="6" y="48"/>
                    <a:pt x="7" y="49"/>
                    <a:pt x="8" y="49"/>
                  </a:cubicBezTo>
                  <a:cubicBezTo>
                    <a:pt x="8" y="49"/>
                    <a:pt x="6" y="50"/>
                    <a:pt x="6" y="51"/>
                  </a:cubicBezTo>
                  <a:cubicBezTo>
                    <a:pt x="8" y="50"/>
                    <a:pt x="9" y="50"/>
                    <a:pt x="10" y="51"/>
                  </a:cubicBezTo>
                  <a:cubicBezTo>
                    <a:pt x="11" y="50"/>
                    <a:pt x="10" y="50"/>
                    <a:pt x="11" y="48"/>
                  </a:cubicBezTo>
                  <a:cubicBezTo>
                    <a:pt x="12" y="48"/>
                    <a:pt x="12" y="48"/>
                    <a:pt x="13" y="48"/>
                  </a:cubicBezTo>
                  <a:cubicBezTo>
                    <a:pt x="12" y="49"/>
                    <a:pt x="10" y="52"/>
                    <a:pt x="11" y="52"/>
                  </a:cubicBezTo>
                  <a:cubicBezTo>
                    <a:pt x="9" y="55"/>
                    <a:pt x="10" y="51"/>
                    <a:pt x="8" y="54"/>
                  </a:cubicBezTo>
                  <a:cubicBezTo>
                    <a:pt x="7" y="55"/>
                    <a:pt x="5" y="54"/>
                    <a:pt x="6" y="53"/>
                  </a:cubicBezTo>
                  <a:cubicBezTo>
                    <a:pt x="3" y="54"/>
                    <a:pt x="6" y="54"/>
                    <a:pt x="4" y="55"/>
                  </a:cubicBezTo>
                  <a:cubicBezTo>
                    <a:pt x="5" y="56"/>
                    <a:pt x="6" y="55"/>
                    <a:pt x="8" y="55"/>
                  </a:cubicBezTo>
                  <a:cubicBezTo>
                    <a:pt x="8" y="54"/>
                    <a:pt x="8" y="54"/>
                    <a:pt x="9" y="53"/>
                  </a:cubicBezTo>
                  <a:cubicBezTo>
                    <a:pt x="11" y="52"/>
                    <a:pt x="9" y="56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7"/>
                    <a:pt x="10" y="56"/>
                    <a:pt x="11" y="57"/>
                  </a:cubicBezTo>
                  <a:cubicBezTo>
                    <a:pt x="9" y="60"/>
                    <a:pt x="9" y="56"/>
                    <a:pt x="8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1"/>
                    <a:pt x="9" y="58"/>
                    <a:pt x="10" y="59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1" y="59"/>
                    <a:pt x="11" y="57"/>
                    <a:pt x="11" y="57"/>
                  </a:cubicBezTo>
                  <a:cubicBezTo>
                    <a:pt x="13" y="55"/>
                    <a:pt x="11" y="57"/>
                    <a:pt x="13" y="57"/>
                  </a:cubicBezTo>
                  <a:cubicBezTo>
                    <a:pt x="14" y="56"/>
                    <a:pt x="12" y="57"/>
                    <a:pt x="13" y="56"/>
                  </a:cubicBezTo>
                  <a:cubicBezTo>
                    <a:pt x="14" y="54"/>
                    <a:pt x="14" y="54"/>
                    <a:pt x="15" y="54"/>
                  </a:cubicBezTo>
                  <a:cubicBezTo>
                    <a:pt x="15" y="55"/>
                    <a:pt x="14" y="56"/>
                    <a:pt x="14" y="57"/>
                  </a:cubicBezTo>
                  <a:cubicBezTo>
                    <a:pt x="14" y="58"/>
                    <a:pt x="13" y="57"/>
                    <a:pt x="14" y="57"/>
                  </a:cubicBezTo>
                  <a:cubicBezTo>
                    <a:pt x="12" y="58"/>
                    <a:pt x="12" y="60"/>
                    <a:pt x="11" y="61"/>
                  </a:cubicBezTo>
                  <a:cubicBezTo>
                    <a:pt x="11" y="62"/>
                    <a:pt x="12" y="60"/>
                    <a:pt x="13" y="60"/>
                  </a:cubicBezTo>
                  <a:cubicBezTo>
                    <a:pt x="13" y="60"/>
                    <a:pt x="14" y="58"/>
                    <a:pt x="14" y="58"/>
                  </a:cubicBezTo>
                  <a:cubicBezTo>
                    <a:pt x="17" y="54"/>
                    <a:pt x="13" y="61"/>
                    <a:pt x="15" y="61"/>
                  </a:cubicBezTo>
                  <a:cubicBezTo>
                    <a:pt x="16" y="58"/>
                    <a:pt x="18" y="58"/>
                    <a:pt x="19" y="54"/>
                  </a:cubicBezTo>
                  <a:cubicBezTo>
                    <a:pt x="19" y="54"/>
                    <a:pt x="20" y="53"/>
                    <a:pt x="20" y="54"/>
                  </a:cubicBezTo>
                  <a:cubicBezTo>
                    <a:pt x="19" y="56"/>
                    <a:pt x="20" y="56"/>
                    <a:pt x="18" y="5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7" y="61"/>
                    <a:pt x="17" y="63"/>
                    <a:pt x="17" y="64"/>
                  </a:cubicBezTo>
                  <a:cubicBezTo>
                    <a:pt x="18" y="63"/>
                    <a:pt x="18" y="62"/>
                    <a:pt x="19" y="62"/>
                  </a:cubicBezTo>
                  <a:cubicBezTo>
                    <a:pt x="18" y="62"/>
                    <a:pt x="18" y="63"/>
                    <a:pt x="19" y="64"/>
                  </a:cubicBezTo>
                  <a:cubicBezTo>
                    <a:pt x="18" y="63"/>
                    <a:pt x="20" y="61"/>
                    <a:pt x="20" y="60"/>
                  </a:cubicBezTo>
                  <a:cubicBezTo>
                    <a:pt x="21" y="61"/>
                    <a:pt x="21" y="63"/>
                    <a:pt x="20" y="63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3"/>
                    <a:pt x="19" y="65"/>
                    <a:pt x="20" y="65"/>
                  </a:cubicBezTo>
                  <a:cubicBezTo>
                    <a:pt x="20" y="64"/>
                    <a:pt x="21" y="62"/>
                    <a:pt x="22" y="61"/>
                  </a:cubicBezTo>
                  <a:cubicBezTo>
                    <a:pt x="22" y="61"/>
                    <a:pt x="22" y="62"/>
                    <a:pt x="23" y="62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22" y="63"/>
                    <a:pt x="21" y="66"/>
                    <a:pt x="22" y="66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3" y="65"/>
                    <a:pt x="23" y="65"/>
                    <a:pt x="24" y="65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4" y="65"/>
                    <a:pt x="25" y="63"/>
                    <a:pt x="25" y="65"/>
                  </a:cubicBezTo>
                  <a:cubicBezTo>
                    <a:pt x="25" y="63"/>
                    <a:pt x="24" y="65"/>
                    <a:pt x="24" y="64"/>
                  </a:cubicBezTo>
                  <a:cubicBezTo>
                    <a:pt x="24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26" y="63"/>
                    <a:pt x="26" y="64"/>
                    <a:pt x="26" y="65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6"/>
                    <a:pt x="28" y="62"/>
                    <a:pt x="28" y="64"/>
                  </a:cubicBezTo>
                  <a:cubicBezTo>
                    <a:pt x="28" y="65"/>
                    <a:pt x="27" y="66"/>
                    <a:pt x="27" y="67"/>
                  </a:cubicBezTo>
                  <a:cubicBezTo>
                    <a:pt x="28" y="64"/>
                    <a:pt x="29" y="64"/>
                    <a:pt x="30" y="62"/>
                  </a:cubicBezTo>
                  <a:cubicBezTo>
                    <a:pt x="30" y="63"/>
                    <a:pt x="28" y="65"/>
                    <a:pt x="28" y="67"/>
                  </a:cubicBezTo>
                  <a:cubicBezTo>
                    <a:pt x="29" y="65"/>
                    <a:pt x="29" y="69"/>
                    <a:pt x="30" y="66"/>
                  </a:cubicBezTo>
                  <a:cubicBezTo>
                    <a:pt x="30" y="65"/>
                    <a:pt x="31" y="64"/>
                    <a:pt x="31" y="63"/>
                  </a:cubicBezTo>
                  <a:cubicBezTo>
                    <a:pt x="32" y="64"/>
                    <a:pt x="31" y="64"/>
                    <a:pt x="31" y="66"/>
                  </a:cubicBezTo>
                  <a:cubicBezTo>
                    <a:pt x="32" y="65"/>
                    <a:pt x="32" y="63"/>
                    <a:pt x="32" y="62"/>
                  </a:cubicBezTo>
                  <a:cubicBezTo>
                    <a:pt x="32" y="63"/>
                    <a:pt x="33" y="61"/>
                    <a:pt x="34" y="62"/>
                  </a:cubicBezTo>
                  <a:cubicBezTo>
                    <a:pt x="33" y="64"/>
                    <a:pt x="32" y="63"/>
                    <a:pt x="33" y="64"/>
                  </a:cubicBezTo>
                  <a:cubicBezTo>
                    <a:pt x="34" y="65"/>
                    <a:pt x="34" y="60"/>
                    <a:pt x="35" y="60"/>
                  </a:cubicBezTo>
                  <a:cubicBezTo>
                    <a:pt x="35" y="59"/>
                    <a:pt x="36" y="56"/>
                    <a:pt x="36" y="55"/>
                  </a:cubicBezTo>
                  <a:cubicBezTo>
                    <a:pt x="37" y="56"/>
                    <a:pt x="36" y="56"/>
                    <a:pt x="36" y="58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6" y="61"/>
                    <a:pt x="34" y="63"/>
                    <a:pt x="34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5" y="65"/>
                    <a:pt x="34" y="66"/>
                    <a:pt x="34" y="67"/>
                  </a:cubicBezTo>
                  <a:cubicBezTo>
                    <a:pt x="35" y="65"/>
                    <a:pt x="36" y="67"/>
                    <a:pt x="36" y="66"/>
                  </a:cubicBezTo>
                  <a:cubicBezTo>
                    <a:pt x="36" y="65"/>
                    <a:pt x="35" y="67"/>
                    <a:pt x="36" y="65"/>
                  </a:cubicBezTo>
                  <a:cubicBezTo>
                    <a:pt x="36" y="65"/>
                    <a:pt x="37" y="62"/>
                    <a:pt x="37" y="63"/>
                  </a:cubicBezTo>
                  <a:cubicBezTo>
                    <a:pt x="37" y="65"/>
                    <a:pt x="37" y="66"/>
                    <a:pt x="37" y="67"/>
                  </a:cubicBezTo>
                  <a:cubicBezTo>
                    <a:pt x="37" y="68"/>
                    <a:pt x="37" y="65"/>
                    <a:pt x="38" y="66"/>
                  </a:cubicBezTo>
                  <a:cubicBezTo>
                    <a:pt x="38" y="67"/>
                    <a:pt x="38" y="67"/>
                    <a:pt x="38" y="67"/>
                  </a:cubicBezTo>
                  <a:cubicBezTo>
                    <a:pt x="40" y="68"/>
                    <a:pt x="42" y="67"/>
                    <a:pt x="45" y="63"/>
                  </a:cubicBezTo>
                  <a:cubicBezTo>
                    <a:pt x="45" y="65"/>
                    <a:pt x="45" y="65"/>
                    <a:pt x="46" y="67"/>
                  </a:cubicBezTo>
                  <a:cubicBezTo>
                    <a:pt x="46" y="66"/>
                    <a:pt x="46" y="65"/>
                    <a:pt x="47" y="6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8" y="68"/>
                    <a:pt x="49" y="66"/>
                    <a:pt x="49" y="65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50" y="68"/>
                    <a:pt x="50" y="65"/>
                    <a:pt x="50" y="65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1" y="64"/>
                    <a:pt x="52" y="65"/>
                    <a:pt x="52" y="67"/>
                  </a:cubicBezTo>
                  <a:cubicBezTo>
                    <a:pt x="52" y="66"/>
                    <a:pt x="52" y="66"/>
                    <a:pt x="52" y="65"/>
                  </a:cubicBezTo>
                  <a:cubicBezTo>
                    <a:pt x="52" y="67"/>
                    <a:pt x="54" y="67"/>
                    <a:pt x="55" y="66"/>
                  </a:cubicBezTo>
                  <a:cubicBezTo>
                    <a:pt x="54" y="65"/>
                    <a:pt x="54" y="65"/>
                    <a:pt x="54" y="63"/>
                  </a:cubicBezTo>
                  <a:cubicBezTo>
                    <a:pt x="54" y="61"/>
                    <a:pt x="55" y="64"/>
                    <a:pt x="55" y="62"/>
                  </a:cubicBezTo>
                  <a:cubicBezTo>
                    <a:pt x="55" y="63"/>
                    <a:pt x="55" y="64"/>
                    <a:pt x="55" y="65"/>
                  </a:cubicBezTo>
                  <a:cubicBezTo>
                    <a:pt x="56" y="68"/>
                    <a:pt x="58" y="65"/>
                    <a:pt x="59" y="66"/>
                  </a:cubicBezTo>
                  <a:cubicBezTo>
                    <a:pt x="60" y="65"/>
                    <a:pt x="60" y="65"/>
                    <a:pt x="60" y="65"/>
                  </a:cubicBezTo>
                  <a:cubicBezTo>
                    <a:pt x="61" y="67"/>
                    <a:pt x="62" y="64"/>
                    <a:pt x="63" y="65"/>
                  </a:cubicBezTo>
                  <a:cubicBezTo>
                    <a:pt x="63" y="65"/>
                    <a:pt x="63" y="62"/>
                    <a:pt x="64" y="62"/>
                  </a:cubicBezTo>
                  <a:cubicBezTo>
                    <a:pt x="64" y="60"/>
                    <a:pt x="64" y="64"/>
                    <a:pt x="65" y="66"/>
                  </a:cubicBezTo>
                  <a:cubicBezTo>
                    <a:pt x="65" y="65"/>
                    <a:pt x="65" y="64"/>
                    <a:pt x="66" y="64"/>
                  </a:cubicBezTo>
                  <a:cubicBezTo>
                    <a:pt x="66" y="65"/>
                    <a:pt x="66" y="65"/>
                    <a:pt x="66" y="65"/>
                  </a:cubicBezTo>
                  <a:cubicBezTo>
                    <a:pt x="66" y="64"/>
                    <a:pt x="67" y="63"/>
                    <a:pt x="67" y="64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7" y="64"/>
                    <a:pt x="68" y="66"/>
                    <a:pt x="68" y="65"/>
                  </a:cubicBezTo>
                  <a:cubicBezTo>
                    <a:pt x="68" y="64"/>
                    <a:pt x="69" y="65"/>
                    <a:pt x="69" y="63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9" y="62"/>
                    <a:pt x="69" y="62"/>
                    <a:pt x="69" y="62"/>
                  </a:cubicBezTo>
                  <a:cubicBezTo>
                    <a:pt x="70" y="63"/>
                    <a:pt x="70" y="63"/>
                    <a:pt x="70" y="63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71" y="66"/>
                    <a:pt x="70" y="63"/>
                    <a:pt x="70" y="62"/>
                  </a:cubicBezTo>
                  <a:cubicBezTo>
                    <a:pt x="71" y="61"/>
                    <a:pt x="71" y="63"/>
                    <a:pt x="71" y="63"/>
                  </a:cubicBezTo>
                  <a:cubicBezTo>
                    <a:pt x="71" y="64"/>
                    <a:pt x="71" y="63"/>
                    <a:pt x="71" y="63"/>
                  </a:cubicBezTo>
                  <a:cubicBezTo>
                    <a:pt x="70" y="65"/>
                    <a:pt x="71" y="64"/>
                    <a:pt x="71" y="65"/>
                  </a:cubicBezTo>
                  <a:cubicBezTo>
                    <a:pt x="71" y="65"/>
                    <a:pt x="71" y="63"/>
                    <a:pt x="72" y="63"/>
                  </a:cubicBezTo>
                  <a:cubicBezTo>
                    <a:pt x="72" y="63"/>
                    <a:pt x="73" y="63"/>
                    <a:pt x="73" y="65"/>
                  </a:cubicBezTo>
                  <a:cubicBezTo>
                    <a:pt x="73" y="64"/>
                    <a:pt x="73" y="64"/>
                    <a:pt x="73" y="63"/>
                  </a:cubicBezTo>
                  <a:cubicBezTo>
                    <a:pt x="73" y="63"/>
                    <a:pt x="73" y="62"/>
                    <a:pt x="72" y="61"/>
                  </a:cubicBezTo>
                  <a:cubicBezTo>
                    <a:pt x="73" y="61"/>
                    <a:pt x="73" y="61"/>
                    <a:pt x="73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3" y="61"/>
                    <a:pt x="74" y="62"/>
                    <a:pt x="74" y="60"/>
                  </a:cubicBezTo>
                  <a:cubicBezTo>
                    <a:pt x="74" y="62"/>
                    <a:pt x="74" y="62"/>
                    <a:pt x="74" y="62"/>
                  </a:cubicBezTo>
                  <a:cubicBezTo>
                    <a:pt x="74" y="61"/>
                    <a:pt x="75" y="61"/>
                    <a:pt x="75" y="61"/>
                  </a:cubicBezTo>
                  <a:cubicBezTo>
                    <a:pt x="75" y="62"/>
                    <a:pt x="75" y="64"/>
                    <a:pt x="76" y="65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77" y="63"/>
                    <a:pt x="77" y="63"/>
                    <a:pt x="77" y="64"/>
                  </a:cubicBezTo>
                  <a:cubicBezTo>
                    <a:pt x="78" y="65"/>
                    <a:pt x="78" y="59"/>
                    <a:pt x="79" y="61"/>
                  </a:cubicBezTo>
                  <a:cubicBezTo>
                    <a:pt x="79" y="63"/>
                    <a:pt x="79" y="63"/>
                    <a:pt x="80" y="64"/>
                  </a:cubicBezTo>
                  <a:cubicBezTo>
                    <a:pt x="80" y="63"/>
                    <a:pt x="80" y="63"/>
                    <a:pt x="80" y="62"/>
                  </a:cubicBezTo>
                  <a:cubicBezTo>
                    <a:pt x="80" y="61"/>
                    <a:pt x="80" y="64"/>
                    <a:pt x="79" y="63"/>
                  </a:cubicBezTo>
                  <a:cubicBezTo>
                    <a:pt x="79" y="61"/>
                    <a:pt x="80" y="62"/>
                    <a:pt x="80" y="61"/>
                  </a:cubicBezTo>
                  <a:cubicBezTo>
                    <a:pt x="81" y="66"/>
                    <a:pt x="83" y="62"/>
                    <a:pt x="84" y="64"/>
                  </a:cubicBezTo>
                  <a:cubicBezTo>
                    <a:pt x="84" y="61"/>
                    <a:pt x="85" y="63"/>
                    <a:pt x="85" y="62"/>
                  </a:cubicBezTo>
                  <a:cubicBezTo>
                    <a:pt x="85" y="65"/>
                    <a:pt x="86" y="62"/>
                    <a:pt x="86" y="63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7" y="62"/>
                    <a:pt x="87" y="57"/>
                    <a:pt x="88" y="60"/>
                  </a:cubicBezTo>
                  <a:cubicBezTo>
                    <a:pt x="88" y="60"/>
                    <a:pt x="88" y="61"/>
                    <a:pt x="88" y="62"/>
                  </a:cubicBezTo>
                  <a:cubicBezTo>
                    <a:pt x="89" y="65"/>
                    <a:pt x="89" y="59"/>
                    <a:pt x="90" y="62"/>
                  </a:cubicBezTo>
                  <a:cubicBezTo>
                    <a:pt x="90" y="61"/>
                    <a:pt x="89" y="60"/>
                    <a:pt x="90" y="59"/>
                  </a:cubicBezTo>
                  <a:cubicBezTo>
                    <a:pt x="91" y="60"/>
                    <a:pt x="92" y="61"/>
                    <a:pt x="92" y="62"/>
                  </a:cubicBezTo>
                  <a:cubicBezTo>
                    <a:pt x="92" y="61"/>
                    <a:pt x="92" y="60"/>
                    <a:pt x="92" y="61"/>
                  </a:cubicBezTo>
                  <a:cubicBezTo>
                    <a:pt x="93" y="62"/>
                    <a:pt x="92" y="62"/>
                    <a:pt x="92" y="62"/>
                  </a:cubicBezTo>
                  <a:cubicBezTo>
                    <a:pt x="93" y="63"/>
                    <a:pt x="93" y="61"/>
                    <a:pt x="94" y="60"/>
                  </a:cubicBezTo>
                  <a:cubicBezTo>
                    <a:pt x="94" y="62"/>
                    <a:pt x="95" y="61"/>
                    <a:pt x="96" y="62"/>
                  </a:cubicBezTo>
                  <a:cubicBezTo>
                    <a:pt x="96" y="60"/>
                    <a:pt x="98" y="63"/>
                    <a:pt x="97" y="60"/>
                  </a:cubicBezTo>
                  <a:cubicBezTo>
                    <a:pt x="98" y="61"/>
                    <a:pt x="98" y="61"/>
                    <a:pt x="98" y="61"/>
                  </a:cubicBezTo>
                  <a:cubicBezTo>
                    <a:pt x="98" y="60"/>
                    <a:pt x="98" y="58"/>
                    <a:pt x="98" y="58"/>
                  </a:cubicBezTo>
                  <a:cubicBezTo>
                    <a:pt x="98" y="60"/>
                    <a:pt x="98" y="60"/>
                    <a:pt x="98" y="60"/>
                  </a:cubicBezTo>
                  <a:cubicBezTo>
                    <a:pt x="99" y="62"/>
                    <a:pt x="99" y="60"/>
                    <a:pt x="100" y="61"/>
                  </a:cubicBezTo>
                  <a:cubicBezTo>
                    <a:pt x="99" y="59"/>
                    <a:pt x="100" y="61"/>
                    <a:pt x="100" y="60"/>
                  </a:cubicBezTo>
                  <a:cubicBezTo>
                    <a:pt x="100" y="59"/>
                    <a:pt x="100" y="59"/>
                    <a:pt x="100" y="59"/>
                  </a:cubicBezTo>
                  <a:cubicBezTo>
                    <a:pt x="101" y="58"/>
                    <a:pt x="100" y="58"/>
                    <a:pt x="101" y="57"/>
                  </a:cubicBezTo>
                  <a:cubicBezTo>
                    <a:pt x="101" y="57"/>
                    <a:pt x="101" y="60"/>
                    <a:pt x="101" y="59"/>
                  </a:cubicBezTo>
                  <a:cubicBezTo>
                    <a:pt x="102" y="60"/>
                    <a:pt x="102" y="60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2" y="59"/>
                    <a:pt x="102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2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3" y="59"/>
                    <a:pt x="103" y="59"/>
                    <a:pt x="103" y="60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59"/>
                    <a:pt x="104" y="59"/>
                  </a:cubicBezTo>
                  <a:cubicBezTo>
                    <a:pt x="106" y="60"/>
                    <a:pt x="108" y="58"/>
                    <a:pt x="108" y="57"/>
                  </a:cubicBezTo>
                  <a:cubicBezTo>
                    <a:pt x="108" y="57"/>
                    <a:pt x="108" y="58"/>
                    <a:pt x="108" y="58"/>
                  </a:cubicBezTo>
                  <a:cubicBezTo>
                    <a:pt x="108" y="57"/>
                    <a:pt x="108" y="56"/>
                    <a:pt x="109" y="57"/>
                  </a:cubicBezTo>
                  <a:cubicBezTo>
                    <a:pt x="109" y="56"/>
                    <a:pt x="109" y="58"/>
                    <a:pt x="110" y="58"/>
                  </a:cubicBezTo>
                  <a:cubicBezTo>
                    <a:pt x="110" y="58"/>
                    <a:pt x="110" y="56"/>
                    <a:pt x="109" y="56"/>
                  </a:cubicBezTo>
                  <a:cubicBezTo>
                    <a:pt x="111" y="59"/>
                    <a:pt x="111" y="55"/>
                    <a:pt x="113" y="56"/>
                  </a:cubicBezTo>
                  <a:cubicBezTo>
                    <a:pt x="113" y="56"/>
                    <a:pt x="113" y="57"/>
                    <a:pt x="113" y="57"/>
                  </a:cubicBezTo>
                  <a:cubicBezTo>
                    <a:pt x="114" y="56"/>
                    <a:pt x="114" y="55"/>
                    <a:pt x="115" y="53"/>
                  </a:cubicBezTo>
                  <a:cubicBezTo>
                    <a:pt x="115" y="55"/>
                    <a:pt x="115" y="55"/>
                    <a:pt x="115" y="55"/>
                  </a:cubicBezTo>
                  <a:cubicBezTo>
                    <a:pt x="115" y="55"/>
                    <a:pt x="116" y="55"/>
                    <a:pt x="116" y="54"/>
                  </a:cubicBezTo>
                  <a:cubicBezTo>
                    <a:pt x="115" y="52"/>
                    <a:pt x="116" y="51"/>
                    <a:pt x="116" y="51"/>
                  </a:cubicBezTo>
                  <a:cubicBezTo>
                    <a:pt x="116" y="51"/>
                    <a:pt x="116" y="51"/>
                    <a:pt x="116" y="51"/>
                  </a:cubicBezTo>
                  <a:cubicBezTo>
                    <a:pt x="117" y="50"/>
                    <a:pt x="117" y="50"/>
                    <a:pt x="117" y="50"/>
                  </a:cubicBezTo>
                  <a:cubicBezTo>
                    <a:pt x="118" y="51"/>
                    <a:pt x="117" y="51"/>
                    <a:pt x="117" y="52"/>
                  </a:cubicBezTo>
                  <a:cubicBezTo>
                    <a:pt x="118" y="54"/>
                    <a:pt x="119" y="53"/>
                    <a:pt x="119" y="53"/>
                  </a:cubicBezTo>
                  <a:cubicBezTo>
                    <a:pt x="119" y="51"/>
                    <a:pt x="119" y="51"/>
                    <a:pt x="119" y="51"/>
                  </a:cubicBezTo>
                  <a:cubicBezTo>
                    <a:pt x="120" y="51"/>
                    <a:pt x="120" y="53"/>
                    <a:pt x="120" y="53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0" y="48"/>
                    <a:pt x="121" y="50"/>
                    <a:pt x="121" y="51"/>
                  </a:cubicBezTo>
                  <a:cubicBezTo>
                    <a:pt x="122" y="50"/>
                    <a:pt x="122" y="47"/>
                    <a:pt x="122" y="45"/>
                  </a:cubicBezTo>
                  <a:cubicBezTo>
                    <a:pt x="122" y="46"/>
                    <a:pt x="123" y="44"/>
                    <a:pt x="123" y="44"/>
                  </a:cubicBezTo>
                  <a:cubicBezTo>
                    <a:pt x="124" y="45"/>
                    <a:pt x="123" y="44"/>
                    <a:pt x="123" y="45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3" y="47"/>
                    <a:pt x="125" y="49"/>
                    <a:pt x="125" y="50"/>
                  </a:cubicBezTo>
                  <a:cubicBezTo>
                    <a:pt x="125" y="49"/>
                    <a:pt x="126" y="49"/>
                    <a:pt x="127" y="50"/>
                  </a:cubicBezTo>
                  <a:cubicBezTo>
                    <a:pt x="126" y="47"/>
                    <a:pt x="128" y="48"/>
                    <a:pt x="127" y="45"/>
                  </a:cubicBezTo>
                  <a:cubicBezTo>
                    <a:pt x="128" y="45"/>
                    <a:pt x="128" y="47"/>
                    <a:pt x="129" y="48"/>
                  </a:cubicBezTo>
                  <a:cubicBezTo>
                    <a:pt x="129" y="46"/>
                    <a:pt x="131" y="47"/>
                    <a:pt x="131" y="46"/>
                  </a:cubicBezTo>
                  <a:cubicBezTo>
                    <a:pt x="131" y="47"/>
                    <a:pt x="131" y="47"/>
                    <a:pt x="131" y="47"/>
                  </a:cubicBezTo>
                  <a:cubicBezTo>
                    <a:pt x="132" y="46"/>
                    <a:pt x="134" y="46"/>
                    <a:pt x="133" y="43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5" y="45"/>
                    <a:pt x="133" y="42"/>
                    <a:pt x="134" y="43"/>
                  </a:cubicBezTo>
                  <a:cubicBezTo>
                    <a:pt x="135" y="44"/>
                    <a:pt x="135" y="44"/>
                    <a:pt x="135" y="44"/>
                  </a:cubicBezTo>
                  <a:cubicBezTo>
                    <a:pt x="135" y="43"/>
                    <a:pt x="136" y="45"/>
                    <a:pt x="136" y="43"/>
                  </a:cubicBezTo>
                  <a:cubicBezTo>
                    <a:pt x="136" y="44"/>
                    <a:pt x="136" y="44"/>
                    <a:pt x="136" y="44"/>
                  </a:cubicBezTo>
                  <a:cubicBezTo>
                    <a:pt x="137" y="43"/>
                    <a:pt x="138" y="43"/>
                    <a:pt x="137" y="41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139" y="44"/>
                    <a:pt x="138" y="41"/>
                    <a:pt x="139" y="41"/>
                  </a:cubicBezTo>
                  <a:cubicBezTo>
                    <a:pt x="139" y="42"/>
                    <a:pt x="140" y="42"/>
                    <a:pt x="139" y="42"/>
                  </a:cubicBezTo>
                  <a:cubicBezTo>
                    <a:pt x="139" y="41"/>
                    <a:pt x="140" y="41"/>
                    <a:pt x="140" y="40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5" y="41"/>
                    <a:pt x="148" y="39"/>
                    <a:pt x="150" y="36"/>
                  </a:cubicBezTo>
                  <a:cubicBezTo>
                    <a:pt x="152" y="38"/>
                    <a:pt x="150" y="38"/>
                    <a:pt x="151" y="39"/>
                  </a:cubicBezTo>
                  <a:cubicBezTo>
                    <a:pt x="150" y="37"/>
                    <a:pt x="151" y="38"/>
                    <a:pt x="152" y="37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52" y="37"/>
                    <a:pt x="153" y="38"/>
                    <a:pt x="153" y="37"/>
                  </a:cubicBezTo>
                  <a:cubicBezTo>
                    <a:pt x="153" y="37"/>
                    <a:pt x="153" y="37"/>
                    <a:pt x="153" y="37"/>
                  </a:cubicBezTo>
                  <a:cubicBezTo>
                    <a:pt x="153" y="35"/>
                    <a:pt x="155" y="38"/>
                    <a:pt x="154" y="36"/>
                  </a:cubicBezTo>
                  <a:cubicBezTo>
                    <a:pt x="155" y="37"/>
                    <a:pt x="155" y="37"/>
                    <a:pt x="155" y="37"/>
                  </a:cubicBezTo>
                  <a:cubicBezTo>
                    <a:pt x="154" y="35"/>
                    <a:pt x="156" y="37"/>
                    <a:pt x="156" y="35"/>
                  </a:cubicBezTo>
                  <a:cubicBezTo>
                    <a:pt x="156" y="36"/>
                    <a:pt x="156" y="36"/>
                    <a:pt x="156" y="36"/>
                  </a:cubicBezTo>
                  <a:cubicBezTo>
                    <a:pt x="157" y="36"/>
                    <a:pt x="156" y="32"/>
                    <a:pt x="157" y="34"/>
                  </a:cubicBezTo>
                  <a:cubicBezTo>
                    <a:pt x="157" y="33"/>
                    <a:pt x="158" y="32"/>
                    <a:pt x="157" y="31"/>
                  </a:cubicBezTo>
                  <a:cubicBezTo>
                    <a:pt x="158" y="33"/>
                    <a:pt x="158" y="33"/>
                    <a:pt x="158" y="33"/>
                  </a:cubicBezTo>
                  <a:cubicBezTo>
                    <a:pt x="160" y="30"/>
                    <a:pt x="163" y="29"/>
                    <a:pt x="162" y="26"/>
                  </a:cubicBezTo>
                  <a:cubicBezTo>
                    <a:pt x="163" y="27"/>
                    <a:pt x="163" y="27"/>
                    <a:pt x="163" y="27"/>
                  </a:cubicBezTo>
                  <a:cubicBezTo>
                    <a:pt x="163" y="24"/>
                    <a:pt x="167" y="27"/>
                    <a:pt x="165" y="23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6" y="23"/>
                    <a:pt x="166" y="23"/>
                    <a:pt x="166" y="23"/>
                  </a:cubicBezTo>
                  <a:cubicBezTo>
                    <a:pt x="165" y="21"/>
                    <a:pt x="167" y="21"/>
                    <a:pt x="166" y="20"/>
                  </a:cubicBezTo>
                  <a:cubicBezTo>
                    <a:pt x="166" y="21"/>
                    <a:pt x="166" y="21"/>
                    <a:pt x="167" y="21"/>
                  </a:cubicBezTo>
                  <a:cubicBezTo>
                    <a:pt x="167" y="21"/>
                    <a:pt x="166" y="19"/>
                    <a:pt x="167" y="19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71" y="20"/>
                    <a:pt x="176" y="17"/>
                    <a:pt x="174" y="13"/>
                  </a:cubicBezTo>
                  <a:cubicBezTo>
                    <a:pt x="174" y="12"/>
                    <a:pt x="177" y="14"/>
                    <a:pt x="177" y="14"/>
                  </a:cubicBezTo>
                  <a:cubicBezTo>
                    <a:pt x="175" y="10"/>
                    <a:pt x="181" y="9"/>
                    <a:pt x="177" y="5"/>
                  </a:cubicBezTo>
                  <a:close/>
                  <a:moveTo>
                    <a:pt x="10" y="32"/>
                  </a:moveTo>
                  <a:cubicBezTo>
                    <a:pt x="10" y="32"/>
                    <a:pt x="10" y="32"/>
                    <a:pt x="10" y="31"/>
                  </a:cubicBezTo>
                  <a:cubicBezTo>
                    <a:pt x="10" y="32"/>
                    <a:pt x="10" y="32"/>
                    <a:pt x="10" y="32"/>
                  </a:cubicBezTo>
                  <a:close/>
                  <a:moveTo>
                    <a:pt x="6" y="35"/>
                  </a:moveTo>
                  <a:cubicBezTo>
                    <a:pt x="6" y="35"/>
                    <a:pt x="6" y="35"/>
                    <a:pt x="5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6" y="34"/>
                    <a:pt x="6" y="35"/>
                    <a:pt x="6" y="35"/>
                  </a:cubicBezTo>
                  <a:close/>
                  <a:moveTo>
                    <a:pt x="10" y="35"/>
                  </a:moveTo>
                  <a:cubicBezTo>
                    <a:pt x="10" y="35"/>
                    <a:pt x="10" y="35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lose/>
                  <a:moveTo>
                    <a:pt x="9" y="32"/>
                  </a:moveTo>
                  <a:cubicBezTo>
                    <a:pt x="9" y="33"/>
                    <a:pt x="8" y="33"/>
                    <a:pt x="8" y="33"/>
                  </a:cubicBezTo>
                  <a:cubicBezTo>
                    <a:pt x="9" y="31"/>
                    <a:pt x="10" y="31"/>
                    <a:pt x="10" y="32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9" y="34"/>
                    <a:pt x="9" y="32"/>
                  </a:cubicBezTo>
                  <a:close/>
                  <a:moveTo>
                    <a:pt x="7" y="35"/>
                  </a:moveTo>
                  <a:cubicBezTo>
                    <a:pt x="7" y="35"/>
                    <a:pt x="7" y="34"/>
                    <a:pt x="7" y="34"/>
                  </a:cubicBezTo>
                  <a:cubicBezTo>
                    <a:pt x="7" y="34"/>
                    <a:pt x="7" y="34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lose/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6"/>
                    <a:pt x="9" y="35"/>
                    <a:pt x="9" y="35"/>
                  </a:cubicBezTo>
                  <a:cubicBezTo>
                    <a:pt x="9" y="35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9" y="36"/>
                    <a:pt x="8" y="36"/>
                    <a:pt x="7" y="35"/>
                  </a:cubicBezTo>
                  <a:close/>
                  <a:moveTo>
                    <a:pt x="9" y="36"/>
                  </a:move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10" y="36"/>
                    <a:pt x="10" y="37"/>
                  </a:cubicBezTo>
                  <a:cubicBezTo>
                    <a:pt x="10" y="36"/>
                    <a:pt x="9" y="36"/>
                    <a:pt x="9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0" name="Freeform 435"/>
            <p:cNvSpPr/>
            <p:nvPr>
              <p:custDataLst>
                <p:tags r:id="rId33"/>
              </p:custDataLst>
            </p:nvPr>
          </p:nvSpPr>
          <p:spPr bwMode="auto">
            <a:xfrm>
              <a:off x="3712" y="2809"/>
              <a:ext cx="4" cy="2"/>
            </a:xfrm>
            <a:custGeom>
              <a:avLst/>
              <a:gdLst>
                <a:gd name="T0" fmla="*/ 1 w 2"/>
                <a:gd name="T1" fmla="*/ 0 h 1"/>
                <a:gd name="T2" fmla="*/ 0 w 2"/>
                <a:gd name="T3" fmla="*/ 1 h 1"/>
                <a:gd name="T4" fmla="*/ 2 w 2"/>
                <a:gd name="T5" fmla="*/ 0 h 1"/>
                <a:gd name="T6" fmla="*/ 1 w 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2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1" name="Freeform 436"/>
            <p:cNvSpPr>
              <a:spLocks noEditPoints="1"/>
            </p:cNvSpPr>
            <p:nvPr>
              <p:custDataLst>
                <p:tags r:id="rId34"/>
              </p:custDataLst>
            </p:nvPr>
          </p:nvSpPr>
          <p:spPr bwMode="auto">
            <a:xfrm>
              <a:off x="3434" y="1624"/>
              <a:ext cx="862" cy="1213"/>
            </a:xfrm>
            <a:custGeom>
              <a:avLst/>
              <a:gdLst>
                <a:gd name="T0" fmla="*/ 172 w 406"/>
                <a:gd name="T1" fmla="*/ 570 h 572"/>
                <a:gd name="T2" fmla="*/ 205 w 406"/>
                <a:gd name="T3" fmla="*/ 568 h 572"/>
                <a:gd name="T4" fmla="*/ 239 w 406"/>
                <a:gd name="T5" fmla="*/ 564 h 572"/>
                <a:gd name="T6" fmla="*/ 281 w 406"/>
                <a:gd name="T7" fmla="*/ 547 h 572"/>
                <a:gd name="T8" fmla="*/ 300 w 406"/>
                <a:gd name="T9" fmla="*/ 522 h 572"/>
                <a:gd name="T10" fmla="*/ 204 w 406"/>
                <a:gd name="T11" fmla="*/ 395 h 572"/>
                <a:gd name="T12" fmla="*/ 207 w 406"/>
                <a:gd name="T13" fmla="*/ 339 h 572"/>
                <a:gd name="T14" fmla="*/ 214 w 406"/>
                <a:gd name="T15" fmla="*/ 279 h 572"/>
                <a:gd name="T16" fmla="*/ 177 w 406"/>
                <a:gd name="T17" fmla="*/ 304 h 572"/>
                <a:gd name="T18" fmla="*/ 184 w 406"/>
                <a:gd name="T19" fmla="*/ 298 h 572"/>
                <a:gd name="T20" fmla="*/ 197 w 406"/>
                <a:gd name="T21" fmla="*/ 321 h 572"/>
                <a:gd name="T22" fmla="*/ 186 w 406"/>
                <a:gd name="T23" fmla="*/ 337 h 572"/>
                <a:gd name="T24" fmla="*/ 190 w 406"/>
                <a:gd name="T25" fmla="*/ 347 h 572"/>
                <a:gd name="T26" fmla="*/ 189 w 406"/>
                <a:gd name="T27" fmla="*/ 365 h 572"/>
                <a:gd name="T28" fmla="*/ 189 w 406"/>
                <a:gd name="T29" fmla="*/ 382 h 572"/>
                <a:gd name="T30" fmla="*/ 194 w 406"/>
                <a:gd name="T31" fmla="*/ 401 h 572"/>
                <a:gd name="T32" fmla="*/ 198 w 406"/>
                <a:gd name="T33" fmla="*/ 426 h 572"/>
                <a:gd name="T34" fmla="*/ 92 w 406"/>
                <a:gd name="T35" fmla="*/ 277 h 572"/>
                <a:gd name="T36" fmla="*/ 68 w 406"/>
                <a:gd name="T37" fmla="*/ 218 h 572"/>
                <a:gd name="T38" fmla="*/ 189 w 406"/>
                <a:gd name="T39" fmla="*/ 198 h 572"/>
                <a:gd name="T40" fmla="*/ 299 w 406"/>
                <a:gd name="T41" fmla="*/ 279 h 572"/>
                <a:gd name="T42" fmla="*/ 240 w 406"/>
                <a:gd name="T43" fmla="*/ 425 h 572"/>
                <a:gd name="T44" fmla="*/ 250 w 406"/>
                <a:gd name="T45" fmla="*/ 401 h 572"/>
                <a:gd name="T46" fmla="*/ 257 w 406"/>
                <a:gd name="T47" fmla="*/ 380 h 572"/>
                <a:gd name="T48" fmla="*/ 262 w 406"/>
                <a:gd name="T49" fmla="*/ 342 h 572"/>
                <a:gd name="T50" fmla="*/ 279 w 406"/>
                <a:gd name="T51" fmla="*/ 305 h 572"/>
                <a:gd name="T52" fmla="*/ 323 w 406"/>
                <a:gd name="T53" fmla="*/ 287 h 572"/>
                <a:gd name="T54" fmla="*/ 345 w 406"/>
                <a:gd name="T55" fmla="*/ 231 h 572"/>
                <a:gd name="T56" fmla="*/ 313 w 406"/>
                <a:gd name="T57" fmla="*/ 163 h 572"/>
                <a:gd name="T58" fmla="*/ 199 w 406"/>
                <a:gd name="T59" fmla="*/ 120 h 572"/>
                <a:gd name="T60" fmla="*/ 99 w 406"/>
                <a:gd name="T61" fmla="*/ 189 h 572"/>
                <a:gd name="T62" fmla="*/ 67 w 406"/>
                <a:gd name="T63" fmla="*/ 156 h 572"/>
                <a:gd name="T64" fmla="*/ 18 w 406"/>
                <a:gd name="T65" fmla="*/ 247 h 572"/>
                <a:gd name="T66" fmla="*/ 17 w 406"/>
                <a:gd name="T67" fmla="*/ 216 h 572"/>
                <a:gd name="T68" fmla="*/ 18 w 406"/>
                <a:gd name="T69" fmla="*/ 212 h 572"/>
                <a:gd name="T70" fmla="*/ 18 w 406"/>
                <a:gd name="T71" fmla="*/ 213 h 572"/>
                <a:gd name="T72" fmla="*/ 20 w 406"/>
                <a:gd name="T73" fmla="*/ 216 h 572"/>
                <a:gd name="T74" fmla="*/ 36 w 406"/>
                <a:gd name="T75" fmla="*/ 256 h 572"/>
                <a:gd name="T76" fmla="*/ 80 w 406"/>
                <a:gd name="T77" fmla="*/ 293 h 572"/>
                <a:gd name="T78" fmla="*/ 143 w 406"/>
                <a:gd name="T79" fmla="*/ 304 h 572"/>
                <a:gd name="T80" fmla="*/ 162 w 406"/>
                <a:gd name="T81" fmla="*/ 375 h 572"/>
                <a:gd name="T82" fmla="*/ 177 w 406"/>
                <a:gd name="T83" fmla="*/ 504 h 572"/>
                <a:gd name="T84" fmla="*/ 192 w 406"/>
                <a:gd name="T85" fmla="*/ 530 h 572"/>
                <a:gd name="T86" fmla="*/ 191 w 406"/>
                <a:gd name="T87" fmla="*/ 504 h 572"/>
                <a:gd name="T88" fmla="*/ 192 w 406"/>
                <a:gd name="T89" fmla="*/ 486 h 572"/>
                <a:gd name="T90" fmla="*/ 194 w 406"/>
                <a:gd name="T91" fmla="*/ 451 h 572"/>
                <a:gd name="T92" fmla="*/ 220 w 406"/>
                <a:gd name="T93" fmla="*/ 447 h 572"/>
                <a:gd name="T94" fmla="*/ 240 w 406"/>
                <a:gd name="T95" fmla="*/ 469 h 572"/>
                <a:gd name="T96" fmla="*/ 247 w 406"/>
                <a:gd name="T97" fmla="*/ 543 h 572"/>
                <a:gd name="T98" fmla="*/ 146 w 406"/>
                <a:gd name="T99" fmla="*/ 545 h 572"/>
                <a:gd name="T100" fmla="*/ 137 w 406"/>
                <a:gd name="T101" fmla="*/ 524 h 572"/>
                <a:gd name="T102" fmla="*/ 130 w 406"/>
                <a:gd name="T103" fmla="*/ 553 h 572"/>
                <a:gd name="T104" fmla="*/ 193 w 406"/>
                <a:gd name="T105" fmla="*/ 309 h 572"/>
                <a:gd name="T106" fmla="*/ 196 w 406"/>
                <a:gd name="T107" fmla="*/ 303 h 572"/>
                <a:gd name="T108" fmla="*/ 209 w 406"/>
                <a:gd name="T109" fmla="*/ 295 h 572"/>
                <a:gd name="T110" fmla="*/ 218 w 406"/>
                <a:gd name="T111" fmla="*/ 301 h 572"/>
                <a:gd name="T112" fmla="*/ 221 w 406"/>
                <a:gd name="T113" fmla="*/ 307 h 572"/>
                <a:gd name="T114" fmla="*/ 211 w 406"/>
                <a:gd name="T115" fmla="*/ 310 h 572"/>
                <a:gd name="T116" fmla="*/ 222 w 406"/>
                <a:gd name="T117" fmla="*/ 307 h 572"/>
                <a:gd name="T118" fmla="*/ 191 w 406"/>
                <a:gd name="T119" fmla="*/ 185 h 572"/>
                <a:gd name="T120" fmla="*/ 63 w 406"/>
                <a:gd name="T121" fmla="*/ 186 h 572"/>
                <a:gd name="T122" fmla="*/ 22 w 406"/>
                <a:gd name="T123" fmla="*/ 214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6" h="572">
                  <a:moveTo>
                    <a:pt x="135" y="564"/>
                  </a:moveTo>
                  <a:cubicBezTo>
                    <a:pt x="136" y="564"/>
                    <a:pt x="137" y="565"/>
                    <a:pt x="137" y="564"/>
                  </a:cubicBezTo>
                  <a:cubicBezTo>
                    <a:pt x="137" y="565"/>
                    <a:pt x="137" y="565"/>
                    <a:pt x="137" y="565"/>
                  </a:cubicBezTo>
                  <a:cubicBezTo>
                    <a:pt x="138" y="565"/>
                    <a:pt x="140" y="563"/>
                    <a:pt x="139" y="566"/>
                  </a:cubicBezTo>
                  <a:cubicBezTo>
                    <a:pt x="140" y="563"/>
                    <a:pt x="139" y="565"/>
                    <a:pt x="138" y="564"/>
                  </a:cubicBezTo>
                  <a:cubicBezTo>
                    <a:pt x="139" y="562"/>
                    <a:pt x="140" y="563"/>
                    <a:pt x="141" y="562"/>
                  </a:cubicBezTo>
                  <a:cubicBezTo>
                    <a:pt x="139" y="565"/>
                    <a:pt x="142" y="563"/>
                    <a:pt x="142" y="564"/>
                  </a:cubicBezTo>
                  <a:cubicBezTo>
                    <a:pt x="142" y="565"/>
                    <a:pt x="142" y="565"/>
                    <a:pt x="142" y="566"/>
                  </a:cubicBezTo>
                  <a:cubicBezTo>
                    <a:pt x="143" y="564"/>
                    <a:pt x="143" y="564"/>
                    <a:pt x="143" y="564"/>
                  </a:cubicBezTo>
                  <a:cubicBezTo>
                    <a:pt x="142" y="568"/>
                    <a:pt x="145" y="564"/>
                    <a:pt x="145" y="566"/>
                  </a:cubicBezTo>
                  <a:cubicBezTo>
                    <a:pt x="144" y="566"/>
                    <a:pt x="144" y="568"/>
                    <a:pt x="144" y="569"/>
                  </a:cubicBezTo>
                  <a:cubicBezTo>
                    <a:pt x="144" y="566"/>
                    <a:pt x="146" y="566"/>
                    <a:pt x="147" y="564"/>
                  </a:cubicBezTo>
                  <a:cubicBezTo>
                    <a:pt x="148" y="565"/>
                    <a:pt x="145" y="567"/>
                    <a:pt x="145" y="569"/>
                  </a:cubicBezTo>
                  <a:cubicBezTo>
                    <a:pt x="146" y="567"/>
                    <a:pt x="146" y="571"/>
                    <a:pt x="147" y="568"/>
                  </a:cubicBezTo>
                  <a:cubicBezTo>
                    <a:pt x="147" y="567"/>
                    <a:pt x="148" y="567"/>
                    <a:pt x="149" y="566"/>
                  </a:cubicBezTo>
                  <a:cubicBezTo>
                    <a:pt x="150" y="566"/>
                    <a:pt x="148" y="567"/>
                    <a:pt x="148" y="568"/>
                  </a:cubicBezTo>
                  <a:cubicBezTo>
                    <a:pt x="149" y="568"/>
                    <a:pt x="150" y="566"/>
                    <a:pt x="150" y="565"/>
                  </a:cubicBezTo>
                  <a:cubicBezTo>
                    <a:pt x="150" y="566"/>
                    <a:pt x="152" y="564"/>
                    <a:pt x="152" y="565"/>
                  </a:cubicBezTo>
                  <a:cubicBezTo>
                    <a:pt x="152" y="567"/>
                    <a:pt x="150" y="566"/>
                    <a:pt x="150" y="567"/>
                  </a:cubicBezTo>
                  <a:cubicBezTo>
                    <a:pt x="152" y="568"/>
                    <a:pt x="152" y="563"/>
                    <a:pt x="154" y="563"/>
                  </a:cubicBezTo>
                  <a:cubicBezTo>
                    <a:pt x="153" y="562"/>
                    <a:pt x="155" y="559"/>
                    <a:pt x="155" y="558"/>
                  </a:cubicBezTo>
                  <a:cubicBezTo>
                    <a:pt x="157" y="560"/>
                    <a:pt x="155" y="559"/>
                    <a:pt x="155" y="561"/>
                  </a:cubicBezTo>
                  <a:cubicBezTo>
                    <a:pt x="155" y="561"/>
                    <a:pt x="155" y="561"/>
                    <a:pt x="155" y="561"/>
                  </a:cubicBezTo>
                  <a:cubicBezTo>
                    <a:pt x="155" y="564"/>
                    <a:pt x="152" y="566"/>
                    <a:pt x="153" y="568"/>
                  </a:cubicBezTo>
                  <a:cubicBezTo>
                    <a:pt x="154" y="567"/>
                    <a:pt x="154" y="567"/>
                    <a:pt x="154" y="567"/>
                  </a:cubicBezTo>
                  <a:cubicBezTo>
                    <a:pt x="153" y="568"/>
                    <a:pt x="153" y="569"/>
                    <a:pt x="153" y="570"/>
                  </a:cubicBezTo>
                  <a:cubicBezTo>
                    <a:pt x="153" y="568"/>
                    <a:pt x="154" y="570"/>
                    <a:pt x="155" y="570"/>
                  </a:cubicBezTo>
                  <a:cubicBezTo>
                    <a:pt x="155" y="568"/>
                    <a:pt x="154" y="570"/>
                    <a:pt x="154" y="569"/>
                  </a:cubicBezTo>
                  <a:cubicBezTo>
                    <a:pt x="155" y="568"/>
                    <a:pt x="156" y="566"/>
                    <a:pt x="157" y="567"/>
                  </a:cubicBezTo>
                  <a:cubicBezTo>
                    <a:pt x="156" y="568"/>
                    <a:pt x="157" y="569"/>
                    <a:pt x="156" y="570"/>
                  </a:cubicBezTo>
                  <a:cubicBezTo>
                    <a:pt x="157" y="571"/>
                    <a:pt x="157" y="568"/>
                    <a:pt x="157" y="569"/>
                  </a:cubicBezTo>
                  <a:cubicBezTo>
                    <a:pt x="157" y="570"/>
                    <a:pt x="157" y="570"/>
                    <a:pt x="157" y="570"/>
                  </a:cubicBezTo>
                  <a:cubicBezTo>
                    <a:pt x="160" y="571"/>
                    <a:pt x="164" y="571"/>
                    <a:pt x="166" y="567"/>
                  </a:cubicBezTo>
                  <a:cubicBezTo>
                    <a:pt x="166" y="569"/>
                    <a:pt x="167" y="569"/>
                    <a:pt x="169" y="570"/>
                  </a:cubicBezTo>
                  <a:cubicBezTo>
                    <a:pt x="168" y="570"/>
                    <a:pt x="169" y="569"/>
                    <a:pt x="169" y="568"/>
                  </a:cubicBezTo>
                  <a:cubicBezTo>
                    <a:pt x="170" y="570"/>
                    <a:pt x="170" y="570"/>
                    <a:pt x="170" y="570"/>
                  </a:cubicBezTo>
                  <a:cubicBezTo>
                    <a:pt x="170" y="572"/>
                    <a:pt x="172" y="570"/>
                    <a:pt x="172" y="569"/>
                  </a:cubicBezTo>
                  <a:cubicBezTo>
                    <a:pt x="172" y="570"/>
                    <a:pt x="172" y="570"/>
                    <a:pt x="172" y="570"/>
                  </a:cubicBezTo>
                  <a:cubicBezTo>
                    <a:pt x="173" y="571"/>
                    <a:pt x="173" y="569"/>
                    <a:pt x="173" y="568"/>
                  </a:cubicBezTo>
                  <a:cubicBezTo>
                    <a:pt x="174" y="570"/>
                    <a:pt x="174" y="570"/>
                    <a:pt x="174" y="570"/>
                  </a:cubicBezTo>
                  <a:cubicBezTo>
                    <a:pt x="174" y="569"/>
                    <a:pt x="174" y="569"/>
                    <a:pt x="174" y="569"/>
                  </a:cubicBezTo>
                  <a:cubicBezTo>
                    <a:pt x="174" y="568"/>
                    <a:pt x="175" y="568"/>
                    <a:pt x="175" y="570"/>
                  </a:cubicBezTo>
                  <a:cubicBezTo>
                    <a:pt x="175" y="570"/>
                    <a:pt x="176" y="569"/>
                    <a:pt x="175" y="569"/>
                  </a:cubicBezTo>
                  <a:cubicBezTo>
                    <a:pt x="176" y="570"/>
                    <a:pt x="178" y="570"/>
                    <a:pt x="179" y="569"/>
                  </a:cubicBezTo>
                  <a:cubicBezTo>
                    <a:pt x="178" y="569"/>
                    <a:pt x="178" y="568"/>
                    <a:pt x="178" y="567"/>
                  </a:cubicBezTo>
                  <a:cubicBezTo>
                    <a:pt x="178" y="564"/>
                    <a:pt x="179" y="567"/>
                    <a:pt x="179" y="566"/>
                  </a:cubicBezTo>
                  <a:cubicBezTo>
                    <a:pt x="179" y="567"/>
                    <a:pt x="180" y="567"/>
                    <a:pt x="179" y="568"/>
                  </a:cubicBezTo>
                  <a:cubicBezTo>
                    <a:pt x="181" y="571"/>
                    <a:pt x="183" y="569"/>
                    <a:pt x="184" y="569"/>
                  </a:cubicBezTo>
                  <a:cubicBezTo>
                    <a:pt x="185" y="568"/>
                    <a:pt x="185" y="568"/>
                    <a:pt x="185" y="568"/>
                  </a:cubicBezTo>
                  <a:cubicBezTo>
                    <a:pt x="186" y="570"/>
                    <a:pt x="188" y="568"/>
                    <a:pt x="189" y="569"/>
                  </a:cubicBezTo>
                  <a:cubicBezTo>
                    <a:pt x="189" y="568"/>
                    <a:pt x="189" y="565"/>
                    <a:pt x="190" y="565"/>
                  </a:cubicBezTo>
                  <a:cubicBezTo>
                    <a:pt x="190" y="563"/>
                    <a:pt x="190" y="567"/>
                    <a:pt x="191" y="569"/>
                  </a:cubicBezTo>
                  <a:cubicBezTo>
                    <a:pt x="191" y="568"/>
                    <a:pt x="192" y="567"/>
                    <a:pt x="192" y="567"/>
                  </a:cubicBezTo>
                  <a:cubicBezTo>
                    <a:pt x="192" y="568"/>
                    <a:pt x="192" y="568"/>
                    <a:pt x="192" y="568"/>
                  </a:cubicBezTo>
                  <a:cubicBezTo>
                    <a:pt x="192" y="567"/>
                    <a:pt x="193" y="566"/>
                    <a:pt x="194" y="567"/>
                  </a:cubicBezTo>
                  <a:cubicBezTo>
                    <a:pt x="194" y="567"/>
                    <a:pt x="194" y="567"/>
                    <a:pt x="194" y="567"/>
                  </a:cubicBezTo>
                  <a:cubicBezTo>
                    <a:pt x="194" y="567"/>
                    <a:pt x="195" y="569"/>
                    <a:pt x="195" y="568"/>
                  </a:cubicBezTo>
                  <a:cubicBezTo>
                    <a:pt x="195" y="567"/>
                    <a:pt x="196" y="568"/>
                    <a:pt x="196" y="566"/>
                  </a:cubicBezTo>
                  <a:cubicBezTo>
                    <a:pt x="197" y="567"/>
                    <a:pt x="197" y="567"/>
                    <a:pt x="197" y="567"/>
                  </a:cubicBezTo>
                  <a:cubicBezTo>
                    <a:pt x="197" y="565"/>
                    <a:pt x="197" y="565"/>
                    <a:pt x="197" y="565"/>
                  </a:cubicBezTo>
                  <a:cubicBezTo>
                    <a:pt x="197" y="566"/>
                    <a:pt x="197" y="566"/>
                    <a:pt x="197" y="566"/>
                  </a:cubicBezTo>
                  <a:cubicBezTo>
                    <a:pt x="197" y="568"/>
                    <a:pt x="197" y="568"/>
                    <a:pt x="197" y="568"/>
                  </a:cubicBezTo>
                  <a:cubicBezTo>
                    <a:pt x="198" y="569"/>
                    <a:pt x="197" y="566"/>
                    <a:pt x="198" y="565"/>
                  </a:cubicBezTo>
                  <a:cubicBezTo>
                    <a:pt x="198" y="564"/>
                    <a:pt x="198" y="566"/>
                    <a:pt x="199" y="566"/>
                  </a:cubicBezTo>
                  <a:cubicBezTo>
                    <a:pt x="198" y="567"/>
                    <a:pt x="198" y="566"/>
                    <a:pt x="198" y="566"/>
                  </a:cubicBezTo>
                  <a:cubicBezTo>
                    <a:pt x="198" y="568"/>
                    <a:pt x="198" y="567"/>
                    <a:pt x="199" y="568"/>
                  </a:cubicBezTo>
                  <a:cubicBezTo>
                    <a:pt x="199" y="568"/>
                    <a:pt x="199" y="566"/>
                    <a:pt x="199" y="566"/>
                  </a:cubicBezTo>
                  <a:cubicBezTo>
                    <a:pt x="200" y="566"/>
                    <a:pt x="201" y="566"/>
                    <a:pt x="200" y="568"/>
                  </a:cubicBezTo>
                  <a:cubicBezTo>
                    <a:pt x="201" y="567"/>
                    <a:pt x="201" y="567"/>
                    <a:pt x="201" y="566"/>
                  </a:cubicBezTo>
                  <a:cubicBezTo>
                    <a:pt x="201" y="566"/>
                    <a:pt x="200" y="565"/>
                    <a:pt x="200" y="564"/>
                  </a:cubicBezTo>
                  <a:cubicBezTo>
                    <a:pt x="201" y="564"/>
                    <a:pt x="201" y="564"/>
                    <a:pt x="201" y="564"/>
                  </a:cubicBezTo>
                  <a:cubicBezTo>
                    <a:pt x="201" y="565"/>
                    <a:pt x="201" y="565"/>
                    <a:pt x="201" y="565"/>
                  </a:cubicBezTo>
                  <a:cubicBezTo>
                    <a:pt x="201" y="564"/>
                    <a:pt x="202" y="565"/>
                    <a:pt x="202" y="563"/>
                  </a:cubicBezTo>
                  <a:cubicBezTo>
                    <a:pt x="202" y="565"/>
                    <a:pt x="202" y="565"/>
                    <a:pt x="202" y="565"/>
                  </a:cubicBezTo>
                  <a:cubicBezTo>
                    <a:pt x="203" y="564"/>
                    <a:pt x="203" y="564"/>
                    <a:pt x="204" y="564"/>
                  </a:cubicBezTo>
                  <a:cubicBezTo>
                    <a:pt x="204" y="566"/>
                    <a:pt x="204" y="568"/>
                    <a:pt x="205" y="568"/>
                  </a:cubicBezTo>
                  <a:cubicBezTo>
                    <a:pt x="205" y="566"/>
                    <a:pt x="205" y="566"/>
                    <a:pt x="205" y="566"/>
                  </a:cubicBezTo>
                  <a:cubicBezTo>
                    <a:pt x="206" y="566"/>
                    <a:pt x="206" y="566"/>
                    <a:pt x="206" y="567"/>
                  </a:cubicBezTo>
                  <a:cubicBezTo>
                    <a:pt x="207" y="568"/>
                    <a:pt x="207" y="562"/>
                    <a:pt x="209" y="564"/>
                  </a:cubicBezTo>
                  <a:cubicBezTo>
                    <a:pt x="208" y="566"/>
                    <a:pt x="209" y="566"/>
                    <a:pt x="209" y="567"/>
                  </a:cubicBezTo>
                  <a:cubicBezTo>
                    <a:pt x="209" y="566"/>
                    <a:pt x="209" y="566"/>
                    <a:pt x="209" y="566"/>
                  </a:cubicBezTo>
                  <a:cubicBezTo>
                    <a:pt x="209" y="565"/>
                    <a:pt x="209" y="567"/>
                    <a:pt x="209" y="566"/>
                  </a:cubicBezTo>
                  <a:cubicBezTo>
                    <a:pt x="208" y="564"/>
                    <a:pt x="209" y="565"/>
                    <a:pt x="209" y="564"/>
                  </a:cubicBezTo>
                  <a:cubicBezTo>
                    <a:pt x="211" y="569"/>
                    <a:pt x="213" y="565"/>
                    <a:pt x="215" y="567"/>
                  </a:cubicBezTo>
                  <a:cubicBezTo>
                    <a:pt x="215" y="565"/>
                    <a:pt x="216" y="567"/>
                    <a:pt x="216" y="566"/>
                  </a:cubicBezTo>
                  <a:cubicBezTo>
                    <a:pt x="216" y="568"/>
                    <a:pt x="217" y="565"/>
                    <a:pt x="217" y="567"/>
                  </a:cubicBezTo>
                  <a:cubicBezTo>
                    <a:pt x="217" y="564"/>
                    <a:pt x="217" y="564"/>
                    <a:pt x="217" y="564"/>
                  </a:cubicBezTo>
                  <a:cubicBezTo>
                    <a:pt x="218" y="566"/>
                    <a:pt x="218" y="560"/>
                    <a:pt x="219" y="563"/>
                  </a:cubicBezTo>
                  <a:cubicBezTo>
                    <a:pt x="220" y="564"/>
                    <a:pt x="219" y="565"/>
                    <a:pt x="219" y="565"/>
                  </a:cubicBezTo>
                  <a:cubicBezTo>
                    <a:pt x="220" y="568"/>
                    <a:pt x="221" y="563"/>
                    <a:pt x="222" y="566"/>
                  </a:cubicBezTo>
                  <a:cubicBezTo>
                    <a:pt x="222" y="565"/>
                    <a:pt x="221" y="563"/>
                    <a:pt x="222" y="562"/>
                  </a:cubicBezTo>
                  <a:cubicBezTo>
                    <a:pt x="223" y="563"/>
                    <a:pt x="224" y="565"/>
                    <a:pt x="224" y="565"/>
                  </a:cubicBezTo>
                  <a:cubicBezTo>
                    <a:pt x="224" y="565"/>
                    <a:pt x="224" y="564"/>
                    <a:pt x="225" y="565"/>
                  </a:cubicBezTo>
                  <a:cubicBezTo>
                    <a:pt x="225" y="565"/>
                    <a:pt x="225" y="565"/>
                    <a:pt x="225" y="566"/>
                  </a:cubicBezTo>
                  <a:cubicBezTo>
                    <a:pt x="226" y="566"/>
                    <a:pt x="226" y="565"/>
                    <a:pt x="227" y="564"/>
                  </a:cubicBezTo>
                  <a:cubicBezTo>
                    <a:pt x="227" y="566"/>
                    <a:pt x="229" y="565"/>
                    <a:pt x="230" y="566"/>
                  </a:cubicBezTo>
                  <a:cubicBezTo>
                    <a:pt x="230" y="563"/>
                    <a:pt x="231" y="567"/>
                    <a:pt x="231" y="564"/>
                  </a:cubicBezTo>
                  <a:cubicBezTo>
                    <a:pt x="231" y="564"/>
                    <a:pt x="231" y="564"/>
                    <a:pt x="231" y="564"/>
                  </a:cubicBezTo>
                  <a:cubicBezTo>
                    <a:pt x="232" y="564"/>
                    <a:pt x="232" y="562"/>
                    <a:pt x="232" y="561"/>
                  </a:cubicBezTo>
                  <a:cubicBezTo>
                    <a:pt x="232" y="563"/>
                    <a:pt x="232" y="563"/>
                    <a:pt x="232" y="563"/>
                  </a:cubicBezTo>
                  <a:cubicBezTo>
                    <a:pt x="232" y="566"/>
                    <a:pt x="234" y="564"/>
                    <a:pt x="234" y="565"/>
                  </a:cubicBezTo>
                  <a:cubicBezTo>
                    <a:pt x="233" y="563"/>
                    <a:pt x="234" y="565"/>
                    <a:pt x="234" y="563"/>
                  </a:cubicBezTo>
                  <a:cubicBezTo>
                    <a:pt x="235" y="563"/>
                    <a:pt x="235" y="563"/>
                    <a:pt x="235" y="563"/>
                  </a:cubicBezTo>
                  <a:cubicBezTo>
                    <a:pt x="235" y="562"/>
                    <a:pt x="235" y="562"/>
                    <a:pt x="236" y="561"/>
                  </a:cubicBezTo>
                  <a:cubicBezTo>
                    <a:pt x="236" y="561"/>
                    <a:pt x="236" y="564"/>
                    <a:pt x="236" y="563"/>
                  </a:cubicBezTo>
                  <a:cubicBezTo>
                    <a:pt x="237" y="564"/>
                    <a:pt x="237" y="564"/>
                    <a:pt x="237" y="563"/>
                  </a:cubicBezTo>
                  <a:cubicBezTo>
                    <a:pt x="237" y="563"/>
                    <a:pt x="237" y="563"/>
                    <a:pt x="237" y="563"/>
                  </a:cubicBezTo>
                  <a:cubicBezTo>
                    <a:pt x="237" y="563"/>
                    <a:pt x="237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3"/>
                    <a:pt x="238" y="563"/>
                    <a:pt x="238" y="563"/>
                  </a:cubicBezTo>
                  <a:cubicBezTo>
                    <a:pt x="238" y="564"/>
                    <a:pt x="238" y="563"/>
                    <a:pt x="238" y="563"/>
                  </a:cubicBezTo>
                  <a:cubicBezTo>
                    <a:pt x="238" y="563"/>
                    <a:pt x="239" y="563"/>
                    <a:pt x="239" y="564"/>
                  </a:cubicBezTo>
                  <a:cubicBezTo>
                    <a:pt x="239" y="565"/>
                    <a:pt x="239" y="565"/>
                    <a:pt x="239" y="565"/>
                  </a:cubicBezTo>
                  <a:cubicBezTo>
                    <a:pt x="239" y="565"/>
                    <a:pt x="240" y="563"/>
                    <a:pt x="240" y="563"/>
                  </a:cubicBezTo>
                  <a:cubicBezTo>
                    <a:pt x="242" y="564"/>
                    <a:pt x="244" y="562"/>
                    <a:pt x="245" y="561"/>
                  </a:cubicBezTo>
                  <a:cubicBezTo>
                    <a:pt x="244" y="561"/>
                    <a:pt x="244" y="562"/>
                    <a:pt x="244" y="562"/>
                  </a:cubicBezTo>
                  <a:cubicBezTo>
                    <a:pt x="245" y="561"/>
                    <a:pt x="245" y="560"/>
                    <a:pt x="245" y="561"/>
                  </a:cubicBezTo>
                  <a:cubicBezTo>
                    <a:pt x="246" y="560"/>
                    <a:pt x="246" y="562"/>
                    <a:pt x="247" y="562"/>
                  </a:cubicBezTo>
                  <a:cubicBezTo>
                    <a:pt x="247" y="562"/>
                    <a:pt x="247" y="560"/>
                    <a:pt x="247" y="561"/>
                  </a:cubicBezTo>
                  <a:cubicBezTo>
                    <a:pt x="248" y="563"/>
                    <a:pt x="249" y="559"/>
                    <a:pt x="251" y="560"/>
                  </a:cubicBezTo>
                  <a:cubicBezTo>
                    <a:pt x="251" y="560"/>
                    <a:pt x="251" y="561"/>
                    <a:pt x="251" y="561"/>
                  </a:cubicBezTo>
                  <a:cubicBezTo>
                    <a:pt x="252" y="560"/>
                    <a:pt x="253" y="560"/>
                    <a:pt x="253" y="558"/>
                  </a:cubicBezTo>
                  <a:cubicBezTo>
                    <a:pt x="253" y="559"/>
                    <a:pt x="253" y="559"/>
                    <a:pt x="253" y="559"/>
                  </a:cubicBezTo>
                  <a:cubicBezTo>
                    <a:pt x="254" y="559"/>
                    <a:pt x="255" y="559"/>
                    <a:pt x="255" y="557"/>
                  </a:cubicBezTo>
                  <a:cubicBezTo>
                    <a:pt x="254" y="557"/>
                    <a:pt x="255" y="558"/>
                    <a:pt x="255" y="558"/>
                  </a:cubicBezTo>
                  <a:cubicBezTo>
                    <a:pt x="254" y="557"/>
                    <a:pt x="255" y="555"/>
                    <a:pt x="255" y="555"/>
                  </a:cubicBezTo>
                  <a:cubicBezTo>
                    <a:pt x="255" y="556"/>
                    <a:pt x="255" y="556"/>
                    <a:pt x="255" y="556"/>
                  </a:cubicBezTo>
                  <a:cubicBezTo>
                    <a:pt x="256" y="555"/>
                    <a:pt x="256" y="555"/>
                    <a:pt x="257" y="554"/>
                  </a:cubicBezTo>
                  <a:cubicBezTo>
                    <a:pt x="257" y="555"/>
                    <a:pt x="256" y="555"/>
                    <a:pt x="257" y="556"/>
                  </a:cubicBezTo>
                  <a:cubicBezTo>
                    <a:pt x="257" y="558"/>
                    <a:pt x="259" y="557"/>
                    <a:pt x="259" y="557"/>
                  </a:cubicBezTo>
                  <a:cubicBezTo>
                    <a:pt x="259" y="555"/>
                    <a:pt x="259" y="555"/>
                    <a:pt x="259" y="555"/>
                  </a:cubicBezTo>
                  <a:cubicBezTo>
                    <a:pt x="260" y="555"/>
                    <a:pt x="260" y="557"/>
                    <a:pt x="260" y="557"/>
                  </a:cubicBezTo>
                  <a:cubicBezTo>
                    <a:pt x="261" y="551"/>
                    <a:pt x="261" y="551"/>
                    <a:pt x="261" y="551"/>
                  </a:cubicBezTo>
                  <a:cubicBezTo>
                    <a:pt x="260" y="552"/>
                    <a:pt x="262" y="553"/>
                    <a:pt x="261" y="555"/>
                  </a:cubicBezTo>
                  <a:cubicBezTo>
                    <a:pt x="263" y="554"/>
                    <a:pt x="263" y="551"/>
                    <a:pt x="263" y="549"/>
                  </a:cubicBezTo>
                  <a:cubicBezTo>
                    <a:pt x="263" y="550"/>
                    <a:pt x="264" y="548"/>
                    <a:pt x="265" y="548"/>
                  </a:cubicBezTo>
                  <a:cubicBezTo>
                    <a:pt x="265" y="549"/>
                    <a:pt x="264" y="548"/>
                    <a:pt x="264" y="549"/>
                  </a:cubicBezTo>
                  <a:cubicBezTo>
                    <a:pt x="266" y="550"/>
                    <a:pt x="266" y="550"/>
                    <a:pt x="266" y="550"/>
                  </a:cubicBezTo>
                  <a:cubicBezTo>
                    <a:pt x="265" y="551"/>
                    <a:pt x="266" y="553"/>
                    <a:pt x="266" y="554"/>
                  </a:cubicBezTo>
                  <a:cubicBezTo>
                    <a:pt x="266" y="553"/>
                    <a:pt x="268" y="553"/>
                    <a:pt x="269" y="553"/>
                  </a:cubicBezTo>
                  <a:cubicBezTo>
                    <a:pt x="268" y="551"/>
                    <a:pt x="270" y="552"/>
                    <a:pt x="270" y="549"/>
                  </a:cubicBezTo>
                  <a:cubicBezTo>
                    <a:pt x="271" y="549"/>
                    <a:pt x="271" y="551"/>
                    <a:pt x="271" y="552"/>
                  </a:cubicBezTo>
                  <a:cubicBezTo>
                    <a:pt x="272" y="550"/>
                    <a:pt x="274" y="550"/>
                    <a:pt x="275" y="550"/>
                  </a:cubicBezTo>
                  <a:cubicBezTo>
                    <a:pt x="275" y="550"/>
                    <a:pt x="275" y="550"/>
                    <a:pt x="275" y="550"/>
                  </a:cubicBezTo>
                  <a:cubicBezTo>
                    <a:pt x="275" y="549"/>
                    <a:pt x="277" y="549"/>
                    <a:pt x="277" y="547"/>
                  </a:cubicBezTo>
                  <a:cubicBezTo>
                    <a:pt x="278" y="548"/>
                    <a:pt x="278" y="548"/>
                    <a:pt x="278" y="548"/>
                  </a:cubicBezTo>
                  <a:cubicBezTo>
                    <a:pt x="279" y="549"/>
                    <a:pt x="277" y="545"/>
                    <a:pt x="278" y="546"/>
                  </a:cubicBezTo>
                  <a:cubicBezTo>
                    <a:pt x="279" y="547"/>
                    <a:pt x="279" y="547"/>
                    <a:pt x="279" y="547"/>
                  </a:cubicBezTo>
                  <a:cubicBezTo>
                    <a:pt x="279" y="546"/>
                    <a:pt x="281" y="548"/>
                    <a:pt x="281" y="546"/>
                  </a:cubicBezTo>
                  <a:cubicBezTo>
                    <a:pt x="281" y="547"/>
                    <a:pt x="281" y="547"/>
                    <a:pt x="281" y="547"/>
                  </a:cubicBezTo>
                  <a:cubicBezTo>
                    <a:pt x="281" y="546"/>
                    <a:pt x="282" y="546"/>
                    <a:pt x="282" y="544"/>
                  </a:cubicBezTo>
                  <a:cubicBezTo>
                    <a:pt x="283" y="546"/>
                    <a:pt x="283" y="546"/>
                    <a:pt x="283" y="546"/>
                  </a:cubicBezTo>
                  <a:cubicBezTo>
                    <a:pt x="284" y="547"/>
                    <a:pt x="283" y="544"/>
                    <a:pt x="284" y="544"/>
                  </a:cubicBezTo>
                  <a:cubicBezTo>
                    <a:pt x="284" y="544"/>
                    <a:pt x="285" y="545"/>
                    <a:pt x="285" y="545"/>
                  </a:cubicBezTo>
                  <a:cubicBezTo>
                    <a:pt x="285" y="544"/>
                    <a:pt x="286" y="544"/>
                    <a:pt x="286" y="543"/>
                  </a:cubicBezTo>
                  <a:cubicBezTo>
                    <a:pt x="288" y="545"/>
                    <a:pt x="288" y="545"/>
                    <a:pt x="288" y="545"/>
                  </a:cubicBezTo>
                  <a:cubicBezTo>
                    <a:pt x="291" y="543"/>
                    <a:pt x="295" y="541"/>
                    <a:pt x="298" y="537"/>
                  </a:cubicBezTo>
                  <a:cubicBezTo>
                    <a:pt x="300" y="539"/>
                    <a:pt x="298" y="539"/>
                    <a:pt x="299" y="540"/>
                  </a:cubicBezTo>
                  <a:cubicBezTo>
                    <a:pt x="298" y="538"/>
                    <a:pt x="299" y="539"/>
                    <a:pt x="300" y="538"/>
                  </a:cubicBezTo>
                  <a:cubicBezTo>
                    <a:pt x="300" y="538"/>
                    <a:pt x="300" y="538"/>
                    <a:pt x="300" y="538"/>
                  </a:cubicBezTo>
                  <a:cubicBezTo>
                    <a:pt x="300" y="538"/>
                    <a:pt x="301" y="539"/>
                    <a:pt x="302" y="538"/>
                  </a:cubicBezTo>
                  <a:cubicBezTo>
                    <a:pt x="301" y="537"/>
                    <a:pt x="301" y="537"/>
                    <a:pt x="301" y="537"/>
                  </a:cubicBezTo>
                  <a:cubicBezTo>
                    <a:pt x="301" y="536"/>
                    <a:pt x="304" y="539"/>
                    <a:pt x="303" y="536"/>
                  </a:cubicBezTo>
                  <a:cubicBezTo>
                    <a:pt x="304" y="537"/>
                    <a:pt x="304" y="537"/>
                    <a:pt x="304" y="537"/>
                  </a:cubicBezTo>
                  <a:cubicBezTo>
                    <a:pt x="303" y="535"/>
                    <a:pt x="305" y="538"/>
                    <a:pt x="305" y="535"/>
                  </a:cubicBezTo>
                  <a:cubicBezTo>
                    <a:pt x="305" y="536"/>
                    <a:pt x="305" y="536"/>
                    <a:pt x="305" y="536"/>
                  </a:cubicBezTo>
                  <a:cubicBezTo>
                    <a:pt x="306" y="536"/>
                    <a:pt x="305" y="532"/>
                    <a:pt x="306" y="534"/>
                  </a:cubicBezTo>
                  <a:cubicBezTo>
                    <a:pt x="307" y="533"/>
                    <a:pt x="307" y="532"/>
                    <a:pt x="306" y="530"/>
                  </a:cubicBezTo>
                  <a:cubicBezTo>
                    <a:pt x="308" y="533"/>
                    <a:pt x="308" y="533"/>
                    <a:pt x="308" y="533"/>
                  </a:cubicBezTo>
                  <a:cubicBezTo>
                    <a:pt x="310" y="530"/>
                    <a:pt x="313" y="528"/>
                    <a:pt x="314" y="524"/>
                  </a:cubicBezTo>
                  <a:cubicBezTo>
                    <a:pt x="314" y="525"/>
                    <a:pt x="314" y="525"/>
                    <a:pt x="314" y="525"/>
                  </a:cubicBezTo>
                  <a:cubicBezTo>
                    <a:pt x="314" y="522"/>
                    <a:pt x="319" y="525"/>
                    <a:pt x="317" y="521"/>
                  </a:cubicBezTo>
                  <a:cubicBezTo>
                    <a:pt x="316" y="519"/>
                    <a:pt x="316" y="519"/>
                    <a:pt x="316" y="519"/>
                  </a:cubicBezTo>
                  <a:cubicBezTo>
                    <a:pt x="318" y="520"/>
                    <a:pt x="318" y="520"/>
                    <a:pt x="318" y="520"/>
                  </a:cubicBezTo>
                  <a:cubicBezTo>
                    <a:pt x="317" y="519"/>
                    <a:pt x="319" y="519"/>
                    <a:pt x="318" y="518"/>
                  </a:cubicBezTo>
                  <a:cubicBezTo>
                    <a:pt x="318" y="518"/>
                    <a:pt x="318" y="519"/>
                    <a:pt x="319" y="519"/>
                  </a:cubicBezTo>
                  <a:cubicBezTo>
                    <a:pt x="320" y="519"/>
                    <a:pt x="318" y="516"/>
                    <a:pt x="319" y="516"/>
                  </a:cubicBezTo>
                  <a:cubicBezTo>
                    <a:pt x="320" y="517"/>
                    <a:pt x="320" y="517"/>
                    <a:pt x="320" y="517"/>
                  </a:cubicBezTo>
                  <a:cubicBezTo>
                    <a:pt x="324" y="517"/>
                    <a:pt x="329" y="511"/>
                    <a:pt x="325" y="508"/>
                  </a:cubicBezTo>
                  <a:cubicBezTo>
                    <a:pt x="324" y="507"/>
                    <a:pt x="327" y="507"/>
                    <a:pt x="327" y="507"/>
                  </a:cubicBezTo>
                  <a:cubicBezTo>
                    <a:pt x="323" y="505"/>
                    <a:pt x="324" y="499"/>
                    <a:pt x="317" y="501"/>
                  </a:cubicBezTo>
                  <a:cubicBezTo>
                    <a:pt x="315" y="501"/>
                    <a:pt x="312" y="506"/>
                    <a:pt x="312" y="506"/>
                  </a:cubicBezTo>
                  <a:cubicBezTo>
                    <a:pt x="318" y="506"/>
                    <a:pt x="315" y="512"/>
                    <a:pt x="315" y="509"/>
                  </a:cubicBezTo>
                  <a:cubicBezTo>
                    <a:pt x="313" y="508"/>
                    <a:pt x="315" y="509"/>
                    <a:pt x="313" y="509"/>
                  </a:cubicBezTo>
                  <a:cubicBezTo>
                    <a:pt x="312" y="512"/>
                    <a:pt x="303" y="513"/>
                    <a:pt x="299" y="519"/>
                  </a:cubicBezTo>
                  <a:cubicBezTo>
                    <a:pt x="300" y="519"/>
                    <a:pt x="300" y="520"/>
                    <a:pt x="300" y="521"/>
                  </a:cubicBezTo>
                  <a:cubicBezTo>
                    <a:pt x="299" y="520"/>
                    <a:pt x="299" y="520"/>
                    <a:pt x="299" y="520"/>
                  </a:cubicBezTo>
                  <a:cubicBezTo>
                    <a:pt x="300" y="522"/>
                    <a:pt x="300" y="522"/>
                    <a:pt x="300" y="522"/>
                  </a:cubicBezTo>
                  <a:cubicBezTo>
                    <a:pt x="299" y="522"/>
                    <a:pt x="298" y="521"/>
                    <a:pt x="299" y="520"/>
                  </a:cubicBezTo>
                  <a:cubicBezTo>
                    <a:pt x="296" y="522"/>
                    <a:pt x="294" y="524"/>
                    <a:pt x="292" y="525"/>
                  </a:cubicBezTo>
                  <a:cubicBezTo>
                    <a:pt x="293" y="527"/>
                    <a:pt x="291" y="526"/>
                    <a:pt x="292" y="528"/>
                  </a:cubicBezTo>
                  <a:cubicBezTo>
                    <a:pt x="291" y="527"/>
                    <a:pt x="291" y="527"/>
                    <a:pt x="291" y="527"/>
                  </a:cubicBezTo>
                  <a:cubicBezTo>
                    <a:pt x="290" y="529"/>
                    <a:pt x="290" y="529"/>
                    <a:pt x="287" y="527"/>
                  </a:cubicBezTo>
                  <a:cubicBezTo>
                    <a:pt x="280" y="529"/>
                    <a:pt x="275" y="533"/>
                    <a:pt x="268" y="535"/>
                  </a:cubicBezTo>
                  <a:cubicBezTo>
                    <a:pt x="263" y="536"/>
                    <a:pt x="259" y="538"/>
                    <a:pt x="255" y="540"/>
                  </a:cubicBezTo>
                  <a:cubicBezTo>
                    <a:pt x="255" y="537"/>
                    <a:pt x="256" y="534"/>
                    <a:pt x="257" y="531"/>
                  </a:cubicBezTo>
                  <a:cubicBezTo>
                    <a:pt x="257" y="529"/>
                    <a:pt x="255" y="527"/>
                    <a:pt x="256" y="525"/>
                  </a:cubicBezTo>
                  <a:cubicBezTo>
                    <a:pt x="255" y="519"/>
                    <a:pt x="260" y="512"/>
                    <a:pt x="257" y="505"/>
                  </a:cubicBezTo>
                  <a:cubicBezTo>
                    <a:pt x="257" y="505"/>
                    <a:pt x="256" y="505"/>
                    <a:pt x="255" y="504"/>
                  </a:cubicBezTo>
                  <a:cubicBezTo>
                    <a:pt x="256" y="504"/>
                    <a:pt x="256" y="504"/>
                    <a:pt x="256" y="504"/>
                  </a:cubicBezTo>
                  <a:cubicBezTo>
                    <a:pt x="254" y="504"/>
                    <a:pt x="254" y="504"/>
                    <a:pt x="254" y="504"/>
                  </a:cubicBezTo>
                  <a:cubicBezTo>
                    <a:pt x="254" y="503"/>
                    <a:pt x="256" y="504"/>
                    <a:pt x="256" y="504"/>
                  </a:cubicBezTo>
                  <a:cubicBezTo>
                    <a:pt x="256" y="501"/>
                    <a:pt x="256" y="499"/>
                    <a:pt x="256" y="496"/>
                  </a:cubicBezTo>
                  <a:cubicBezTo>
                    <a:pt x="254" y="496"/>
                    <a:pt x="256" y="494"/>
                    <a:pt x="254" y="494"/>
                  </a:cubicBezTo>
                  <a:cubicBezTo>
                    <a:pt x="255" y="494"/>
                    <a:pt x="255" y="494"/>
                    <a:pt x="255" y="494"/>
                  </a:cubicBezTo>
                  <a:cubicBezTo>
                    <a:pt x="254" y="492"/>
                    <a:pt x="254" y="492"/>
                    <a:pt x="257" y="491"/>
                  </a:cubicBezTo>
                  <a:cubicBezTo>
                    <a:pt x="259" y="481"/>
                    <a:pt x="257" y="475"/>
                    <a:pt x="256" y="465"/>
                  </a:cubicBezTo>
                  <a:cubicBezTo>
                    <a:pt x="254" y="457"/>
                    <a:pt x="250" y="447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2" y="440"/>
                    <a:pt x="242" y="440"/>
                    <a:pt x="242" y="440"/>
                  </a:cubicBezTo>
                  <a:cubicBezTo>
                    <a:pt x="241" y="439"/>
                    <a:pt x="241" y="439"/>
                    <a:pt x="240" y="438"/>
                  </a:cubicBezTo>
                  <a:cubicBezTo>
                    <a:pt x="237" y="440"/>
                    <a:pt x="236" y="437"/>
                    <a:pt x="233" y="438"/>
                  </a:cubicBezTo>
                  <a:cubicBezTo>
                    <a:pt x="234" y="437"/>
                    <a:pt x="234" y="437"/>
                    <a:pt x="234" y="437"/>
                  </a:cubicBezTo>
                  <a:cubicBezTo>
                    <a:pt x="232" y="438"/>
                    <a:pt x="232" y="436"/>
                    <a:pt x="232" y="434"/>
                  </a:cubicBezTo>
                  <a:cubicBezTo>
                    <a:pt x="231" y="435"/>
                    <a:pt x="231" y="434"/>
                    <a:pt x="230" y="436"/>
                  </a:cubicBezTo>
                  <a:cubicBezTo>
                    <a:pt x="228" y="437"/>
                    <a:pt x="230" y="433"/>
                    <a:pt x="229" y="433"/>
                  </a:cubicBezTo>
                  <a:cubicBezTo>
                    <a:pt x="229" y="432"/>
                    <a:pt x="228" y="434"/>
                    <a:pt x="228" y="433"/>
                  </a:cubicBezTo>
                  <a:cubicBezTo>
                    <a:pt x="225" y="435"/>
                    <a:pt x="229" y="433"/>
                    <a:pt x="227" y="429"/>
                  </a:cubicBezTo>
                  <a:cubicBezTo>
                    <a:pt x="223" y="428"/>
                    <a:pt x="219" y="429"/>
                    <a:pt x="215" y="428"/>
                  </a:cubicBezTo>
                  <a:cubicBezTo>
                    <a:pt x="214" y="427"/>
                    <a:pt x="214" y="425"/>
                    <a:pt x="214" y="424"/>
                  </a:cubicBezTo>
                  <a:cubicBezTo>
                    <a:pt x="212" y="424"/>
                    <a:pt x="214" y="423"/>
                    <a:pt x="212" y="424"/>
                  </a:cubicBezTo>
                  <a:cubicBezTo>
                    <a:pt x="213" y="424"/>
                    <a:pt x="213" y="424"/>
                    <a:pt x="213" y="424"/>
                  </a:cubicBezTo>
                  <a:cubicBezTo>
                    <a:pt x="212" y="423"/>
                    <a:pt x="211" y="423"/>
                    <a:pt x="214" y="421"/>
                  </a:cubicBezTo>
                  <a:cubicBezTo>
                    <a:pt x="216" y="417"/>
                    <a:pt x="214" y="413"/>
                    <a:pt x="214" y="409"/>
                  </a:cubicBezTo>
                  <a:cubicBezTo>
                    <a:pt x="213" y="405"/>
                    <a:pt x="211" y="401"/>
                    <a:pt x="210" y="397"/>
                  </a:cubicBezTo>
                  <a:cubicBezTo>
                    <a:pt x="206" y="397"/>
                    <a:pt x="207" y="396"/>
                    <a:pt x="204" y="395"/>
                  </a:cubicBezTo>
                  <a:cubicBezTo>
                    <a:pt x="206" y="395"/>
                    <a:pt x="206" y="395"/>
                    <a:pt x="206" y="395"/>
                  </a:cubicBezTo>
                  <a:cubicBezTo>
                    <a:pt x="204" y="395"/>
                    <a:pt x="206" y="394"/>
                    <a:pt x="207" y="394"/>
                  </a:cubicBezTo>
                  <a:cubicBezTo>
                    <a:pt x="206" y="394"/>
                    <a:pt x="207" y="393"/>
                    <a:pt x="205" y="394"/>
                  </a:cubicBezTo>
                  <a:cubicBezTo>
                    <a:pt x="203" y="393"/>
                    <a:pt x="207" y="393"/>
                    <a:pt x="206" y="393"/>
                  </a:cubicBezTo>
                  <a:cubicBezTo>
                    <a:pt x="207" y="392"/>
                    <a:pt x="205" y="393"/>
                    <a:pt x="206" y="393"/>
                  </a:cubicBezTo>
                  <a:cubicBezTo>
                    <a:pt x="203" y="392"/>
                    <a:pt x="207" y="393"/>
                    <a:pt x="209" y="391"/>
                  </a:cubicBezTo>
                  <a:cubicBezTo>
                    <a:pt x="208" y="390"/>
                    <a:pt x="206" y="388"/>
                    <a:pt x="207" y="387"/>
                  </a:cubicBezTo>
                  <a:cubicBezTo>
                    <a:pt x="207" y="387"/>
                    <a:pt x="206" y="387"/>
                    <a:pt x="206" y="387"/>
                  </a:cubicBezTo>
                  <a:cubicBezTo>
                    <a:pt x="209" y="386"/>
                    <a:pt x="205" y="386"/>
                    <a:pt x="206" y="386"/>
                  </a:cubicBezTo>
                  <a:cubicBezTo>
                    <a:pt x="207" y="386"/>
                    <a:pt x="207" y="386"/>
                    <a:pt x="207" y="386"/>
                  </a:cubicBezTo>
                  <a:cubicBezTo>
                    <a:pt x="209" y="385"/>
                    <a:pt x="207" y="385"/>
                    <a:pt x="208" y="384"/>
                  </a:cubicBezTo>
                  <a:cubicBezTo>
                    <a:pt x="207" y="383"/>
                    <a:pt x="210" y="382"/>
                    <a:pt x="208" y="382"/>
                  </a:cubicBezTo>
                  <a:cubicBezTo>
                    <a:pt x="209" y="382"/>
                    <a:pt x="209" y="382"/>
                    <a:pt x="210" y="382"/>
                  </a:cubicBezTo>
                  <a:cubicBezTo>
                    <a:pt x="206" y="381"/>
                    <a:pt x="211" y="380"/>
                    <a:pt x="209" y="379"/>
                  </a:cubicBezTo>
                  <a:cubicBezTo>
                    <a:pt x="209" y="380"/>
                    <a:pt x="209" y="380"/>
                    <a:pt x="209" y="380"/>
                  </a:cubicBezTo>
                  <a:cubicBezTo>
                    <a:pt x="209" y="378"/>
                    <a:pt x="210" y="376"/>
                    <a:pt x="208" y="374"/>
                  </a:cubicBezTo>
                  <a:cubicBezTo>
                    <a:pt x="208" y="372"/>
                    <a:pt x="212" y="371"/>
                    <a:pt x="210" y="370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209" y="369"/>
                    <a:pt x="210" y="370"/>
                    <a:pt x="210" y="370"/>
                  </a:cubicBezTo>
                  <a:cubicBezTo>
                    <a:pt x="209" y="369"/>
                    <a:pt x="211" y="368"/>
                    <a:pt x="211" y="367"/>
                  </a:cubicBezTo>
                  <a:cubicBezTo>
                    <a:pt x="210" y="367"/>
                    <a:pt x="210" y="367"/>
                    <a:pt x="209" y="367"/>
                  </a:cubicBezTo>
                  <a:cubicBezTo>
                    <a:pt x="212" y="366"/>
                    <a:pt x="208" y="365"/>
                    <a:pt x="210" y="364"/>
                  </a:cubicBezTo>
                  <a:cubicBezTo>
                    <a:pt x="207" y="364"/>
                    <a:pt x="209" y="363"/>
                    <a:pt x="208" y="363"/>
                  </a:cubicBezTo>
                  <a:cubicBezTo>
                    <a:pt x="208" y="363"/>
                    <a:pt x="209" y="363"/>
                    <a:pt x="209" y="363"/>
                  </a:cubicBezTo>
                  <a:cubicBezTo>
                    <a:pt x="209" y="362"/>
                    <a:pt x="209" y="362"/>
                    <a:pt x="210" y="361"/>
                  </a:cubicBezTo>
                  <a:cubicBezTo>
                    <a:pt x="210" y="361"/>
                    <a:pt x="208" y="360"/>
                    <a:pt x="209" y="360"/>
                  </a:cubicBezTo>
                  <a:cubicBezTo>
                    <a:pt x="211" y="360"/>
                    <a:pt x="209" y="359"/>
                    <a:pt x="210" y="359"/>
                  </a:cubicBezTo>
                  <a:cubicBezTo>
                    <a:pt x="208" y="359"/>
                    <a:pt x="206" y="358"/>
                    <a:pt x="207" y="358"/>
                  </a:cubicBezTo>
                  <a:cubicBezTo>
                    <a:pt x="210" y="358"/>
                    <a:pt x="210" y="358"/>
                    <a:pt x="210" y="358"/>
                  </a:cubicBezTo>
                  <a:cubicBezTo>
                    <a:pt x="208" y="357"/>
                    <a:pt x="212" y="355"/>
                    <a:pt x="208" y="353"/>
                  </a:cubicBezTo>
                  <a:cubicBezTo>
                    <a:pt x="210" y="353"/>
                    <a:pt x="210" y="353"/>
                    <a:pt x="210" y="353"/>
                  </a:cubicBezTo>
                  <a:cubicBezTo>
                    <a:pt x="208" y="351"/>
                    <a:pt x="210" y="349"/>
                    <a:pt x="207" y="347"/>
                  </a:cubicBezTo>
                  <a:cubicBezTo>
                    <a:pt x="208" y="347"/>
                    <a:pt x="209" y="346"/>
                    <a:pt x="209" y="346"/>
                  </a:cubicBezTo>
                  <a:cubicBezTo>
                    <a:pt x="207" y="345"/>
                    <a:pt x="207" y="345"/>
                    <a:pt x="205" y="344"/>
                  </a:cubicBezTo>
                  <a:cubicBezTo>
                    <a:pt x="205" y="344"/>
                    <a:pt x="206" y="344"/>
                    <a:pt x="207" y="344"/>
                  </a:cubicBezTo>
                  <a:cubicBezTo>
                    <a:pt x="207" y="343"/>
                    <a:pt x="210" y="342"/>
                    <a:pt x="207" y="342"/>
                  </a:cubicBezTo>
                  <a:cubicBezTo>
                    <a:pt x="209" y="342"/>
                    <a:pt x="209" y="342"/>
                    <a:pt x="209" y="342"/>
                  </a:cubicBezTo>
                  <a:cubicBezTo>
                    <a:pt x="207" y="341"/>
                    <a:pt x="205" y="340"/>
                    <a:pt x="207" y="339"/>
                  </a:cubicBezTo>
                  <a:cubicBezTo>
                    <a:pt x="206" y="339"/>
                    <a:pt x="205" y="339"/>
                    <a:pt x="204" y="339"/>
                  </a:cubicBezTo>
                  <a:cubicBezTo>
                    <a:pt x="203" y="339"/>
                    <a:pt x="206" y="339"/>
                    <a:pt x="205" y="338"/>
                  </a:cubicBezTo>
                  <a:cubicBezTo>
                    <a:pt x="207" y="339"/>
                    <a:pt x="207" y="339"/>
                    <a:pt x="207" y="339"/>
                  </a:cubicBezTo>
                  <a:cubicBezTo>
                    <a:pt x="207" y="337"/>
                    <a:pt x="206" y="336"/>
                    <a:pt x="205" y="334"/>
                  </a:cubicBezTo>
                  <a:cubicBezTo>
                    <a:pt x="207" y="334"/>
                    <a:pt x="204" y="333"/>
                    <a:pt x="206" y="332"/>
                  </a:cubicBezTo>
                  <a:cubicBezTo>
                    <a:pt x="204" y="331"/>
                    <a:pt x="206" y="330"/>
                    <a:pt x="203" y="330"/>
                  </a:cubicBezTo>
                  <a:cubicBezTo>
                    <a:pt x="204" y="330"/>
                    <a:pt x="204" y="330"/>
                    <a:pt x="204" y="330"/>
                  </a:cubicBezTo>
                  <a:cubicBezTo>
                    <a:pt x="205" y="329"/>
                    <a:pt x="205" y="329"/>
                    <a:pt x="205" y="328"/>
                  </a:cubicBezTo>
                  <a:cubicBezTo>
                    <a:pt x="205" y="327"/>
                    <a:pt x="203" y="327"/>
                    <a:pt x="203" y="327"/>
                  </a:cubicBezTo>
                  <a:cubicBezTo>
                    <a:pt x="204" y="327"/>
                    <a:pt x="204" y="327"/>
                    <a:pt x="204" y="327"/>
                  </a:cubicBezTo>
                  <a:cubicBezTo>
                    <a:pt x="203" y="326"/>
                    <a:pt x="201" y="327"/>
                    <a:pt x="200" y="327"/>
                  </a:cubicBezTo>
                  <a:cubicBezTo>
                    <a:pt x="200" y="326"/>
                    <a:pt x="199" y="326"/>
                    <a:pt x="200" y="326"/>
                  </a:cubicBezTo>
                  <a:cubicBezTo>
                    <a:pt x="201" y="326"/>
                    <a:pt x="203" y="326"/>
                    <a:pt x="205" y="326"/>
                  </a:cubicBezTo>
                  <a:cubicBezTo>
                    <a:pt x="205" y="325"/>
                    <a:pt x="202" y="325"/>
                    <a:pt x="203" y="325"/>
                  </a:cubicBezTo>
                  <a:cubicBezTo>
                    <a:pt x="206" y="325"/>
                    <a:pt x="208" y="326"/>
                    <a:pt x="209" y="326"/>
                  </a:cubicBezTo>
                  <a:cubicBezTo>
                    <a:pt x="214" y="327"/>
                    <a:pt x="220" y="328"/>
                    <a:pt x="231" y="322"/>
                  </a:cubicBezTo>
                  <a:cubicBezTo>
                    <a:pt x="231" y="319"/>
                    <a:pt x="234" y="318"/>
                    <a:pt x="233" y="315"/>
                  </a:cubicBezTo>
                  <a:cubicBezTo>
                    <a:pt x="233" y="316"/>
                    <a:pt x="233" y="316"/>
                    <a:pt x="233" y="316"/>
                  </a:cubicBezTo>
                  <a:cubicBezTo>
                    <a:pt x="233" y="314"/>
                    <a:pt x="234" y="314"/>
                    <a:pt x="236" y="313"/>
                  </a:cubicBezTo>
                  <a:cubicBezTo>
                    <a:pt x="235" y="313"/>
                    <a:pt x="236" y="312"/>
                    <a:pt x="234" y="312"/>
                  </a:cubicBezTo>
                  <a:cubicBezTo>
                    <a:pt x="233" y="311"/>
                    <a:pt x="238" y="312"/>
                    <a:pt x="237" y="310"/>
                  </a:cubicBezTo>
                  <a:cubicBezTo>
                    <a:pt x="238" y="311"/>
                    <a:pt x="236" y="310"/>
                    <a:pt x="236" y="310"/>
                  </a:cubicBezTo>
                  <a:cubicBezTo>
                    <a:pt x="235" y="308"/>
                    <a:pt x="238" y="311"/>
                    <a:pt x="240" y="308"/>
                  </a:cubicBezTo>
                  <a:cubicBezTo>
                    <a:pt x="239" y="305"/>
                    <a:pt x="237" y="302"/>
                    <a:pt x="238" y="299"/>
                  </a:cubicBezTo>
                  <a:cubicBezTo>
                    <a:pt x="238" y="299"/>
                    <a:pt x="236" y="300"/>
                    <a:pt x="236" y="299"/>
                  </a:cubicBezTo>
                  <a:cubicBezTo>
                    <a:pt x="239" y="298"/>
                    <a:pt x="235" y="299"/>
                    <a:pt x="236" y="298"/>
                  </a:cubicBezTo>
                  <a:cubicBezTo>
                    <a:pt x="237" y="298"/>
                    <a:pt x="237" y="298"/>
                    <a:pt x="237" y="298"/>
                  </a:cubicBezTo>
                  <a:cubicBezTo>
                    <a:pt x="238" y="296"/>
                    <a:pt x="236" y="296"/>
                    <a:pt x="236" y="294"/>
                  </a:cubicBezTo>
                  <a:cubicBezTo>
                    <a:pt x="235" y="293"/>
                    <a:pt x="236" y="291"/>
                    <a:pt x="234" y="291"/>
                  </a:cubicBezTo>
                  <a:cubicBezTo>
                    <a:pt x="236" y="290"/>
                    <a:pt x="235" y="290"/>
                    <a:pt x="235" y="289"/>
                  </a:cubicBezTo>
                  <a:cubicBezTo>
                    <a:pt x="232" y="291"/>
                    <a:pt x="235" y="286"/>
                    <a:pt x="232" y="287"/>
                  </a:cubicBezTo>
                  <a:cubicBezTo>
                    <a:pt x="233" y="286"/>
                    <a:pt x="233" y="286"/>
                    <a:pt x="233" y="286"/>
                  </a:cubicBezTo>
                  <a:cubicBezTo>
                    <a:pt x="230" y="284"/>
                    <a:pt x="227" y="281"/>
                    <a:pt x="223" y="281"/>
                  </a:cubicBezTo>
                  <a:cubicBezTo>
                    <a:pt x="221" y="281"/>
                    <a:pt x="220" y="277"/>
                    <a:pt x="218" y="278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8" y="279"/>
                    <a:pt x="218" y="278"/>
                  </a:cubicBezTo>
                  <a:cubicBezTo>
                    <a:pt x="216" y="280"/>
                    <a:pt x="216" y="277"/>
                    <a:pt x="214" y="277"/>
                  </a:cubicBezTo>
                  <a:cubicBezTo>
                    <a:pt x="214" y="278"/>
                    <a:pt x="214" y="278"/>
                    <a:pt x="214" y="279"/>
                  </a:cubicBezTo>
                  <a:cubicBezTo>
                    <a:pt x="213" y="276"/>
                    <a:pt x="211" y="280"/>
                    <a:pt x="210" y="277"/>
                  </a:cubicBezTo>
                  <a:cubicBezTo>
                    <a:pt x="210" y="281"/>
                    <a:pt x="209" y="279"/>
                    <a:pt x="209" y="280"/>
                  </a:cubicBezTo>
                  <a:cubicBezTo>
                    <a:pt x="208" y="280"/>
                    <a:pt x="208" y="279"/>
                    <a:pt x="208" y="278"/>
                  </a:cubicBezTo>
                  <a:cubicBezTo>
                    <a:pt x="208" y="279"/>
                    <a:pt x="207" y="279"/>
                    <a:pt x="206" y="278"/>
                  </a:cubicBezTo>
                  <a:cubicBezTo>
                    <a:pt x="206" y="278"/>
                    <a:pt x="206" y="280"/>
                    <a:pt x="205" y="280"/>
                  </a:cubicBezTo>
                  <a:cubicBezTo>
                    <a:pt x="205" y="277"/>
                    <a:pt x="204" y="280"/>
                    <a:pt x="203" y="279"/>
                  </a:cubicBezTo>
                  <a:cubicBezTo>
                    <a:pt x="204" y="281"/>
                    <a:pt x="203" y="283"/>
                    <a:pt x="202" y="282"/>
                  </a:cubicBezTo>
                  <a:cubicBezTo>
                    <a:pt x="202" y="279"/>
                    <a:pt x="202" y="279"/>
                    <a:pt x="202" y="279"/>
                  </a:cubicBezTo>
                  <a:cubicBezTo>
                    <a:pt x="201" y="281"/>
                    <a:pt x="198" y="278"/>
                    <a:pt x="197" y="282"/>
                  </a:cubicBezTo>
                  <a:cubicBezTo>
                    <a:pt x="196" y="280"/>
                    <a:pt x="196" y="280"/>
                    <a:pt x="196" y="280"/>
                  </a:cubicBezTo>
                  <a:cubicBezTo>
                    <a:pt x="195" y="283"/>
                    <a:pt x="192" y="281"/>
                    <a:pt x="191" y="285"/>
                  </a:cubicBezTo>
                  <a:cubicBezTo>
                    <a:pt x="191" y="284"/>
                    <a:pt x="190" y="284"/>
                    <a:pt x="189" y="284"/>
                  </a:cubicBezTo>
                  <a:cubicBezTo>
                    <a:pt x="189" y="286"/>
                    <a:pt x="189" y="285"/>
                    <a:pt x="189" y="288"/>
                  </a:cubicBezTo>
                  <a:cubicBezTo>
                    <a:pt x="189" y="288"/>
                    <a:pt x="188" y="287"/>
                    <a:pt x="188" y="286"/>
                  </a:cubicBezTo>
                  <a:cubicBezTo>
                    <a:pt x="187" y="286"/>
                    <a:pt x="185" y="284"/>
                    <a:pt x="186" y="287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7"/>
                    <a:pt x="185" y="289"/>
                    <a:pt x="183" y="288"/>
                  </a:cubicBezTo>
                  <a:cubicBezTo>
                    <a:pt x="184" y="289"/>
                    <a:pt x="183" y="290"/>
                    <a:pt x="184" y="291"/>
                  </a:cubicBezTo>
                  <a:cubicBezTo>
                    <a:pt x="184" y="292"/>
                    <a:pt x="183" y="289"/>
                    <a:pt x="183" y="291"/>
                  </a:cubicBezTo>
                  <a:cubicBezTo>
                    <a:pt x="183" y="289"/>
                    <a:pt x="183" y="289"/>
                    <a:pt x="183" y="289"/>
                  </a:cubicBezTo>
                  <a:cubicBezTo>
                    <a:pt x="181" y="289"/>
                    <a:pt x="180" y="291"/>
                    <a:pt x="179" y="293"/>
                  </a:cubicBezTo>
                  <a:cubicBezTo>
                    <a:pt x="178" y="291"/>
                    <a:pt x="178" y="294"/>
                    <a:pt x="176" y="293"/>
                  </a:cubicBezTo>
                  <a:cubicBezTo>
                    <a:pt x="177" y="295"/>
                    <a:pt x="175" y="294"/>
                    <a:pt x="176" y="29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5" y="296"/>
                    <a:pt x="174" y="297"/>
                    <a:pt x="172" y="297"/>
                  </a:cubicBezTo>
                  <a:cubicBezTo>
                    <a:pt x="172" y="298"/>
                    <a:pt x="173" y="299"/>
                    <a:pt x="174" y="300"/>
                  </a:cubicBezTo>
                  <a:cubicBezTo>
                    <a:pt x="172" y="299"/>
                    <a:pt x="172" y="299"/>
                    <a:pt x="172" y="299"/>
                  </a:cubicBezTo>
                  <a:cubicBezTo>
                    <a:pt x="173" y="300"/>
                    <a:pt x="175" y="301"/>
                    <a:pt x="176" y="302"/>
                  </a:cubicBezTo>
                  <a:cubicBezTo>
                    <a:pt x="175" y="302"/>
                    <a:pt x="176" y="302"/>
                    <a:pt x="175" y="302"/>
                  </a:cubicBezTo>
                  <a:cubicBezTo>
                    <a:pt x="175" y="302"/>
                    <a:pt x="173" y="301"/>
                    <a:pt x="172" y="300"/>
                  </a:cubicBezTo>
                  <a:cubicBezTo>
                    <a:pt x="171" y="301"/>
                    <a:pt x="174" y="303"/>
                    <a:pt x="172" y="303"/>
                  </a:cubicBezTo>
                  <a:cubicBezTo>
                    <a:pt x="172" y="304"/>
                    <a:pt x="172" y="305"/>
                    <a:pt x="174" y="305"/>
                  </a:cubicBezTo>
                  <a:cubicBezTo>
                    <a:pt x="173" y="305"/>
                    <a:pt x="173" y="305"/>
                    <a:pt x="172" y="305"/>
                  </a:cubicBezTo>
                  <a:cubicBezTo>
                    <a:pt x="172" y="306"/>
                    <a:pt x="173" y="306"/>
                    <a:pt x="173" y="306"/>
                  </a:cubicBezTo>
                  <a:cubicBezTo>
                    <a:pt x="173" y="306"/>
                    <a:pt x="174" y="306"/>
                    <a:pt x="174" y="306"/>
                  </a:cubicBezTo>
                  <a:cubicBezTo>
                    <a:pt x="175" y="305"/>
                    <a:pt x="175" y="306"/>
                    <a:pt x="176" y="305"/>
                  </a:cubicBezTo>
                  <a:cubicBezTo>
                    <a:pt x="177" y="305"/>
                    <a:pt x="178" y="306"/>
                    <a:pt x="179" y="306"/>
                  </a:cubicBezTo>
                  <a:cubicBezTo>
                    <a:pt x="178" y="306"/>
                    <a:pt x="177" y="305"/>
                    <a:pt x="177" y="304"/>
                  </a:cubicBezTo>
                  <a:cubicBezTo>
                    <a:pt x="178" y="304"/>
                    <a:pt x="177" y="304"/>
                    <a:pt x="176" y="304"/>
                  </a:cubicBezTo>
                  <a:cubicBezTo>
                    <a:pt x="176" y="304"/>
                    <a:pt x="176" y="304"/>
                    <a:pt x="176" y="304"/>
                  </a:cubicBezTo>
                  <a:cubicBezTo>
                    <a:pt x="176" y="304"/>
                    <a:pt x="175" y="304"/>
                    <a:pt x="174" y="303"/>
                  </a:cubicBezTo>
                  <a:cubicBezTo>
                    <a:pt x="175" y="304"/>
                    <a:pt x="175" y="304"/>
                    <a:pt x="175" y="304"/>
                  </a:cubicBezTo>
                  <a:cubicBezTo>
                    <a:pt x="174" y="303"/>
                    <a:pt x="174" y="303"/>
                    <a:pt x="174" y="303"/>
                  </a:cubicBezTo>
                  <a:cubicBezTo>
                    <a:pt x="175" y="303"/>
                    <a:pt x="176" y="303"/>
                    <a:pt x="176" y="303"/>
                  </a:cubicBezTo>
                  <a:cubicBezTo>
                    <a:pt x="176" y="303"/>
                    <a:pt x="175" y="303"/>
                    <a:pt x="177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8" y="303"/>
                    <a:pt x="178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9" y="302"/>
                    <a:pt x="179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80" y="303"/>
                  </a:cubicBezTo>
                  <a:cubicBezTo>
                    <a:pt x="180" y="303"/>
                    <a:pt x="180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79" y="303"/>
                    <a:pt x="179" y="303"/>
                    <a:pt x="179" y="303"/>
                  </a:cubicBezTo>
                  <a:cubicBezTo>
                    <a:pt x="180" y="303"/>
                    <a:pt x="181" y="304"/>
                    <a:pt x="181" y="304"/>
                  </a:cubicBezTo>
                  <a:cubicBezTo>
                    <a:pt x="181" y="304"/>
                    <a:pt x="180" y="302"/>
                    <a:pt x="182" y="303"/>
                  </a:cubicBezTo>
                  <a:cubicBezTo>
                    <a:pt x="182" y="303"/>
                    <a:pt x="182" y="302"/>
                    <a:pt x="181" y="301"/>
                  </a:cubicBezTo>
                  <a:cubicBezTo>
                    <a:pt x="181" y="300"/>
                    <a:pt x="183" y="303"/>
                    <a:pt x="182" y="302"/>
                  </a:cubicBezTo>
                  <a:cubicBezTo>
                    <a:pt x="183" y="303"/>
                    <a:pt x="185" y="304"/>
                    <a:pt x="186" y="305"/>
                  </a:cubicBezTo>
                  <a:cubicBezTo>
                    <a:pt x="186" y="305"/>
                    <a:pt x="187" y="306"/>
                    <a:pt x="186" y="306"/>
                  </a:cubicBezTo>
                  <a:cubicBezTo>
                    <a:pt x="187" y="306"/>
                    <a:pt x="187" y="307"/>
                    <a:pt x="187" y="307"/>
                  </a:cubicBezTo>
                  <a:cubicBezTo>
                    <a:pt x="187" y="306"/>
                    <a:pt x="185" y="305"/>
                    <a:pt x="185" y="304"/>
                  </a:cubicBezTo>
                  <a:cubicBezTo>
                    <a:pt x="183" y="303"/>
                    <a:pt x="185" y="304"/>
                    <a:pt x="183" y="302"/>
                  </a:cubicBezTo>
                  <a:cubicBezTo>
                    <a:pt x="184" y="302"/>
                    <a:pt x="184" y="302"/>
                    <a:pt x="184" y="301"/>
                  </a:cubicBezTo>
                  <a:cubicBezTo>
                    <a:pt x="184" y="301"/>
                    <a:pt x="185" y="303"/>
                    <a:pt x="186" y="303"/>
                  </a:cubicBezTo>
                  <a:cubicBezTo>
                    <a:pt x="185" y="302"/>
                    <a:pt x="185" y="301"/>
                    <a:pt x="185" y="301"/>
                  </a:cubicBezTo>
                  <a:cubicBezTo>
                    <a:pt x="185" y="300"/>
                    <a:pt x="184" y="300"/>
                    <a:pt x="184" y="298"/>
                  </a:cubicBezTo>
                  <a:cubicBezTo>
                    <a:pt x="183" y="298"/>
                    <a:pt x="183" y="297"/>
                    <a:pt x="183" y="297"/>
                  </a:cubicBezTo>
                  <a:cubicBezTo>
                    <a:pt x="184" y="299"/>
                    <a:pt x="186" y="301"/>
                    <a:pt x="186" y="301"/>
                  </a:cubicBezTo>
                  <a:cubicBezTo>
                    <a:pt x="188" y="304"/>
                    <a:pt x="185" y="301"/>
                    <a:pt x="187" y="303"/>
                  </a:cubicBezTo>
                  <a:cubicBezTo>
                    <a:pt x="188" y="305"/>
                    <a:pt x="187" y="306"/>
                    <a:pt x="187" y="305"/>
                  </a:cubicBezTo>
                  <a:cubicBezTo>
                    <a:pt x="188" y="307"/>
                    <a:pt x="187" y="305"/>
                    <a:pt x="188" y="307"/>
                  </a:cubicBezTo>
                  <a:cubicBezTo>
                    <a:pt x="188" y="307"/>
                    <a:pt x="188" y="305"/>
                    <a:pt x="188" y="305"/>
                  </a:cubicBezTo>
                  <a:cubicBezTo>
                    <a:pt x="187" y="304"/>
                    <a:pt x="187" y="304"/>
                    <a:pt x="187" y="303"/>
                  </a:cubicBezTo>
                  <a:cubicBezTo>
                    <a:pt x="186" y="300"/>
                    <a:pt x="188" y="304"/>
                    <a:pt x="188" y="304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89" y="306"/>
                    <a:pt x="188" y="304"/>
                    <a:pt x="189" y="304"/>
                  </a:cubicBezTo>
                  <a:cubicBezTo>
                    <a:pt x="190" y="307"/>
                    <a:pt x="189" y="305"/>
                    <a:pt x="189" y="306"/>
                  </a:cubicBezTo>
                  <a:cubicBezTo>
                    <a:pt x="190" y="308"/>
                    <a:pt x="190" y="308"/>
                    <a:pt x="190" y="308"/>
                  </a:cubicBezTo>
                  <a:cubicBezTo>
                    <a:pt x="190" y="308"/>
                    <a:pt x="189" y="309"/>
                    <a:pt x="188" y="310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7" y="311"/>
                    <a:pt x="186" y="306"/>
                    <a:pt x="186" y="311"/>
                  </a:cubicBezTo>
                  <a:cubicBezTo>
                    <a:pt x="186" y="312"/>
                    <a:pt x="186" y="312"/>
                    <a:pt x="186" y="312"/>
                  </a:cubicBezTo>
                  <a:cubicBezTo>
                    <a:pt x="185" y="310"/>
                    <a:pt x="185" y="310"/>
                    <a:pt x="185" y="310"/>
                  </a:cubicBezTo>
                  <a:cubicBezTo>
                    <a:pt x="185" y="311"/>
                    <a:pt x="184" y="310"/>
                    <a:pt x="184" y="312"/>
                  </a:cubicBezTo>
                  <a:cubicBezTo>
                    <a:pt x="184" y="310"/>
                    <a:pt x="184" y="310"/>
                    <a:pt x="184" y="310"/>
                  </a:cubicBezTo>
                  <a:cubicBezTo>
                    <a:pt x="184" y="310"/>
                    <a:pt x="184" y="313"/>
                    <a:pt x="183" y="312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3" y="311"/>
                    <a:pt x="183" y="311"/>
                    <a:pt x="183" y="311"/>
                  </a:cubicBezTo>
                  <a:cubicBezTo>
                    <a:pt x="182" y="311"/>
                    <a:pt x="182" y="312"/>
                    <a:pt x="181" y="312"/>
                  </a:cubicBezTo>
                  <a:cubicBezTo>
                    <a:pt x="182" y="311"/>
                    <a:pt x="182" y="311"/>
                    <a:pt x="183" y="310"/>
                  </a:cubicBezTo>
                  <a:cubicBezTo>
                    <a:pt x="181" y="308"/>
                    <a:pt x="177" y="307"/>
                    <a:pt x="178" y="311"/>
                  </a:cubicBezTo>
                  <a:cubicBezTo>
                    <a:pt x="178" y="312"/>
                    <a:pt x="176" y="309"/>
                    <a:pt x="176" y="309"/>
                  </a:cubicBezTo>
                  <a:cubicBezTo>
                    <a:pt x="177" y="312"/>
                    <a:pt x="172" y="313"/>
                    <a:pt x="178" y="313"/>
                  </a:cubicBezTo>
                  <a:cubicBezTo>
                    <a:pt x="178" y="313"/>
                    <a:pt x="179" y="313"/>
                    <a:pt x="179" y="313"/>
                  </a:cubicBezTo>
                  <a:cubicBezTo>
                    <a:pt x="179" y="314"/>
                    <a:pt x="180" y="316"/>
                    <a:pt x="183" y="321"/>
                  </a:cubicBezTo>
                  <a:cubicBezTo>
                    <a:pt x="183" y="321"/>
                    <a:pt x="183" y="321"/>
                    <a:pt x="183" y="321"/>
                  </a:cubicBezTo>
                  <a:cubicBezTo>
                    <a:pt x="185" y="320"/>
                    <a:pt x="189" y="325"/>
                    <a:pt x="192" y="323"/>
                  </a:cubicBezTo>
                  <a:cubicBezTo>
                    <a:pt x="192" y="322"/>
                    <a:pt x="192" y="321"/>
                    <a:pt x="192" y="321"/>
                  </a:cubicBezTo>
                  <a:cubicBezTo>
                    <a:pt x="192" y="322"/>
                    <a:pt x="192" y="322"/>
                    <a:pt x="192" y="322"/>
                  </a:cubicBezTo>
                  <a:cubicBezTo>
                    <a:pt x="193" y="320"/>
                    <a:pt x="193" y="320"/>
                    <a:pt x="193" y="320"/>
                  </a:cubicBezTo>
                  <a:cubicBezTo>
                    <a:pt x="193" y="320"/>
                    <a:pt x="193" y="322"/>
                    <a:pt x="192" y="322"/>
                  </a:cubicBezTo>
                  <a:cubicBezTo>
                    <a:pt x="194" y="322"/>
                    <a:pt x="195" y="322"/>
                    <a:pt x="196" y="322"/>
                  </a:cubicBezTo>
                  <a:cubicBezTo>
                    <a:pt x="197" y="320"/>
                    <a:pt x="197" y="322"/>
                    <a:pt x="197" y="320"/>
                  </a:cubicBezTo>
                  <a:cubicBezTo>
                    <a:pt x="197" y="321"/>
                    <a:pt x="197" y="321"/>
                    <a:pt x="197" y="321"/>
                  </a:cubicBezTo>
                  <a:cubicBezTo>
                    <a:pt x="198" y="320"/>
                    <a:pt x="198" y="320"/>
                    <a:pt x="199" y="322"/>
                  </a:cubicBezTo>
                  <a:cubicBezTo>
                    <a:pt x="199" y="323"/>
                    <a:pt x="199" y="323"/>
                    <a:pt x="199" y="323"/>
                  </a:cubicBezTo>
                  <a:cubicBezTo>
                    <a:pt x="198" y="323"/>
                    <a:pt x="198" y="323"/>
                    <a:pt x="197" y="323"/>
                  </a:cubicBezTo>
                  <a:cubicBezTo>
                    <a:pt x="198" y="323"/>
                    <a:pt x="198" y="323"/>
                    <a:pt x="198" y="323"/>
                  </a:cubicBezTo>
                  <a:cubicBezTo>
                    <a:pt x="197" y="324"/>
                    <a:pt x="197" y="324"/>
                    <a:pt x="197" y="324"/>
                  </a:cubicBezTo>
                  <a:cubicBezTo>
                    <a:pt x="197" y="324"/>
                    <a:pt x="196" y="325"/>
                    <a:pt x="197" y="325"/>
                  </a:cubicBezTo>
                  <a:cubicBezTo>
                    <a:pt x="199" y="325"/>
                    <a:pt x="199" y="325"/>
                    <a:pt x="199" y="325"/>
                  </a:cubicBezTo>
                  <a:cubicBezTo>
                    <a:pt x="199" y="325"/>
                    <a:pt x="201" y="325"/>
                    <a:pt x="199" y="326"/>
                  </a:cubicBezTo>
                  <a:cubicBezTo>
                    <a:pt x="197" y="326"/>
                    <a:pt x="197" y="326"/>
                    <a:pt x="197" y="326"/>
                  </a:cubicBezTo>
                  <a:cubicBezTo>
                    <a:pt x="197" y="326"/>
                    <a:pt x="198" y="326"/>
                    <a:pt x="198" y="326"/>
                  </a:cubicBezTo>
                  <a:cubicBezTo>
                    <a:pt x="195" y="326"/>
                    <a:pt x="195" y="326"/>
                    <a:pt x="195" y="326"/>
                  </a:cubicBezTo>
                  <a:cubicBezTo>
                    <a:pt x="199" y="326"/>
                    <a:pt x="196" y="327"/>
                    <a:pt x="197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5" y="328"/>
                    <a:pt x="198" y="327"/>
                    <a:pt x="198" y="327"/>
                  </a:cubicBezTo>
                  <a:cubicBezTo>
                    <a:pt x="198" y="328"/>
                    <a:pt x="195" y="328"/>
                    <a:pt x="194" y="328"/>
                  </a:cubicBezTo>
                  <a:cubicBezTo>
                    <a:pt x="194" y="329"/>
                    <a:pt x="196" y="329"/>
                    <a:pt x="194" y="330"/>
                  </a:cubicBezTo>
                  <a:cubicBezTo>
                    <a:pt x="195" y="330"/>
                    <a:pt x="196" y="331"/>
                    <a:pt x="197" y="331"/>
                  </a:cubicBezTo>
                  <a:cubicBezTo>
                    <a:pt x="197" y="332"/>
                    <a:pt x="194" y="331"/>
                    <a:pt x="195" y="332"/>
                  </a:cubicBezTo>
                  <a:cubicBezTo>
                    <a:pt x="195" y="332"/>
                    <a:pt x="194" y="332"/>
                    <a:pt x="193" y="332"/>
                  </a:cubicBezTo>
                  <a:cubicBezTo>
                    <a:pt x="194" y="332"/>
                    <a:pt x="193" y="333"/>
                    <a:pt x="195" y="332"/>
                  </a:cubicBezTo>
                  <a:cubicBezTo>
                    <a:pt x="194" y="333"/>
                    <a:pt x="194" y="334"/>
                    <a:pt x="195" y="334"/>
                  </a:cubicBezTo>
                  <a:cubicBezTo>
                    <a:pt x="195" y="334"/>
                    <a:pt x="193" y="334"/>
                    <a:pt x="192" y="334"/>
                  </a:cubicBezTo>
                  <a:cubicBezTo>
                    <a:pt x="194" y="334"/>
                    <a:pt x="195" y="335"/>
                    <a:pt x="194" y="335"/>
                  </a:cubicBezTo>
                  <a:cubicBezTo>
                    <a:pt x="196" y="335"/>
                    <a:pt x="196" y="335"/>
                    <a:pt x="198" y="335"/>
                  </a:cubicBezTo>
                  <a:cubicBezTo>
                    <a:pt x="198" y="335"/>
                    <a:pt x="199" y="335"/>
                    <a:pt x="199" y="335"/>
                  </a:cubicBezTo>
                  <a:cubicBezTo>
                    <a:pt x="197" y="336"/>
                    <a:pt x="194" y="336"/>
                    <a:pt x="194" y="336"/>
                  </a:cubicBezTo>
                  <a:cubicBezTo>
                    <a:pt x="191" y="336"/>
                    <a:pt x="194" y="335"/>
                    <a:pt x="192" y="336"/>
                  </a:cubicBezTo>
                  <a:cubicBezTo>
                    <a:pt x="189" y="335"/>
                    <a:pt x="189" y="335"/>
                    <a:pt x="191" y="334"/>
                  </a:cubicBezTo>
                  <a:cubicBezTo>
                    <a:pt x="188" y="334"/>
                    <a:pt x="190" y="335"/>
                    <a:pt x="188" y="335"/>
                  </a:cubicBezTo>
                  <a:cubicBezTo>
                    <a:pt x="188" y="335"/>
                    <a:pt x="189" y="335"/>
                    <a:pt x="190" y="336"/>
                  </a:cubicBezTo>
                  <a:cubicBezTo>
                    <a:pt x="191" y="336"/>
                    <a:pt x="191" y="336"/>
                    <a:pt x="192" y="336"/>
                  </a:cubicBezTo>
                  <a:cubicBezTo>
                    <a:pt x="195" y="336"/>
                    <a:pt x="190" y="336"/>
                    <a:pt x="190" y="337"/>
                  </a:cubicBezTo>
                  <a:cubicBezTo>
                    <a:pt x="190" y="336"/>
                    <a:pt x="190" y="336"/>
                    <a:pt x="190" y="336"/>
                  </a:cubicBezTo>
                  <a:cubicBezTo>
                    <a:pt x="189" y="337"/>
                    <a:pt x="191" y="337"/>
                    <a:pt x="190" y="337"/>
                  </a:cubicBezTo>
                  <a:cubicBezTo>
                    <a:pt x="187" y="337"/>
                    <a:pt x="190" y="337"/>
                    <a:pt x="188" y="336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5" y="337"/>
                    <a:pt x="188" y="337"/>
                    <a:pt x="188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7" y="338"/>
                    <a:pt x="187" y="338"/>
                    <a:pt x="187" y="338"/>
                  </a:cubicBezTo>
                  <a:cubicBezTo>
                    <a:pt x="188" y="338"/>
                    <a:pt x="190" y="338"/>
                    <a:pt x="190" y="337"/>
                  </a:cubicBezTo>
                  <a:cubicBezTo>
                    <a:pt x="193" y="337"/>
                    <a:pt x="190" y="338"/>
                    <a:pt x="191" y="338"/>
                  </a:cubicBezTo>
                  <a:cubicBezTo>
                    <a:pt x="193" y="338"/>
                    <a:pt x="191" y="338"/>
                    <a:pt x="193" y="338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9"/>
                    <a:pt x="193" y="339"/>
                    <a:pt x="191" y="339"/>
                  </a:cubicBezTo>
                  <a:cubicBezTo>
                    <a:pt x="191" y="339"/>
                    <a:pt x="191" y="338"/>
                    <a:pt x="192" y="338"/>
                  </a:cubicBezTo>
                  <a:cubicBezTo>
                    <a:pt x="190" y="338"/>
                    <a:pt x="188" y="339"/>
                    <a:pt x="187" y="338"/>
                  </a:cubicBezTo>
                  <a:cubicBezTo>
                    <a:pt x="186" y="339"/>
                    <a:pt x="188" y="339"/>
                    <a:pt x="189" y="339"/>
                  </a:cubicBezTo>
                  <a:cubicBezTo>
                    <a:pt x="189" y="339"/>
                    <a:pt x="190" y="339"/>
                    <a:pt x="191" y="339"/>
                  </a:cubicBezTo>
                  <a:cubicBezTo>
                    <a:pt x="196" y="340"/>
                    <a:pt x="187" y="339"/>
                    <a:pt x="188" y="340"/>
                  </a:cubicBezTo>
                  <a:cubicBezTo>
                    <a:pt x="191" y="340"/>
                    <a:pt x="193" y="341"/>
                    <a:pt x="196" y="340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5" y="341"/>
                    <a:pt x="195" y="341"/>
                    <a:pt x="193" y="341"/>
                  </a:cubicBezTo>
                  <a:cubicBezTo>
                    <a:pt x="193" y="341"/>
                    <a:pt x="193" y="341"/>
                    <a:pt x="193" y="341"/>
                  </a:cubicBezTo>
                  <a:cubicBezTo>
                    <a:pt x="191" y="341"/>
                    <a:pt x="191" y="341"/>
                    <a:pt x="191" y="341"/>
                  </a:cubicBezTo>
                  <a:cubicBezTo>
                    <a:pt x="189" y="341"/>
                    <a:pt x="188" y="341"/>
                    <a:pt x="187" y="341"/>
                  </a:cubicBezTo>
                  <a:cubicBezTo>
                    <a:pt x="188" y="342"/>
                    <a:pt x="189" y="341"/>
                    <a:pt x="189" y="342"/>
                  </a:cubicBezTo>
                  <a:cubicBezTo>
                    <a:pt x="188" y="342"/>
                    <a:pt x="187" y="342"/>
                    <a:pt x="187" y="342"/>
                  </a:cubicBezTo>
                  <a:cubicBezTo>
                    <a:pt x="188" y="342"/>
                    <a:pt x="190" y="342"/>
                    <a:pt x="191" y="342"/>
                  </a:cubicBezTo>
                  <a:cubicBezTo>
                    <a:pt x="191" y="343"/>
                    <a:pt x="189" y="343"/>
                    <a:pt x="188" y="343"/>
                  </a:cubicBezTo>
                  <a:cubicBezTo>
                    <a:pt x="187" y="342"/>
                    <a:pt x="187" y="342"/>
                    <a:pt x="187" y="342"/>
                  </a:cubicBezTo>
                  <a:cubicBezTo>
                    <a:pt x="188" y="343"/>
                    <a:pt x="186" y="342"/>
                    <a:pt x="186" y="343"/>
                  </a:cubicBezTo>
                  <a:cubicBezTo>
                    <a:pt x="188" y="343"/>
                    <a:pt x="189" y="343"/>
                    <a:pt x="191" y="343"/>
                  </a:cubicBezTo>
                  <a:cubicBezTo>
                    <a:pt x="191" y="343"/>
                    <a:pt x="190" y="344"/>
                    <a:pt x="190" y="344"/>
                  </a:cubicBezTo>
                  <a:cubicBezTo>
                    <a:pt x="189" y="343"/>
                    <a:pt x="189" y="343"/>
                    <a:pt x="189" y="343"/>
                  </a:cubicBezTo>
                  <a:cubicBezTo>
                    <a:pt x="189" y="344"/>
                    <a:pt x="186" y="343"/>
                    <a:pt x="186" y="344"/>
                  </a:cubicBezTo>
                  <a:cubicBezTo>
                    <a:pt x="188" y="344"/>
                    <a:pt x="188" y="344"/>
                    <a:pt x="188" y="344"/>
                  </a:cubicBezTo>
                  <a:cubicBezTo>
                    <a:pt x="186" y="344"/>
                    <a:pt x="186" y="344"/>
                    <a:pt x="186" y="344"/>
                  </a:cubicBezTo>
                  <a:cubicBezTo>
                    <a:pt x="188" y="344"/>
                    <a:pt x="187" y="344"/>
                    <a:pt x="188" y="344"/>
                  </a:cubicBezTo>
                  <a:cubicBezTo>
                    <a:pt x="187" y="344"/>
                    <a:pt x="187" y="344"/>
                    <a:pt x="187" y="344"/>
                  </a:cubicBezTo>
                  <a:cubicBezTo>
                    <a:pt x="187" y="345"/>
                    <a:pt x="190" y="345"/>
                    <a:pt x="188" y="345"/>
                  </a:cubicBezTo>
                  <a:cubicBezTo>
                    <a:pt x="190" y="345"/>
                    <a:pt x="188" y="345"/>
                    <a:pt x="189" y="345"/>
                  </a:cubicBezTo>
                  <a:cubicBezTo>
                    <a:pt x="191" y="344"/>
                    <a:pt x="191" y="345"/>
                    <a:pt x="191" y="345"/>
                  </a:cubicBezTo>
                  <a:cubicBezTo>
                    <a:pt x="188" y="345"/>
                    <a:pt x="191" y="346"/>
                    <a:pt x="191" y="346"/>
                  </a:cubicBezTo>
                  <a:cubicBezTo>
                    <a:pt x="190" y="346"/>
                    <a:pt x="189" y="346"/>
                    <a:pt x="188" y="346"/>
                  </a:cubicBezTo>
                  <a:cubicBezTo>
                    <a:pt x="190" y="346"/>
                    <a:pt x="190" y="346"/>
                    <a:pt x="190" y="346"/>
                  </a:cubicBezTo>
                  <a:cubicBezTo>
                    <a:pt x="187" y="346"/>
                    <a:pt x="191" y="347"/>
                    <a:pt x="190" y="347"/>
                  </a:cubicBezTo>
                  <a:cubicBezTo>
                    <a:pt x="189" y="347"/>
                    <a:pt x="187" y="347"/>
                    <a:pt x="187" y="347"/>
                  </a:cubicBezTo>
                  <a:cubicBezTo>
                    <a:pt x="190" y="347"/>
                    <a:pt x="190" y="347"/>
                    <a:pt x="192" y="347"/>
                  </a:cubicBezTo>
                  <a:cubicBezTo>
                    <a:pt x="191" y="348"/>
                    <a:pt x="189" y="347"/>
                    <a:pt x="187" y="347"/>
                  </a:cubicBezTo>
                  <a:cubicBezTo>
                    <a:pt x="189" y="348"/>
                    <a:pt x="185" y="348"/>
                    <a:pt x="188" y="348"/>
                  </a:cubicBezTo>
                  <a:cubicBezTo>
                    <a:pt x="189" y="348"/>
                    <a:pt x="190" y="348"/>
                    <a:pt x="191" y="348"/>
                  </a:cubicBezTo>
                  <a:cubicBezTo>
                    <a:pt x="191" y="349"/>
                    <a:pt x="190" y="348"/>
                    <a:pt x="189" y="348"/>
                  </a:cubicBezTo>
                  <a:cubicBezTo>
                    <a:pt x="189" y="349"/>
                    <a:pt x="191" y="349"/>
                    <a:pt x="192" y="349"/>
                  </a:cubicBezTo>
                  <a:cubicBezTo>
                    <a:pt x="191" y="349"/>
                    <a:pt x="194" y="349"/>
                    <a:pt x="192" y="350"/>
                  </a:cubicBezTo>
                  <a:cubicBezTo>
                    <a:pt x="191" y="350"/>
                    <a:pt x="191" y="349"/>
                    <a:pt x="190" y="349"/>
                  </a:cubicBezTo>
                  <a:cubicBezTo>
                    <a:pt x="190" y="350"/>
                    <a:pt x="194" y="350"/>
                    <a:pt x="195" y="350"/>
                  </a:cubicBezTo>
                  <a:cubicBezTo>
                    <a:pt x="196" y="350"/>
                    <a:pt x="199" y="351"/>
                    <a:pt x="200" y="351"/>
                  </a:cubicBezTo>
                  <a:cubicBezTo>
                    <a:pt x="199" y="352"/>
                    <a:pt x="199" y="351"/>
                    <a:pt x="197" y="351"/>
                  </a:cubicBezTo>
                  <a:cubicBezTo>
                    <a:pt x="197" y="351"/>
                    <a:pt x="197" y="351"/>
                    <a:pt x="197" y="351"/>
                  </a:cubicBezTo>
                  <a:cubicBezTo>
                    <a:pt x="194" y="351"/>
                    <a:pt x="192" y="350"/>
                    <a:pt x="190" y="350"/>
                  </a:cubicBezTo>
                  <a:cubicBezTo>
                    <a:pt x="191" y="350"/>
                    <a:pt x="191" y="350"/>
                    <a:pt x="191" y="350"/>
                  </a:cubicBezTo>
                  <a:cubicBezTo>
                    <a:pt x="188" y="350"/>
                    <a:pt x="188" y="350"/>
                    <a:pt x="188" y="350"/>
                  </a:cubicBezTo>
                  <a:cubicBezTo>
                    <a:pt x="190" y="350"/>
                    <a:pt x="188" y="351"/>
                    <a:pt x="189" y="351"/>
                  </a:cubicBezTo>
                  <a:cubicBezTo>
                    <a:pt x="190" y="351"/>
                    <a:pt x="188" y="351"/>
                    <a:pt x="189" y="351"/>
                  </a:cubicBezTo>
                  <a:cubicBezTo>
                    <a:pt x="190" y="351"/>
                    <a:pt x="193" y="351"/>
                    <a:pt x="192" y="352"/>
                  </a:cubicBezTo>
                  <a:cubicBezTo>
                    <a:pt x="188" y="351"/>
                    <a:pt x="188" y="351"/>
                    <a:pt x="188" y="351"/>
                  </a:cubicBezTo>
                  <a:cubicBezTo>
                    <a:pt x="188" y="352"/>
                    <a:pt x="190" y="352"/>
                    <a:pt x="189" y="352"/>
                  </a:cubicBezTo>
                  <a:cubicBezTo>
                    <a:pt x="188" y="352"/>
                    <a:pt x="188" y="352"/>
                    <a:pt x="188" y="352"/>
                  </a:cubicBezTo>
                  <a:cubicBezTo>
                    <a:pt x="188" y="353"/>
                    <a:pt x="188" y="354"/>
                    <a:pt x="192" y="356"/>
                  </a:cubicBezTo>
                  <a:cubicBezTo>
                    <a:pt x="190" y="356"/>
                    <a:pt x="190" y="356"/>
                    <a:pt x="189" y="357"/>
                  </a:cubicBezTo>
                  <a:cubicBezTo>
                    <a:pt x="189" y="357"/>
                    <a:pt x="191" y="357"/>
                    <a:pt x="191" y="357"/>
                  </a:cubicBezTo>
                  <a:cubicBezTo>
                    <a:pt x="189" y="357"/>
                    <a:pt x="189" y="357"/>
                    <a:pt x="189" y="357"/>
                  </a:cubicBezTo>
                  <a:cubicBezTo>
                    <a:pt x="188" y="357"/>
                    <a:pt x="189" y="358"/>
                    <a:pt x="191" y="359"/>
                  </a:cubicBezTo>
                  <a:cubicBezTo>
                    <a:pt x="189" y="358"/>
                    <a:pt x="189" y="358"/>
                    <a:pt x="189" y="358"/>
                  </a:cubicBezTo>
                  <a:cubicBezTo>
                    <a:pt x="188" y="359"/>
                    <a:pt x="190" y="359"/>
                    <a:pt x="191" y="359"/>
                  </a:cubicBezTo>
                  <a:cubicBezTo>
                    <a:pt x="189" y="359"/>
                    <a:pt x="189" y="359"/>
                    <a:pt x="189" y="359"/>
                  </a:cubicBezTo>
                  <a:cubicBezTo>
                    <a:pt x="191" y="359"/>
                    <a:pt x="191" y="359"/>
                    <a:pt x="191" y="359"/>
                  </a:cubicBezTo>
                  <a:cubicBezTo>
                    <a:pt x="191" y="360"/>
                    <a:pt x="191" y="360"/>
                    <a:pt x="189" y="360"/>
                  </a:cubicBezTo>
                  <a:cubicBezTo>
                    <a:pt x="190" y="360"/>
                    <a:pt x="190" y="360"/>
                    <a:pt x="190" y="360"/>
                  </a:cubicBezTo>
                  <a:cubicBezTo>
                    <a:pt x="189" y="360"/>
                    <a:pt x="189" y="361"/>
                    <a:pt x="189" y="362"/>
                  </a:cubicBezTo>
                  <a:cubicBezTo>
                    <a:pt x="190" y="362"/>
                    <a:pt x="191" y="362"/>
                    <a:pt x="192" y="362"/>
                  </a:cubicBezTo>
                  <a:cubicBezTo>
                    <a:pt x="194" y="362"/>
                    <a:pt x="192" y="362"/>
                    <a:pt x="193" y="362"/>
                  </a:cubicBezTo>
                  <a:cubicBezTo>
                    <a:pt x="191" y="362"/>
                    <a:pt x="191" y="362"/>
                    <a:pt x="191" y="362"/>
                  </a:cubicBezTo>
                  <a:cubicBezTo>
                    <a:pt x="187" y="362"/>
                    <a:pt x="190" y="364"/>
                    <a:pt x="189" y="365"/>
                  </a:cubicBezTo>
                  <a:cubicBezTo>
                    <a:pt x="190" y="365"/>
                    <a:pt x="190" y="365"/>
                    <a:pt x="190" y="365"/>
                  </a:cubicBezTo>
                  <a:cubicBezTo>
                    <a:pt x="188" y="365"/>
                    <a:pt x="190" y="366"/>
                    <a:pt x="189" y="367"/>
                  </a:cubicBezTo>
                  <a:cubicBezTo>
                    <a:pt x="190" y="367"/>
                    <a:pt x="193" y="367"/>
                    <a:pt x="193" y="368"/>
                  </a:cubicBezTo>
                  <a:cubicBezTo>
                    <a:pt x="195" y="368"/>
                    <a:pt x="190" y="368"/>
                    <a:pt x="189" y="368"/>
                  </a:cubicBezTo>
                  <a:cubicBezTo>
                    <a:pt x="190" y="368"/>
                    <a:pt x="190" y="368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1" y="369"/>
                    <a:pt x="191" y="369"/>
                    <a:pt x="190" y="369"/>
                  </a:cubicBezTo>
                  <a:cubicBezTo>
                    <a:pt x="190" y="369"/>
                    <a:pt x="190" y="369"/>
                    <a:pt x="190" y="369"/>
                  </a:cubicBezTo>
                  <a:cubicBezTo>
                    <a:pt x="190" y="370"/>
                    <a:pt x="189" y="370"/>
                    <a:pt x="189" y="370"/>
                  </a:cubicBezTo>
                  <a:cubicBezTo>
                    <a:pt x="191" y="370"/>
                    <a:pt x="190" y="371"/>
                    <a:pt x="191" y="371"/>
                  </a:cubicBezTo>
                  <a:cubicBezTo>
                    <a:pt x="190" y="371"/>
                    <a:pt x="190" y="371"/>
                    <a:pt x="190" y="371"/>
                  </a:cubicBezTo>
                  <a:cubicBezTo>
                    <a:pt x="192" y="371"/>
                    <a:pt x="192" y="371"/>
                    <a:pt x="192" y="371"/>
                  </a:cubicBezTo>
                  <a:cubicBezTo>
                    <a:pt x="191" y="371"/>
                    <a:pt x="191" y="371"/>
                    <a:pt x="191" y="371"/>
                  </a:cubicBezTo>
                  <a:cubicBezTo>
                    <a:pt x="189" y="371"/>
                    <a:pt x="189" y="371"/>
                    <a:pt x="189" y="371"/>
                  </a:cubicBezTo>
                  <a:cubicBezTo>
                    <a:pt x="188" y="371"/>
                    <a:pt x="191" y="371"/>
                    <a:pt x="192" y="372"/>
                  </a:cubicBezTo>
                  <a:cubicBezTo>
                    <a:pt x="193" y="372"/>
                    <a:pt x="191" y="372"/>
                    <a:pt x="191" y="372"/>
                  </a:cubicBezTo>
                  <a:cubicBezTo>
                    <a:pt x="190" y="372"/>
                    <a:pt x="191" y="372"/>
                    <a:pt x="191" y="372"/>
                  </a:cubicBezTo>
                  <a:cubicBezTo>
                    <a:pt x="189" y="371"/>
                    <a:pt x="190" y="372"/>
                    <a:pt x="189" y="372"/>
                  </a:cubicBezTo>
                  <a:cubicBezTo>
                    <a:pt x="189" y="372"/>
                    <a:pt x="191" y="372"/>
                    <a:pt x="191" y="372"/>
                  </a:cubicBezTo>
                  <a:cubicBezTo>
                    <a:pt x="190" y="373"/>
                    <a:pt x="191" y="373"/>
                    <a:pt x="189" y="373"/>
                  </a:cubicBezTo>
                  <a:cubicBezTo>
                    <a:pt x="190" y="373"/>
                    <a:pt x="190" y="373"/>
                    <a:pt x="191" y="374"/>
                  </a:cubicBezTo>
                  <a:cubicBezTo>
                    <a:pt x="191" y="373"/>
                    <a:pt x="191" y="373"/>
                    <a:pt x="193" y="373"/>
                  </a:cubicBezTo>
                  <a:cubicBezTo>
                    <a:pt x="193" y="373"/>
                    <a:pt x="193" y="374"/>
                    <a:pt x="192" y="374"/>
                  </a:cubicBezTo>
                  <a:cubicBezTo>
                    <a:pt x="192" y="374"/>
                    <a:pt x="192" y="374"/>
                    <a:pt x="192" y="374"/>
                  </a:cubicBezTo>
                  <a:cubicBezTo>
                    <a:pt x="192" y="374"/>
                    <a:pt x="192" y="374"/>
                    <a:pt x="193" y="374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3" y="374"/>
                    <a:pt x="192" y="375"/>
                    <a:pt x="193" y="375"/>
                  </a:cubicBezTo>
                  <a:cubicBezTo>
                    <a:pt x="191" y="375"/>
                    <a:pt x="189" y="375"/>
                    <a:pt x="189" y="375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91" y="376"/>
                    <a:pt x="190" y="376"/>
                    <a:pt x="189" y="376"/>
                  </a:cubicBezTo>
                  <a:cubicBezTo>
                    <a:pt x="188" y="376"/>
                    <a:pt x="194" y="377"/>
                    <a:pt x="192" y="377"/>
                  </a:cubicBezTo>
                  <a:cubicBezTo>
                    <a:pt x="190" y="377"/>
                    <a:pt x="190" y="377"/>
                    <a:pt x="189" y="377"/>
                  </a:cubicBezTo>
                  <a:cubicBezTo>
                    <a:pt x="190" y="378"/>
                    <a:pt x="191" y="378"/>
                    <a:pt x="191" y="378"/>
                  </a:cubicBezTo>
                  <a:cubicBezTo>
                    <a:pt x="192" y="378"/>
                    <a:pt x="189" y="377"/>
                    <a:pt x="191" y="377"/>
                  </a:cubicBezTo>
                  <a:cubicBezTo>
                    <a:pt x="192" y="377"/>
                    <a:pt x="191" y="378"/>
                    <a:pt x="192" y="378"/>
                  </a:cubicBezTo>
                  <a:cubicBezTo>
                    <a:pt x="187" y="378"/>
                    <a:pt x="191" y="380"/>
                    <a:pt x="188" y="380"/>
                  </a:cubicBezTo>
                  <a:cubicBezTo>
                    <a:pt x="191" y="380"/>
                    <a:pt x="189" y="381"/>
                    <a:pt x="190" y="381"/>
                  </a:cubicBezTo>
                  <a:cubicBezTo>
                    <a:pt x="187" y="381"/>
                    <a:pt x="190" y="382"/>
                    <a:pt x="189" y="382"/>
                  </a:cubicBezTo>
                  <a:cubicBezTo>
                    <a:pt x="191" y="382"/>
                    <a:pt x="191" y="382"/>
                    <a:pt x="191" y="382"/>
                  </a:cubicBezTo>
                  <a:cubicBezTo>
                    <a:pt x="190" y="382"/>
                    <a:pt x="195" y="383"/>
                    <a:pt x="192" y="383"/>
                  </a:cubicBezTo>
                  <a:cubicBezTo>
                    <a:pt x="191" y="383"/>
                    <a:pt x="190" y="383"/>
                    <a:pt x="190" y="383"/>
                  </a:cubicBezTo>
                  <a:cubicBezTo>
                    <a:pt x="187" y="383"/>
                    <a:pt x="192" y="384"/>
                    <a:pt x="189" y="384"/>
                  </a:cubicBezTo>
                  <a:cubicBezTo>
                    <a:pt x="190" y="384"/>
                    <a:pt x="192" y="384"/>
                    <a:pt x="193" y="385"/>
                  </a:cubicBezTo>
                  <a:cubicBezTo>
                    <a:pt x="192" y="385"/>
                    <a:pt x="190" y="385"/>
                    <a:pt x="190" y="385"/>
                  </a:cubicBezTo>
                  <a:cubicBezTo>
                    <a:pt x="190" y="386"/>
                    <a:pt x="191" y="386"/>
                    <a:pt x="190" y="386"/>
                  </a:cubicBezTo>
                  <a:cubicBezTo>
                    <a:pt x="189" y="386"/>
                    <a:pt x="189" y="386"/>
                    <a:pt x="189" y="386"/>
                  </a:cubicBezTo>
                  <a:cubicBezTo>
                    <a:pt x="188" y="386"/>
                    <a:pt x="189" y="386"/>
                    <a:pt x="190" y="387"/>
                  </a:cubicBezTo>
                  <a:cubicBezTo>
                    <a:pt x="188" y="387"/>
                    <a:pt x="189" y="388"/>
                    <a:pt x="188" y="388"/>
                  </a:cubicBezTo>
                  <a:cubicBezTo>
                    <a:pt x="191" y="389"/>
                    <a:pt x="187" y="389"/>
                    <a:pt x="190" y="389"/>
                  </a:cubicBezTo>
                  <a:cubicBezTo>
                    <a:pt x="189" y="389"/>
                    <a:pt x="189" y="389"/>
                    <a:pt x="189" y="389"/>
                  </a:cubicBezTo>
                  <a:cubicBezTo>
                    <a:pt x="190" y="389"/>
                    <a:pt x="192" y="390"/>
                    <a:pt x="192" y="390"/>
                  </a:cubicBezTo>
                  <a:cubicBezTo>
                    <a:pt x="190" y="390"/>
                    <a:pt x="190" y="390"/>
                    <a:pt x="190" y="390"/>
                  </a:cubicBezTo>
                  <a:cubicBezTo>
                    <a:pt x="188" y="390"/>
                    <a:pt x="190" y="390"/>
                    <a:pt x="189" y="391"/>
                  </a:cubicBezTo>
                  <a:cubicBezTo>
                    <a:pt x="190" y="390"/>
                    <a:pt x="189" y="391"/>
                    <a:pt x="190" y="391"/>
                  </a:cubicBezTo>
                  <a:cubicBezTo>
                    <a:pt x="191" y="391"/>
                    <a:pt x="191" y="391"/>
                    <a:pt x="191" y="391"/>
                  </a:cubicBezTo>
                  <a:cubicBezTo>
                    <a:pt x="192" y="392"/>
                    <a:pt x="192" y="391"/>
                    <a:pt x="192" y="392"/>
                  </a:cubicBezTo>
                  <a:cubicBezTo>
                    <a:pt x="192" y="392"/>
                    <a:pt x="190" y="392"/>
                    <a:pt x="190" y="392"/>
                  </a:cubicBezTo>
                  <a:cubicBezTo>
                    <a:pt x="189" y="392"/>
                    <a:pt x="190" y="392"/>
                    <a:pt x="190" y="393"/>
                  </a:cubicBezTo>
                  <a:cubicBezTo>
                    <a:pt x="190" y="393"/>
                    <a:pt x="190" y="392"/>
                    <a:pt x="191" y="393"/>
                  </a:cubicBezTo>
                  <a:cubicBezTo>
                    <a:pt x="191" y="393"/>
                    <a:pt x="190" y="393"/>
                    <a:pt x="190" y="393"/>
                  </a:cubicBezTo>
                  <a:cubicBezTo>
                    <a:pt x="190" y="393"/>
                    <a:pt x="191" y="393"/>
                    <a:pt x="191" y="393"/>
                  </a:cubicBezTo>
                  <a:cubicBezTo>
                    <a:pt x="191" y="393"/>
                    <a:pt x="191" y="393"/>
                    <a:pt x="191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90" y="393"/>
                    <a:pt x="190" y="393"/>
                    <a:pt x="190" y="393"/>
                  </a:cubicBezTo>
                  <a:cubicBezTo>
                    <a:pt x="188" y="393"/>
                    <a:pt x="188" y="393"/>
                    <a:pt x="188" y="393"/>
                  </a:cubicBezTo>
                  <a:cubicBezTo>
                    <a:pt x="188" y="394"/>
                    <a:pt x="190" y="394"/>
                    <a:pt x="191" y="394"/>
                  </a:cubicBezTo>
                  <a:cubicBezTo>
                    <a:pt x="189" y="395"/>
                    <a:pt x="191" y="396"/>
                    <a:pt x="192" y="396"/>
                  </a:cubicBezTo>
                  <a:cubicBezTo>
                    <a:pt x="192" y="396"/>
                    <a:pt x="190" y="396"/>
                    <a:pt x="191" y="396"/>
                  </a:cubicBezTo>
                  <a:cubicBezTo>
                    <a:pt x="191" y="397"/>
                    <a:pt x="193" y="397"/>
                    <a:pt x="192" y="397"/>
                  </a:cubicBezTo>
                  <a:cubicBezTo>
                    <a:pt x="192" y="397"/>
                    <a:pt x="191" y="397"/>
                    <a:pt x="191" y="398"/>
                  </a:cubicBezTo>
                  <a:cubicBezTo>
                    <a:pt x="190" y="398"/>
                    <a:pt x="192" y="397"/>
                    <a:pt x="192" y="397"/>
                  </a:cubicBezTo>
                  <a:cubicBezTo>
                    <a:pt x="190" y="398"/>
                    <a:pt x="194" y="399"/>
                    <a:pt x="192" y="400"/>
                  </a:cubicBezTo>
                  <a:cubicBezTo>
                    <a:pt x="192" y="399"/>
                    <a:pt x="191" y="399"/>
                    <a:pt x="191" y="399"/>
                  </a:cubicBezTo>
                  <a:cubicBezTo>
                    <a:pt x="191" y="400"/>
                    <a:pt x="192" y="400"/>
                    <a:pt x="194" y="401"/>
                  </a:cubicBezTo>
                  <a:cubicBezTo>
                    <a:pt x="192" y="401"/>
                    <a:pt x="192" y="401"/>
                    <a:pt x="192" y="401"/>
                  </a:cubicBezTo>
                  <a:cubicBezTo>
                    <a:pt x="192" y="401"/>
                    <a:pt x="193" y="401"/>
                    <a:pt x="194" y="401"/>
                  </a:cubicBezTo>
                  <a:cubicBezTo>
                    <a:pt x="195" y="401"/>
                    <a:pt x="196" y="401"/>
                    <a:pt x="196" y="402"/>
                  </a:cubicBezTo>
                  <a:cubicBezTo>
                    <a:pt x="196" y="402"/>
                    <a:pt x="196" y="402"/>
                    <a:pt x="196" y="402"/>
                  </a:cubicBezTo>
                  <a:cubicBezTo>
                    <a:pt x="196" y="402"/>
                    <a:pt x="197" y="402"/>
                    <a:pt x="197" y="402"/>
                  </a:cubicBezTo>
                  <a:cubicBezTo>
                    <a:pt x="196" y="403"/>
                    <a:pt x="196" y="402"/>
                    <a:pt x="195" y="402"/>
                  </a:cubicBezTo>
                  <a:cubicBezTo>
                    <a:pt x="193" y="403"/>
                    <a:pt x="194" y="404"/>
                    <a:pt x="194" y="404"/>
                  </a:cubicBezTo>
                  <a:cubicBezTo>
                    <a:pt x="195" y="404"/>
                    <a:pt x="195" y="404"/>
                    <a:pt x="195" y="404"/>
                  </a:cubicBezTo>
                  <a:cubicBezTo>
                    <a:pt x="196" y="404"/>
                    <a:pt x="194" y="404"/>
                    <a:pt x="194" y="404"/>
                  </a:cubicBezTo>
                  <a:cubicBezTo>
                    <a:pt x="199" y="405"/>
                    <a:pt x="199" y="405"/>
                    <a:pt x="199" y="405"/>
                  </a:cubicBezTo>
                  <a:cubicBezTo>
                    <a:pt x="198" y="404"/>
                    <a:pt x="197" y="405"/>
                    <a:pt x="196" y="405"/>
                  </a:cubicBezTo>
                  <a:cubicBezTo>
                    <a:pt x="196" y="405"/>
                    <a:pt x="199" y="406"/>
                    <a:pt x="201" y="406"/>
                  </a:cubicBezTo>
                  <a:cubicBezTo>
                    <a:pt x="200" y="406"/>
                    <a:pt x="201" y="406"/>
                    <a:pt x="201" y="407"/>
                  </a:cubicBezTo>
                  <a:cubicBezTo>
                    <a:pt x="200" y="407"/>
                    <a:pt x="202" y="407"/>
                    <a:pt x="200" y="407"/>
                  </a:cubicBezTo>
                  <a:cubicBezTo>
                    <a:pt x="199" y="407"/>
                    <a:pt x="199" y="407"/>
                    <a:pt x="199" y="407"/>
                  </a:cubicBezTo>
                  <a:cubicBezTo>
                    <a:pt x="199" y="407"/>
                    <a:pt x="197" y="407"/>
                    <a:pt x="196" y="407"/>
                  </a:cubicBezTo>
                  <a:cubicBezTo>
                    <a:pt x="196" y="407"/>
                    <a:pt x="196" y="408"/>
                    <a:pt x="195" y="409"/>
                  </a:cubicBezTo>
                  <a:cubicBezTo>
                    <a:pt x="198" y="408"/>
                    <a:pt x="197" y="410"/>
                    <a:pt x="199" y="409"/>
                  </a:cubicBezTo>
                  <a:cubicBezTo>
                    <a:pt x="200" y="410"/>
                    <a:pt x="197" y="410"/>
                    <a:pt x="197" y="410"/>
                  </a:cubicBezTo>
                  <a:cubicBezTo>
                    <a:pt x="198" y="411"/>
                    <a:pt x="197" y="411"/>
                    <a:pt x="197" y="412"/>
                  </a:cubicBezTo>
                  <a:cubicBezTo>
                    <a:pt x="197" y="412"/>
                    <a:pt x="197" y="412"/>
                    <a:pt x="197" y="412"/>
                  </a:cubicBezTo>
                  <a:cubicBezTo>
                    <a:pt x="198" y="412"/>
                    <a:pt x="197" y="413"/>
                    <a:pt x="199" y="413"/>
                  </a:cubicBezTo>
                  <a:cubicBezTo>
                    <a:pt x="198" y="413"/>
                    <a:pt x="198" y="413"/>
                    <a:pt x="198" y="413"/>
                  </a:cubicBezTo>
                  <a:cubicBezTo>
                    <a:pt x="197" y="414"/>
                    <a:pt x="201" y="413"/>
                    <a:pt x="200" y="414"/>
                  </a:cubicBezTo>
                  <a:cubicBezTo>
                    <a:pt x="199" y="414"/>
                    <a:pt x="199" y="414"/>
                    <a:pt x="199" y="414"/>
                  </a:cubicBezTo>
                  <a:cubicBezTo>
                    <a:pt x="200" y="414"/>
                    <a:pt x="198" y="415"/>
                    <a:pt x="200" y="415"/>
                  </a:cubicBezTo>
                  <a:cubicBezTo>
                    <a:pt x="199" y="415"/>
                    <a:pt x="199" y="415"/>
                    <a:pt x="198" y="415"/>
                  </a:cubicBezTo>
                  <a:cubicBezTo>
                    <a:pt x="199" y="415"/>
                    <a:pt x="199" y="416"/>
                    <a:pt x="200" y="416"/>
                  </a:cubicBezTo>
                  <a:cubicBezTo>
                    <a:pt x="198" y="416"/>
                    <a:pt x="198" y="416"/>
                    <a:pt x="198" y="416"/>
                  </a:cubicBezTo>
                  <a:cubicBezTo>
                    <a:pt x="197" y="417"/>
                    <a:pt x="201" y="416"/>
                    <a:pt x="200" y="417"/>
                  </a:cubicBezTo>
                  <a:cubicBezTo>
                    <a:pt x="200" y="417"/>
                    <a:pt x="199" y="417"/>
                    <a:pt x="199" y="417"/>
                  </a:cubicBezTo>
                  <a:cubicBezTo>
                    <a:pt x="200" y="417"/>
                    <a:pt x="200" y="418"/>
                    <a:pt x="200" y="418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21"/>
                    <a:pt x="198" y="423"/>
                    <a:pt x="201" y="425"/>
                  </a:cubicBezTo>
                  <a:cubicBezTo>
                    <a:pt x="198" y="425"/>
                    <a:pt x="199" y="424"/>
                    <a:pt x="197" y="425"/>
                  </a:cubicBezTo>
                  <a:cubicBezTo>
                    <a:pt x="200" y="425"/>
                    <a:pt x="198" y="425"/>
                    <a:pt x="199" y="426"/>
                  </a:cubicBezTo>
                  <a:cubicBezTo>
                    <a:pt x="198" y="426"/>
                    <a:pt x="198" y="426"/>
                    <a:pt x="198" y="426"/>
                  </a:cubicBezTo>
                  <a:cubicBezTo>
                    <a:pt x="199" y="426"/>
                    <a:pt x="198" y="426"/>
                    <a:pt x="198" y="426"/>
                  </a:cubicBezTo>
                  <a:cubicBezTo>
                    <a:pt x="199" y="426"/>
                    <a:pt x="199" y="426"/>
                    <a:pt x="199" y="426"/>
                  </a:cubicBezTo>
                  <a:cubicBezTo>
                    <a:pt x="199" y="426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8" y="427"/>
                    <a:pt x="197" y="427"/>
                    <a:pt x="199" y="427"/>
                  </a:cubicBezTo>
                  <a:cubicBezTo>
                    <a:pt x="199" y="427"/>
                    <a:pt x="199" y="427"/>
                    <a:pt x="199" y="427"/>
                  </a:cubicBezTo>
                  <a:cubicBezTo>
                    <a:pt x="197" y="428"/>
                    <a:pt x="197" y="428"/>
                    <a:pt x="197" y="428"/>
                  </a:cubicBezTo>
                  <a:cubicBezTo>
                    <a:pt x="200" y="428"/>
                    <a:pt x="198" y="428"/>
                    <a:pt x="198" y="428"/>
                  </a:cubicBezTo>
                  <a:cubicBezTo>
                    <a:pt x="197" y="429"/>
                    <a:pt x="194" y="427"/>
                    <a:pt x="194" y="429"/>
                  </a:cubicBezTo>
                  <a:cubicBezTo>
                    <a:pt x="194" y="429"/>
                    <a:pt x="194" y="429"/>
                    <a:pt x="194" y="429"/>
                  </a:cubicBezTo>
                  <a:cubicBezTo>
                    <a:pt x="189" y="432"/>
                    <a:pt x="183" y="435"/>
                    <a:pt x="180" y="441"/>
                  </a:cubicBezTo>
                  <a:cubicBezTo>
                    <a:pt x="180" y="442"/>
                    <a:pt x="179" y="443"/>
                    <a:pt x="178" y="444"/>
                  </a:cubicBezTo>
                  <a:cubicBezTo>
                    <a:pt x="178" y="441"/>
                    <a:pt x="178" y="437"/>
                    <a:pt x="180" y="434"/>
                  </a:cubicBezTo>
                  <a:cubicBezTo>
                    <a:pt x="179" y="431"/>
                    <a:pt x="178" y="427"/>
                    <a:pt x="179" y="425"/>
                  </a:cubicBezTo>
                  <a:cubicBezTo>
                    <a:pt x="178" y="412"/>
                    <a:pt x="182" y="402"/>
                    <a:pt x="179" y="389"/>
                  </a:cubicBezTo>
                  <a:cubicBezTo>
                    <a:pt x="179" y="390"/>
                    <a:pt x="178" y="389"/>
                    <a:pt x="177" y="389"/>
                  </a:cubicBezTo>
                  <a:cubicBezTo>
                    <a:pt x="178" y="389"/>
                    <a:pt x="178" y="389"/>
                    <a:pt x="178" y="389"/>
                  </a:cubicBezTo>
                  <a:cubicBezTo>
                    <a:pt x="176" y="388"/>
                    <a:pt x="176" y="388"/>
                    <a:pt x="176" y="388"/>
                  </a:cubicBezTo>
                  <a:cubicBezTo>
                    <a:pt x="176" y="387"/>
                    <a:pt x="178" y="387"/>
                    <a:pt x="178" y="388"/>
                  </a:cubicBezTo>
                  <a:cubicBezTo>
                    <a:pt x="178" y="383"/>
                    <a:pt x="177" y="379"/>
                    <a:pt x="178" y="374"/>
                  </a:cubicBezTo>
                  <a:cubicBezTo>
                    <a:pt x="175" y="374"/>
                    <a:pt x="177" y="371"/>
                    <a:pt x="175" y="371"/>
                  </a:cubicBezTo>
                  <a:cubicBezTo>
                    <a:pt x="176" y="371"/>
                    <a:pt x="176" y="371"/>
                    <a:pt x="176" y="371"/>
                  </a:cubicBezTo>
                  <a:cubicBezTo>
                    <a:pt x="175" y="368"/>
                    <a:pt x="175" y="368"/>
                    <a:pt x="177" y="365"/>
                  </a:cubicBezTo>
                  <a:cubicBezTo>
                    <a:pt x="178" y="353"/>
                    <a:pt x="176" y="340"/>
                    <a:pt x="174" y="326"/>
                  </a:cubicBezTo>
                  <a:cubicBezTo>
                    <a:pt x="170" y="313"/>
                    <a:pt x="162" y="297"/>
                    <a:pt x="148" y="288"/>
                  </a:cubicBezTo>
                  <a:cubicBezTo>
                    <a:pt x="143" y="290"/>
                    <a:pt x="142" y="286"/>
                    <a:pt x="138" y="288"/>
                  </a:cubicBezTo>
                  <a:cubicBezTo>
                    <a:pt x="138" y="287"/>
                    <a:pt x="138" y="287"/>
                    <a:pt x="138" y="287"/>
                  </a:cubicBezTo>
                  <a:cubicBezTo>
                    <a:pt x="136" y="288"/>
                    <a:pt x="136" y="286"/>
                    <a:pt x="133" y="284"/>
                  </a:cubicBezTo>
                  <a:cubicBezTo>
                    <a:pt x="133" y="285"/>
                    <a:pt x="132" y="284"/>
                    <a:pt x="132" y="286"/>
                  </a:cubicBezTo>
                  <a:cubicBezTo>
                    <a:pt x="131" y="287"/>
                    <a:pt x="131" y="282"/>
                    <a:pt x="129" y="283"/>
                  </a:cubicBezTo>
                  <a:cubicBezTo>
                    <a:pt x="129" y="282"/>
                    <a:pt x="129" y="284"/>
                    <a:pt x="129" y="283"/>
                  </a:cubicBezTo>
                  <a:cubicBezTo>
                    <a:pt x="125" y="285"/>
                    <a:pt x="129" y="282"/>
                    <a:pt x="127" y="279"/>
                  </a:cubicBezTo>
                  <a:cubicBezTo>
                    <a:pt x="120" y="278"/>
                    <a:pt x="113" y="280"/>
                    <a:pt x="107" y="278"/>
                  </a:cubicBezTo>
                  <a:cubicBezTo>
                    <a:pt x="108" y="278"/>
                    <a:pt x="108" y="280"/>
                    <a:pt x="107" y="280"/>
                  </a:cubicBezTo>
                  <a:cubicBezTo>
                    <a:pt x="107" y="276"/>
                    <a:pt x="105" y="280"/>
                    <a:pt x="104" y="279"/>
                  </a:cubicBezTo>
                  <a:cubicBezTo>
                    <a:pt x="104" y="278"/>
                    <a:pt x="105" y="278"/>
                    <a:pt x="105" y="278"/>
                  </a:cubicBezTo>
                  <a:cubicBezTo>
                    <a:pt x="103" y="276"/>
                    <a:pt x="101" y="278"/>
                    <a:pt x="98" y="277"/>
                  </a:cubicBezTo>
                  <a:cubicBezTo>
                    <a:pt x="96" y="278"/>
                    <a:pt x="94" y="275"/>
                    <a:pt x="92" y="277"/>
                  </a:cubicBezTo>
                  <a:cubicBezTo>
                    <a:pt x="93" y="275"/>
                    <a:pt x="91" y="276"/>
                    <a:pt x="91" y="275"/>
                  </a:cubicBezTo>
                  <a:cubicBezTo>
                    <a:pt x="89" y="279"/>
                    <a:pt x="88" y="273"/>
                    <a:pt x="85" y="275"/>
                  </a:cubicBezTo>
                  <a:cubicBezTo>
                    <a:pt x="86" y="275"/>
                    <a:pt x="86" y="275"/>
                    <a:pt x="86" y="275"/>
                  </a:cubicBezTo>
                  <a:cubicBezTo>
                    <a:pt x="80" y="274"/>
                    <a:pt x="77" y="272"/>
                    <a:pt x="72" y="271"/>
                  </a:cubicBezTo>
                  <a:cubicBezTo>
                    <a:pt x="69" y="270"/>
                    <a:pt x="69" y="264"/>
                    <a:pt x="66" y="264"/>
                  </a:cubicBezTo>
                  <a:cubicBezTo>
                    <a:pt x="65" y="265"/>
                    <a:pt x="65" y="265"/>
                    <a:pt x="64" y="265"/>
                  </a:cubicBezTo>
                  <a:cubicBezTo>
                    <a:pt x="64" y="264"/>
                    <a:pt x="65" y="264"/>
                    <a:pt x="65" y="264"/>
                  </a:cubicBezTo>
                  <a:cubicBezTo>
                    <a:pt x="63" y="263"/>
                    <a:pt x="63" y="260"/>
                    <a:pt x="62" y="259"/>
                  </a:cubicBezTo>
                  <a:cubicBezTo>
                    <a:pt x="62" y="259"/>
                    <a:pt x="61" y="258"/>
                    <a:pt x="60" y="259"/>
                  </a:cubicBezTo>
                  <a:cubicBezTo>
                    <a:pt x="61" y="256"/>
                    <a:pt x="56" y="255"/>
                    <a:pt x="57" y="252"/>
                  </a:cubicBezTo>
                  <a:cubicBezTo>
                    <a:pt x="54" y="254"/>
                    <a:pt x="54" y="252"/>
                    <a:pt x="53" y="251"/>
                  </a:cubicBezTo>
                  <a:cubicBezTo>
                    <a:pt x="53" y="251"/>
                    <a:pt x="54" y="250"/>
                    <a:pt x="54" y="250"/>
                  </a:cubicBezTo>
                  <a:cubicBezTo>
                    <a:pt x="53" y="249"/>
                    <a:pt x="53" y="248"/>
                    <a:pt x="53" y="245"/>
                  </a:cubicBezTo>
                  <a:cubicBezTo>
                    <a:pt x="52" y="245"/>
                    <a:pt x="50" y="245"/>
                    <a:pt x="50" y="244"/>
                  </a:cubicBezTo>
                  <a:cubicBezTo>
                    <a:pt x="52" y="242"/>
                    <a:pt x="50" y="241"/>
                    <a:pt x="50" y="240"/>
                  </a:cubicBezTo>
                  <a:cubicBezTo>
                    <a:pt x="48" y="241"/>
                    <a:pt x="46" y="240"/>
                    <a:pt x="47" y="239"/>
                  </a:cubicBezTo>
                  <a:cubicBezTo>
                    <a:pt x="49" y="238"/>
                    <a:pt x="49" y="238"/>
                    <a:pt x="49" y="238"/>
                  </a:cubicBezTo>
                  <a:cubicBezTo>
                    <a:pt x="46" y="235"/>
                    <a:pt x="48" y="230"/>
                    <a:pt x="44" y="225"/>
                  </a:cubicBezTo>
                  <a:cubicBezTo>
                    <a:pt x="45" y="224"/>
                    <a:pt x="45" y="224"/>
                    <a:pt x="45" y="224"/>
                  </a:cubicBezTo>
                  <a:cubicBezTo>
                    <a:pt x="42" y="219"/>
                    <a:pt x="42" y="213"/>
                    <a:pt x="37" y="209"/>
                  </a:cubicBezTo>
                  <a:cubicBezTo>
                    <a:pt x="37" y="208"/>
                    <a:pt x="37" y="207"/>
                    <a:pt x="36" y="205"/>
                  </a:cubicBezTo>
                  <a:cubicBezTo>
                    <a:pt x="37" y="205"/>
                    <a:pt x="39" y="204"/>
                    <a:pt x="40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41" y="201"/>
                    <a:pt x="44" y="197"/>
                    <a:pt x="48" y="196"/>
                  </a:cubicBezTo>
                  <a:cubicBezTo>
                    <a:pt x="47" y="198"/>
                    <a:pt x="49" y="198"/>
                    <a:pt x="49" y="199"/>
                  </a:cubicBezTo>
                  <a:cubicBezTo>
                    <a:pt x="50" y="198"/>
                    <a:pt x="50" y="196"/>
                    <a:pt x="52" y="196"/>
                  </a:cubicBezTo>
                  <a:cubicBezTo>
                    <a:pt x="51" y="199"/>
                    <a:pt x="51" y="199"/>
                    <a:pt x="51" y="199"/>
                  </a:cubicBezTo>
                  <a:cubicBezTo>
                    <a:pt x="52" y="197"/>
                    <a:pt x="56" y="193"/>
                    <a:pt x="59" y="190"/>
                  </a:cubicBezTo>
                  <a:cubicBezTo>
                    <a:pt x="59" y="197"/>
                    <a:pt x="61" y="192"/>
                    <a:pt x="62" y="201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1" y="202"/>
                    <a:pt x="61" y="203"/>
                    <a:pt x="62" y="206"/>
                  </a:cubicBezTo>
                  <a:cubicBezTo>
                    <a:pt x="64" y="206"/>
                    <a:pt x="65" y="204"/>
                    <a:pt x="64" y="199"/>
                  </a:cubicBezTo>
                  <a:cubicBezTo>
                    <a:pt x="68" y="202"/>
                    <a:pt x="65" y="203"/>
                    <a:pt x="68" y="212"/>
                  </a:cubicBezTo>
                  <a:cubicBezTo>
                    <a:pt x="71" y="214"/>
                    <a:pt x="66" y="208"/>
                    <a:pt x="69" y="207"/>
                  </a:cubicBezTo>
                  <a:cubicBezTo>
                    <a:pt x="70" y="206"/>
                    <a:pt x="71" y="211"/>
                    <a:pt x="75" y="215"/>
                  </a:cubicBezTo>
                  <a:cubicBezTo>
                    <a:pt x="82" y="221"/>
                    <a:pt x="78" y="220"/>
                    <a:pt x="81" y="223"/>
                  </a:cubicBezTo>
                  <a:cubicBezTo>
                    <a:pt x="79" y="223"/>
                    <a:pt x="71" y="217"/>
                    <a:pt x="73" y="217"/>
                  </a:cubicBezTo>
                  <a:cubicBezTo>
                    <a:pt x="65" y="209"/>
                    <a:pt x="73" y="224"/>
                    <a:pt x="68" y="218"/>
                  </a:cubicBezTo>
                  <a:cubicBezTo>
                    <a:pt x="75" y="226"/>
                    <a:pt x="76" y="226"/>
                    <a:pt x="82" y="226"/>
                  </a:cubicBezTo>
                  <a:cubicBezTo>
                    <a:pt x="79" y="225"/>
                    <a:pt x="85" y="224"/>
                    <a:pt x="82" y="223"/>
                  </a:cubicBezTo>
                  <a:cubicBezTo>
                    <a:pt x="98" y="219"/>
                    <a:pt x="96" y="225"/>
                    <a:pt x="106" y="216"/>
                  </a:cubicBezTo>
                  <a:cubicBezTo>
                    <a:pt x="103" y="216"/>
                    <a:pt x="111" y="202"/>
                    <a:pt x="104" y="206"/>
                  </a:cubicBezTo>
                  <a:cubicBezTo>
                    <a:pt x="104" y="204"/>
                    <a:pt x="105" y="201"/>
                    <a:pt x="107" y="200"/>
                  </a:cubicBezTo>
                  <a:cubicBezTo>
                    <a:pt x="107" y="203"/>
                    <a:pt x="110" y="197"/>
                    <a:pt x="110" y="201"/>
                  </a:cubicBezTo>
                  <a:cubicBezTo>
                    <a:pt x="111" y="198"/>
                    <a:pt x="111" y="198"/>
                    <a:pt x="111" y="198"/>
                  </a:cubicBezTo>
                  <a:cubicBezTo>
                    <a:pt x="111" y="204"/>
                    <a:pt x="111" y="204"/>
                    <a:pt x="111" y="204"/>
                  </a:cubicBezTo>
                  <a:cubicBezTo>
                    <a:pt x="114" y="201"/>
                    <a:pt x="118" y="196"/>
                    <a:pt x="120" y="194"/>
                  </a:cubicBezTo>
                  <a:cubicBezTo>
                    <a:pt x="121" y="189"/>
                    <a:pt x="117" y="195"/>
                    <a:pt x="119" y="190"/>
                  </a:cubicBezTo>
                  <a:cubicBezTo>
                    <a:pt x="119" y="192"/>
                    <a:pt x="121" y="189"/>
                    <a:pt x="122" y="186"/>
                  </a:cubicBezTo>
                  <a:cubicBezTo>
                    <a:pt x="120" y="191"/>
                    <a:pt x="119" y="186"/>
                    <a:pt x="120" y="182"/>
                  </a:cubicBezTo>
                  <a:cubicBezTo>
                    <a:pt x="120" y="181"/>
                    <a:pt x="121" y="180"/>
                    <a:pt x="121" y="179"/>
                  </a:cubicBezTo>
                  <a:cubicBezTo>
                    <a:pt x="122" y="180"/>
                    <a:pt x="122" y="180"/>
                    <a:pt x="122" y="181"/>
                  </a:cubicBezTo>
                  <a:cubicBezTo>
                    <a:pt x="122" y="182"/>
                    <a:pt x="122" y="182"/>
                    <a:pt x="122" y="183"/>
                  </a:cubicBezTo>
                  <a:cubicBezTo>
                    <a:pt x="123" y="183"/>
                    <a:pt x="123" y="183"/>
                    <a:pt x="123" y="183"/>
                  </a:cubicBezTo>
                  <a:cubicBezTo>
                    <a:pt x="123" y="183"/>
                    <a:pt x="122" y="183"/>
                    <a:pt x="122" y="183"/>
                  </a:cubicBezTo>
                  <a:cubicBezTo>
                    <a:pt x="122" y="188"/>
                    <a:pt x="125" y="188"/>
                    <a:pt x="126" y="189"/>
                  </a:cubicBezTo>
                  <a:cubicBezTo>
                    <a:pt x="126" y="193"/>
                    <a:pt x="126" y="193"/>
                    <a:pt x="126" y="193"/>
                  </a:cubicBezTo>
                  <a:cubicBezTo>
                    <a:pt x="127" y="193"/>
                    <a:pt x="127" y="193"/>
                    <a:pt x="127" y="193"/>
                  </a:cubicBezTo>
                  <a:cubicBezTo>
                    <a:pt x="130" y="197"/>
                    <a:pt x="134" y="202"/>
                    <a:pt x="132" y="203"/>
                  </a:cubicBezTo>
                  <a:cubicBezTo>
                    <a:pt x="134" y="205"/>
                    <a:pt x="136" y="206"/>
                    <a:pt x="135" y="203"/>
                  </a:cubicBezTo>
                  <a:cubicBezTo>
                    <a:pt x="136" y="205"/>
                    <a:pt x="140" y="212"/>
                    <a:pt x="151" y="211"/>
                  </a:cubicBezTo>
                  <a:cubicBezTo>
                    <a:pt x="161" y="208"/>
                    <a:pt x="165" y="201"/>
                    <a:pt x="167" y="197"/>
                  </a:cubicBezTo>
                  <a:cubicBezTo>
                    <a:pt x="164" y="201"/>
                    <a:pt x="163" y="200"/>
                    <a:pt x="162" y="200"/>
                  </a:cubicBezTo>
                  <a:cubicBezTo>
                    <a:pt x="161" y="197"/>
                    <a:pt x="164" y="198"/>
                    <a:pt x="164" y="194"/>
                  </a:cubicBezTo>
                  <a:cubicBezTo>
                    <a:pt x="165" y="195"/>
                    <a:pt x="167" y="192"/>
                    <a:pt x="166" y="196"/>
                  </a:cubicBezTo>
                  <a:cubicBezTo>
                    <a:pt x="170" y="191"/>
                    <a:pt x="171" y="185"/>
                    <a:pt x="173" y="179"/>
                  </a:cubicBezTo>
                  <a:cubicBezTo>
                    <a:pt x="173" y="180"/>
                    <a:pt x="173" y="180"/>
                    <a:pt x="174" y="181"/>
                  </a:cubicBezTo>
                  <a:cubicBezTo>
                    <a:pt x="174" y="181"/>
                    <a:pt x="174" y="181"/>
                    <a:pt x="174" y="182"/>
                  </a:cubicBezTo>
                  <a:cubicBezTo>
                    <a:pt x="174" y="182"/>
                    <a:pt x="174" y="182"/>
                    <a:pt x="174" y="183"/>
                  </a:cubicBezTo>
                  <a:cubicBezTo>
                    <a:pt x="175" y="184"/>
                    <a:pt x="175" y="185"/>
                    <a:pt x="176" y="186"/>
                  </a:cubicBezTo>
                  <a:cubicBezTo>
                    <a:pt x="175" y="185"/>
                    <a:pt x="175" y="185"/>
                    <a:pt x="175" y="184"/>
                  </a:cubicBezTo>
                  <a:cubicBezTo>
                    <a:pt x="175" y="185"/>
                    <a:pt x="175" y="186"/>
                    <a:pt x="176" y="187"/>
                  </a:cubicBezTo>
                  <a:cubicBezTo>
                    <a:pt x="176" y="187"/>
                    <a:pt x="176" y="187"/>
                    <a:pt x="176" y="187"/>
                  </a:cubicBezTo>
                  <a:cubicBezTo>
                    <a:pt x="177" y="189"/>
                    <a:pt x="177" y="190"/>
                    <a:pt x="178" y="191"/>
                  </a:cubicBezTo>
                  <a:cubicBezTo>
                    <a:pt x="176" y="191"/>
                    <a:pt x="176" y="191"/>
                    <a:pt x="176" y="191"/>
                  </a:cubicBezTo>
                  <a:cubicBezTo>
                    <a:pt x="176" y="194"/>
                    <a:pt x="188" y="201"/>
                    <a:pt x="189" y="198"/>
                  </a:cubicBezTo>
                  <a:cubicBezTo>
                    <a:pt x="205" y="196"/>
                    <a:pt x="210" y="186"/>
                    <a:pt x="213" y="179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8"/>
                    <a:pt x="214" y="178"/>
                  </a:cubicBezTo>
                  <a:cubicBezTo>
                    <a:pt x="214" y="178"/>
                    <a:pt x="214" y="177"/>
                    <a:pt x="214" y="177"/>
                  </a:cubicBezTo>
                  <a:cubicBezTo>
                    <a:pt x="214" y="177"/>
                    <a:pt x="215" y="177"/>
                    <a:pt x="215" y="177"/>
                  </a:cubicBezTo>
                  <a:cubicBezTo>
                    <a:pt x="219" y="183"/>
                    <a:pt x="215" y="181"/>
                    <a:pt x="216" y="184"/>
                  </a:cubicBezTo>
                  <a:cubicBezTo>
                    <a:pt x="224" y="191"/>
                    <a:pt x="234" y="187"/>
                    <a:pt x="239" y="182"/>
                  </a:cubicBezTo>
                  <a:cubicBezTo>
                    <a:pt x="239" y="182"/>
                    <a:pt x="240" y="183"/>
                    <a:pt x="239" y="183"/>
                  </a:cubicBezTo>
                  <a:cubicBezTo>
                    <a:pt x="244" y="179"/>
                    <a:pt x="250" y="173"/>
                    <a:pt x="253" y="167"/>
                  </a:cubicBezTo>
                  <a:cubicBezTo>
                    <a:pt x="255" y="173"/>
                    <a:pt x="258" y="178"/>
                    <a:pt x="262" y="183"/>
                  </a:cubicBezTo>
                  <a:cubicBezTo>
                    <a:pt x="272" y="194"/>
                    <a:pt x="282" y="179"/>
                    <a:pt x="282" y="172"/>
                  </a:cubicBezTo>
                  <a:cubicBezTo>
                    <a:pt x="282" y="171"/>
                    <a:pt x="283" y="172"/>
                    <a:pt x="283" y="173"/>
                  </a:cubicBezTo>
                  <a:cubicBezTo>
                    <a:pt x="283" y="162"/>
                    <a:pt x="288" y="150"/>
                    <a:pt x="283" y="141"/>
                  </a:cubicBezTo>
                  <a:cubicBezTo>
                    <a:pt x="281" y="138"/>
                    <a:pt x="281" y="138"/>
                    <a:pt x="281" y="138"/>
                  </a:cubicBezTo>
                  <a:cubicBezTo>
                    <a:pt x="282" y="136"/>
                    <a:pt x="283" y="136"/>
                    <a:pt x="284" y="134"/>
                  </a:cubicBezTo>
                  <a:cubicBezTo>
                    <a:pt x="283" y="132"/>
                    <a:pt x="283" y="124"/>
                    <a:pt x="282" y="122"/>
                  </a:cubicBezTo>
                  <a:cubicBezTo>
                    <a:pt x="283" y="121"/>
                    <a:pt x="283" y="123"/>
                    <a:pt x="283" y="123"/>
                  </a:cubicBezTo>
                  <a:cubicBezTo>
                    <a:pt x="284" y="122"/>
                    <a:pt x="284" y="121"/>
                    <a:pt x="284" y="120"/>
                  </a:cubicBezTo>
                  <a:cubicBezTo>
                    <a:pt x="285" y="120"/>
                    <a:pt x="286" y="120"/>
                    <a:pt x="287" y="120"/>
                  </a:cubicBezTo>
                  <a:cubicBezTo>
                    <a:pt x="293" y="141"/>
                    <a:pt x="294" y="171"/>
                    <a:pt x="312" y="180"/>
                  </a:cubicBezTo>
                  <a:cubicBezTo>
                    <a:pt x="316" y="182"/>
                    <a:pt x="313" y="183"/>
                    <a:pt x="315" y="184"/>
                  </a:cubicBezTo>
                  <a:cubicBezTo>
                    <a:pt x="325" y="187"/>
                    <a:pt x="336" y="188"/>
                    <a:pt x="347" y="188"/>
                  </a:cubicBezTo>
                  <a:cubicBezTo>
                    <a:pt x="346" y="189"/>
                    <a:pt x="345" y="190"/>
                    <a:pt x="344" y="191"/>
                  </a:cubicBezTo>
                  <a:cubicBezTo>
                    <a:pt x="346" y="193"/>
                    <a:pt x="342" y="195"/>
                    <a:pt x="343" y="196"/>
                  </a:cubicBezTo>
                  <a:cubicBezTo>
                    <a:pt x="343" y="196"/>
                    <a:pt x="343" y="196"/>
                    <a:pt x="343" y="195"/>
                  </a:cubicBezTo>
                  <a:cubicBezTo>
                    <a:pt x="340" y="201"/>
                    <a:pt x="343" y="196"/>
                    <a:pt x="338" y="200"/>
                  </a:cubicBezTo>
                  <a:cubicBezTo>
                    <a:pt x="327" y="213"/>
                    <a:pt x="329" y="230"/>
                    <a:pt x="329" y="240"/>
                  </a:cubicBezTo>
                  <a:cubicBezTo>
                    <a:pt x="330" y="251"/>
                    <a:pt x="331" y="257"/>
                    <a:pt x="326" y="263"/>
                  </a:cubicBezTo>
                  <a:cubicBezTo>
                    <a:pt x="327" y="267"/>
                    <a:pt x="324" y="267"/>
                    <a:pt x="325" y="270"/>
                  </a:cubicBezTo>
                  <a:cubicBezTo>
                    <a:pt x="324" y="269"/>
                    <a:pt x="324" y="269"/>
                    <a:pt x="324" y="269"/>
                  </a:cubicBezTo>
                  <a:cubicBezTo>
                    <a:pt x="324" y="271"/>
                    <a:pt x="323" y="270"/>
                    <a:pt x="321" y="270"/>
                  </a:cubicBezTo>
                  <a:cubicBezTo>
                    <a:pt x="321" y="271"/>
                    <a:pt x="320" y="271"/>
                    <a:pt x="321" y="272"/>
                  </a:cubicBezTo>
                  <a:cubicBezTo>
                    <a:pt x="322" y="274"/>
                    <a:pt x="319" y="270"/>
                    <a:pt x="318" y="271"/>
                  </a:cubicBezTo>
                  <a:cubicBezTo>
                    <a:pt x="318" y="271"/>
                    <a:pt x="319" y="272"/>
                    <a:pt x="318" y="272"/>
                  </a:cubicBezTo>
                  <a:cubicBezTo>
                    <a:pt x="317" y="275"/>
                    <a:pt x="318" y="271"/>
                    <a:pt x="315" y="270"/>
                  </a:cubicBezTo>
                  <a:cubicBezTo>
                    <a:pt x="311" y="273"/>
                    <a:pt x="306" y="276"/>
                    <a:pt x="302" y="277"/>
                  </a:cubicBezTo>
                  <a:cubicBezTo>
                    <a:pt x="302" y="277"/>
                    <a:pt x="303" y="278"/>
                    <a:pt x="302" y="278"/>
                  </a:cubicBezTo>
                  <a:cubicBezTo>
                    <a:pt x="301" y="275"/>
                    <a:pt x="301" y="280"/>
                    <a:pt x="299" y="279"/>
                  </a:cubicBezTo>
                  <a:cubicBezTo>
                    <a:pt x="300" y="277"/>
                    <a:pt x="300" y="277"/>
                    <a:pt x="300" y="277"/>
                  </a:cubicBezTo>
                  <a:cubicBezTo>
                    <a:pt x="297" y="277"/>
                    <a:pt x="296" y="279"/>
                    <a:pt x="293" y="279"/>
                  </a:cubicBezTo>
                  <a:cubicBezTo>
                    <a:pt x="292" y="280"/>
                    <a:pt x="288" y="279"/>
                    <a:pt x="287" y="281"/>
                  </a:cubicBezTo>
                  <a:cubicBezTo>
                    <a:pt x="287" y="280"/>
                    <a:pt x="286" y="280"/>
                    <a:pt x="285" y="280"/>
                  </a:cubicBezTo>
                  <a:cubicBezTo>
                    <a:pt x="285" y="284"/>
                    <a:pt x="281" y="280"/>
                    <a:pt x="280" y="284"/>
                  </a:cubicBezTo>
                  <a:cubicBezTo>
                    <a:pt x="280" y="283"/>
                    <a:pt x="280" y="283"/>
                    <a:pt x="280" y="283"/>
                  </a:cubicBezTo>
                  <a:cubicBezTo>
                    <a:pt x="274" y="287"/>
                    <a:pt x="267" y="290"/>
                    <a:pt x="263" y="297"/>
                  </a:cubicBezTo>
                  <a:cubicBezTo>
                    <a:pt x="260" y="300"/>
                    <a:pt x="256" y="300"/>
                    <a:pt x="254" y="305"/>
                  </a:cubicBezTo>
                  <a:cubicBezTo>
                    <a:pt x="254" y="306"/>
                    <a:pt x="255" y="306"/>
                    <a:pt x="255" y="307"/>
                  </a:cubicBezTo>
                  <a:cubicBezTo>
                    <a:pt x="255" y="308"/>
                    <a:pt x="254" y="306"/>
                    <a:pt x="254" y="306"/>
                  </a:cubicBezTo>
                  <a:cubicBezTo>
                    <a:pt x="254" y="309"/>
                    <a:pt x="251" y="310"/>
                    <a:pt x="250" y="312"/>
                  </a:cubicBezTo>
                  <a:cubicBezTo>
                    <a:pt x="250" y="313"/>
                    <a:pt x="250" y="314"/>
                    <a:pt x="251" y="314"/>
                  </a:cubicBezTo>
                  <a:cubicBezTo>
                    <a:pt x="247" y="315"/>
                    <a:pt x="248" y="320"/>
                    <a:pt x="245" y="322"/>
                  </a:cubicBezTo>
                  <a:cubicBezTo>
                    <a:pt x="248" y="322"/>
                    <a:pt x="246" y="324"/>
                    <a:pt x="247" y="325"/>
                  </a:cubicBezTo>
                  <a:cubicBezTo>
                    <a:pt x="246" y="326"/>
                    <a:pt x="245" y="326"/>
                    <a:pt x="245" y="325"/>
                  </a:cubicBezTo>
                  <a:cubicBezTo>
                    <a:pt x="245" y="327"/>
                    <a:pt x="244" y="328"/>
                    <a:pt x="243" y="330"/>
                  </a:cubicBezTo>
                  <a:cubicBezTo>
                    <a:pt x="243" y="332"/>
                    <a:pt x="244" y="333"/>
                    <a:pt x="243" y="334"/>
                  </a:cubicBezTo>
                  <a:cubicBezTo>
                    <a:pt x="241" y="334"/>
                    <a:pt x="242" y="336"/>
                    <a:pt x="241" y="338"/>
                  </a:cubicBezTo>
                  <a:cubicBezTo>
                    <a:pt x="243" y="338"/>
                    <a:pt x="244" y="340"/>
                    <a:pt x="243" y="341"/>
                  </a:cubicBezTo>
                  <a:cubicBezTo>
                    <a:pt x="240" y="340"/>
                    <a:pt x="240" y="340"/>
                    <a:pt x="240" y="340"/>
                  </a:cubicBezTo>
                  <a:cubicBezTo>
                    <a:pt x="241" y="344"/>
                    <a:pt x="237" y="350"/>
                    <a:pt x="240" y="355"/>
                  </a:cubicBezTo>
                  <a:cubicBezTo>
                    <a:pt x="238" y="355"/>
                    <a:pt x="238" y="355"/>
                    <a:pt x="238" y="355"/>
                  </a:cubicBezTo>
                  <a:cubicBezTo>
                    <a:pt x="239" y="360"/>
                    <a:pt x="236" y="365"/>
                    <a:pt x="239" y="370"/>
                  </a:cubicBezTo>
                  <a:cubicBezTo>
                    <a:pt x="238" y="371"/>
                    <a:pt x="237" y="373"/>
                    <a:pt x="237" y="374"/>
                  </a:cubicBezTo>
                  <a:cubicBezTo>
                    <a:pt x="239" y="376"/>
                    <a:pt x="238" y="376"/>
                    <a:pt x="241" y="378"/>
                  </a:cubicBezTo>
                  <a:cubicBezTo>
                    <a:pt x="241" y="378"/>
                    <a:pt x="239" y="379"/>
                    <a:pt x="239" y="379"/>
                  </a:cubicBezTo>
                  <a:cubicBezTo>
                    <a:pt x="238" y="381"/>
                    <a:pt x="236" y="383"/>
                    <a:pt x="238" y="385"/>
                  </a:cubicBezTo>
                  <a:cubicBezTo>
                    <a:pt x="237" y="385"/>
                    <a:pt x="237" y="385"/>
                    <a:pt x="237" y="385"/>
                  </a:cubicBezTo>
                  <a:cubicBezTo>
                    <a:pt x="238" y="387"/>
                    <a:pt x="240" y="389"/>
                    <a:pt x="238" y="391"/>
                  </a:cubicBezTo>
                  <a:cubicBezTo>
                    <a:pt x="239" y="391"/>
                    <a:pt x="239" y="393"/>
                    <a:pt x="241" y="393"/>
                  </a:cubicBezTo>
                  <a:cubicBezTo>
                    <a:pt x="241" y="393"/>
                    <a:pt x="239" y="393"/>
                    <a:pt x="240" y="394"/>
                  </a:cubicBezTo>
                  <a:cubicBezTo>
                    <a:pt x="238" y="393"/>
                    <a:pt x="238" y="393"/>
                    <a:pt x="238" y="393"/>
                  </a:cubicBezTo>
                  <a:cubicBezTo>
                    <a:pt x="237" y="397"/>
                    <a:pt x="238" y="401"/>
                    <a:pt x="239" y="405"/>
                  </a:cubicBezTo>
                  <a:cubicBezTo>
                    <a:pt x="236" y="406"/>
                    <a:pt x="239" y="409"/>
                    <a:pt x="237" y="411"/>
                  </a:cubicBezTo>
                  <a:cubicBezTo>
                    <a:pt x="239" y="412"/>
                    <a:pt x="237" y="415"/>
                    <a:pt x="240" y="416"/>
                  </a:cubicBezTo>
                  <a:cubicBezTo>
                    <a:pt x="238" y="416"/>
                    <a:pt x="238" y="416"/>
                    <a:pt x="238" y="416"/>
                  </a:cubicBezTo>
                  <a:cubicBezTo>
                    <a:pt x="238" y="418"/>
                    <a:pt x="238" y="420"/>
                    <a:pt x="237" y="423"/>
                  </a:cubicBezTo>
                  <a:cubicBezTo>
                    <a:pt x="237" y="424"/>
                    <a:pt x="239" y="424"/>
                    <a:pt x="240" y="425"/>
                  </a:cubicBezTo>
                  <a:cubicBezTo>
                    <a:pt x="238" y="425"/>
                    <a:pt x="238" y="425"/>
                    <a:pt x="238" y="425"/>
                  </a:cubicBezTo>
                  <a:cubicBezTo>
                    <a:pt x="239" y="426"/>
                    <a:pt x="241" y="427"/>
                    <a:pt x="243" y="427"/>
                  </a:cubicBezTo>
                  <a:cubicBezTo>
                    <a:pt x="242" y="428"/>
                    <a:pt x="243" y="428"/>
                    <a:pt x="242" y="429"/>
                  </a:cubicBezTo>
                  <a:cubicBezTo>
                    <a:pt x="241" y="428"/>
                    <a:pt x="239" y="428"/>
                    <a:pt x="237" y="427"/>
                  </a:cubicBezTo>
                  <a:cubicBezTo>
                    <a:pt x="237" y="428"/>
                    <a:pt x="240" y="430"/>
                    <a:pt x="238" y="431"/>
                  </a:cubicBezTo>
                  <a:cubicBezTo>
                    <a:pt x="238" y="432"/>
                    <a:pt x="239" y="433"/>
                    <a:pt x="241" y="433"/>
                  </a:cubicBezTo>
                  <a:cubicBezTo>
                    <a:pt x="240" y="433"/>
                    <a:pt x="239" y="434"/>
                    <a:pt x="239" y="433"/>
                  </a:cubicBezTo>
                  <a:cubicBezTo>
                    <a:pt x="239" y="434"/>
                    <a:pt x="239" y="435"/>
                    <a:pt x="240" y="435"/>
                  </a:cubicBezTo>
                  <a:cubicBezTo>
                    <a:pt x="240" y="435"/>
                    <a:pt x="240" y="435"/>
                    <a:pt x="240" y="435"/>
                  </a:cubicBezTo>
                  <a:cubicBezTo>
                    <a:pt x="241" y="435"/>
                    <a:pt x="241" y="436"/>
                    <a:pt x="243" y="436"/>
                  </a:cubicBezTo>
                  <a:cubicBezTo>
                    <a:pt x="243" y="435"/>
                    <a:pt x="243" y="435"/>
                    <a:pt x="243" y="435"/>
                  </a:cubicBezTo>
                  <a:cubicBezTo>
                    <a:pt x="244" y="435"/>
                    <a:pt x="245" y="436"/>
                    <a:pt x="243" y="437"/>
                  </a:cubicBezTo>
                  <a:cubicBezTo>
                    <a:pt x="242" y="437"/>
                    <a:pt x="241" y="436"/>
                    <a:pt x="240" y="437"/>
                  </a:cubicBezTo>
                  <a:cubicBezTo>
                    <a:pt x="244" y="439"/>
                    <a:pt x="244" y="439"/>
                    <a:pt x="244" y="439"/>
                  </a:cubicBezTo>
                  <a:cubicBezTo>
                    <a:pt x="243" y="439"/>
                    <a:pt x="244" y="438"/>
                    <a:pt x="245" y="438"/>
                  </a:cubicBezTo>
                  <a:cubicBezTo>
                    <a:pt x="244" y="437"/>
                    <a:pt x="244" y="437"/>
                    <a:pt x="244" y="437"/>
                  </a:cubicBezTo>
                  <a:cubicBezTo>
                    <a:pt x="246" y="437"/>
                    <a:pt x="246" y="437"/>
                    <a:pt x="246" y="437"/>
                  </a:cubicBezTo>
                  <a:cubicBezTo>
                    <a:pt x="245" y="435"/>
                    <a:pt x="246" y="434"/>
                    <a:pt x="245" y="432"/>
                  </a:cubicBezTo>
                  <a:cubicBezTo>
                    <a:pt x="244" y="433"/>
                    <a:pt x="244" y="433"/>
                    <a:pt x="244" y="433"/>
                  </a:cubicBezTo>
                  <a:cubicBezTo>
                    <a:pt x="243" y="432"/>
                    <a:pt x="241" y="431"/>
                    <a:pt x="243" y="430"/>
                  </a:cubicBezTo>
                  <a:cubicBezTo>
                    <a:pt x="244" y="430"/>
                    <a:pt x="244" y="430"/>
                    <a:pt x="245" y="430"/>
                  </a:cubicBezTo>
                  <a:cubicBezTo>
                    <a:pt x="245" y="430"/>
                    <a:pt x="244" y="430"/>
                    <a:pt x="244" y="429"/>
                  </a:cubicBezTo>
                  <a:cubicBezTo>
                    <a:pt x="247" y="430"/>
                    <a:pt x="247" y="430"/>
                    <a:pt x="247" y="430"/>
                  </a:cubicBezTo>
                  <a:cubicBezTo>
                    <a:pt x="243" y="429"/>
                    <a:pt x="246" y="427"/>
                    <a:pt x="245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7" y="425"/>
                    <a:pt x="244" y="427"/>
                    <a:pt x="244" y="426"/>
                  </a:cubicBezTo>
                  <a:cubicBezTo>
                    <a:pt x="245" y="425"/>
                    <a:pt x="247" y="426"/>
                    <a:pt x="248" y="425"/>
                  </a:cubicBezTo>
                  <a:cubicBezTo>
                    <a:pt x="248" y="423"/>
                    <a:pt x="246" y="421"/>
                    <a:pt x="248" y="419"/>
                  </a:cubicBezTo>
                  <a:cubicBezTo>
                    <a:pt x="248" y="418"/>
                    <a:pt x="247" y="416"/>
                    <a:pt x="246" y="415"/>
                  </a:cubicBezTo>
                  <a:cubicBezTo>
                    <a:pt x="246" y="414"/>
                    <a:pt x="248" y="415"/>
                    <a:pt x="247" y="414"/>
                  </a:cubicBezTo>
                  <a:cubicBezTo>
                    <a:pt x="248" y="414"/>
                    <a:pt x="249" y="414"/>
                    <a:pt x="250" y="414"/>
                  </a:cubicBezTo>
                  <a:cubicBezTo>
                    <a:pt x="249" y="414"/>
                    <a:pt x="250" y="412"/>
                    <a:pt x="248" y="413"/>
                  </a:cubicBezTo>
                  <a:cubicBezTo>
                    <a:pt x="249" y="411"/>
                    <a:pt x="249" y="409"/>
                    <a:pt x="249" y="407"/>
                  </a:cubicBezTo>
                  <a:cubicBezTo>
                    <a:pt x="249" y="408"/>
                    <a:pt x="250" y="408"/>
                    <a:pt x="251" y="407"/>
                  </a:cubicBezTo>
                  <a:cubicBezTo>
                    <a:pt x="250" y="406"/>
                    <a:pt x="249" y="405"/>
                    <a:pt x="249" y="403"/>
                  </a:cubicBezTo>
                  <a:cubicBezTo>
                    <a:pt x="248" y="403"/>
                    <a:pt x="248" y="404"/>
                    <a:pt x="246" y="403"/>
                  </a:cubicBezTo>
                  <a:cubicBezTo>
                    <a:pt x="246" y="403"/>
                    <a:pt x="245" y="403"/>
                    <a:pt x="245" y="402"/>
                  </a:cubicBezTo>
                  <a:cubicBezTo>
                    <a:pt x="247" y="402"/>
                    <a:pt x="250" y="403"/>
                    <a:pt x="250" y="401"/>
                  </a:cubicBezTo>
                  <a:cubicBezTo>
                    <a:pt x="253" y="402"/>
                    <a:pt x="249" y="404"/>
                    <a:pt x="252" y="403"/>
                  </a:cubicBezTo>
                  <a:cubicBezTo>
                    <a:pt x="254" y="404"/>
                    <a:pt x="254" y="406"/>
                    <a:pt x="253" y="407"/>
                  </a:cubicBezTo>
                  <a:cubicBezTo>
                    <a:pt x="255" y="408"/>
                    <a:pt x="253" y="406"/>
                    <a:pt x="256" y="406"/>
                  </a:cubicBezTo>
                  <a:cubicBezTo>
                    <a:pt x="256" y="405"/>
                    <a:pt x="254" y="405"/>
                    <a:pt x="254" y="403"/>
                  </a:cubicBezTo>
                  <a:cubicBezTo>
                    <a:pt x="253" y="403"/>
                    <a:pt x="253" y="403"/>
                    <a:pt x="252" y="402"/>
                  </a:cubicBezTo>
                  <a:cubicBezTo>
                    <a:pt x="249" y="401"/>
                    <a:pt x="254" y="401"/>
                    <a:pt x="254" y="400"/>
                  </a:cubicBezTo>
                  <a:cubicBezTo>
                    <a:pt x="254" y="401"/>
                    <a:pt x="254" y="401"/>
                    <a:pt x="254" y="401"/>
                  </a:cubicBezTo>
                  <a:cubicBezTo>
                    <a:pt x="255" y="400"/>
                    <a:pt x="254" y="400"/>
                    <a:pt x="254" y="399"/>
                  </a:cubicBezTo>
                  <a:cubicBezTo>
                    <a:pt x="257" y="398"/>
                    <a:pt x="254" y="400"/>
                    <a:pt x="256" y="401"/>
                  </a:cubicBezTo>
                  <a:cubicBezTo>
                    <a:pt x="258" y="400"/>
                    <a:pt x="258" y="400"/>
                    <a:pt x="258" y="400"/>
                  </a:cubicBezTo>
                  <a:cubicBezTo>
                    <a:pt x="259" y="399"/>
                    <a:pt x="256" y="400"/>
                    <a:pt x="257" y="398"/>
                  </a:cubicBezTo>
                  <a:cubicBezTo>
                    <a:pt x="258" y="398"/>
                    <a:pt x="258" y="398"/>
                    <a:pt x="258" y="398"/>
                  </a:cubicBezTo>
                  <a:cubicBezTo>
                    <a:pt x="257" y="397"/>
                    <a:pt x="257" y="397"/>
                    <a:pt x="257" y="397"/>
                  </a:cubicBezTo>
                  <a:cubicBezTo>
                    <a:pt x="256" y="397"/>
                    <a:pt x="254" y="397"/>
                    <a:pt x="254" y="398"/>
                  </a:cubicBezTo>
                  <a:cubicBezTo>
                    <a:pt x="251" y="397"/>
                    <a:pt x="254" y="397"/>
                    <a:pt x="254" y="396"/>
                  </a:cubicBezTo>
                  <a:cubicBezTo>
                    <a:pt x="252" y="395"/>
                    <a:pt x="254" y="396"/>
                    <a:pt x="252" y="396"/>
                  </a:cubicBezTo>
                  <a:cubicBezTo>
                    <a:pt x="250" y="396"/>
                    <a:pt x="250" y="395"/>
                    <a:pt x="250" y="394"/>
                  </a:cubicBezTo>
                  <a:cubicBezTo>
                    <a:pt x="250" y="393"/>
                    <a:pt x="252" y="394"/>
                    <a:pt x="253" y="393"/>
                  </a:cubicBezTo>
                  <a:cubicBezTo>
                    <a:pt x="254" y="394"/>
                    <a:pt x="254" y="395"/>
                    <a:pt x="253" y="394"/>
                  </a:cubicBezTo>
                  <a:cubicBezTo>
                    <a:pt x="254" y="396"/>
                    <a:pt x="256" y="394"/>
                    <a:pt x="258" y="395"/>
                  </a:cubicBezTo>
                  <a:cubicBezTo>
                    <a:pt x="259" y="394"/>
                    <a:pt x="257" y="394"/>
                    <a:pt x="256" y="393"/>
                  </a:cubicBezTo>
                  <a:cubicBezTo>
                    <a:pt x="256" y="394"/>
                    <a:pt x="254" y="393"/>
                    <a:pt x="254" y="393"/>
                  </a:cubicBezTo>
                  <a:cubicBezTo>
                    <a:pt x="249" y="391"/>
                    <a:pt x="257" y="392"/>
                    <a:pt x="257" y="390"/>
                  </a:cubicBezTo>
                  <a:cubicBezTo>
                    <a:pt x="253" y="390"/>
                    <a:pt x="252" y="387"/>
                    <a:pt x="249" y="389"/>
                  </a:cubicBezTo>
                  <a:cubicBezTo>
                    <a:pt x="248" y="388"/>
                    <a:pt x="248" y="387"/>
                    <a:pt x="248" y="387"/>
                  </a:cubicBezTo>
                  <a:cubicBezTo>
                    <a:pt x="250" y="388"/>
                    <a:pt x="250" y="386"/>
                    <a:pt x="252" y="387"/>
                  </a:cubicBezTo>
                  <a:cubicBezTo>
                    <a:pt x="252" y="386"/>
                    <a:pt x="252" y="386"/>
                    <a:pt x="252" y="386"/>
                  </a:cubicBezTo>
                  <a:cubicBezTo>
                    <a:pt x="254" y="388"/>
                    <a:pt x="254" y="388"/>
                    <a:pt x="254" y="388"/>
                  </a:cubicBezTo>
                  <a:cubicBezTo>
                    <a:pt x="256" y="387"/>
                    <a:pt x="257" y="385"/>
                    <a:pt x="258" y="386"/>
                  </a:cubicBezTo>
                  <a:cubicBezTo>
                    <a:pt x="257" y="385"/>
                    <a:pt x="256" y="386"/>
                    <a:pt x="256" y="385"/>
                  </a:cubicBezTo>
                  <a:cubicBezTo>
                    <a:pt x="257" y="385"/>
                    <a:pt x="258" y="385"/>
                    <a:pt x="258" y="384"/>
                  </a:cubicBezTo>
                  <a:cubicBezTo>
                    <a:pt x="257" y="385"/>
                    <a:pt x="255" y="384"/>
                    <a:pt x="254" y="383"/>
                  </a:cubicBezTo>
                  <a:cubicBezTo>
                    <a:pt x="255" y="382"/>
                    <a:pt x="257" y="382"/>
                    <a:pt x="257" y="382"/>
                  </a:cubicBezTo>
                  <a:cubicBezTo>
                    <a:pt x="259" y="383"/>
                    <a:pt x="259" y="383"/>
                    <a:pt x="259" y="383"/>
                  </a:cubicBezTo>
                  <a:cubicBezTo>
                    <a:pt x="257" y="382"/>
                    <a:pt x="260" y="383"/>
                    <a:pt x="259" y="382"/>
                  </a:cubicBezTo>
                  <a:cubicBezTo>
                    <a:pt x="258" y="381"/>
                    <a:pt x="256" y="381"/>
                    <a:pt x="255" y="380"/>
                  </a:cubicBezTo>
                  <a:cubicBezTo>
                    <a:pt x="254" y="380"/>
                    <a:pt x="256" y="379"/>
                    <a:pt x="256" y="379"/>
                  </a:cubicBezTo>
                  <a:cubicBezTo>
                    <a:pt x="257" y="380"/>
                    <a:pt x="257" y="380"/>
                    <a:pt x="257" y="380"/>
                  </a:cubicBezTo>
                  <a:cubicBezTo>
                    <a:pt x="256" y="379"/>
                    <a:pt x="260" y="380"/>
                    <a:pt x="259" y="379"/>
                  </a:cubicBezTo>
                  <a:cubicBezTo>
                    <a:pt x="258" y="378"/>
                    <a:pt x="258" y="378"/>
                    <a:pt x="258" y="378"/>
                  </a:cubicBezTo>
                  <a:cubicBezTo>
                    <a:pt x="258" y="378"/>
                    <a:pt x="259" y="378"/>
                    <a:pt x="259" y="378"/>
                  </a:cubicBezTo>
                  <a:cubicBezTo>
                    <a:pt x="258" y="378"/>
                    <a:pt x="258" y="377"/>
                    <a:pt x="258" y="377"/>
                  </a:cubicBezTo>
                  <a:cubicBezTo>
                    <a:pt x="259" y="377"/>
                    <a:pt x="259" y="377"/>
                    <a:pt x="259" y="377"/>
                  </a:cubicBezTo>
                  <a:cubicBezTo>
                    <a:pt x="258" y="376"/>
                    <a:pt x="256" y="375"/>
                    <a:pt x="258" y="375"/>
                  </a:cubicBezTo>
                  <a:cubicBezTo>
                    <a:pt x="256" y="375"/>
                    <a:pt x="258" y="376"/>
                    <a:pt x="257" y="376"/>
                  </a:cubicBezTo>
                  <a:cubicBezTo>
                    <a:pt x="255" y="377"/>
                    <a:pt x="255" y="375"/>
                    <a:pt x="255" y="375"/>
                  </a:cubicBezTo>
                  <a:cubicBezTo>
                    <a:pt x="258" y="375"/>
                    <a:pt x="255" y="374"/>
                    <a:pt x="255" y="373"/>
                  </a:cubicBezTo>
                  <a:cubicBezTo>
                    <a:pt x="256" y="373"/>
                    <a:pt x="257" y="372"/>
                    <a:pt x="258" y="372"/>
                  </a:cubicBezTo>
                  <a:cubicBezTo>
                    <a:pt x="256" y="372"/>
                    <a:pt x="256" y="372"/>
                    <a:pt x="256" y="372"/>
                  </a:cubicBezTo>
                  <a:cubicBezTo>
                    <a:pt x="259" y="372"/>
                    <a:pt x="255" y="370"/>
                    <a:pt x="256" y="370"/>
                  </a:cubicBezTo>
                  <a:cubicBezTo>
                    <a:pt x="257" y="370"/>
                    <a:pt x="259" y="370"/>
                    <a:pt x="259" y="370"/>
                  </a:cubicBezTo>
                  <a:cubicBezTo>
                    <a:pt x="257" y="370"/>
                    <a:pt x="256" y="368"/>
                    <a:pt x="254" y="368"/>
                  </a:cubicBezTo>
                  <a:cubicBezTo>
                    <a:pt x="255" y="367"/>
                    <a:pt x="258" y="369"/>
                    <a:pt x="260" y="369"/>
                  </a:cubicBezTo>
                  <a:cubicBezTo>
                    <a:pt x="258" y="368"/>
                    <a:pt x="261" y="367"/>
                    <a:pt x="258" y="366"/>
                  </a:cubicBezTo>
                  <a:cubicBezTo>
                    <a:pt x="257" y="367"/>
                    <a:pt x="257" y="366"/>
                    <a:pt x="256" y="366"/>
                  </a:cubicBezTo>
                  <a:cubicBezTo>
                    <a:pt x="256" y="365"/>
                    <a:pt x="257" y="366"/>
                    <a:pt x="258" y="365"/>
                  </a:cubicBezTo>
                  <a:cubicBezTo>
                    <a:pt x="258" y="365"/>
                    <a:pt x="256" y="364"/>
                    <a:pt x="255" y="365"/>
                  </a:cubicBezTo>
                  <a:cubicBezTo>
                    <a:pt x="255" y="364"/>
                    <a:pt x="253" y="363"/>
                    <a:pt x="255" y="362"/>
                  </a:cubicBezTo>
                  <a:cubicBezTo>
                    <a:pt x="256" y="362"/>
                    <a:pt x="255" y="364"/>
                    <a:pt x="257" y="363"/>
                  </a:cubicBezTo>
                  <a:cubicBezTo>
                    <a:pt x="257" y="362"/>
                    <a:pt x="253" y="362"/>
                    <a:pt x="252" y="360"/>
                  </a:cubicBezTo>
                  <a:cubicBezTo>
                    <a:pt x="251" y="361"/>
                    <a:pt x="248" y="360"/>
                    <a:pt x="248" y="359"/>
                  </a:cubicBezTo>
                  <a:cubicBezTo>
                    <a:pt x="249" y="357"/>
                    <a:pt x="248" y="360"/>
                    <a:pt x="251" y="360"/>
                  </a:cubicBezTo>
                  <a:cubicBezTo>
                    <a:pt x="250" y="359"/>
                    <a:pt x="250" y="359"/>
                    <a:pt x="250" y="359"/>
                  </a:cubicBezTo>
                  <a:cubicBezTo>
                    <a:pt x="254" y="358"/>
                    <a:pt x="255" y="362"/>
                    <a:pt x="257" y="361"/>
                  </a:cubicBezTo>
                  <a:cubicBezTo>
                    <a:pt x="257" y="360"/>
                    <a:pt x="257" y="360"/>
                    <a:pt x="257" y="360"/>
                  </a:cubicBezTo>
                  <a:cubicBezTo>
                    <a:pt x="257" y="360"/>
                    <a:pt x="259" y="361"/>
                    <a:pt x="260" y="361"/>
                  </a:cubicBezTo>
                  <a:cubicBezTo>
                    <a:pt x="258" y="360"/>
                    <a:pt x="259" y="359"/>
                    <a:pt x="259" y="359"/>
                  </a:cubicBezTo>
                  <a:cubicBezTo>
                    <a:pt x="257" y="358"/>
                    <a:pt x="259" y="359"/>
                    <a:pt x="258" y="359"/>
                  </a:cubicBezTo>
                  <a:cubicBezTo>
                    <a:pt x="258" y="358"/>
                    <a:pt x="255" y="357"/>
                    <a:pt x="256" y="356"/>
                  </a:cubicBezTo>
                  <a:cubicBezTo>
                    <a:pt x="257" y="357"/>
                    <a:pt x="259" y="356"/>
                    <a:pt x="259" y="357"/>
                  </a:cubicBezTo>
                  <a:cubicBezTo>
                    <a:pt x="260" y="356"/>
                    <a:pt x="257" y="356"/>
                    <a:pt x="259" y="356"/>
                  </a:cubicBezTo>
                  <a:cubicBezTo>
                    <a:pt x="260" y="356"/>
                    <a:pt x="260" y="356"/>
                    <a:pt x="260" y="356"/>
                  </a:cubicBezTo>
                  <a:cubicBezTo>
                    <a:pt x="260" y="353"/>
                    <a:pt x="261" y="349"/>
                    <a:pt x="257" y="345"/>
                  </a:cubicBezTo>
                  <a:cubicBezTo>
                    <a:pt x="259" y="345"/>
                    <a:pt x="260" y="344"/>
                    <a:pt x="261" y="343"/>
                  </a:cubicBezTo>
                  <a:cubicBezTo>
                    <a:pt x="261" y="343"/>
                    <a:pt x="260" y="343"/>
                    <a:pt x="260" y="342"/>
                  </a:cubicBezTo>
                  <a:cubicBezTo>
                    <a:pt x="262" y="342"/>
                    <a:pt x="262" y="342"/>
                    <a:pt x="262" y="342"/>
                  </a:cubicBezTo>
                  <a:cubicBezTo>
                    <a:pt x="263" y="341"/>
                    <a:pt x="262" y="340"/>
                    <a:pt x="261" y="339"/>
                  </a:cubicBezTo>
                  <a:cubicBezTo>
                    <a:pt x="262" y="339"/>
                    <a:pt x="262" y="339"/>
                    <a:pt x="262" y="339"/>
                  </a:cubicBezTo>
                  <a:cubicBezTo>
                    <a:pt x="264" y="338"/>
                    <a:pt x="261" y="338"/>
                    <a:pt x="261" y="337"/>
                  </a:cubicBezTo>
                  <a:cubicBezTo>
                    <a:pt x="263" y="337"/>
                    <a:pt x="263" y="337"/>
                    <a:pt x="263" y="337"/>
                  </a:cubicBezTo>
                  <a:cubicBezTo>
                    <a:pt x="261" y="337"/>
                    <a:pt x="261" y="337"/>
                    <a:pt x="261" y="337"/>
                  </a:cubicBezTo>
                  <a:cubicBezTo>
                    <a:pt x="261" y="336"/>
                    <a:pt x="262" y="335"/>
                    <a:pt x="264" y="336"/>
                  </a:cubicBezTo>
                  <a:cubicBezTo>
                    <a:pt x="263" y="335"/>
                    <a:pt x="263" y="335"/>
                    <a:pt x="262" y="335"/>
                  </a:cubicBezTo>
                  <a:cubicBezTo>
                    <a:pt x="264" y="335"/>
                    <a:pt x="264" y="332"/>
                    <a:pt x="264" y="331"/>
                  </a:cubicBezTo>
                  <a:cubicBezTo>
                    <a:pt x="263" y="331"/>
                    <a:pt x="263" y="331"/>
                    <a:pt x="261" y="330"/>
                  </a:cubicBezTo>
                  <a:cubicBezTo>
                    <a:pt x="259" y="329"/>
                    <a:pt x="262" y="330"/>
                    <a:pt x="261" y="329"/>
                  </a:cubicBezTo>
                  <a:cubicBezTo>
                    <a:pt x="262" y="329"/>
                    <a:pt x="263" y="329"/>
                    <a:pt x="263" y="330"/>
                  </a:cubicBezTo>
                  <a:cubicBezTo>
                    <a:pt x="266" y="329"/>
                    <a:pt x="266" y="326"/>
                    <a:pt x="268" y="325"/>
                  </a:cubicBezTo>
                  <a:cubicBezTo>
                    <a:pt x="267" y="324"/>
                    <a:pt x="267" y="324"/>
                    <a:pt x="267" y="324"/>
                  </a:cubicBezTo>
                  <a:cubicBezTo>
                    <a:pt x="270" y="323"/>
                    <a:pt x="268" y="321"/>
                    <a:pt x="270" y="320"/>
                  </a:cubicBezTo>
                  <a:cubicBezTo>
                    <a:pt x="269" y="320"/>
                    <a:pt x="267" y="318"/>
                    <a:pt x="268" y="317"/>
                  </a:cubicBezTo>
                  <a:cubicBezTo>
                    <a:pt x="266" y="315"/>
                    <a:pt x="270" y="318"/>
                    <a:pt x="271" y="318"/>
                  </a:cubicBezTo>
                  <a:cubicBezTo>
                    <a:pt x="271" y="317"/>
                    <a:pt x="271" y="316"/>
                    <a:pt x="271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1" y="315"/>
                    <a:pt x="271" y="314"/>
                    <a:pt x="272" y="314"/>
                  </a:cubicBezTo>
                  <a:cubicBezTo>
                    <a:pt x="272" y="314"/>
                    <a:pt x="272" y="314"/>
                    <a:pt x="272" y="314"/>
                  </a:cubicBezTo>
                  <a:cubicBezTo>
                    <a:pt x="273" y="314"/>
                    <a:pt x="274" y="314"/>
                    <a:pt x="274" y="313"/>
                  </a:cubicBezTo>
                  <a:cubicBezTo>
                    <a:pt x="274" y="311"/>
                    <a:pt x="275" y="312"/>
                    <a:pt x="274" y="310"/>
                  </a:cubicBezTo>
                  <a:cubicBezTo>
                    <a:pt x="275" y="311"/>
                    <a:pt x="275" y="311"/>
                    <a:pt x="275" y="311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5" y="309"/>
                    <a:pt x="275" y="309"/>
                    <a:pt x="275" y="309"/>
                  </a:cubicBezTo>
                  <a:cubicBezTo>
                    <a:pt x="276" y="311"/>
                    <a:pt x="276" y="311"/>
                    <a:pt x="276" y="311"/>
                  </a:cubicBezTo>
                  <a:cubicBezTo>
                    <a:pt x="277" y="311"/>
                    <a:pt x="275" y="310"/>
                    <a:pt x="275" y="309"/>
                  </a:cubicBezTo>
                  <a:cubicBezTo>
                    <a:pt x="274" y="308"/>
                    <a:pt x="275" y="309"/>
                    <a:pt x="276" y="309"/>
                  </a:cubicBezTo>
                  <a:cubicBezTo>
                    <a:pt x="277" y="310"/>
                    <a:pt x="276" y="309"/>
                    <a:pt x="276" y="309"/>
                  </a:cubicBezTo>
                  <a:cubicBezTo>
                    <a:pt x="276" y="310"/>
                    <a:pt x="276" y="309"/>
                    <a:pt x="277" y="310"/>
                  </a:cubicBezTo>
                  <a:cubicBezTo>
                    <a:pt x="277" y="310"/>
                    <a:pt x="276" y="308"/>
                    <a:pt x="276" y="308"/>
                  </a:cubicBezTo>
                  <a:cubicBezTo>
                    <a:pt x="277" y="308"/>
                    <a:pt x="277" y="307"/>
                    <a:pt x="278" y="308"/>
                  </a:cubicBezTo>
                  <a:cubicBezTo>
                    <a:pt x="278" y="307"/>
                    <a:pt x="279" y="307"/>
                    <a:pt x="278" y="306"/>
                  </a:cubicBezTo>
                  <a:cubicBezTo>
                    <a:pt x="278" y="306"/>
                    <a:pt x="277" y="307"/>
                    <a:pt x="276" y="306"/>
                  </a:cubicBezTo>
                  <a:cubicBezTo>
                    <a:pt x="276" y="305"/>
                    <a:pt x="277" y="305"/>
                    <a:pt x="277" y="305"/>
                  </a:cubicBezTo>
                  <a:cubicBezTo>
                    <a:pt x="277" y="306"/>
                    <a:pt x="277" y="306"/>
                    <a:pt x="277" y="306"/>
                  </a:cubicBezTo>
                  <a:cubicBezTo>
                    <a:pt x="277" y="305"/>
                    <a:pt x="278" y="305"/>
                    <a:pt x="277" y="304"/>
                  </a:cubicBezTo>
                  <a:cubicBezTo>
                    <a:pt x="279" y="305"/>
                    <a:pt x="279" y="305"/>
                    <a:pt x="279" y="305"/>
                  </a:cubicBezTo>
                  <a:cubicBezTo>
                    <a:pt x="278" y="304"/>
                    <a:pt x="279" y="303"/>
                    <a:pt x="279" y="303"/>
                  </a:cubicBezTo>
                  <a:cubicBezTo>
                    <a:pt x="280" y="304"/>
                    <a:pt x="281" y="306"/>
                    <a:pt x="282" y="306"/>
                  </a:cubicBezTo>
                  <a:cubicBezTo>
                    <a:pt x="282" y="304"/>
                    <a:pt x="282" y="304"/>
                    <a:pt x="282" y="304"/>
                  </a:cubicBezTo>
                  <a:cubicBezTo>
                    <a:pt x="282" y="303"/>
                    <a:pt x="283" y="304"/>
                    <a:pt x="283" y="304"/>
                  </a:cubicBezTo>
                  <a:cubicBezTo>
                    <a:pt x="285" y="304"/>
                    <a:pt x="282" y="299"/>
                    <a:pt x="284" y="300"/>
                  </a:cubicBezTo>
                  <a:cubicBezTo>
                    <a:pt x="285" y="302"/>
                    <a:pt x="285" y="302"/>
                    <a:pt x="286" y="302"/>
                  </a:cubicBezTo>
                  <a:cubicBezTo>
                    <a:pt x="286" y="301"/>
                    <a:pt x="286" y="301"/>
                    <a:pt x="286" y="301"/>
                  </a:cubicBezTo>
                  <a:cubicBezTo>
                    <a:pt x="285" y="300"/>
                    <a:pt x="286" y="302"/>
                    <a:pt x="285" y="301"/>
                  </a:cubicBezTo>
                  <a:cubicBezTo>
                    <a:pt x="285" y="300"/>
                    <a:pt x="285" y="300"/>
                    <a:pt x="285" y="300"/>
                  </a:cubicBezTo>
                  <a:cubicBezTo>
                    <a:pt x="288" y="303"/>
                    <a:pt x="290" y="299"/>
                    <a:pt x="293" y="300"/>
                  </a:cubicBezTo>
                  <a:cubicBezTo>
                    <a:pt x="292" y="298"/>
                    <a:pt x="294" y="299"/>
                    <a:pt x="294" y="298"/>
                  </a:cubicBezTo>
                  <a:cubicBezTo>
                    <a:pt x="294" y="300"/>
                    <a:pt x="295" y="297"/>
                    <a:pt x="296" y="298"/>
                  </a:cubicBezTo>
                  <a:cubicBezTo>
                    <a:pt x="295" y="296"/>
                    <a:pt x="295" y="296"/>
                    <a:pt x="295" y="296"/>
                  </a:cubicBezTo>
                  <a:cubicBezTo>
                    <a:pt x="296" y="297"/>
                    <a:pt x="295" y="291"/>
                    <a:pt x="297" y="294"/>
                  </a:cubicBezTo>
                  <a:cubicBezTo>
                    <a:pt x="298" y="295"/>
                    <a:pt x="298" y="296"/>
                    <a:pt x="297" y="296"/>
                  </a:cubicBezTo>
                  <a:cubicBezTo>
                    <a:pt x="299" y="299"/>
                    <a:pt x="300" y="293"/>
                    <a:pt x="301" y="296"/>
                  </a:cubicBezTo>
                  <a:cubicBezTo>
                    <a:pt x="301" y="295"/>
                    <a:pt x="300" y="294"/>
                    <a:pt x="301" y="292"/>
                  </a:cubicBezTo>
                  <a:cubicBezTo>
                    <a:pt x="302" y="293"/>
                    <a:pt x="304" y="294"/>
                    <a:pt x="304" y="294"/>
                  </a:cubicBezTo>
                  <a:cubicBezTo>
                    <a:pt x="304" y="294"/>
                    <a:pt x="304" y="293"/>
                    <a:pt x="305" y="294"/>
                  </a:cubicBezTo>
                  <a:cubicBezTo>
                    <a:pt x="305" y="294"/>
                    <a:pt x="305" y="294"/>
                    <a:pt x="305" y="295"/>
                  </a:cubicBezTo>
                  <a:cubicBezTo>
                    <a:pt x="306" y="295"/>
                    <a:pt x="307" y="294"/>
                    <a:pt x="308" y="293"/>
                  </a:cubicBezTo>
                  <a:cubicBezTo>
                    <a:pt x="309" y="294"/>
                    <a:pt x="310" y="293"/>
                    <a:pt x="312" y="293"/>
                  </a:cubicBezTo>
                  <a:cubicBezTo>
                    <a:pt x="312" y="291"/>
                    <a:pt x="315" y="293"/>
                    <a:pt x="314" y="290"/>
                  </a:cubicBezTo>
                  <a:cubicBezTo>
                    <a:pt x="314" y="291"/>
                    <a:pt x="314" y="291"/>
                    <a:pt x="314" y="291"/>
                  </a:cubicBezTo>
                  <a:cubicBezTo>
                    <a:pt x="314" y="290"/>
                    <a:pt x="314" y="288"/>
                    <a:pt x="315" y="288"/>
                  </a:cubicBezTo>
                  <a:cubicBezTo>
                    <a:pt x="315" y="290"/>
                    <a:pt x="315" y="290"/>
                    <a:pt x="315" y="290"/>
                  </a:cubicBezTo>
                  <a:cubicBezTo>
                    <a:pt x="316" y="292"/>
                    <a:pt x="317" y="290"/>
                    <a:pt x="318" y="291"/>
                  </a:cubicBezTo>
                  <a:cubicBezTo>
                    <a:pt x="316" y="289"/>
                    <a:pt x="318" y="291"/>
                    <a:pt x="318" y="289"/>
                  </a:cubicBezTo>
                  <a:cubicBezTo>
                    <a:pt x="318" y="288"/>
                    <a:pt x="318" y="288"/>
                    <a:pt x="318" y="288"/>
                  </a:cubicBezTo>
                  <a:cubicBezTo>
                    <a:pt x="319" y="287"/>
                    <a:pt x="318" y="287"/>
                    <a:pt x="319" y="286"/>
                  </a:cubicBezTo>
                  <a:cubicBezTo>
                    <a:pt x="320" y="286"/>
                    <a:pt x="321" y="288"/>
                    <a:pt x="320" y="288"/>
                  </a:cubicBezTo>
                  <a:cubicBezTo>
                    <a:pt x="321" y="289"/>
                    <a:pt x="322" y="288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4" y="287"/>
                    <a:pt x="324" y="287"/>
                    <a:pt x="324" y="287"/>
                  </a:cubicBezTo>
                  <a:cubicBezTo>
                    <a:pt x="325" y="289"/>
                    <a:pt x="325" y="289"/>
                    <a:pt x="325" y="289"/>
                  </a:cubicBezTo>
                  <a:cubicBezTo>
                    <a:pt x="325" y="289"/>
                    <a:pt x="326" y="286"/>
                    <a:pt x="326" y="286"/>
                  </a:cubicBezTo>
                  <a:cubicBezTo>
                    <a:pt x="328" y="286"/>
                    <a:pt x="331" y="283"/>
                    <a:pt x="332" y="281"/>
                  </a:cubicBezTo>
                  <a:cubicBezTo>
                    <a:pt x="332" y="282"/>
                    <a:pt x="332" y="282"/>
                    <a:pt x="332" y="282"/>
                  </a:cubicBezTo>
                  <a:cubicBezTo>
                    <a:pt x="332" y="281"/>
                    <a:pt x="332" y="279"/>
                    <a:pt x="333" y="280"/>
                  </a:cubicBezTo>
                  <a:cubicBezTo>
                    <a:pt x="333" y="279"/>
                    <a:pt x="334" y="280"/>
                    <a:pt x="335" y="280"/>
                  </a:cubicBezTo>
                  <a:cubicBezTo>
                    <a:pt x="335" y="280"/>
                    <a:pt x="334" y="279"/>
                    <a:pt x="334" y="279"/>
                  </a:cubicBezTo>
                  <a:cubicBezTo>
                    <a:pt x="337" y="279"/>
                    <a:pt x="337" y="275"/>
                    <a:pt x="339" y="274"/>
                  </a:cubicBezTo>
                  <a:cubicBezTo>
                    <a:pt x="339" y="274"/>
                    <a:pt x="340" y="275"/>
                    <a:pt x="340" y="276"/>
                  </a:cubicBezTo>
                  <a:cubicBezTo>
                    <a:pt x="341" y="274"/>
                    <a:pt x="341" y="272"/>
                    <a:pt x="341" y="270"/>
                  </a:cubicBezTo>
                  <a:cubicBezTo>
                    <a:pt x="341" y="270"/>
                    <a:pt x="342" y="270"/>
                    <a:pt x="342" y="271"/>
                  </a:cubicBezTo>
                  <a:cubicBezTo>
                    <a:pt x="342" y="270"/>
                    <a:pt x="343" y="269"/>
                    <a:pt x="342" y="267"/>
                  </a:cubicBezTo>
                  <a:cubicBezTo>
                    <a:pt x="341" y="268"/>
                    <a:pt x="343" y="268"/>
                    <a:pt x="342" y="268"/>
                  </a:cubicBezTo>
                  <a:cubicBezTo>
                    <a:pt x="341" y="268"/>
                    <a:pt x="340" y="266"/>
                    <a:pt x="341" y="266"/>
                  </a:cubicBezTo>
                  <a:cubicBezTo>
                    <a:pt x="341" y="266"/>
                    <a:pt x="341" y="266"/>
                    <a:pt x="341" y="266"/>
                  </a:cubicBezTo>
                  <a:cubicBezTo>
                    <a:pt x="342" y="265"/>
                    <a:pt x="341" y="265"/>
                    <a:pt x="342" y="263"/>
                  </a:cubicBezTo>
                  <a:cubicBezTo>
                    <a:pt x="343" y="263"/>
                    <a:pt x="342" y="264"/>
                    <a:pt x="343" y="264"/>
                  </a:cubicBezTo>
                  <a:cubicBezTo>
                    <a:pt x="345" y="265"/>
                    <a:pt x="345" y="262"/>
                    <a:pt x="346" y="262"/>
                  </a:cubicBezTo>
                  <a:cubicBezTo>
                    <a:pt x="344" y="261"/>
                    <a:pt x="344" y="261"/>
                    <a:pt x="344" y="261"/>
                  </a:cubicBezTo>
                  <a:cubicBezTo>
                    <a:pt x="344" y="260"/>
                    <a:pt x="346" y="261"/>
                    <a:pt x="346" y="260"/>
                  </a:cubicBezTo>
                  <a:cubicBezTo>
                    <a:pt x="342" y="256"/>
                    <a:pt x="342" y="256"/>
                    <a:pt x="342" y="256"/>
                  </a:cubicBezTo>
                  <a:cubicBezTo>
                    <a:pt x="342" y="257"/>
                    <a:pt x="344" y="256"/>
                    <a:pt x="345" y="257"/>
                  </a:cubicBezTo>
                  <a:cubicBezTo>
                    <a:pt x="346" y="255"/>
                    <a:pt x="342" y="254"/>
                    <a:pt x="341" y="253"/>
                  </a:cubicBezTo>
                  <a:cubicBezTo>
                    <a:pt x="342" y="252"/>
                    <a:pt x="341" y="250"/>
                    <a:pt x="341" y="250"/>
                  </a:cubicBezTo>
                  <a:cubicBezTo>
                    <a:pt x="342" y="250"/>
                    <a:pt x="341" y="250"/>
                    <a:pt x="342" y="250"/>
                  </a:cubicBezTo>
                  <a:cubicBezTo>
                    <a:pt x="343" y="250"/>
                    <a:pt x="343" y="250"/>
                    <a:pt x="343" y="250"/>
                  </a:cubicBezTo>
                  <a:cubicBezTo>
                    <a:pt x="343" y="251"/>
                    <a:pt x="346" y="250"/>
                    <a:pt x="347" y="251"/>
                  </a:cubicBezTo>
                  <a:cubicBezTo>
                    <a:pt x="346" y="249"/>
                    <a:pt x="347" y="247"/>
                    <a:pt x="347" y="246"/>
                  </a:cubicBezTo>
                  <a:cubicBezTo>
                    <a:pt x="345" y="247"/>
                    <a:pt x="346" y="244"/>
                    <a:pt x="343" y="244"/>
                  </a:cubicBezTo>
                  <a:cubicBezTo>
                    <a:pt x="343" y="242"/>
                    <a:pt x="346" y="243"/>
                    <a:pt x="346" y="242"/>
                  </a:cubicBezTo>
                  <a:cubicBezTo>
                    <a:pt x="345" y="240"/>
                    <a:pt x="346" y="239"/>
                    <a:pt x="345" y="237"/>
                  </a:cubicBezTo>
                  <a:cubicBezTo>
                    <a:pt x="346" y="237"/>
                    <a:pt x="346" y="237"/>
                    <a:pt x="346" y="237"/>
                  </a:cubicBezTo>
                  <a:cubicBezTo>
                    <a:pt x="345" y="236"/>
                    <a:pt x="346" y="233"/>
                    <a:pt x="344" y="232"/>
                  </a:cubicBezTo>
                  <a:cubicBezTo>
                    <a:pt x="345" y="232"/>
                    <a:pt x="345" y="232"/>
                    <a:pt x="345" y="232"/>
                  </a:cubicBezTo>
                  <a:cubicBezTo>
                    <a:pt x="346" y="231"/>
                    <a:pt x="342" y="232"/>
                    <a:pt x="343" y="230"/>
                  </a:cubicBezTo>
                  <a:cubicBezTo>
                    <a:pt x="345" y="231"/>
                    <a:pt x="345" y="231"/>
                    <a:pt x="345" y="231"/>
                  </a:cubicBezTo>
                  <a:cubicBezTo>
                    <a:pt x="343" y="230"/>
                    <a:pt x="346" y="229"/>
                    <a:pt x="344" y="227"/>
                  </a:cubicBezTo>
                  <a:cubicBezTo>
                    <a:pt x="344" y="227"/>
                    <a:pt x="345" y="227"/>
                    <a:pt x="345" y="228"/>
                  </a:cubicBezTo>
                  <a:cubicBezTo>
                    <a:pt x="344" y="226"/>
                    <a:pt x="345" y="225"/>
                    <a:pt x="343" y="224"/>
                  </a:cubicBezTo>
                  <a:cubicBezTo>
                    <a:pt x="344" y="224"/>
                    <a:pt x="345" y="224"/>
                    <a:pt x="345" y="225"/>
                  </a:cubicBezTo>
                  <a:cubicBezTo>
                    <a:pt x="346" y="224"/>
                    <a:pt x="343" y="223"/>
                    <a:pt x="344" y="222"/>
                  </a:cubicBezTo>
                  <a:cubicBezTo>
                    <a:pt x="344" y="222"/>
                    <a:pt x="345" y="222"/>
                    <a:pt x="346" y="222"/>
                  </a:cubicBezTo>
                  <a:cubicBezTo>
                    <a:pt x="344" y="221"/>
                    <a:pt x="345" y="219"/>
                    <a:pt x="344" y="219"/>
                  </a:cubicBezTo>
                  <a:cubicBezTo>
                    <a:pt x="345" y="219"/>
                    <a:pt x="346" y="218"/>
                    <a:pt x="347" y="218"/>
                  </a:cubicBezTo>
                  <a:cubicBezTo>
                    <a:pt x="348" y="213"/>
                    <a:pt x="351" y="208"/>
                    <a:pt x="353" y="202"/>
                  </a:cubicBezTo>
                  <a:cubicBezTo>
                    <a:pt x="355" y="203"/>
                    <a:pt x="353" y="204"/>
                    <a:pt x="355" y="204"/>
                  </a:cubicBezTo>
                  <a:cubicBezTo>
                    <a:pt x="353" y="203"/>
                    <a:pt x="355" y="203"/>
                    <a:pt x="355" y="202"/>
                  </a:cubicBezTo>
                  <a:cubicBezTo>
                    <a:pt x="356" y="202"/>
                    <a:pt x="356" y="202"/>
                    <a:pt x="356" y="202"/>
                  </a:cubicBezTo>
                  <a:cubicBezTo>
                    <a:pt x="356" y="201"/>
                    <a:pt x="357" y="202"/>
                    <a:pt x="357" y="201"/>
                  </a:cubicBezTo>
                  <a:cubicBezTo>
                    <a:pt x="357" y="200"/>
                    <a:pt x="357" y="200"/>
                    <a:pt x="357" y="200"/>
                  </a:cubicBezTo>
                  <a:cubicBezTo>
                    <a:pt x="356" y="199"/>
                    <a:pt x="360" y="201"/>
                    <a:pt x="358" y="199"/>
                  </a:cubicBezTo>
                  <a:cubicBezTo>
                    <a:pt x="360" y="200"/>
                    <a:pt x="360" y="200"/>
                    <a:pt x="360" y="200"/>
                  </a:cubicBezTo>
                  <a:cubicBezTo>
                    <a:pt x="359" y="197"/>
                    <a:pt x="361" y="199"/>
                    <a:pt x="361" y="197"/>
                  </a:cubicBezTo>
                  <a:cubicBezTo>
                    <a:pt x="361" y="197"/>
                    <a:pt x="361" y="197"/>
                    <a:pt x="361" y="197"/>
                  </a:cubicBezTo>
                  <a:cubicBezTo>
                    <a:pt x="363" y="198"/>
                    <a:pt x="362" y="194"/>
                    <a:pt x="363" y="195"/>
                  </a:cubicBezTo>
                  <a:cubicBezTo>
                    <a:pt x="364" y="194"/>
                    <a:pt x="365" y="193"/>
                    <a:pt x="364" y="191"/>
                  </a:cubicBezTo>
                  <a:cubicBezTo>
                    <a:pt x="365" y="193"/>
                    <a:pt x="365" y="193"/>
                    <a:pt x="365" y="193"/>
                  </a:cubicBezTo>
                  <a:cubicBezTo>
                    <a:pt x="366" y="192"/>
                    <a:pt x="368" y="191"/>
                    <a:pt x="369" y="190"/>
                  </a:cubicBezTo>
                  <a:cubicBezTo>
                    <a:pt x="374" y="190"/>
                    <a:pt x="379" y="190"/>
                    <a:pt x="383" y="191"/>
                  </a:cubicBezTo>
                  <a:cubicBezTo>
                    <a:pt x="386" y="192"/>
                    <a:pt x="388" y="193"/>
                    <a:pt x="390" y="194"/>
                  </a:cubicBezTo>
                  <a:cubicBezTo>
                    <a:pt x="389" y="196"/>
                    <a:pt x="388" y="198"/>
                    <a:pt x="388" y="200"/>
                  </a:cubicBezTo>
                  <a:cubicBezTo>
                    <a:pt x="387" y="201"/>
                    <a:pt x="386" y="199"/>
                    <a:pt x="386" y="199"/>
                  </a:cubicBezTo>
                  <a:cubicBezTo>
                    <a:pt x="384" y="205"/>
                    <a:pt x="377" y="203"/>
                    <a:pt x="373" y="209"/>
                  </a:cubicBezTo>
                  <a:cubicBezTo>
                    <a:pt x="369" y="210"/>
                    <a:pt x="365" y="215"/>
                    <a:pt x="365" y="215"/>
                  </a:cubicBezTo>
                  <a:cubicBezTo>
                    <a:pt x="382" y="216"/>
                    <a:pt x="389" y="211"/>
                    <a:pt x="399" y="205"/>
                  </a:cubicBezTo>
                  <a:cubicBezTo>
                    <a:pt x="401" y="203"/>
                    <a:pt x="402" y="201"/>
                    <a:pt x="403" y="198"/>
                  </a:cubicBezTo>
                  <a:cubicBezTo>
                    <a:pt x="405" y="199"/>
                    <a:pt x="406" y="199"/>
                    <a:pt x="406" y="198"/>
                  </a:cubicBezTo>
                  <a:cubicBezTo>
                    <a:pt x="405" y="197"/>
                    <a:pt x="404" y="197"/>
                    <a:pt x="404" y="196"/>
                  </a:cubicBezTo>
                  <a:cubicBezTo>
                    <a:pt x="404" y="194"/>
                    <a:pt x="405" y="191"/>
                    <a:pt x="406" y="188"/>
                  </a:cubicBezTo>
                  <a:cubicBezTo>
                    <a:pt x="398" y="164"/>
                    <a:pt x="382" y="170"/>
                    <a:pt x="375" y="170"/>
                  </a:cubicBezTo>
                  <a:cubicBezTo>
                    <a:pt x="367" y="172"/>
                    <a:pt x="361" y="175"/>
                    <a:pt x="356" y="179"/>
                  </a:cubicBezTo>
                  <a:cubicBezTo>
                    <a:pt x="356" y="179"/>
                    <a:pt x="356" y="179"/>
                    <a:pt x="357" y="180"/>
                  </a:cubicBezTo>
                  <a:cubicBezTo>
                    <a:pt x="354" y="179"/>
                    <a:pt x="351" y="179"/>
                    <a:pt x="349" y="179"/>
                  </a:cubicBezTo>
                  <a:cubicBezTo>
                    <a:pt x="332" y="177"/>
                    <a:pt x="315" y="175"/>
                    <a:pt x="313" y="163"/>
                  </a:cubicBezTo>
                  <a:cubicBezTo>
                    <a:pt x="308" y="154"/>
                    <a:pt x="303" y="139"/>
                    <a:pt x="301" y="128"/>
                  </a:cubicBezTo>
                  <a:cubicBezTo>
                    <a:pt x="300" y="124"/>
                    <a:pt x="300" y="121"/>
                    <a:pt x="299" y="117"/>
                  </a:cubicBezTo>
                  <a:cubicBezTo>
                    <a:pt x="323" y="112"/>
                    <a:pt x="296" y="118"/>
                    <a:pt x="307" y="115"/>
                  </a:cubicBezTo>
                  <a:cubicBezTo>
                    <a:pt x="307" y="115"/>
                    <a:pt x="307" y="115"/>
                    <a:pt x="307" y="115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6" y="113"/>
                    <a:pt x="306" y="113"/>
                    <a:pt x="306" y="113"/>
                  </a:cubicBezTo>
                  <a:cubicBezTo>
                    <a:pt x="306" y="110"/>
                    <a:pt x="306" y="110"/>
                    <a:pt x="306" y="110"/>
                  </a:cubicBezTo>
                  <a:cubicBezTo>
                    <a:pt x="303" y="103"/>
                    <a:pt x="304" y="96"/>
                    <a:pt x="292" y="85"/>
                  </a:cubicBezTo>
                  <a:cubicBezTo>
                    <a:pt x="277" y="75"/>
                    <a:pt x="266" y="83"/>
                    <a:pt x="261" y="92"/>
                  </a:cubicBezTo>
                  <a:cubicBezTo>
                    <a:pt x="260" y="93"/>
                    <a:pt x="259" y="94"/>
                    <a:pt x="258" y="95"/>
                  </a:cubicBezTo>
                  <a:cubicBezTo>
                    <a:pt x="257" y="95"/>
                    <a:pt x="257" y="95"/>
                    <a:pt x="257" y="95"/>
                  </a:cubicBezTo>
                  <a:cubicBezTo>
                    <a:pt x="255" y="97"/>
                    <a:pt x="253" y="98"/>
                    <a:pt x="251" y="102"/>
                  </a:cubicBezTo>
                  <a:cubicBezTo>
                    <a:pt x="251" y="102"/>
                    <a:pt x="251" y="102"/>
                    <a:pt x="251" y="102"/>
                  </a:cubicBezTo>
                  <a:cubicBezTo>
                    <a:pt x="251" y="106"/>
                    <a:pt x="245" y="110"/>
                    <a:pt x="247" y="113"/>
                  </a:cubicBezTo>
                  <a:cubicBezTo>
                    <a:pt x="245" y="115"/>
                    <a:pt x="245" y="115"/>
                    <a:pt x="245" y="115"/>
                  </a:cubicBezTo>
                  <a:cubicBezTo>
                    <a:pt x="246" y="120"/>
                    <a:pt x="243" y="122"/>
                    <a:pt x="245" y="127"/>
                  </a:cubicBezTo>
                  <a:cubicBezTo>
                    <a:pt x="244" y="126"/>
                    <a:pt x="244" y="126"/>
                    <a:pt x="244" y="126"/>
                  </a:cubicBezTo>
                  <a:cubicBezTo>
                    <a:pt x="243" y="133"/>
                    <a:pt x="248" y="140"/>
                    <a:pt x="246" y="142"/>
                  </a:cubicBezTo>
                  <a:cubicBezTo>
                    <a:pt x="246" y="144"/>
                    <a:pt x="246" y="145"/>
                    <a:pt x="247" y="147"/>
                  </a:cubicBezTo>
                  <a:cubicBezTo>
                    <a:pt x="241" y="158"/>
                    <a:pt x="234" y="167"/>
                    <a:pt x="228" y="171"/>
                  </a:cubicBezTo>
                  <a:cubicBezTo>
                    <a:pt x="228" y="169"/>
                    <a:pt x="226" y="166"/>
                    <a:pt x="223" y="162"/>
                  </a:cubicBezTo>
                  <a:cubicBezTo>
                    <a:pt x="223" y="162"/>
                    <a:pt x="223" y="162"/>
                    <a:pt x="224" y="162"/>
                  </a:cubicBezTo>
                  <a:cubicBezTo>
                    <a:pt x="224" y="162"/>
                    <a:pt x="223" y="161"/>
                    <a:pt x="223" y="161"/>
                  </a:cubicBezTo>
                  <a:cubicBezTo>
                    <a:pt x="223" y="161"/>
                    <a:pt x="223" y="161"/>
                    <a:pt x="223" y="160"/>
                  </a:cubicBezTo>
                  <a:cubicBezTo>
                    <a:pt x="228" y="153"/>
                    <a:pt x="228" y="143"/>
                    <a:pt x="231" y="134"/>
                  </a:cubicBezTo>
                  <a:cubicBezTo>
                    <a:pt x="231" y="134"/>
                    <a:pt x="232" y="136"/>
                    <a:pt x="232" y="137"/>
                  </a:cubicBezTo>
                  <a:cubicBezTo>
                    <a:pt x="233" y="129"/>
                    <a:pt x="233" y="121"/>
                    <a:pt x="230" y="115"/>
                  </a:cubicBezTo>
                  <a:cubicBezTo>
                    <a:pt x="231" y="115"/>
                    <a:pt x="231" y="115"/>
                    <a:pt x="232" y="117"/>
                  </a:cubicBezTo>
                  <a:cubicBezTo>
                    <a:pt x="231" y="111"/>
                    <a:pt x="229" y="105"/>
                    <a:pt x="227" y="103"/>
                  </a:cubicBezTo>
                  <a:cubicBezTo>
                    <a:pt x="227" y="107"/>
                    <a:pt x="228" y="103"/>
                    <a:pt x="228" y="106"/>
                  </a:cubicBezTo>
                  <a:cubicBezTo>
                    <a:pt x="228" y="110"/>
                    <a:pt x="225" y="104"/>
                    <a:pt x="223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0" y="96"/>
                    <a:pt x="218" y="95"/>
                    <a:pt x="213" y="96"/>
                  </a:cubicBezTo>
                  <a:cubicBezTo>
                    <a:pt x="209" y="95"/>
                    <a:pt x="216" y="95"/>
                    <a:pt x="214" y="94"/>
                  </a:cubicBezTo>
                  <a:cubicBezTo>
                    <a:pt x="211" y="90"/>
                    <a:pt x="201" y="99"/>
                    <a:pt x="201" y="100"/>
                  </a:cubicBezTo>
                  <a:cubicBezTo>
                    <a:pt x="200" y="102"/>
                    <a:pt x="199" y="104"/>
                    <a:pt x="200" y="104"/>
                  </a:cubicBezTo>
                  <a:cubicBezTo>
                    <a:pt x="198" y="108"/>
                    <a:pt x="198" y="105"/>
                    <a:pt x="197" y="108"/>
                  </a:cubicBezTo>
                  <a:cubicBezTo>
                    <a:pt x="196" y="112"/>
                    <a:pt x="197" y="116"/>
                    <a:pt x="199" y="120"/>
                  </a:cubicBezTo>
                  <a:cubicBezTo>
                    <a:pt x="198" y="119"/>
                    <a:pt x="196" y="123"/>
                    <a:pt x="195" y="120"/>
                  </a:cubicBezTo>
                  <a:cubicBezTo>
                    <a:pt x="196" y="129"/>
                    <a:pt x="200" y="133"/>
                    <a:pt x="202" y="137"/>
                  </a:cubicBezTo>
                  <a:cubicBezTo>
                    <a:pt x="202" y="140"/>
                    <a:pt x="205" y="147"/>
                    <a:pt x="207" y="149"/>
                  </a:cubicBezTo>
                  <a:cubicBezTo>
                    <a:pt x="206" y="151"/>
                    <a:pt x="206" y="147"/>
                    <a:pt x="205" y="147"/>
                  </a:cubicBezTo>
                  <a:cubicBezTo>
                    <a:pt x="205" y="151"/>
                    <a:pt x="205" y="151"/>
                    <a:pt x="205" y="151"/>
                  </a:cubicBezTo>
                  <a:cubicBezTo>
                    <a:pt x="202" y="146"/>
                    <a:pt x="203" y="153"/>
                    <a:pt x="201" y="150"/>
                  </a:cubicBezTo>
                  <a:cubicBezTo>
                    <a:pt x="202" y="153"/>
                    <a:pt x="204" y="158"/>
                    <a:pt x="206" y="163"/>
                  </a:cubicBezTo>
                  <a:cubicBezTo>
                    <a:pt x="203" y="170"/>
                    <a:pt x="201" y="172"/>
                    <a:pt x="194" y="178"/>
                  </a:cubicBezTo>
                  <a:cubicBezTo>
                    <a:pt x="195" y="178"/>
                    <a:pt x="192" y="180"/>
                    <a:pt x="194" y="181"/>
                  </a:cubicBezTo>
                  <a:cubicBezTo>
                    <a:pt x="194" y="183"/>
                    <a:pt x="192" y="183"/>
                    <a:pt x="191" y="183"/>
                  </a:cubicBezTo>
                  <a:cubicBezTo>
                    <a:pt x="192" y="182"/>
                    <a:pt x="193" y="182"/>
                    <a:pt x="192" y="176"/>
                  </a:cubicBezTo>
                  <a:cubicBezTo>
                    <a:pt x="186" y="156"/>
                    <a:pt x="180" y="130"/>
                    <a:pt x="179" y="108"/>
                  </a:cubicBezTo>
                  <a:cubicBezTo>
                    <a:pt x="179" y="110"/>
                    <a:pt x="178" y="110"/>
                    <a:pt x="178" y="108"/>
                  </a:cubicBezTo>
                  <a:cubicBezTo>
                    <a:pt x="181" y="106"/>
                    <a:pt x="176" y="101"/>
                    <a:pt x="177" y="97"/>
                  </a:cubicBezTo>
                  <a:cubicBezTo>
                    <a:pt x="178" y="97"/>
                    <a:pt x="178" y="99"/>
                    <a:pt x="178" y="100"/>
                  </a:cubicBezTo>
                  <a:cubicBezTo>
                    <a:pt x="179" y="89"/>
                    <a:pt x="176" y="81"/>
                    <a:pt x="177" y="71"/>
                  </a:cubicBezTo>
                  <a:cubicBezTo>
                    <a:pt x="175" y="62"/>
                    <a:pt x="178" y="51"/>
                    <a:pt x="176" y="45"/>
                  </a:cubicBezTo>
                  <a:cubicBezTo>
                    <a:pt x="177" y="46"/>
                    <a:pt x="176" y="41"/>
                    <a:pt x="177" y="39"/>
                  </a:cubicBezTo>
                  <a:cubicBezTo>
                    <a:pt x="176" y="36"/>
                    <a:pt x="176" y="34"/>
                    <a:pt x="176" y="31"/>
                  </a:cubicBezTo>
                  <a:cubicBezTo>
                    <a:pt x="176" y="30"/>
                    <a:pt x="176" y="29"/>
                    <a:pt x="176" y="28"/>
                  </a:cubicBezTo>
                  <a:cubicBezTo>
                    <a:pt x="176" y="27"/>
                    <a:pt x="176" y="27"/>
                    <a:pt x="176" y="27"/>
                  </a:cubicBezTo>
                  <a:cubicBezTo>
                    <a:pt x="176" y="23"/>
                    <a:pt x="177" y="18"/>
                    <a:pt x="176" y="14"/>
                  </a:cubicBezTo>
                  <a:cubicBezTo>
                    <a:pt x="176" y="13"/>
                    <a:pt x="175" y="2"/>
                    <a:pt x="174" y="1"/>
                  </a:cubicBezTo>
                  <a:cubicBezTo>
                    <a:pt x="173" y="0"/>
                    <a:pt x="172" y="6"/>
                    <a:pt x="170" y="6"/>
                  </a:cubicBezTo>
                  <a:cubicBezTo>
                    <a:pt x="162" y="5"/>
                    <a:pt x="168" y="10"/>
                    <a:pt x="161" y="11"/>
                  </a:cubicBezTo>
                  <a:cubicBezTo>
                    <a:pt x="157" y="12"/>
                    <a:pt x="156" y="13"/>
                    <a:pt x="154" y="16"/>
                  </a:cubicBezTo>
                  <a:cubicBezTo>
                    <a:pt x="155" y="20"/>
                    <a:pt x="155" y="24"/>
                    <a:pt x="155" y="28"/>
                  </a:cubicBezTo>
                  <a:cubicBezTo>
                    <a:pt x="156" y="67"/>
                    <a:pt x="156" y="67"/>
                    <a:pt x="156" y="67"/>
                  </a:cubicBezTo>
                  <a:cubicBezTo>
                    <a:pt x="156" y="75"/>
                    <a:pt x="154" y="84"/>
                    <a:pt x="153" y="92"/>
                  </a:cubicBezTo>
                  <a:cubicBezTo>
                    <a:pt x="148" y="91"/>
                    <a:pt x="142" y="91"/>
                    <a:pt x="139" y="94"/>
                  </a:cubicBezTo>
                  <a:cubicBezTo>
                    <a:pt x="137" y="95"/>
                    <a:pt x="135" y="96"/>
                    <a:pt x="134" y="98"/>
                  </a:cubicBezTo>
                  <a:cubicBezTo>
                    <a:pt x="125" y="103"/>
                    <a:pt x="119" y="113"/>
                    <a:pt x="119" y="118"/>
                  </a:cubicBezTo>
                  <a:cubicBezTo>
                    <a:pt x="118" y="121"/>
                    <a:pt x="118" y="124"/>
                    <a:pt x="118" y="127"/>
                  </a:cubicBezTo>
                  <a:cubicBezTo>
                    <a:pt x="115" y="132"/>
                    <a:pt x="113" y="140"/>
                    <a:pt x="112" y="144"/>
                  </a:cubicBezTo>
                  <a:cubicBezTo>
                    <a:pt x="111" y="152"/>
                    <a:pt x="111" y="155"/>
                    <a:pt x="111" y="160"/>
                  </a:cubicBezTo>
                  <a:cubicBezTo>
                    <a:pt x="111" y="163"/>
                    <a:pt x="109" y="164"/>
                    <a:pt x="108" y="165"/>
                  </a:cubicBezTo>
                  <a:cubicBezTo>
                    <a:pt x="105" y="174"/>
                    <a:pt x="100" y="181"/>
                    <a:pt x="100" y="189"/>
                  </a:cubicBezTo>
                  <a:cubicBezTo>
                    <a:pt x="99" y="189"/>
                    <a:pt x="99" y="189"/>
                    <a:pt x="99" y="189"/>
                  </a:cubicBezTo>
                  <a:cubicBezTo>
                    <a:pt x="98" y="195"/>
                    <a:pt x="93" y="208"/>
                    <a:pt x="88" y="208"/>
                  </a:cubicBezTo>
                  <a:cubicBezTo>
                    <a:pt x="88" y="210"/>
                    <a:pt x="83" y="208"/>
                    <a:pt x="85" y="211"/>
                  </a:cubicBezTo>
                  <a:cubicBezTo>
                    <a:pt x="82" y="210"/>
                    <a:pt x="85" y="209"/>
                    <a:pt x="82" y="208"/>
                  </a:cubicBezTo>
                  <a:cubicBezTo>
                    <a:pt x="83" y="209"/>
                    <a:pt x="84" y="208"/>
                    <a:pt x="85" y="208"/>
                  </a:cubicBezTo>
                  <a:cubicBezTo>
                    <a:pt x="78" y="200"/>
                    <a:pt x="79" y="178"/>
                    <a:pt x="79" y="161"/>
                  </a:cubicBezTo>
                  <a:cubicBezTo>
                    <a:pt x="81" y="156"/>
                    <a:pt x="80" y="144"/>
                    <a:pt x="81" y="133"/>
                  </a:cubicBezTo>
                  <a:cubicBezTo>
                    <a:pt x="81" y="131"/>
                    <a:pt x="81" y="131"/>
                    <a:pt x="81" y="131"/>
                  </a:cubicBezTo>
                  <a:cubicBezTo>
                    <a:pt x="82" y="131"/>
                    <a:pt x="82" y="131"/>
                    <a:pt x="83" y="131"/>
                  </a:cubicBezTo>
                  <a:cubicBezTo>
                    <a:pt x="83" y="131"/>
                    <a:pt x="83" y="130"/>
                    <a:pt x="83" y="130"/>
                  </a:cubicBezTo>
                  <a:cubicBezTo>
                    <a:pt x="83" y="129"/>
                    <a:pt x="83" y="129"/>
                    <a:pt x="83" y="129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2" y="128"/>
                    <a:pt x="82" y="128"/>
                    <a:pt x="81" y="128"/>
                  </a:cubicBezTo>
                  <a:cubicBezTo>
                    <a:pt x="81" y="127"/>
                    <a:pt x="81" y="127"/>
                    <a:pt x="81" y="127"/>
                  </a:cubicBezTo>
                  <a:cubicBezTo>
                    <a:pt x="82" y="128"/>
                    <a:pt x="82" y="128"/>
                    <a:pt x="83" y="128"/>
                  </a:cubicBezTo>
                  <a:cubicBezTo>
                    <a:pt x="83" y="128"/>
                    <a:pt x="83" y="128"/>
                    <a:pt x="83" y="128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3" y="127"/>
                    <a:pt x="83" y="127"/>
                  </a:cubicBezTo>
                  <a:cubicBezTo>
                    <a:pt x="83" y="127"/>
                    <a:pt x="82" y="127"/>
                    <a:pt x="81" y="127"/>
                  </a:cubicBezTo>
                  <a:cubicBezTo>
                    <a:pt x="81" y="126"/>
                    <a:pt x="81" y="126"/>
                    <a:pt x="81" y="126"/>
                  </a:cubicBezTo>
                  <a:cubicBezTo>
                    <a:pt x="62" y="125"/>
                    <a:pt x="75" y="126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66" y="126"/>
                    <a:pt x="63" y="126"/>
                    <a:pt x="69" y="126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0" y="127"/>
                    <a:pt x="70" y="127"/>
                    <a:pt x="71" y="127"/>
                  </a:cubicBezTo>
                  <a:cubicBezTo>
                    <a:pt x="71" y="127"/>
                    <a:pt x="71" y="127"/>
                    <a:pt x="71" y="127"/>
                  </a:cubicBezTo>
                  <a:cubicBezTo>
                    <a:pt x="70" y="127"/>
                    <a:pt x="70" y="127"/>
                    <a:pt x="69" y="127"/>
                  </a:cubicBezTo>
                  <a:cubicBezTo>
                    <a:pt x="69" y="129"/>
                    <a:pt x="69" y="131"/>
                    <a:pt x="71" y="129"/>
                  </a:cubicBezTo>
                  <a:cubicBezTo>
                    <a:pt x="71" y="129"/>
                    <a:pt x="71" y="129"/>
                    <a:pt x="71" y="130"/>
                  </a:cubicBezTo>
                  <a:cubicBezTo>
                    <a:pt x="71" y="130"/>
                    <a:pt x="71" y="130"/>
                    <a:pt x="71" y="130"/>
                  </a:cubicBezTo>
                  <a:cubicBezTo>
                    <a:pt x="70" y="132"/>
                    <a:pt x="70" y="134"/>
                    <a:pt x="70" y="136"/>
                  </a:cubicBezTo>
                  <a:cubicBezTo>
                    <a:pt x="70" y="138"/>
                    <a:pt x="70" y="139"/>
                    <a:pt x="70" y="140"/>
                  </a:cubicBezTo>
                  <a:cubicBezTo>
                    <a:pt x="70" y="140"/>
                    <a:pt x="70" y="140"/>
                    <a:pt x="70" y="140"/>
                  </a:cubicBezTo>
                  <a:cubicBezTo>
                    <a:pt x="69" y="144"/>
                    <a:pt x="69" y="147"/>
                    <a:pt x="68" y="151"/>
                  </a:cubicBezTo>
                  <a:cubicBezTo>
                    <a:pt x="68" y="151"/>
                    <a:pt x="67" y="151"/>
                    <a:pt x="67" y="152"/>
                  </a:cubicBezTo>
                  <a:cubicBezTo>
                    <a:pt x="67" y="153"/>
                    <a:pt x="67" y="155"/>
                    <a:pt x="67" y="156"/>
                  </a:cubicBezTo>
                  <a:cubicBezTo>
                    <a:pt x="67" y="160"/>
                    <a:pt x="66" y="164"/>
                    <a:pt x="64" y="168"/>
                  </a:cubicBezTo>
                  <a:cubicBezTo>
                    <a:pt x="64" y="168"/>
                    <a:pt x="64" y="169"/>
                    <a:pt x="64" y="169"/>
                  </a:cubicBezTo>
                  <a:cubicBezTo>
                    <a:pt x="63" y="164"/>
                    <a:pt x="64" y="157"/>
                    <a:pt x="65" y="155"/>
                  </a:cubicBezTo>
                  <a:cubicBezTo>
                    <a:pt x="63" y="149"/>
                    <a:pt x="64" y="160"/>
                    <a:pt x="62" y="159"/>
                  </a:cubicBezTo>
                  <a:cubicBezTo>
                    <a:pt x="62" y="163"/>
                    <a:pt x="62" y="166"/>
                    <a:pt x="63" y="171"/>
                  </a:cubicBezTo>
                  <a:cubicBezTo>
                    <a:pt x="62" y="174"/>
                    <a:pt x="63" y="175"/>
                    <a:pt x="61" y="179"/>
                  </a:cubicBezTo>
                  <a:cubicBezTo>
                    <a:pt x="60" y="178"/>
                    <a:pt x="60" y="178"/>
                    <a:pt x="60" y="178"/>
                  </a:cubicBezTo>
                  <a:cubicBezTo>
                    <a:pt x="58" y="183"/>
                    <a:pt x="58" y="185"/>
                    <a:pt x="58" y="188"/>
                  </a:cubicBezTo>
                  <a:cubicBezTo>
                    <a:pt x="54" y="190"/>
                    <a:pt x="55" y="191"/>
                    <a:pt x="51" y="193"/>
                  </a:cubicBezTo>
                  <a:cubicBezTo>
                    <a:pt x="54" y="190"/>
                    <a:pt x="55" y="186"/>
                    <a:pt x="55" y="183"/>
                  </a:cubicBezTo>
                  <a:cubicBezTo>
                    <a:pt x="51" y="187"/>
                    <a:pt x="48" y="194"/>
                    <a:pt x="43" y="194"/>
                  </a:cubicBezTo>
                  <a:cubicBezTo>
                    <a:pt x="38" y="196"/>
                    <a:pt x="35" y="199"/>
                    <a:pt x="35" y="201"/>
                  </a:cubicBezTo>
                  <a:cubicBezTo>
                    <a:pt x="36" y="200"/>
                    <a:pt x="31" y="201"/>
                    <a:pt x="34" y="199"/>
                  </a:cubicBezTo>
                  <a:cubicBezTo>
                    <a:pt x="32" y="200"/>
                    <a:pt x="30" y="201"/>
                    <a:pt x="29" y="201"/>
                  </a:cubicBezTo>
                  <a:cubicBezTo>
                    <a:pt x="29" y="201"/>
                    <a:pt x="29" y="201"/>
                    <a:pt x="29" y="201"/>
                  </a:cubicBezTo>
                  <a:cubicBezTo>
                    <a:pt x="28" y="201"/>
                    <a:pt x="28" y="200"/>
                    <a:pt x="28" y="199"/>
                  </a:cubicBezTo>
                  <a:cubicBezTo>
                    <a:pt x="26" y="197"/>
                    <a:pt x="23" y="193"/>
                    <a:pt x="19" y="196"/>
                  </a:cubicBezTo>
                  <a:cubicBezTo>
                    <a:pt x="19" y="194"/>
                    <a:pt x="19" y="194"/>
                    <a:pt x="19" y="194"/>
                  </a:cubicBezTo>
                  <a:cubicBezTo>
                    <a:pt x="16" y="196"/>
                    <a:pt x="12" y="198"/>
                    <a:pt x="9" y="198"/>
                  </a:cubicBezTo>
                  <a:cubicBezTo>
                    <a:pt x="9" y="200"/>
                    <a:pt x="8" y="202"/>
                    <a:pt x="10" y="203"/>
                  </a:cubicBezTo>
                  <a:cubicBezTo>
                    <a:pt x="9" y="204"/>
                    <a:pt x="7" y="201"/>
                    <a:pt x="8" y="203"/>
                  </a:cubicBezTo>
                  <a:cubicBezTo>
                    <a:pt x="7" y="201"/>
                    <a:pt x="7" y="201"/>
                    <a:pt x="7" y="201"/>
                  </a:cubicBezTo>
                  <a:cubicBezTo>
                    <a:pt x="1" y="206"/>
                    <a:pt x="3" y="212"/>
                    <a:pt x="3" y="217"/>
                  </a:cubicBezTo>
                  <a:cubicBezTo>
                    <a:pt x="0" y="218"/>
                    <a:pt x="3" y="221"/>
                    <a:pt x="2" y="224"/>
                  </a:cubicBezTo>
                  <a:cubicBezTo>
                    <a:pt x="3" y="226"/>
                    <a:pt x="2" y="229"/>
                    <a:pt x="5" y="229"/>
                  </a:cubicBezTo>
                  <a:cubicBezTo>
                    <a:pt x="4" y="230"/>
                    <a:pt x="4" y="230"/>
                    <a:pt x="4" y="230"/>
                  </a:cubicBezTo>
                  <a:cubicBezTo>
                    <a:pt x="4" y="232"/>
                    <a:pt x="4" y="235"/>
                    <a:pt x="5" y="237"/>
                  </a:cubicBezTo>
                  <a:cubicBezTo>
                    <a:pt x="5" y="239"/>
                    <a:pt x="7" y="238"/>
                    <a:pt x="8" y="239"/>
                  </a:cubicBezTo>
                  <a:cubicBezTo>
                    <a:pt x="7" y="240"/>
                    <a:pt x="7" y="240"/>
                    <a:pt x="7" y="240"/>
                  </a:cubicBezTo>
                  <a:cubicBezTo>
                    <a:pt x="8" y="241"/>
                    <a:pt x="10" y="240"/>
                    <a:pt x="12" y="240"/>
                  </a:cubicBezTo>
                  <a:cubicBezTo>
                    <a:pt x="12" y="241"/>
                    <a:pt x="12" y="241"/>
                    <a:pt x="12" y="242"/>
                  </a:cubicBezTo>
                  <a:cubicBezTo>
                    <a:pt x="11" y="242"/>
                    <a:pt x="9" y="242"/>
                    <a:pt x="7" y="242"/>
                  </a:cubicBezTo>
                  <a:cubicBezTo>
                    <a:pt x="8" y="244"/>
                    <a:pt x="11" y="244"/>
                    <a:pt x="10" y="246"/>
                  </a:cubicBezTo>
                  <a:cubicBezTo>
                    <a:pt x="11" y="247"/>
                    <a:pt x="12" y="248"/>
                    <a:pt x="14" y="247"/>
                  </a:cubicBezTo>
                  <a:cubicBezTo>
                    <a:pt x="13" y="247"/>
                    <a:pt x="14" y="248"/>
                    <a:pt x="13" y="248"/>
                  </a:cubicBezTo>
                  <a:cubicBezTo>
                    <a:pt x="13" y="249"/>
                    <a:pt x="14" y="249"/>
                    <a:pt x="15" y="249"/>
                  </a:cubicBezTo>
                  <a:cubicBezTo>
                    <a:pt x="15" y="249"/>
                    <a:pt x="15" y="249"/>
                    <a:pt x="15" y="249"/>
                  </a:cubicBezTo>
                  <a:cubicBezTo>
                    <a:pt x="16" y="248"/>
                    <a:pt x="17" y="249"/>
                    <a:pt x="18" y="247"/>
                  </a:cubicBezTo>
                  <a:cubicBezTo>
                    <a:pt x="17" y="247"/>
                    <a:pt x="17" y="247"/>
                    <a:pt x="17" y="246"/>
                  </a:cubicBezTo>
                  <a:cubicBezTo>
                    <a:pt x="18" y="246"/>
                    <a:pt x="19" y="246"/>
                    <a:pt x="19" y="248"/>
                  </a:cubicBezTo>
                  <a:cubicBezTo>
                    <a:pt x="18" y="249"/>
                    <a:pt x="16" y="249"/>
                    <a:pt x="17" y="250"/>
                  </a:cubicBezTo>
                  <a:cubicBezTo>
                    <a:pt x="18" y="250"/>
                    <a:pt x="20" y="249"/>
                    <a:pt x="21" y="248"/>
                  </a:cubicBezTo>
                  <a:cubicBezTo>
                    <a:pt x="20" y="249"/>
                    <a:pt x="19" y="248"/>
                    <a:pt x="20" y="246"/>
                  </a:cubicBezTo>
                  <a:cubicBezTo>
                    <a:pt x="19" y="247"/>
                    <a:pt x="19" y="247"/>
                    <a:pt x="19" y="247"/>
                  </a:cubicBezTo>
                  <a:cubicBezTo>
                    <a:pt x="20" y="246"/>
                    <a:pt x="20" y="246"/>
                    <a:pt x="20" y="246"/>
                  </a:cubicBezTo>
                  <a:cubicBezTo>
                    <a:pt x="18" y="245"/>
                    <a:pt x="19" y="243"/>
                    <a:pt x="17" y="243"/>
                  </a:cubicBezTo>
                  <a:cubicBezTo>
                    <a:pt x="16" y="245"/>
                    <a:pt x="16" y="245"/>
                    <a:pt x="16" y="245"/>
                  </a:cubicBezTo>
                  <a:cubicBezTo>
                    <a:pt x="15" y="244"/>
                    <a:pt x="13" y="244"/>
                    <a:pt x="13" y="243"/>
                  </a:cubicBezTo>
                  <a:cubicBezTo>
                    <a:pt x="14" y="243"/>
                    <a:pt x="15" y="242"/>
                    <a:pt x="15" y="241"/>
                  </a:cubicBezTo>
                  <a:cubicBezTo>
                    <a:pt x="15" y="241"/>
                    <a:pt x="14" y="241"/>
                    <a:pt x="15" y="241"/>
                  </a:cubicBezTo>
                  <a:cubicBezTo>
                    <a:pt x="17" y="240"/>
                    <a:pt x="17" y="240"/>
                    <a:pt x="17" y="240"/>
                  </a:cubicBezTo>
                  <a:cubicBezTo>
                    <a:pt x="14" y="242"/>
                    <a:pt x="15" y="238"/>
                    <a:pt x="14" y="238"/>
                  </a:cubicBezTo>
                  <a:cubicBezTo>
                    <a:pt x="15" y="238"/>
                    <a:pt x="15" y="238"/>
                    <a:pt x="15" y="238"/>
                  </a:cubicBezTo>
                  <a:cubicBezTo>
                    <a:pt x="15" y="236"/>
                    <a:pt x="13" y="239"/>
                    <a:pt x="13" y="238"/>
                  </a:cubicBezTo>
                  <a:cubicBezTo>
                    <a:pt x="13" y="237"/>
                    <a:pt x="15" y="237"/>
                    <a:pt x="16" y="235"/>
                  </a:cubicBezTo>
                  <a:cubicBezTo>
                    <a:pt x="15" y="234"/>
                    <a:pt x="12" y="233"/>
                    <a:pt x="14" y="230"/>
                  </a:cubicBezTo>
                  <a:cubicBezTo>
                    <a:pt x="13" y="229"/>
                    <a:pt x="12" y="228"/>
                    <a:pt x="11" y="227"/>
                  </a:cubicBezTo>
                  <a:cubicBezTo>
                    <a:pt x="10" y="226"/>
                    <a:pt x="13" y="227"/>
                    <a:pt x="12" y="226"/>
                  </a:cubicBezTo>
                  <a:cubicBezTo>
                    <a:pt x="13" y="226"/>
                    <a:pt x="14" y="225"/>
                    <a:pt x="15" y="225"/>
                  </a:cubicBezTo>
                  <a:cubicBezTo>
                    <a:pt x="14" y="225"/>
                    <a:pt x="15" y="223"/>
                    <a:pt x="12" y="224"/>
                  </a:cubicBezTo>
                  <a:cubicBezTo>
                    <a:pt x="13" y="222"/>
                    <a:pt x="13" y="221"/>
                    <a:pt x="13" y="219"/>
                  </a:cubicBezTo>
                  <a:cubicBezTo>
                    <a:pt x="13" y="219"/>
                    <a:pt x="14" y="219"/>
                    <a:pt x="15" y="219"/>
                  </a:cubicBezTo>
                  <a:cubicBezTo>
                    <a:pt x="14" y="218"/>
                    <a:pt x="12" y="217"/>
                    <a:pt x="13" y="216"/>
                  </a:cubicBezTo>
                  <a:cubicBezTo>
                    <a:pt x="12" y="215"/>
                    <a:pt x="12" y="216"/>
                    <a:pt x="10" y="215"/>
                  </a:cubicBezTo>
                  <a:cubicBezTo>
                    <a:pt x="10" y="215"/>
                    <a:pt x="9" y="215"/>
                    <a:pt x="9" y="214"/>
                  </a:cubicBezTo>
                  <a:cubicBezTo>
                    <a:pt x="11" y="214"/>
                    <a:pt x="14" y="215"/>
                    <a:pt x="14" y="214"/>
                  </a:cubicBezTo>
                  <a:cubicBezTo>
                    <a:pt x="17" y="215"/>
                    <a:pt x="13" y="216"/>
                    <a:pt x="16" y="216"/>
                  </a:cubicBezTo>
                  <a:cubicBezTo>
                    <a:pt x="18" y="216"/>
                    <a:pt x="18" y="218"/>
                    <a:pt x="17" y="219"/>
                  </a:cubicBezTo>
                  <a:cubicBezTo>
                    <a:pt x="19" y="220"/>
                    <a:pt x="17" y="218"/>
                    <a:pt x="19" y="218"/>
                  </a:cubicBezTo>
                  <a:cubicBezTo>
                    <a:pt x="19" y="217"/>
                    <a:pt x="18" y="217"/>
                    <a:pt x="18" y="216"/>
                  </a:cubicBezTo>
                  <a:cubicBezTo>
                    <a:pt x="18" y="216"/>
                    <a:pt x="17" y="216"/>
                    <a:pt x="17" y="216"/>
                  </a:cubicBezTo>
                  <a:cubicBezTo>
                    <a:pt x="17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6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5"/>
                    <a:pt x="17" y="215"/>
                    <a:pt x="17" y="216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6" y="216"/>
                    <a:pt x="16" y="215"/>
                    <a:pt x="16" y="215"/>
                  </a:cubicBezTo>
                  <a:cubicBezTo>
                    <a:pt x="14" y="214"/>
                    <a:pt x="17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7" y="214"/>
                    <a:pt x="17" y="215"/>
                    <a:pt x="17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7" y="216"/>
                    <a:pt x="17" y="216"/>
                    <a:pt x="17" y="216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7" y="215"/>
                    <a:pt x="17" y="215"/>
                  </a:cubicBezTo>
                  <a:cubicBezTo>
                    <a:pt x="17" y="215"/>
                    <a:pt x="17" y="215"/>
                    <a:pt x="18" y="215"/>
                  </a:cubicBezTo>
                  <a:cubicBezTo>
                    <a:pt x="17" y="215"/>
                    <a:pt x="17" y="215"/>
                    <a:pt x="17" y="215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20" y="212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8" y="213"/>
                  </a:cubicBezTo>
                  <a:cubicBezTo>
                    <a:pt x="19" y="213"/>
                    <a:pt x="19" y="213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9" y="212"/>
                    <a:pt x="19" y="212"/>
                  </a:cubicBezTo>
                  <a:cubicBezTo>
                    <a:pt x="19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9" y="213"/>
                    <a:pt x="19" y="213"/>
                  </a:cubicBezTo>
                  <a:cubicBezTo>
                    <a:pt x="18" y="213"/>
                    <a:pt x="18" y="213"/>
                    <a:pt x="18" y="213"/>
                  </a:cubicBezTo>
                  <a:cubicBezTo>
                    <a:pt x="18" y="213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3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4"/>
                    <a:pt x="18" y="214"/>
                    <a:pt x="18" y="214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8" y="216"/>
                    <a:pt x="18" y="216"/>
                    <a:pt x="18" y="216"/>
                  </a:cubicBezTo>
                  <a:cubicBezTo>
                    <a:pt x="19" y="216"/>
                    <a:pt x="18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19" y="215"/>
                    <a:pt x="19" y="216"/>
                    <a:pt x="19" y="216"/>
                  </a:cubicBezTo>
                  <a:cubicBezTo>
                    <a:pt x="19" y="216"/>
                    <a:pt x="19" y="216"/>
                    <a:pt x="19" y="215"/>
                  </a:cubicBezTo>
                  <a:cubicBezTo>
                    <a:pt x="19" y="216"/>
                    <a:pt x="19" y="216"/>
                    <a:pt x="19" y="216"/>
                  </a:cubicBezTo>
                  <a:cubicBezTo>
                    <a:pt x="19" y="215"/>
                    <a:pt x="20" y="217"/>
                    <a:pt x="20" y="215"/>
                  </a:cubicBezTo>
                  <a:cubicBezTo>
                    <a:pt x="19" y="215"/>
                    <a:pt x="19" y="215"/>
                    <a:pt x="19" y="215"/>
                  </a:cubicBezTo>
                  <a:cubicBezTo>
                    <a:pt x="20" y="215"/>
                    <a:pt x="18" y="215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3"/>
                  </a:cubicBezTo>
                  <a:cubicBezTo>
                    <a:pt x="19" y="213"/>
                    <a:pt x="19" y="214"/>
                    <a:pt x="19" y="214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9" y="214"/>
                    <a:pt x="20" y="214"/>
                    <a:pt x="20" y="214"/>
                  </a:cubicBezTo>
                  <a:cubicBezTo>
                    <a:pt x="20" y="214"/>
                    <a:pt x="19" y="214"/>
                    <a:pt x="20" y="215"/>
                  </a:cubicBezTo>
                  <a:cubicBezTo>
                    <a:pt x="22" y="215"/>
                    <a:pt x="22" y="215"/>
                    <a:pt x="22" y="215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6"/>
                    <a:pt x="20" y="216"/>
                    <a:pt x="20" y="216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0" y="217"/>
                    <a:pt x="20" y="217"/>
                    <a:pt x="20" y="217"/>
                  </a:cubicBezTo>
                  <a:cubicBezTo>
                    <a:pt x="21" y="216"/>
                    <a:pt x="21" y="216"/>
                    <a:pt x="21" y="216"/>
                  </a:cubicBezTo>
                  <a:cubicBezTo>
                    <a:pt x="21" y="217"/>
                    <a:pt x="21" y="217"/>
                    <a:pt x="21" y="217"/>
                  </a:cubicBezTo>
                  <a:cubicBezTo>
                    <a:pt x="20" y="218"/>
                    <a:pt x="23" y="217"/>
                    <a:pt x="22" y="218"/>
                  </a:cubicBezTo>
                  <a:cubicBezTo>
                    <a:pt x="21" y="218"/>
                    <a:pt x="20" y="219"/>
                    <a:pt x="20" y="219"/>
                  </a:cubicBezTo>
                  <a:cubicBezTo>
                    <a:pt x="22" y="218"/>
                    <a:pt x="23" y="219"/>
                    <a:pt x="25" y="218"/>
                  </a:cubicBezTo>
                  <a:cubicBezTo>
                    <a:pt x="24" y="219"/>
                    <a:pt x="21" y="219"/>
                    <a:pt x="20" y="220"/>
                  </a:cubicBezTo>
                  <a:cubicBezTo>
                    <a:pt x="22" y="220"/>
                    <a:pt x="19" y="222"/>
                    <a:pt x="22" y="221"/>
                  </a:cubicBezTo>
                  <a:cubicBezTo>
                    <a:pt x="22" y="220"/>
                    <a:pt x="23" y="221"/>
                    <a:pt x="25" y="220"/>
                  </a:cubicBezTo>
                  <a:cubicBezTo>
                    <a:pt x="25" y="222"/>
                    <a:pt x="23" y="221"/>
                    <a:pt x="23" y="222"/>
                  </a:cubicBezTo>
                  <a:cubicBezTo>
                    <a:pt x="23" y="222"/>
                    <a:pt x="25" y="222"/>
                    <a:pt x="26" y="221"/>
                  </a:cubicBezTo>
                  <a:cubicBezTo>
                    <a:pt x="26" y="222"/>
                    <a:pt x="28" y="222"/>
                    <a:pt x="27" y="223"/>
                  </a:cubicBezTo>
                  <a:cubicBezTo>
                    <a:pt x="25" y="224"/>
                    <a:pt x="26" y="222"/>
                    <a:pt x="25" y="223"/>
                  </a:cubicBezTo>
                  <a:cubicBezTo>
                    <a:pt x="25" y="224"/>
                    <a:pt x="29" y="222"/>
                    <a:pt x="30" y="224"/>
                  </a:cubicBezTo>
                  <a:cubicBezTo>
                    <a:pt x="31" y="223"/>
                    <a:pt x="34" y="223"/>
                    <a:pt x="35" y="224"/>
                  </a:cubicBezTo>
                  <a:cubicBezTo>
                    <a:pt x="35" y="226"/>
                    <a:pt x="34" y="223"/>
                    <a:pt x="32" y="224"/>
                  </a:cubicBezTo>
                  <a:cubicBezTo>
                    <a:pt x="32" y="225"/>
                    <a:pt x="32" y="225"/>
                    <a:pt x="32" y="225"/>
                  </a:cubicBezTo>
                  <a:cubicBezTo>
                    <a:pt x="30" y="227"/>
                    <a:pt x="27" y="224"/>
                    <a:pt x="25" y="225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6"/>
                    <a:pt x="24" y="226"/>
                    <a:pt x="23" y="227"/>
                  </a:cubicBezTo>
                  <a:cubicBezTo>
                    <a:pt x="25" y="226"/>
                    <a:pt x="24" y="228"/>
                    <a:pt x="25" y="228"/>
                  </a:cubicBezTo>
                  <a:cubicBezTo>
                    <a:pt x="26" y="228"/>
                    <a:pt x="24" y="228"/>
                    <a:pt x="25" y="228"/>
                  </a:cubicBezTo>
                  <a:cubicBezTo>
                    <a:pt x="26" y="228"/>
                    <a:pt x="29" y="228"/>
                    <a:pt x="28" y="230"/>
                  </a:cubicBezTo>
                  <a:cubicBezTo>
                    <a:pt x="27" y="229"/>
                    <a:pt x="26" y="230"/>
                    <a:pt x="25" y="230"/>
                  </a:cubicBezTo>
                  <a:cubicBezTo>
                    <a:pt x="24" y="231"/>
                    <a:pt x="27" y="230"/>
                    <a:pt x="26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3"/>
                    <a:pt x="26" y="241"/>
                    <a:pt x="32" y="242"/>
                  </a:cubicBezTo>
                  <a:cubicBezTo>
                    <a:pt x="31" y="243"/>
                    <a:pt x="31" y="245"/>
                    <a:pt x="30" y="247"/>
                  </a:cubicBezTo>
                  <a:cubicBezTo>
                    <a:pt x="31" y="246"/>
                    <a:pt x="32" y="246"/>
                    <a:pt x="33" y="247"/>
                  </a:cubicBezTo>
                  <a:cubicBezTo>
                    <a:pt x="31" y="248"/>
                    <a:pt x="31" y="248"/>
                    <a:pt x="31" y="248"/>
                  </a:cubicBezTo>
                  <a:cubicBezTo>
                    <a:pt x="30" y="250"/>
                    <a:pt x="33" y="251"/>
                    <a:pt x="34" y="251"/>
                  </a:cubicBezTo>
                  <a:cubicBezTo>
                    <a:pt x="33" y="252"/>
                    <a:pt x="33" y="252"/>
                    <a:pt x="33" y="252"/>
                  </a:cubicBezTo>
                  <a:cubicBezTo>
                    <a:pt x="32" y="254"/>
                    <a:pt x="34" y="253"/>
                    <a:pt x="35" y="253"/>
                  </a:cubicBezTo>
                  <a:cubicBezTo>
                    <a:pt x="34" y="254"/>
                    <a:pt x="34" y="254"/>
                    <a:pt x="34" y="254"/>
                  </a:cubicBezTo>
                  <a:cubicBezTo>
                    <a:pt x="35" y="254"/>
                    <a:pt x="35" y="254"/>
                    <a:pt x="35" y="254"/>
                  </a:cubicBezTo>
                  <a:cubicBezTo>
                    <a:pt x="36" y="255"/>
                    <a:pt x="36" y="256"/>
                    <a:pt x="34" y="257"/>
                  </a:cubicBezTo>
                  <a:cubicBezTo>
                    <a:pt x="35" y="257"/>
                    <a:pt x="35" y="257"/>
                    <a:pt x="36" y="256"/>
                  </a:cubicBezTo>
                  <a:cubicBezTo>
                    <a:pt x="35" y="258"/>
                    <a:pt x="36" y="261"/>
                    <a:pt x="38" y="262"/>
                  </a:cubicBezTo>
                  <a:cubicBezTo>
                    <a:pt x="38" y="261"/>
                    <a:pt x="39" y="261"/>
                    <a:pt x="40" y="260"/>
                  </a:cubicBezTo>
                  <a:cubicBezTo>
                    <a:pt x="42" y="259"/>
                    <a:pt x="40" y="260"/>
                    <a:pt x="41" y="260"/>
                  </a:cubicBezTo>
                  <a:cubicBezTo>
                    <a:pt x="41" y="261"/>
                    <a:pt x="40" y="262"/>
                    <a:pt x="39" y="262"/>
                  </a:cubicBezTo>
                  <a:cubicBezTo>
                    <a:pt x="38" y="265"/>
                    <a:pt x="42" y="267"/>
                    <a:pt x="44" y="270"/>
                  </a:cubicBezTo>
                  <a:cubicBezTo>
                    <a:pt x="44" y="270"/>
                    <a:pt x="44" y="270"/>
                    <a:pt x="45" y="270"/>
                  </a:cubicBezTo>
                  <a:cubicBezTo>
                    <a:pt x="44" y="273"/>
                    <a:pt x="48" y="273"/>
                    <a:pt x="48" y="276"/>
                  </a:cubicBezTo>
                  <a:cubicBezTo>
                    <a:pt x="49" y="275"/>
                    <a:pt x="51" y="273"/>
                    <a:pt x="52" y="274"/>
                  </a:cubicBezTo>
                  <a:cubicBezTo>
                    <a:pt x="54" y="274"/>
                    <a:pt x="50" y="276"/>
                    <a:pt x="50" y="279"/>
                  </a:cubicBezTo>
                  <a:cubicBezTo>
                    <a:pt x="51" y="278"/>
                    <a:pt x="52" y="279"/>
                    <a:pt x="53" y="279"/>
                  </a:cubicBezTo>
                  <a:cubicBezTo>
                    <a:pt x="52" y="280"/>
                    <a:pt x="52" y="280"/>
                    <a:pt x="52" y="280"/>
                  </a:cubicBezTo>
                  <a:cubicBezTo>
                    <a:pt x="54" y="279"/>
                    <a:pt x="55" y="280"/>
                    <a:pt x="55" y="281"/>
                  </a:cubicBezTo>
                  <a:cubicBezTo>
                    <a:pt x="55" y="281"/>
                    <a:pt x="55" y="281"/>
                    <a:pt x="55" y="281"/>
                  </a:cubicBezTo>
                  <a:cubicBezTo>
                    <a:pt x="55" y="282"/>
                    <a:pt x="55" y="283"/>
                    <a:pt x="56" y="284"/>
                  </a:cubicBezTo>
                  <a:cubicBezTo>
                    <a:pt x="57" y="282"/>
                    <a:pt x="58" y="284"/>
                    <a:pt x="59" y="283"/>
                  </a:cubicBezTo>
                  <a:cubicBezTo>
                    <a:pt x="59" y="284"/>
                    <a:pt x="59" y="284"/>
                    <a:pt x="59" y="284"/>
                  </a:cubicBezTo>
                  <a:cubicBezTo>
                    <a:pt x="60" y="283"/>
                    <a:pt x="60" y="283"/>
                    <a:pt x="60" y="283"/>
                  </a:cubicBezTo>
                  <a:cubicBezTo>
                    <a:pt x="61" y="285"/>
                    <a:pt x="61" y="285"/>
                    <a:pt x="61" y="285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60" y="287"/>
                    <a:pt x="60" y="285"/>
                    <a:pt x="62" y="284"/>
                  </a:cubicBezTo>
                  <a:cubicBezTo>
                    <a:pt x="63" y="284"/>
                    <a:pt x="62" y="285"/>
                    <a:pt x="62" y="286"/>
                  </a:cubicBezTo>
                  <a:cubicBezTo>
                    <a:pt x="62" y="287"/>
                    <a:pt x="62" y="285"/>
                    <a:pt x="61" y="285"/>
                  </a:cubicBezTo>
                  <a:cubicBezTo>
                    <a:pt x="60" y="286"/>
                    <a:pt x="62" y="286"/>
                    <a:pt x="61" y="287"/>
                  </a:cubicBezTo>
                  <a:cubicBezTo>
                    <a:pt x="62" y="287"/>
                    <a:pt x="63" y="286"/>
                    <a:pt x="63" y="286"/>
                  </a:cubicBezTo>
                  <a:cubicBezTo>
                    <a:pt x="64" y="287"/>
                    <a:pt x="65" y="287"/>
                    <a:pt x="65" y="289"/>
                  </a:cubicBezTo>
                  <a:cubicBezTo>
                    <a:pt x="65" y="288"/>
                    <a:pt x="66" y="289"/>
                    <a:pt x="67" y="288"/>
                  </a:cubicBezTo>
                  <a:cubicBezTo>
                    <a:pt x="66" y="288"/>
                    <a:pt x="66" y="287"/>
                    <a:pt x="66" y="286"/>
                  </a:cubicBezTo>
                  <a:cubicBezTo>
                    <a:pt x="67" y="286"/>
                    <a:pt x="68" y="286"/>
                    <a:pt x="68" y="287"/>
                  </a:cubicBezTo>
                  <a:cubicBezTo>
                    <a:pt x="67" y="287"/>
                    <a:pt x="67" y="287"/>
                    <a:pt x="67" y="287"/>
                  </a:cubicBezTo>
                  <a:cubicBezTo>
                    <a:pt x="68" y="287"/>
                    <a:pt x="69" y="288"/>
                    <a:pt x="69" y="286"/>
                  </a:cubicBezTo>
                  <a:cubicBezTo>
                    <a:pt x="69" y="289"/>
                    <a:pt x="69" y="289"/>
                    <a:pt x="69" y="289"/>
                  </a:cubicBezTo>
                  <a:cubicBezTo>
                    <a:pt x="70" y="288"/>
                    <a:pt x="71" y="288"/>
                    <a:pt x="72" y="288"/>
                  </a:cubicBezTo>
                  <a:cubicBezTo>
                    <a:pt x="71" y="290"/>
                    <a:pt x="69" y="291"/>
                    <a:pt x="71" y="292"/>
                  </a:cubicBezTo>
                  <a:cubicBezTo>
                    <a:pt x="73" y="291"/>
                    <a:pt x="73" y="291"/>
                    <a:pt x="73" y="291"/>
                  </a:cubicBezTo>
                  <a:cubicBezTo>
                    <a:pt x="74" y="291"/>
                    <a:pt x="74" y="292"/>
                    <a:pt x="74" y="293"/>
                  </a:cubicBezTo>
                  <a:cubicBezTo>
                    <a:pt x="76" y="294"/>
                    <a:pt x="77" y="289"/>
                    <a:pt x="79" y="291"/>
                  </a:cubicBezTo>
                  <a:cubicBezTo>
                    <a:pt x="78" y="293"/>
                    <a:pt x="78" y="293"/>
                    <a:pt x="79" y="294"/>
                  </a:cubicBezTo>
                  <a:cubicBezTo>
                    <a:pt x="79" y="293"/>
                    <a:pt x="79" y="293"/>
                    <a:pt x="80" y="293"/>
                  </a:cubicBezTo>
                  <a:cubicBezTo>
                    <a:pt x="80" y="292"/>
                    <a:pt x="79" y="294"/>
                    <a:pt x="79" y="293"/>
                  </a:cubicBezTo>
                  <a:cubicBezTo>
                    <a:pt x="79" y="291"/>
                    <a:pt x="80" y="292"/>
                    <a:pt x="80" y="292"/>
                  </a:cubicBezTo>
                  <a:cubicBezTo>
                    <a:pt x="81" y="296"/>
                    <a:pt x="86" y="294"/>
                    <a:pt x="88" y="296"/>
                  </a:cubicBezTo>
                  <a:cubicBezTo>
                    <a:pt x="88" y="294"/>
                    <a:pt x="90" y="295"/>
                    <a:pt x="90" y="295"/>
                  </a:cubicBezTo>
                  <a:cubicBezTo>
                    <a:pt x="90" y="297"/>
                    <a:pt x="92" y="294"/>
                    <a:pt x="93" y="296"/>
                  </a:cubicBezTo>
                  <a:cubicBezTo>
                    <a:pt x="92" y="293"/>
                    <a:pt x="92" y="293"/>
                    <a:pt x="92" y="293"/>
                  </a:cubicBezTo>
                  <a:cubicBezTo>
                    <a:pt x="94" y="295"/>
                    <a:pt x="95" y="290"/>
                    <a:pt x="96" y="293"/>
                  </a:cubicBezTo>
                  <a:cubicBezTo>
                    <a:pt x="97" y="293"/>
                    <a:pt x="96" y="294"/>
                    <a:pt x="95" y="295"/>
                  </a:cubicBezTo>
                  <a:cubicBezTo>
                    <a:pt x="96" y="298"/>
                    <a:pt x="99" y="293"/>
                    <a:pt x="100" y="296"/>
                  </a:cubicBezTo>
                  <a:cubicBezTo>
                    <a:pt x="100" y="295"/>
                    <a:pt x="99" y="293"/>
                    <a:pt x="101" y="292"/>
                  </a:cubicBezTo>
                  <a:cubicBezTo>
                    <a:pt x="101" y="294"/>
                    <a:pt x="103" y="295"/>
                    <a:pt x="103" y="295"/>
                  </a:cubicBezTo>
                  <a:cubicBezTo>
                    <a:pt x="104" y="295"/>
                    <a:pt x="104" y="294"/>
                    <a:pt x="105" y="295"/>
                  </a:cubicBezTo>
                  <a:cubicBezTo>
                    <a:pt x="104" y="296"/>
                    <a:pt x="104" y="296"/>
                    <a:pt x="104" y="296"/>
                  </a:cubicBezTo>
                  <a:cubicBezTo>
                    <a:pt x="105" y="297"/>
                    <a:pt x="106" y="296"/>
                    <a:pt x="107" y="295"/>
                  </a:cubicBezTo>
                  <a:cubicBezTo>
                    <a:pt x="108" y="297"/>
                    <a:pt x="110" y="296"/>
                    <a:pt x="111" y="297"/>
                  </a:cubicBezTo>
                  <a:cubicBezTo>
                    <a:pt x="112" y="295"/>
                    <a:pt x="113" y="299"/>
                    <a:pt x="113" y="295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14" y="296"/>
                    <a:pt x="115" y="294"/>
                    <a:pt x="115" y="294"/>
                  </a:cubicBezTo>
                  <a:cubicBezTo>
                    <a:pt x="115" y="296"/>
                    <a:pt x="115" y="296"/>
                    <a:pt x="115" y="296"/>
                  </a:cubicBezTo>
                  <a:cubicBezTo>
                    <a:pt x="114" y="298"/>
                    <a:pt x="117" y="296"/>
                    <a:pt x="117" y="298"/>
                  </a:cubicBezTo>
                  <a:cubicBezTo>
                    <a:pt x="116" y="296"/>
                    <a:pt x="117" y="298"/>
                    <a:pt x="118" y="296"/>
                  </a:cubicBezTo>
                  <a:cubicBezTo>
                    <a:pt x="118" y="296"/>
                    <a:pt x="118" y="296"/>
                    <a:pt x="118" y="296"/>
                  </a:cubicBezTo>
                  <a:cubicBezTo>
                    <a:pt x="120" y="296"/>
                    <a:pt x="119" y="295"/>
                    <a:pt x="120" y="295"/>
                  </a:cubicBezTo>
                  <a:cubicBezTo>
                    <a:pt x="121" y="295"/>
                    <a:pt x="120" y="297"/>
                    <a:pt x="120" y="297"/>
                  </a:cubicBezTo>
                  <a:cubicBezTo>
                    <a:pt x="120" y="298"/>
                    <a:pt x="121" y="298"/>
                    <a:pt x="122" y="297"/>
                  </a:cubicBezTo>
                  <a:cubicBezTo>
                    <a:pt x="122" y="298"/>
                    <a:pt x="122" y="298"/>
                    <a:pt x="123" y="298"/>
                  </a:cubicBezTo>
                  <a:cubicBezTo>
                    <a:pt x="123" y="298"/>
                    <a:pt x="123" y="298"/>
                    <a:pt x="123" y="298"/>
                  </a:cubicBezTo>
                  <a:cubicBezTo>
                    <a:pt x="123" y="298"/>
                    <a:pt x="124" y="298"/>
                    <a:pt x="124" y="299"/>
                  </a:cubicBezTo>
                  <a:cubicBezTo>
                    <a:pt x="123" y="300"/>
                    <a:pt x="123" y="300"/>
                    <a:pt x="123" y="300"/>
                  </a:cubicBezTo>
                  <a:cubicBezTo>
                    <a:pt x="124" y="300"/>
                    <a:pt x="125" y="299"/>
                    <a:pt x="125" y="298"/>
                  </a:cubicBezTo>
                  <a:cubicBezTo>
                    <a:pt x="127" y="300"/>
                    <a:pt x="131" y="300"/>
                    <a:pt x="132" y="300"/>
                  </a:cubicBezTo>
                  <a:cubicBezTo>
                    <a:pt x="131" y="299"/>
                    <a:pt x="131" y="301"/>
                    <a:pt x="131" y="300"/>
                  </a:cubicBezTo>
                  <a:cubicBezTo>
                    <a:pt x="132" y="300"/>
                    <a:pt x="133" y="299"/>
                    <a:pt x="133" y="300"/>
                  </a:cubicBezTo>
                  <a:cubicBezTo>
                    <a:pt x="134" y="300"/>
                    <a:pt x="133" y="301"/>
                    <a:pt x="134" y="302"/>
                  </a:cubicBezTo>
                  <a:cubicBezTo>
                    <a:pt x="133" y="302"/>
                    <a:pt x="135" y="300"/>
                    <a:pt x="134" y="300"/>
                  </a:cubicBezTo>
                  <a:cubicBezTo>
                    <a:pt x="134" y="303"/>
                    <a:pt x="138" y="301"/>
                    <a:pt x="139" y="304"/>
                  </a:cubicBezTo>
                  <a:cubicBezTo>
                    <a:pt x="139" y="303"/>
                    <a:pt x="138" y="304"/>
                    <a:pt x="137" y="305"/>
                  </a:cubicBezTo>
                  <a:cubicBezTo>
                    <a:pt x="139" y="305"/>
                    <a:pt x="141" y="305"/>
                    <a:pt x="143" y="304"/>
                  </a:cubicBezTo>
                  <a:cubicBezTo>
                    <a:pt x="142" y="305"/>
                    <a:pt x="142" y="305"/>
                    <a:pt x="141" y="305"/>
                  </a:cubicBezTo>
                  <a:cubicBezTo>
                    <a:pt x="142" y="306"/>
                    <a:pt x="143" y="307"/>
                    <a:pt x="144" y="306"/>
                  </a:cubicBezTo>
                  <a:cubicBezTo>
                    <a:pt x="145" y="305"/>
                    <a:pt x="144" y="307"/>
                    <a:pt x="144" y="306"/>
                  </a:cubicBezTo>
                  <a:cubicBezTo>
                    <a:pt x="144" y="305"/>
                    <a:pt x="146" y="305"/>
                    <a:pt x="146" y="306"/>
                  </a:cubicBezTo>
                  <a:cubicBezTo>
                    <a:pt x="146" y="306"/>
                    <a:pt x="146" y="306"/>
                    <a:pt x="146" y="306"/>
                  </a:cubicBezTo>
                  <a:cubicBezTo>
                    <a:pt x="147" y="307"/>
                    <a:pt x="147" y="306"/>
                    <a:pt x="148" y="307"/>
                  </a:cubicBezTo>
                  <a:cubicBezTo>
                    <a:pt x="148" y="308"/>
                    <a:pt x="147" y="307"/>
                    <a:pt x="147" y="308"/>
                  </a:cubicBezTo>
                  <a:cubicBezTo>
                    <a:pt x="145" y="310"/>
                    <a:pt x="147" y="311"/>
                    <a:pt x="147" y="311"/>
                  </a:cubicBezTo>
                  <a:cubicBezTo>
                    <a:pt x="149" y="311"/>
                    <a:pt x="149" y="311"/>
                    <a:pt x="149" y="311"/>
                  </a:cubicBezTo>
                  <a:cubicBezTo>
                    <a:pt x="150" y="311"/>
                    <a:pt x="148" y="312"/>
                    <a:pt x="148" y="312"/>
                  </a:cubicBezTo>
                  <a:cubicBezTo>
                    <a:pt x="154" y="312"/>
                    <a:pt x="154" y="312"/>
                    <a:pt x="154" y="312"/>
                  </a:cubicBezTo>
                  <a:cubicBezTo>
                    <a:pt x="153" y="312"/>
                    <a:pt x="152" y="314"/>
                    <a:pt x="151" y="314"/>
                  </a:cubicBezTo>
                  <a:cubicBezTo>
                    <a:pt x="152" y="315"/>
                    <a:pt x="155" y="315"/>
                    <a:pt x="157" y="315"/>
                  </a:cubicBezTo>
                  <a:cubicBezTo>
                    <a:pt x="157" y="316"/>
                    <a:pt x="158" y="317"/>
                    <a:pt x="159" y="318"/>
                  </a:cubicBezTo>
                  <a:cubicBezTo>
                    <a:pt x="158" y="319"/>
                    <a:pt x="159" y="317"/>
                    <a:pt x="158" y="318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6" y="318"/>
                    <a:pt x="154" y="320"/>
                    <a:pt x="153" y="320"/>
                  </a:cubicBezTo>
                  <a:cubicBezTo>
                    <a:pt x="155" y="320"/>
                    <a:pt x="154" y="323"/>
                    <a:pt x="154" y="325"/>
                  </a:cubicBezTo>
                  <a:cubicBezTo>
                    <a:pt x="157" y="323"/>
                    <a:pt x="156" y="326"/>
                    <a:pt x="159" y="325"/>
                  </a:cubicBezTo>
                  <a:cubicBezTo>
                    <a:pt x="160" y="327"/>
                    <a:pt x="157" y="327"/>
                    <a:pt x="156" y="328"/>
                  </a:cubicBezTo>
                  <a:cubicBezTo>
                    <a:pt x="158" y="329"/>
                    <a:pt x="158" y="331"/>
                    <a:pt x="158" y="333"/>
                  </a:cubicBezTo>
                  <a:cubicBezTo>
                    <a:pt x="158" y="333"/>
                    <a:pt x="158" y="333"/>
                    <a:pt x="158" y="333"/>
                  </a:cubicBezTo>
                  <a:cubicBezTo>
                    <a:pt x="159" y="334"/>
                    <a:pt x="158" y="337"/>
                    <a:pt x="161" y="338"/>
                  </a:cubicBezTo>
                  <a:cubicBezTo>
                    <a:pt x="160" y="338"/>
                    <a:pt x="160" y="338"/>
                    <a:pt x="159" y="338"/>
                  </a:cubicBezTo>
                  <a:cubicBezTo>
                    <a:pt x="159" y="340"/>
                    <a:pt x="163" y="338"/>
                    <a:pt x="162" y="340"/>
                  </a:cubicBezTo>
                  <a:cubicBezTo>
                    <a:pt x="160" y="339"/>
                    <a:pt x="160" y="339"/>
                    <a:pt x="160" y="339"/>
                  </a:cubicBezTo>
                  <a:cubicBezTo>
                    <a:pt x="162" y="340"/>
                    <a:pt x="160" y="342"/>
                    <a:pt x="162" y="343"/>
                  </a:cubicBezTo>
                  <a:cubicBezTo>
                    <a:pt x="161" y="343"/>
                    <a:pt x="161" y="343"/>
                    <a:pt x="160" y="343"/>
                  </a:cubicBezTo>
                  <a:cubicBezTo>
                    <a:pt x="161" y="344"/>
                    <a:pt x="161" y="345"/>
                    <a:pt x="163" y="346"/>
                  </a:cubicBezTo>
                  <a:cubicBezTo>
                    <a:pt x="162" y="347"/>
                    <a:pt x="161" y="346"/>
                    <a:pt x="160" y="346"/>
                  </a:cubicBezTo>
                  <a:cubicBezTo>
                    <a:pt x="160" y="347"/>
                    <a:pt x="163" y="347"/>
                    <a:pt x="162" y="348"/>
                  </a:cubicBezTo>
                  <a:cubicBezTo>
                    <a:pt x="162" y="349"/>
                    <a:pt x="161" y="349"/>
                    <a:pt x="161" y="349"/>
                  </a:cubicBezTo>
                  <a:cubicBezTo>
                    <a:pt x="162" y="350"/>
                    <a:pt x="162" y="351"/>
                    <a:pt x="163" y="352"/>
                  </a:cubicBezTo>
                  <a:cubicBezTo>
                    <a:pt x="162" y="352"/>
                    <a:pt x="162" y="353"/>
                    <a:pt x="161" y="353"/>
                  </a:cubicBezTo>
                  <a:cubicBezTo>
                    <a:pt x="161" y="360"/>
                    <a:pt x="162" y="366"/>
                    <a:pt x="164" y="372"/>
                  </a:cubicBezTo>
                  <a:cubicBezTo>
                    <a:pt x="161" y="374"/>
                    <a:pt x="162" y="371"/>
                    <a:pt x="161" y="372"/>
                  </a:cubicBezTo>
                  <a:cubicBezTo>
                    <a:pt x="163" y="372"/>
                    <a:pt x="161" y="373"/>
                    <a:pt x="162" y="375"/>
                  </a:cubicBezTo>
                  <a:cubicBezTo>
                    <a:pt x="162" y="375"/>
                    <a:pt x="162" y="375"/>
                    <a:pt x="162" y="375"/>
                  </a:cubicBezTo>
                  <a:cubicBezTo>
                    <a:pt x="162" y="376"/>
                    <a:pt x="161" y="376"/>
                    <a:pt x="162" y="377"/>
                  </a:cubicBezTo>
                  <a:cubicBezTo>
                    <a:pt x="162" y="377"/>
                    <a:pt x="162" y="377"/>
                    <a:pt x="162" y="377"/>
                  </a:cubicBezTo>
                  <a:cubicBezTo>
                    <a:pt x="164" y="378"/>
                    <a:pt x="159" y="379"/>
                    <a:pt x="162" y="379"/>
                  </a:cubicBezTo>
                  <a:cubicBezTo>
                    <a:pt x="161" y="380"/>
                    <a:pt x="161" y="380"/>
                    <a:pt x="161" y="380"/>
                  </a:cubicBezTo>
                  <a:cubicBezTo>
                    <a:pt x="163" y="381"/>
                    <a:pt x="160" y="382"/>
                    <a:pt x="162" y="383"/>
                  </a:cubicBezTo>
                  <a:cubicBezTo>
                    <a:pt x="162" y="383"/>
                    <a:pt x="162" y="383"/>
                    <a:pt x="162" y="383"/>
                  </a:cubicBezTo>
                  <a:cubicBezTo>
                    <a:pt x="161" y="384"/>
                    <a:pt x="165" y="386"/>
                    <a:pt x="163" y="386"/>
                  </a:cubicBezTo>
                  <a:cubicBezTo>
                    <a:pt x="163" y="388"/>
                    <a:pt x="164" y="389"/>
                    <a:pt x="166" y="389"/>
                  </a:cubicBezTo>
                  <a:cubicBezTo>
                    <a:pt x="165" y="390"/>
                    <a:pt x="164" y="389"/>
                    <a:pt x="163" y="389"/>
                  </a:cubicBezTo>
                  <a:cubicBezTo>
                    <a:pt x="164" y="394"/>
                    <a:pt x="164" y="400"/>
                    <a:pt x="167" y="404"/>
                  </a:cubicBezTo>
                  <a:cubicBezTo>
                    <a:pt x="166" y="404"/>
                    <a:pt x="166" y="404"/>
                    <a:pt x="165" y="404"/>
                  </a:cubicBezTo>
                  <a:cubicBezTo>
                    <a:pt x="168" y="406"/>
                    <a:pt x="163" y="409"/>
                    <a:pt x="168" y="411"/>
                  </a:cubicBezTo>
                  <a:cubicBezTo>
                    <a:pt x="170" y="412"/>
                    <a:pt x="170" y="412"/>
                    <a:pt x="170" y="412"/>
                  </a:cubicBezTo>
                  <a:cubicBezTo>
                    <a:pt x="169" y="412"/>
                    <a:pt x="168" y="412"/>
                    <a:pt x="167" y="413"/>
                  </a:cubicBezTo>
                  <a:cubicBezTo>
                    <a:pt x="168" y="413"/>
                    <a:pt x="167" y="415"/>
                    <a:pt x="169" y="416"/>
                  </a:cubicBezTo>
                  <a:cubicBezTo>
                    <a:pt x="168" y="416"/>
                    <a:pt x="168" y="416"/>
                    <a:pt x="168" y="416"/>
                  </a:cubicBezTo>
                  <a:cubicBezTo>
                    <a:pt x="167" y="417"/>
                    <a:pt x="170" y="418"/>
                    <a:pt x="169" y="419"/>
                  </a:cubicBezTo>
                  <a:cubicBezTo>
                    <a:pt x="169" y="419"/>
                    <a:pt x="169" y="419"/>
                    <a:pt x="169" y="419"/>
                  </a:cubicBezTo>
                  <a:cubicBezTo>
                    <a:pt x="166" y="425"/>
                    <a:pt x="163" y="434"/>
                    <a:pt x="168" y="438"/>
                  </a:cubicBezTo>
                  <a:cubicBezTo>
                    <a:pt x="169" y="440"/>
                    <a:pt x="166" y="439"/>
                    <a:pt x="166" y="440"/>
                  </a:cubicBezTo>
                  <a:cubicBezTo>
                    <a:pt x="170" y="444"/>
                    <a:pt x="167" y="452"/>
                    <a:pt x="173" y="453"/>
                  </a:cubicBezTo>
                  <a:cubicBezTo>
                    <a:pt x="173" y="454"/>
                    <a:pt x="173" y="454"/>
                    <a:pt x="173" y="455"/>
                  </a:cubicBezTo>
                  <a:cubicBezTo>
                    <a:pt x="173" y="455"/>
                    <a:pt x="173" y="456"/>
                    <a:pt x="174" y="456"/>
                  </a:cubicBezTo>
                  <a:cubicBezTo>
                    <a:pt x="171" y="457"/>
                    <a:pt x="174" y="460"/>
                    <a:pt x="172" y="462"/>
                  </a:cubicBezTo>
                  <a:cubicBezTo>
                    <a:pt x="175" y="462"/>
                    <a:pt x="174" y="463"/>
                    <a:pt x="174" y="464"/>
                  </a:cubicBezTo>
                  <a:cubicBezTo>
                    <a:pt x="174" y="464"/>
                    <a:pt x="173" y="464"/>
                    <a:pt x="173" y="464"/>
                  </a:cubicBezTo>
                  <a:cubicBezTo>
                    <a:pt x="173" y="466"/>
                    <a:pt x="173" y="466"/>
                    <a:pt x="172" y="468"/>
                  </a:cubicBezTo>
                  <a:cubicBezTo>
                    <a:pt x="172" y="469"/>
                    <a:pt x="174" y="469"/>
                    <a:pt x="173" y="470"/>
                  </a:cubicBezTo>
                  <a:cubicBezTo>
                    <a:pt x="171" y="471"/>
                    <a:pt x="173" y="472"/>
                    <a:pt x="172" y="473"/>
                  </a:cubicBezTo>
                  <a:cubicBezTo>
                    <a:pt x="174" y="473"/>
                    <a:pt x="175" y="474"/>
                    <a:pt x="175" y="475"/>
                  </a:cubicBezTo>
                  <a:cubicBezTo>
                    <a:pt x="172" y="475"/>
                    <a:pt x="172" y="475"/>
                    <a:pt x="172" y="475"/>
                  </a:cubicBezTo>
                  <a:cubicBezTo>
                    <a:pt x="174" y="477"/>
                    <a:pt x="170" y="481"/>
                    <a:pt x="174" y="485"/>
                  </a:cubicBezTo>
                  <a:cubicBezTo>
                    <a:pt x="172" y="485"/>
                    <a:pt x="172" y="485"/>
                    <a:pt x="172" y="485"/>
                  </a:cubicBezTo>
                  <a:cubicBezTo>
                    <a:pt x="174" y="488"/>
                    <a:pt x="173" y="491"/>
                    <a:pt x="176" y="494"/>
                  </a:cubicBezTo>
                  <a:cubicBezTo>
                    <a:pt x="175" y="495"/>
                    <a:pt x="175" y="496"/>
                    <a:pt x="175" y="497"/>
                  </a:cubicBezTo>
                  <a:cubicBezTo>
                    <a:pt x="176" y="498"/>
                    <a:pt x="176" y="499"/>
                    <a:pt x="178" y="499"/>
                  </a:cubicBezTo>
                  <a:cubicBezTo>
                    <a:pt x="178" y="500"/>
                    <a:pt x="177" y="500"/>
                    <a:pt x="177" y="500"/>
                  </a:cubicBezTo>
                  <a:cubicBezTo>
                    <a:pt x="176" y="501"/>
                    <a:pt x="174" y="504"/>
                    <a:pt x="177" y="504"/>
                  </a:cubicBezTo>
                  <a:cubicBezTo>
                    <a:pt x="175" y="505"/>
                    <a:pt x="175" y="505"/>
                    <a:pt x="175" y="505"/>
                  </a:cubicBezTo>
                  <a:cubicBezTo>
                    <a:pt x="177" y="506"/>
                    <a:pt x="179" y="507"/>
                    <a:pt x="177" y="508"/>
                  </a:cubicBezTo>
                  <a:cubicBezTo>
                    <a:pt x="178" y="509"/>
                    <a:pt x="179" y="510"/>
                    <a:pt x="181" y="509"/>
                  </a:cubicBezTo>
                  <a:cubicBezTo>
                    <a:pt x="181" y="510"/>
                    <a:pt x="178" y="510"/>
                    <a:pt x="180" y="510"/>
                  </a:cubicBezTo>
                  <a:cubicBezTo>
                    <a:pt x="178" y="510"/>
                    <a:pt x="178" y="510"/>
                    <a:pt x="178" y="510"/>
                  </a:cubicBezTo>
                  <a:cubicBezTo>
                    <a:pt x="177" y="513"/>
                    <a:pt x="179" y="515"/>
                    <a:pt x="180" y="518"/>
                  </a:cubicBezTo>
                  <a:cubicBezTo>
                    <a:pt x="178" y="519"/>
                    <a:pt x="181" y="520"/>
                    <a:pt x="179" y="522"/>
                  </a:cubicBezTo>
                  <a:cubicBezTo>
                    <a:pt x="181" y="523"/>
                    <a:pt x="179" y="525"/>
                    <a:pt x="182" y="525"/>
                  </a:cubicBezTo>
                  <a:cubicBezTo>
                    <a:pt x="181" y="525"/>
                    <a:pt x="181" y="525"/>
                    <a:pt x="181" y="525"/>
                  </a:cubicBezTo>
                  <a:cubicBezTo>
                    <a:pt x="181" y="526"/>
                    <a:pt x="181" y="528"/>
                    <a:pt x="180" y="530"/>
                  </a:cubicBezTo>
                  <a:cubicBezTo>
                    <a:pt x="180" y="531"/>
                    <a:pt x="182" y="530"/>
                    <a:pt x="183" y="531"/>
                  </a:cubicBezTo>
                  <a:cubicBezTo>
                    <a:pt x="182" y="531"/>
                    <a:pt x="182" y="531"/>
                    <a:pt x="182" y="531"/>
                  </a:cubicBezTo>
                  <a:cubicBezTo>
                    <a:pt x="183" y="532"/>
                    <a:pt x="185" y="532"/>
                    <a:pt x="186" y="532"/>
                  </a:cubicBezTo>
                  <a:cubicBezTo>
                    <a:pt x="185" y="533"/>
                    <a:pt x="186" y="533"/>
                    <a:pt x="185" y="533"/>
                  </a:cubicBezTo>
                  <a:cubicBezTo>
                    <a:pt x="185" y="533"/>
                    <a:pt x="183" y="533"/>
                    <a:pt x="181" y="532"/>
                  </a:cubicBezTo>
                  <a:cubicBezTo>
                    <a:pt x="181" y="534"/>
                    <a:pt x="184" y="534"/>
                    <a:pt x="182" y="535"/>
                  </a:cubicBezTo>
                  <a:cubicBezTo>
                    <a:pt x="182" y="536"/>
                    <a:pt x="182" y="536"/>
                    <a:pt x="184" y="536"/>
                  </a:cubicBezTo>
                  <a:cubicBezTo>
                    <a:pt x="184" y="536"/>
                    <a:pt x="183" y="537"/>
                    <a:pt x="182" y="537"/>
                  </a:cubicBezTo>
                  <a:cubicBezTo>
                    <a:pt x="183" y="537"/>
                    <a:pt x="183" y="538"/>
                    <a:pt x="184" y="538"/>
                  </a:cubicBezTo>
                  <a:cubicBezTo>
                    <a:pt x="184" y="538"/>
                    <a:pt x="184" y="537"/>
                    <a:pt x="184" y="537"/>
                  </a:cubicBezTo>
                  <a:cubicBezTo>
                    <a:pt x="185" y="537"/>
                    <a:pt x="185" y="538"/>
                    <a:pt x="187" y="538"/>
                  </a:cubicBezTo>
                  <a:cubicBezTo>
                    <a:pt x="187" y="537"/>
                    <a:pt x="186" y="537"/>
                    <a:pt x="186" y="537"/>
                  </a:cubicBezTo>
                  <a:cubicBezTo>
                    <a:pt x="188" y="537"/>
                    <a:pt x="188" y="538"/>
                    <a:pt x="187" y="538"/>
                  </a:cubicBezTo>
                  <a:cubicBezTo>
                    <a:pt x="186" y="539"/>
                    <a:pt x="185" y="538"/>
                    <a:pt x="184" y="539"/>
                  </a:cubicBezTo>
                  <a:cubicBezTo>
                    <a:pt x="188" y="540"/>
                    <a:pt x="188" y="540"/>
                    <a:pt x="188" y="540"/>
                  </a:cubicBezTo>
                  <a:cubicBezTo>
                    <a:pt x="186" y="540"/>
                    <a:pt x="187" y="539"/>
                    <a:pt x="189" y="539"/>
                  </a:cubicBezTo>
                  <a:cubicBezTo>
                    <a:pt x="188" y="538"/>
                    <a:pt x="188" y="538"/>
                    <a:pt x="188" y="538"/>
                  </a:cubicBezTo>
                  <a:cubicBezTo>
                    <a:pt x="189" y="538"/>
                    <a:pt x="189" y="538"/>
                    <a:pt x="189" y="538"/>
                  </a:cubicBezTo>
                  <a:cubicBezTo>
                    <a:pt x="189" y="537"/>
                    <a:pt x="190" y="536"/>
                    <a:pt x="189" y="535"/>
                  </a:cubicBezTo>
                  <a:cubicBezTo>
                    <a:pt x="187" y="536"/>
                    <a:pt x="187" y="536"/>
                    <a:pt x="187" y="536"/>
                  </a:cubicBezTo>
                  <a:cubicBezTo>
                    <a:pt x="187" y="535"/>
                    <a:pt x="185" y="535"/>
                    <a:pt x="187" y="534"/>
                  </a:cubicBezTo>
                  <a:cubicBezTo>
                    <a:pt x="187" y="534"/>
                    <a:pt x="188" y="534"/>
                    <a:pt x="189" y="534"/>
                  </a:cubicBezTo>
                  <a:cubicBezTo>
                    <a:pt x="189" y="534"/>
                    <a:pt x="188" y="533"/>
                    <a:pt x="188" y="533"/>
                  </a:cubicBezTo>
                  <a:cubicBezTo>
                    <a:pt x="191" y="533"/>
                    <a:pt x="191" y="533"/>
                    <a:pt x="191" y="533"/>
                  </a:cubicBezTo>
                  <a:cubicBezTo>
                    <a:pt x="187" y="533"/>
                    <a:pt x="189" y="532"/>
                    <a:pt x="189" y="531"/>
                  </a:cubicBezTo>
                  <a:cubicBezTo>
                    <a:pt x="189" y="531"/>
                    <a:pt x="189" y="531"/>
                    <a:pt x="189" y="531"/>
                  </a:cubicBezTo>
                  <a:cubicBezTo>
                    <a:pt x="190" y="530"/>
                    <a:pt x="188" y="532"/>
                    <a:pt x="188" y="531"/>
                  </a:cubicBezTo>
                  <a:cubicBezTo>
                    <a:pt x="188" y="530"/>
                    <a:pt x="191" y="530"/>
                    <a:pt x="192" y="530"/>
                  </a:cubicBezTo>
                  <a:cubicBezTo>
                    <a:pt x="191" y="529"/>
                    <a:pt x="189" y="527"/>
                    <a:pt x="191" y="526"/>
                  </a:cubicBezTo>
                  <a:cubicBezTo>
                    <a:pt x="190" y="525"/>
                    <a:pt x="189" y="524"/>
                    <a:pt x="188" y="524"/>
                  </a:cubicBezTo>
                  <a:cubicBezTo>
                    <a:pt x="188" y="523"/>
                    <a:pt x="191" y="523"/>
                    <a:pt x="190" y="523"/>
                  </a:cubicBezTo>
                  <a:cubicBezTo>
                    <a:pt x="190" y="523"/>
                    <a:pt x="191" y="522"/>
                    <a:pt x="192" y="522"/>
                  </a:cubicBezTo>
                  <a:cubicBezTo>
                    <a:pt x="191" y="522"/>
                    <a:pt x="192" y="521"/>
                    <a:pt x="190" y="522"/>
                  </a:cubicBezTo>
                  <a:cubicBezTo>
                    <a:pt x="190" y="520"/>
                    <a:pt x="191" y="519"/>
                    <a:pt x="190" y="518"/>
                  </a:cubicBezTo>
                  <a:cubicBezTo>
                    <a:pt x="190" y="518"/>
                    <a:pt x="192" y="518"/>
                    <a:pt x="193" y="518"/>
                  </a:cubicBezTo>
                  <a:cubicBezTo>
                    <a:pt x="191" y="517"/>
                    <a:pt x="190" y="516"/>
                    <a:pt x="190" y="515"/>
                  </a:cubicBezTo>
                  <a:cubicBezTo>
                    <a:pt x="189" y="515"/>
                    <a:pt x="189" y="516"/>
                    <a:pt x="187" y="516"/>
                  </a:cubicBezTo>
                  <a:cubicBezTo>
                    <a:pt x="187" y="516"/>
                    <a:pt x="186" y="516"/>
                    <a:pt x="186" y="515"/>
                  </a:cubicBezTo>
                  <a:cubicBezTo>
                    <a:pt x="188" y="515"/>
                    <a:pt x="191" y="515"/>
                    <a:pt x="191" y="514"/>
                  </a:cubicBezTo>
                  <a:cubicBezTo>
                    <a:pt x="193" y="514"/>
                    <a:pt x="190" y="515"/>
                    <a:pt x="193" y="515"/>
                  </a:cubicBezTo>
                  <a:cubicBezTo>
                    <a:pt x="195" y="515"/>
                    <a:pt x="196" y="517"/>
                    <a:pt x="194" y="517"/>
                  </a:cubicBezTo>
                  <a:cubicBezTo>
                    <a:pt x="197" y="518"/>
                    <a:pt x="195" y="516"/>
                    <a:pt x="197" y="516"/>
                  </a:cubicBezTo>
                  <a:cubicBezTo>
                    <a:pt x="197" y="516"/>
                    <a:pt x="195" y="515"/>
                    <a:pt x="195" y="514"/>
                  </a:cubicBezTo>
                  <a:cubicBezTo>
                    <a:pt x="194" y="514"/>
                    <a:pt x="194" y="515"/>
                    <a:pt x="193" y="514"/>
                  </a:cubicBezTo>
                  <a:cubicBezTo>
                    <a:pt x="190" y="514"/>
                    <a:pt x="194" y="513"/>
                    <a:pt x="194" y="513"/>
                  </a:cubicBezTo>
                  <a:cubicBezTo>
                    <a:pt x="195" y="513"/>
                    <a:pt x="195" y="513"/>
                    <a:pt x="195" y="513"/>
                  </a:cubicBezTo>
                  <a:cubicBezTo>
                    <a:pt x="196" y="512"/>
                    <a:pt x="194" y="512"/>
                    <a:pt x="194" y="511"/>
                  </a:cubicBezTo>
                  <a:cubicBezTo>
                    <a:pt x="197" y="511"/>
                    <a:pt x="195" y="513"/>
                    <a:pt x="197" y="513"/>
                  </a:cubicBezTo>
                  <a:cubicBezTo>
                    <a:pt x="199" y="512"/>
                    <a:pt x="199" y="512"/>
                    <a:pt x="199" y="512"/>
                  </a:cubicBezTo>
                  <a:cubicBezTo>
                    <a:pt x="199" y="511"/>
                    <a:pt x="196" y="512"/>
                    <a:pt x="197" y="511"/>
                  </a:cubicBezTo>
                  <a:cubicBezTo>
                    <a:pt x="198" y="511"/>
                    <a:pt x="198" y="511"/>
                    <a:pt x="198" y="511"/>
                  </a:cubicBezTo>
                  <a:cubicBezTo>
                    <a:pt x="197" y="510"/>
                    <a:pt x="197" y="510"/>
                    <a:pt x="197" y="510"/>
                  </a:cubicBezTo>
                  <a:cubicBezTo>
                    <a:pt x="196" y="510"/>
                    <a:pt x="194" y="510"/>
                    <a:pt x="195" y="511"/>
                  </a:cubicBezTo>
                  <a:cubicBezTo>
                    <a:pt x="191" y="511"/>
                    <a:pt x="194" y="511"/>
                    <a:pt x="193" y="510"/>
                  </a:cubicBezTo>
                  <a:cubicBezTo>
                    <a:pt x="192" y="509"/>
                    <a:pt x="194" y="510"/>
                    <a:pt x="192" y="510"/>
                  </a:cubicBezTo>
                  <a:cubicBezTo>
                    <a:pt x="190" y="510"/>
                    <a:pt x="190" y="510"/>
                    <a:pt x="190" y="509"/>
                  </a:cubicBezTo>
                  <a:cubicBezTo>
                    <a:pt x="190" y="508"/>
                    <a:pt x="192" y="509"/>
                    <a:pt x="193" y="508"/>
                  </a:cubicBezTo>
                  <a:cubicBezTo>
                    <a:pt x="193" y="508"/>
                    <a:pt x="193" y="509"/>
                    <a:pt x="192" y="509"/>
                  </a:cubicBezTo>
                  <a:cubicBezTo>
                    <a:pt x="194" y="510"/>
                    <a:pt x="196" y="508"/>
                    <a:pt x="197" y="509"/>
                  </a:cubicBezTo>
                  <a:cubicBezTo>
                    <a:pt x="198" y="508"/>
                    <a:pt x="196" y="508"/>
                    <a:pt x="196" y="508"/>
                  </a:cubicBezTo>
                  <a:cubicBezTo>
                    <a:pt x="195" y="508"/>
                    <a:pt x="194" y="508"/>
                    <a:pt x="193" y="508"/>
                  </a:cubicBezTo>
                  <a:cubicBezTo>
                    <a:pt x="188" y="507"/>
                    <a:pt x="197" y="507"/>
                    <a:pt x="196" y="506"/>
                  </a:cubicBezTo>
                  <a:cubicBezTo>
                    <a:pt x="193" y="506"/>
                    <a:pt x="191" y="504"/>
                    <a:pt x="188" y="506"/>
                  </a:cubicBezTo>
                  <a:cubicBezTo>
                    <a:pt x="187" y="505"/>
                    <a:pt x="187" y="505"/>
                    <a:pt x="187" y="505"/>
                  </a:cubicBezTo>
                  <a:cubicBezTo>
                    <a:pt x="189" y="505"/>
                    <a:pt x="189" y="504"/>
                    <a:pt x="191" y="504"/>
                  </a:cubicBezTo>
                  <a:cubicBezTo>
                    <a:pt x="191" y="504"/>
                    <a:pt x="191" y="504"/>
                    <a:pt x="191" y="504"/>
                  </a:cubicBezTo>
                  <a:cubicBezTo>
                    <a:pt x="193" y="504"/>
                    <a:pt x="193" y="504"/>
                    <a:pt x="193" y="504"/>
                  </a:cubicBezTo>
                  <a:cubicBezTo>
                    <a:pt x="195" y="504"/>
                    <a:pt x="196" y="503"/>
                    <a:pt x="197" y="503"/>
                  </a:cubicBezTo>
                  <a:cubicBezTo>
                    <a:pt x="196" y="502"/>
                    <a:pt x="195" y="503"/>
                    <a:pt x="194" y="502"/>
                  </a:cubicBezTo>
                  <a:cubicBezTo>
                    <a:pt x="195" y="502"/>
                    <a:pt x="195" y="502"/>
                    <a:pt x="196" y="502"/>
                  </a:cubicBezTo>
                  <a:cubicBezTo>
                    <a:pt x="195" y="502"/>
                    <a:pt x="193" y="503"/>
                    <a:pt x="193" y="502"/>
                  </a:cubicBezTo>
                  <a:cubicBezTo>
                    <a:pt x="193" y="501"/>
                    <a:pt x="195" y="500"/>
                    <a:pt x="195" y="501"/>
                  </a:cubicBezTo>
                  <a:cubicBezTo>
                    <a:pt x="197" y="501"/>
                    <a:pt x="197" y="501"/>
                    <a:pt x="197" y="501"/>
                  </a:cubicBezTo>
                  <a:cubicBezTo>
                    <a:pt x="195" y="501"/>
                    <a:pt x="198" y="501"/>
                    <a:pt x="197" y="500"/>
                  </a:cubicBezTo>
                  <a:cubicBezTo>
                    <a:pt x="196" y="500"/>
                    <a:pt x="194" y="500"/>
                    <a:pt x="193" y="500"/>
                  </a:cubicBezTo>
                  <a:cubicBezTo>
                    <a:pt x="192" y="499"/>
                    <a:pt x="194" y="499"/>
                    <a:pt x="193" y="499"/>
                  </a:cubicBezTo>
                  <a:cubicBezTo>
                    <a:pt x="195" y="500"/>
                    <a:pt x="195" y="500"/>
                    <a:pt x="195" y="500"/>
                  </a:cubicBezTo>
                  <a:cubicBezTo>
                    <a:pt x="194" y="499"/>
                    <a:pt x="198" y="499"/>
                    <a:pt x="197" y="498"/>
                  </a:cubicBezTo>
                  <a:cubicBezTo>
                    <a:pt x="195" y="498"/>
                    <a:pt x="195" y="498"/>
                    <a:pt x="195" y="498"/>
                  </a:cubicBezTo>
                  <a:cubicBezTo>
                    <a:pt x="196" y="498"/>
                    <a:pt x="196" y="498"/>
                    <a:pt x="197" y="498"/>
                  </a:cubicBezTo>
                  <a:cubicBezTo>
                    <a:pt x="196" y="498"/>
                    <a:pt x="196" y="497"/>
                    <a:pt x="196" y="497"/>
                  </a:cubicBezTo>
                  <a:cubicBezTo>
                    <a:pt x="197" y="497"/>
                    <a:pt x="197" y="497"/>
                    <a:pt x="197" y="497"/>
                  </a:cubicBezTo>
                  <a:cubicBezTo>
                    <a:pt x="196" y="497"/>
                    <a:pt x="193" y="496"/>
                    <a:pt x="196" y="496"/>
                  </a:cubicBezTo>
                  <a:cubicBezTo>
                    <a:pt x="193" y="496"/>
                    <a:pt x="196" y="496"/>
                    <a:pt x="194" y="497"/>
                  </a:cubicBezTo>
                  <a:cubicBezTo>
                    <a:pt x="192" y="497"/>
                    <a:pt x="193" y="496"/>
                    <a:pt x="192" y="496"/>
                  </a:cubicBezTo>
                  <a:cubicBezTo>
                    <a:pt x="195" y="496"/>
                    <a:pt x="192" y="495"/>
                    <a:pt x="192" y="495"/>
                  </a:cubicBezTo>
                  <a:cubicBezTo>
                    <a:pt x="193" y="494"/>
                    <a:pt x="194" y="494"/>
                    <a:pt x="194" y="494"/>
                  </a:cubicBezTo>
                  <a:cubicBezTo>
                    <a:pt x="193" y="494"/>
                    <a:pt x="193" y="494"/>
                    <a:pt x="193" y="494"/>
                  </a:cubicBezTo>
                  <a:cubicBezTo>
                    <a:pt x="196" y="493"/>
                    <a:pt x="192" y="493"/>
                    <a:pt x="193" y="492"/>
                  </a:cubicBezTo>
                  <a:cubicBezTo>
                    <a:pt x="194" y="492"/>
                    <a:pt x="195" y="492"/>
                    <a:pt x="196" y="492"/>
                  </a:cubicBezTo>
                  <a:cubicBezTo>
                    <a:pt x="193" y="493"/>
                    <a:pt x="193" y="491"/>
                    <a:pt x="191" y="491"/>
                  </a:cubicBezTo>
                  <a:cubicBezTo>
                    <a:pt x="192" y="490"/>
                    <a:pt x="194" y="492"/>
                    <a:pt x="196" y="491"/>
                  </a:cubicBezTo>
                  <a:cubicBezTo>
                    <a:pt x="194" y="491"/>
                    <a:pt x="197" y="490"/>
                    <a:pt x="195" y="490"/>
                  </a:cubicBezTo>
                  <a:cubicBezTo>
                    <a:pt x="194" y="491"/>
                    <a:pt x="193" y="490"/>
                    <a:pt x="192" y="490"/>
                  </a:cubicBezTo>
                  <a:cubicBezTo>
                    <a:pt x="192" y="489"/>
                    <a:pt x="193" y="490"/>
                    <a:pt x="194" y="489"/>
                  </a:cubicBezTo>
                  <a:cubicBezTo>
                    <a:pt x="193" y="489"/>
                    <a:pt x="191" y="488"/>
                    <a:pt x="191" y="489"/>
                  </a:cubicBezTo>
                  <a:cubicBezTo>
                    <a:pt x="191" y="488"/>
                    <a:pt x="189" y="488"/>
                    <a:pt x="190" y="487"/>
                  </a:cubicBezTo>
                  <a:cubicBezTo>
                    <a:pt x="192" y="487"/>
                    <a:pt x="191" y="488"/>
                    <a:pt x="192" y="488"/>
                  </a:cubicBezTo>
                  <a:cubicBezTo>
                    <a:pt x="192" y="487"/>
                    <a:pt x="188" y="488"/>
                    <a:pt x="187" y="487"/>
                  </a:cubicBezTo>
                  <a:cubicBezTo>
                    <a:pt x="187" y="487"/>
                    <a:pt x="184" y="487"/>
                    <a:pt x="183" y="486"/>
                  </a:cubicBezTo>
                  <a:cubicBezTo>
                    <a:pt x="183" y="485"/>
                    <a:pt x="184" y="487"/>
                    <a:pt x="186" y="486"/>
                  </a:cubicBezTo>
                  <a:cubicBezTo>
                    <a:pt x="185" y="486"/>
                    <a:pt x="185" y="486"/>
                    <a:pt x="185" y="486"/>
                  </a:cubicBezTo>
                  <a:cubicBezTo>
                    <a:pt x="188" y="485"/>
                    <a:pt x="190" y="487"/>
                    <a:pt x="193" y="486"/>
                  </a:cubicBezTo>
                  <a:cubicBezTo>
                    <a:pt x="192" y="486"/>
                    <a:pt x="192" y="486"/>
                    <a:pt x="192" y="486"/>
                  </a:cubicBezTo>
                  <a:cubicBezTo>
                    <a:pt x="195" y="486"/>
                    <a:pt x="195" y="486"/>
                    <a:pt x="195" y="486"/>
                  </a:cubicBezTo>
                  <a:cubicBezTo>
                    <a:pt x="193" y="486"/>
                    <a:pt x="194" y="485"/>
                    <a:pt x="194" y="484"/>
                  </a:cubicBezTo>
                  <a:cubicBezTo>
                    <a:pt x="192" y="484"/>
                    <a:pt x="194" y="485"/>
                    <a:pt x="193" y="485"/>
                  </a:cubicBezTo>
                  <a:cubicBezTo>
                    <a:pt x="192" y="484"/>
                    <a:pt x="190" y="484"/>
                    <a:pt x="191" y="483"/>
                  </a:cubicBezTo>
                  <a:cubicBezTo>
                    <a:pt x="192" y="484"/>
                    <a:pt x="193" y="483"/>
                    <a:pt x="194" y="483"/>
                  </a:cubicBezTo>
                  <a:cubicBezTo>
                    <a:pt x="195" y="483"/>
                    <a:pt x="192" y="483"/>
                    <a:pt x="193" y="482"/>
                  </a:cubicBezTo>
                  <a:cubicBezTo>
                    <a:pt x="194" y="483"/>
                    <a:pt x="194" y="483"/>
                    <a:pt x="194" y="483"/>
                  </a:cubicBezTo>
                  <a:cubicBezTo>
                    <a:pt x="194" y="480"/>
                    <a:pt x="194" y="478"/>
                    <a:pt x="190" y="476"/>
                  </a:cubicBezTo>
                  <a:cubicBezTo>
                    <a:pt x="191" y="475"/>
                    <a:pt x="191" y="475"/>
                    <a:pt x="193" y="474"/>
                  </a:cubicBezTo>
                  <a:cubicBezTo>
                    <a:pt x="192" y="474"/>
                    <a:pt x="191" y="474"/>
                    <a:pt x="191" y="473"/>
                  </a:cubicBezTo>
                  <a:cubicBezTo>
                    <a:pt x="193" y="473"/>
                    <a:pt x="193" y="473"/>
                    <a:pt x="193" y="473"/>
                  </a:cubicBezTo>
                  <a:cubicBezTo>
                    <a:pt x="194" y="472"/>
                    <a:pt x="192" y="472"/>
                    <a:pt x="191" y="471"/>
                  </a:cubicBezTo>
                  <a:cubicBezTo>
                    <a:pt x="193" y="471"/>
                    <a:pt x="193" y="471"/>
                    <a:pt x="193" y="471"/>
                  </a:cubicBezTo>
                  <a:cubicBezTo>
                    <a:pt x="194" y="471"/>
                    <a:pt x="192" y="470"/>
                    <a:pt x="191" y="470"/>
                  </a:cubicBezTo>
                  <a:cubicBezTo>
                    <a:pt x="193" y="470"/>
                    <a:pt x="193" y="470"/>
                    <a:pt x="193" y="470"/>
                  </a:cubicBezTo>
                  <a:cubicBezTo>
                    <a:pt x="191" y="470"/>
                    <a:pt x="191" y="470"/>
                    <a:pt x="191" y="470"/>
                  </a:cubicBezTo>
                  <a:cubicBezTo>
                    <a:pt x="191" y="469"/>
                    <a:pt x="191" y="468"/>
                    <a:pt x="193" y="469"/>
                  </a:cubicBezTo>
                  <a:cubicBezTo>
                    <a:pt x="193" y="469"/>
                    <a:pt x="192" y="468"/>
                    <a:pt x="192" y="468"/>
                  </a:cubicBezTo>
                  <a:cubicBezTo>
                    <a:pt x="193" y="468"/>
                    <a:pt x="193" y="467"/>
                    <a:pt x="193" y="466"/>
                  </a:cubicBezTo>
                  <a:cubicBezTo>
                    <a:pt x="192" y="466"/>
                    <a:pt x="191" y="466"/>
                    <a:pt x="190" y="466"/>
                  </a:cubicBezTo>
                  <a:cubicBezTo>
                    <a:pt x="188" y="465"/>
                    <a:pt x="190" y="466"/>
                    <a:pt x="189" y="465"/>
                  </a:cubicBezTo>
                  <a:cubicBezTo>
                    <a:pt x="190" y="465"/>
                    <a:pt x="191" y="465"/>
                    <a:pt x="192" y="465"/>
                  </a:cubicBezTo>
                  <a:cubicBezTo>
                    <a:pt x="195" y="465"/>
                    <a:pt x="192" y="462"/>
                    <a:pt x="193" y="461"/>
                  </a:cubicBezTo>
                  <a:cubicBezTo>
                    <a:pt x="192" y="460"/>
                    <a:pt x="192" y="460"/>
                    <a:pt x="192" y="460"/>
                  </a:cubicBezTo>
                  <a:cubicBezTo>
                    <a:pt x="195" y="460"/>
                    <a:pt x="193" y="459"/>
                    <a:pt x="194" y="458"/>
                  </a:cubicBezTo>
                  <a:cubicBezTo>
                    <a:pt x="193" y="458"/>
                    <a:pt x="191" y="457"/>
                    <a:pt x="191" y="456"/>
                  </a:cubicBezTo>
                  <a:cubicBezTo>
                    <a:pt x="189" y="455"/>
                    <a:pt x="193" y="457"/>
                    <a:pt x="195" y="457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6"/>
                    <a:pt x="194" y="456"/>
                    <a:pt x="194" y="456"/>
                  </a:cubicBezTo>
                  <a:cubicBezTo>
                    <a:pt x="194" y="455"/>
                    <a:pt x="193" y="454"/>
                    <a:pt x="194" y="454"/>
                  </a:cubicBezTo>
                  <a:cubicBezTo>
                    <a:pt x="194" y="454"/>
                    <a:pt x="194" y="454"/>
                    <a:pt x="194" y="454"/>
                  </a:cubicBezTo>
                  <a:cubicBezTo>
                    <a:pt x="195" y="454"/>
                    <a:pt x="196" y="455"/>
                    <a:pt x="196" y="454"/>
                  </a:cubicBezTo>
                  <a:cubicBezTo>
                    <a:pt x="194" y="453"/>
                    <a:pt x="196" y="453"/>
                    <a:pt x="194" y="452"/>
                  </a:cubicBezTo>
                  <a:cubicBezTo>
                    <a:pt x="195" y="452"/>
                    <a:pt x="195" y="452"/>
                    <a:pt x="195" y="452"/>
                  </a:cubicBezTo>
                  <a:cubicBezTo>
                    <a:pt x="194" y="451"/>
                    <a:pt x="194" y="451"/>
                    <a:pt x="194" y="451"/>
                  </a:cubicBezTo>
                  <a:cubicBezTo>
                    <a:pt x="195" y="451"/>
                    <a:pt x="195" y="451"/>
                    <a:pt x="195" y="451"/>
                  </a:cubicBezTo>
                  <a:cubicBezTo>
                    <a:pt x="196" y="453"/>
                    <a:pt x="196" y="453"/>
                    <a:pt x="196" y="453"/>
                  </a:cubicBezTo>
                  <a:cubicBezTo>
                    <a:pt x="197" y="452"/>
                    <a:pt x="195" y="452"/>
                    <a:pt x="194" y="451"/>
                  </a:cubicBezTo>
                  <a:cubicBezTo>
                    <a:pt x="193" y="450"/>
                    <a:pt x="195" y="450"/>
                    <a:pt x="195" y="451"/>
                  </a:cubicBezTo>
                  <a:cubicBezTo>
                    <a:pt x="196" y="451"/>
                    <a:pt x="195" y="451"/>
                    <a:pt x="195" y="451"/>
                  </a:cubicBezTo>
                  <a:cubicBezTo>
                    <a:pt x="196" y="452"/>
                    <a:pt x="196" y="451"/>
                    <a:pt x="196" y="452"/>
                  </a:cubicBezTo>
                  <a:cubicBezTo>
                    <a:pt x="196" y="451"/>
                    <a:pt x="195" y="450"/>
                    <a:pt x="195" y="450"/>
                  </a:cubicBezTo>
                  <a:cubicBezTo>
                    <a:pt x="195" y="451"/>
                    <a:pt x="196" y="450"/>
                    <a:pt x="197" y="451"/>
                  </a:cubicBezTo>
                  <a:cubicBezTo>
                    <a:pt x="196" y="450"/>
                    <a:pt x="197" y="450"/>
                    <a:pt x="196" y="450"/>
                  </a:cubicBezTo>
                  <a:cubicBezTo>
                    <a:pt x="196" y="450"/>
                    <a:pt x="195" y="449"/>
                    <a:pt x="194" y="449"/>
                  </a:cubicBezTo>
                  <a:cubicBezTo>
                    <a:pt x="194" y="448"/>
                    <a:pt x="194" y="448"/>
                    <a:pt x="195" y="448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48"/>
                    <a:pt x="196" y="448"/>
                    <a:pt x="194" y="447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48"/>
                    <a:pt x="196" y="448"/>
                    <a:pt x="196" y="447"/>
                  </a:cubicBezTo>
                  <a:cubicBezTo>
                    <a:pt x="197" y="448"/>
                    <a:pt x="198" y="450"/>
                    <a:pt x="199" y="450"/>
                  </a:cubicBezTo>
                  <a:cubicBezTo>
                    <a:pt x="198" y="448"/>
                    <a:pt x="198" y="448"/>
                    <a:pt x="198" y="448"/>
                  </a:cubicBezTo>
                  <a:cubicBezTo>
                    <a:pt x="199" y="448"/>
                    <a:pt x="199" y="448"/>
                    <a:pt x="199" y="449"/>
                  </a:cubicBezTo>
                  <a:cubicBezTo>
                    <a:pt x="200" y="449"/>
                    <a:pt x="198" y="444"/>
                    <a:pt x="199" y="445"/>
                  </a:cubicBezTo>
                  <a:cubicBezTo>
                    <a:pt x="200" y="447"/>
                    <a:pt x="200" y="447"/>
                    <a:pt x="201" y="447"/>
                  </a:cubicBezTo>
                  <a:cubicBezTo>
                    <a:pt x="200" y="446"/>
                    <a:pt x="200" y="446"/>
                    <a:pt x="200" y="446"/>
                  </a:cubicBezTo>
                  <a:cubicBezTo>
                    <a:pt x="200" y="446"/>
                    <a:pt x="201" y="448"/>
                    <a:pt x="200" y="447"/>
                  </a:cubicBezTo>
                  <a:cubicBezTo>
                    <a:pt x="199" y="446"/>
                    <a:pt x="200" y="446"/>
                    <a:pt x="200" y="445"/>
                  </a:cubicBezTo>
                  <a:cubicBezTo>
                    <a:pt x="200" y="446"/>
                    <a:pt x="201" y="447"/>
                    <a:pt x="202" y="447"/>
                  </a:cubicBezTo>
                  <a:cubicBezTo>
                    <a:pt x="202" y="447"/>
                    <a:pt x="202" y="447"/>
                    <a:pt x="202" y="447"/>
                  </a:cubicBezTo>
                  <a:cubicBezTo>
                    <a:pt x="205" y="449"/>
                    <a:pt x="200" y="450"/>
                    <a:pt x="204" y="454"/>
                  </a:cubicBezTo>
                  <a:cubicBezTo>
                    <a:pt x="205" y="456"/>
                    <a:pt x="206" y="463"/>
                    <a:pt x="206" y="463"/>
                  </a:cubicBezTo>
                  <a:cubicBezTo>
                    <a:pt x="214" y="451"/>
                    <a:pt x="212" y="449"/>
                    <a:pt x="214" y="446"/>
                  </a:cubicBezTo>
                  <a:cubicBezTo>
                    <a:pt x="214" y="447"/>
                    <a:pt x="214" y="447"/>
                    <a:pt x="214" y="447"/>
                  </a:cubicBezTo>
                  <a:cubicBezTo>
                    <a:pt x="214" y="446"/>
                    <a:pt x="214" y="446"/>
                    <a:pt x="214" y="446"/>
                  </a:cubicBezTo>
                  <a:cubicBezTo>
                    <a:pt x="214" y="446"/>
                    <a:pt x="215" y="446"/>
                    <a:pt x="215" y="446"/>
                  </a:cubicBezTo>
                  <a:cubicBezTo>
                    <a:pt x="215" y="446"/>
                    <a:pt x="215" y="447"/>
                    <a:pt x="216" y="445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5"/>
                    <a:pt x="217" y="443"/>
                    <a:pt x="217" y="443"/>
                  </a:cubicBezTo>
                  <a:cubicBezTo>
                    <a:pt x="216" y="445"/>
                    <a:pt x="216" y="445"/>
                    <a:pt x="216" y="445"/>
                  </a:cubicBezTo>
                  <a:cubicBezTo>
                    <a:pt x="216" y="447"/>
                    <a:pt x="217" y="446"/>
                    <a:pt x="217" y="447"/>
                  </a:cubicBezTo>
                  <a:cubicBezTo>
                    <a:pt x="217" y="445"/>
                    <a:pt x="217" y="447"/>
                    <a:pt x="218" y="445"/>
                  </a:cubicBezTo>
                  <a:cubicBezTo>
                    <a:pt x="218" y="445"/>
                    <a:pt x="218" y="445"/>
                    <a:pt x="218" y="445"/>
                  </a:cubicBezTo>
                  <a:cubicBezTo>
                    <a:pt x="219" y="445"/>
                    <a:pt x="219" y="444"/>
                    <a:pt x="220" y="444"/>
                  </a:cubicBezTo>
                  <a:cubicBezTo>
                    <a:pt x="220" y="444"/>
                    <a:pt x="219" y="446"/>
                    <a:pt x="219" y="446"/>
                  </a:cubicBezTo>
                  <a:cubicBezTo>
                    <a:pt x="219" y="447"/>
                    <a:pt x="219" y="447"/>
                    <a:pt x="220" y="447"/>
                  </a:cubicBezTo>
                  <a:cubicBezTo>
                    <a:pt x="220" y="447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6"/>
                    <a:pt x="220" y="446"/>
                    <a:pt x="220" y="446"/>
                  </a:cubicBezTo>
                  <a:cubicBezTo>
                    <a:pt x="220" y="446"/>
                    <a:pt x="220" y="446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7"/>
                  </a:cubicBezTo>
                  <a:cubicBezTo>
                    <a:pt x="220" y="447"/>
                    <a:pt x="220" y="447"/>
                    <a:pt x="220" y="448"/>
                  </a:cubicBezTo>
                  <a:cubicBezTo>
                    <a:pt x="220" y="449"/>
                    <a:pt x="220" y="449"/>
                    <a:pt x="220" y="449"/>
                  </a:cubicBezTo>
                  <a:cubicBezTo>
                    <a:pt x="220" y="449"/>
                    <a:pt x="221" y="448"/>
                    <a:pt x="221" y="447"/>
                  </a:cubicBezTo>
                  <a:cubicBezTo>
                    <a:pt x="222" y="449"/>
                    <a:pt x="224" y="448"/>
                    <a:pt x="225" y="448"/>
                  </a:cubicBezTo>
                  <a:cubicBezTo>
                    <a:pt x="225" y="448"/>
                    <a:pt x="224" y="449"/>
                    <a:pt x="225" y="449"/>
                  </a:cubicBezTo>
                  <a:cubicBezTo>
                    <a:pt x="225" y="449"/>
                    <a:pt x="226" y="448"/>
                    <a:pt x="226" y="449"/>
                  </a:cubicBezTo>
                  <a:cubicBezTo>
                    <a:pt x="226" y="448"/>
                    <a:pt x="225" y="450"/>
                    <a:pt x="225" y="450"/>
                  </a:cubicBezTo>
                  <a:cubicBezTo>
                    <a:pt x="225" y="451"/>
                    <a:pt x="226" y="449"/>
                    <a:pt x="226" y="449"/>
                  </a:cubicBezTo>
                  <a:cubicBezTo>
                    <a:pt x="225" y="452"/>
                    <a:pt x="229" y="450"/>
                    <a:pt x="229" y="452"/>
                  </a:cubicBezTo>
                  <a:cubicBezTo>
                    <a:pt x="229" y="451"/>
                    <a:pt x="228" y="452"/>
                    <a:pt x="227" y="452"/>
                  </a:cubicBezTo>
                  <a:cubicBezTo>
                    <a:pt x="228" y="452"/>
                    <a:pt x="229" y="452"/>
                    <a:pt x="232" y="452"/>
                  </a:cubicBezTo>
                  <a:cubicBezTo>
                    <a:pt x="230" y="453"/>
                    <a:pt x="230" y="453"/>
                    <a:pt x="230" y="453"/>
                  </a:cubicBezTo>
                  <a:cubicBezTo>
                    <a:pt x="230" y="453"/>
                    <a:pt x="231" y="453"/>
                    <a:pt x="232" y="453"/>
                  </a:cubicBezTo>
                  <a:cubicBezTo>
                    <a:pt x="233" y="452"/>
                    <a:pt x="234" y="452"/>
                    <a:pt x="234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5" y="453"/>
                    <a:pt x="235" y="452"/>
                    <a:pt x="236" y="453"/>
                  </a:cubicBezTo>
                  <a:cubicBezTo>
                    <a:pt x="235" y="454"/>
                    <a:pt x="235" y="453"/>
                    <a:pt x="234" y="454"/>
                  </a:cubicBezTo>
                  <a:cubicBezTo>
                    <a:pt x="232" y="455"/>
                    <a:pt x="233" y="456"/>
                    <a:pt x="233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6" y="456"/>
                    <a:pt x="234" y="457"/>
                    <a:pt x="234" y="457"/>
                  </a:cubicBezTo>
                  <a:cubicBezTo>
                    <a:pt x="239" y="456"/>
                    <a:pt x="239" y="456"/>
                    <a:pt x="239" y="456"/>
                  </a:cubicBezTo>
                  <a:cubicBezTo>
                    <a:pt x="238" y="456"/>
                    <a:pt x="237" y="458"/>
                    <a:pt x="236" y="457"/>
                  </a:cubicBezTo>
                  <a:cubicBezTo>
                    <a:pt x="237" y="458"/>
                    <a:pt x="240" y="458"/>
                    <a:pt x="241" y="458"/>
                  </a:cubicBezTo>
                  <a:cubicBezTo>
                    <a:pt x="241" y="459"/>
                    <a:pt x="243" y="459"/>
                    <a:pt x="243" y="460"/>
                  </a:cubicBezTo>
                  <a:cubicBezTo>
                    <a:pt x="242" y="460"/>
                    <a:pt x="243" y="459"/>
                    <a:pt x="242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38" y="461"/>
                    <a:pt x="237" y="461"/>
                  </a:cubicBezTo>
                  <a:cubicBezTo>
                    <a:pt x="238" y="462"/>
                    <a:pt x="238" y="463"/>
                    <a:pt x="237" y="464"/>
                  </a:cubicBezTo>
                  <a:cubicBezTo>
                    <a:pt x="240" y="463"/>
                    <a:pt x="239" y="465"/>
                    <a:pt x="242" y="465"/>
                  </a:cubicBezTo>
                  <a:cubicBezTo>
                    <a:pt x="242" y="466"/>
                    <a:pt x="240" y="466"/>
                    <a:pt x="239" y="466"/>
                  </a:cubicBezTo>
                  <a:cubicBezTo>
                    <a:pt x="240" y="467"/>
                    <a:pt x="240" y="468"/>
                    <a:pt x="240" y="469"/>
                  </a:cubicBezTo>
                  <a:cubicBezTo>
                    <a:pt x="240" y="469"/>
                    <a:pt x="240" y="469"/>
                    <a:pt x="240" y="469"/>
                  </a:cubicBezTo>
                  <a:cubicBezTo>
                    <a:pt x="240" y="470"/>
                    <a:pt x="240" y="472"/>
                    <a:pt x="242" y="472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0" y="473"/>
                    <a:pt x="244" y="472"/>
                    <a:pt x="243" y="474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3" y="474"/>
                    <a:pt x="241" y="475"/>
                    <a:pt x="243" y="476"/>
                  </a:cubicBezTo>
                  <a:cubicBezTo>
                    <a:pt x="242" y="476"/>
                    <a:pt x="242" y="476"/>
                    <a:pt x="241" y="475"/>
                  </a:cubicBezTo>
                  <a:cubicBezTo>
                    <a:pt x="242" y="476"/>
                    <a:pt x="242" y="477"/>
                    <a:pt x="243" y="478"/>
                  </a:cubicBezTo>
                  <a:cubicBezTo>
                    <a:pt x="241" y="478"/>
                    <a:pt x="241" y="478"/>
                    <a:pt x="241" y="478"/>
                  </a:cubicBezTo>
                  <a:cubicBezTo>
                    <a:pt x="240" y="478"/>
                    <a:pt x="244" y="478"/>
                    <a:pt x="243" y="479"/>
                  </a:cubicBezTo>
                  <a:cubicBezTo>
                    <a:pt x="243" y="479"/>
                    <a:pt x="242" y="480"/>
                    <a:pt x="242" y="480"/>
                  </a:cubicBezTo>
                  <a:cubicBezTo>
                    <a:pt x="243" y="480"/>
                    <a:pt x="243" y="481"/>
                    <a:pt x="243" y="481"/>
                  </a:cubicBezTo>
                  <a:cubicBezTo>
                    <a:pt x="241" y="482"/>
                    <a:pt x="241" y="482"/>
                    <a:pt x="241" y="482"/>
                  </a:cubicBezTo>
                  <a:cubicBezTo>
                    <a:pt x="241" y="486"/>
                    <a:pt x="241" y="490"/>
                    <a:pt x="243" y="494"/>
                  </a:cubicBezTo>
                  <a:cubicBezTo>
                    <a:pt x="240" y="494"/>
                    <a:pt x="241" y="493"/>
                    <a:pt x="240" y="493"/>
                  </a:cubicBezTo>
                  <a:cubicBezTo>
                    <a:pt x="242" y="493"/>
                    <a:pt x="240" y="494"/>
                    <a:pt x="241" y="495"/>
                  </a:cubicBezTo>
                  <a:cubicBezTo>
                    <a:pt x="241" y="495"/>
                    <a:pt x="241" y="495"/>
                    <a:pt x="241" y="495"/>
                  </a:cubicBezTo>
                  <a:cubicBezTo>
                    <a:pt x="241" y="496"/>
                    <a:pt x="240" y="496"/>
                    <a:pt x="240" y="497"/>
                  </a:cubicBezTo>
                  <a:cubicBezTo>
                    <a:pt x="241" y="497"/>
                    <a:pt x="241" y="497"/>
                    <a:pt x="241" y="497"/>
                  </a:cubicBezTo>
                  <a:cubicBezTo>
                    <a:pt x="242" y="497"/>
                    <a:pt x="238" y="498"/>
                    <a:pt x="241" y="498"/>
                  </a:cubicBezTo>
                  <a:cubicBezTo>
                    <a:pt x="239" y="499"/>
                    <a:pt x="239" y="499"/>
                    <a:pt x="239" y="499"/>
                  </a:cubicBezTo>
                  <a:cubicBezTo>
                    <a:pt x="242" y="499"/>
                    <a:pt x="238" y="499"/>
                    <a:pt x="240" y="500"/>
                  </a:cubicBezTo>
                  <a:cubicBezTo>
                    <a:pt x="240" y="500"/>
                    <a:pt x="240" y="500"/>
                    <a:pt x="240" y="500"/>
                  </a:cubicBezTo>
                  <a:cubicBezTo>
                    <a:pt x="239" y="501"/>
                    <a:pt x="243" y="502"/>
                    <a:pt x="241" y="502"/>
                  </a:cubicBezTo>
                  <a:cubicBezTo>
                    <a:pt x="241" y="503"/>
                    <a:pt x="242" y="504"/>
                    <a:pt x="244" y="504"/>
                  </a:cubicBezTo>
                  <a:cubicBezTo>
                    <a:pt x="241" y="504"/>
                    <a:pt x="241" y="504"/>
                    <a:pt x="241" y="504"/>
                  </a:cubicBezTo>
                  <a:cubicBezTo>
                    <a:pt x="242" y="507"/>
                    <a:pt x="241" y="511"/>
                    <a:pt x="244" y="513"/>
                  </a:cubicBezTo>
                  <a:cubicBezTo>
                    <a:pt x="243" y="513"/>
                    <a:pt x="243" y="513"/>
                    <a:pt x="243" y="513"/>
                  </a:cubicBezTo>
                  <a:cubicBezTo>
                    <a:pt x="245" y="515"/>
                    <a:pt x="241" y="517"/>
                    <a:pt x="245" y="518"/>
                  </a:cubicBezTo>
                  <a:cubicBezTo>
                    <a:pt x="247" y="518"/>
                    <a:pt x="247" y="518"/>
                    <a:pt x="247" y="518"/>
                  </a:cubicBezTo>
                  <a:cubicBezTo>
                    <a:pt x="244" y="519"/>
                    <a:pt x="244" y="519"/>
                    <a:pt x="244" y="519"/>
                  </a:cubicBezTo>
                  <a:cubicBezTo>
                    <a:pt x="246" y="519"/>
                    <a:pt x="245" y="520"/>
                    <a:pt x="247" y="521"/>
                  </a:cubicBezTo>
                  <a:cubicBezTo>
                    <a:pt x="245" y="521"/>
                    <a:pt x="245" y="521"/>
                    <a:pt x="245" y="521"/>
                  </a:cubicBezTo>
                  <a:cubicBezTo>
                    <a:pt x="245" y="521"/>
                    <a:pt x="247" y="522"/>
                    <a:pt x="247" y="523"/>
                  </a:cubicBezTo>
                  <a:cubicBezTo>
                    <a:pt x="246" y="523"/>
                    <a:pt x="246" y="523"/>
                    <a:pt x="246" y="523"/>
                  </a:cubicBezTo>
                  <a:cubicBezTo>
                    <a:pt x="243" y="527"/>
                    <a:pt x="241" y="532"/>
                    <a:pt x="246" y="534"/>
                  </a:cubicBezTo>
                  <a:cubicBezTo>
                    <a:pt x="247" y="535"/>
                    <a:pt x="243" y="535"/>
                    <a:pt x="244" y="536"/>
                  </a:cubicBezTo>
                  <a:cubicBezTo>
                    <a:pt x="247" y="538"/>
                    <a:pt x="245" y="541"/>
                    <a:pt x="247" y="543"/>
                  </a:cubicBezTo>
                  <a:cubicBezTo>
                    <a:pt x="246" y="546"/>
                    <a:pt x="244" y="545"/>
                    <a:pt x="243" y="548"/>
                  </a:cubicBezTo>
                  <a:cubicBezTo>
                    <a:pt x="243" y="547"/>
                    <a:pt x="243" y="547"/>
                    <a:pt x="243" y="547"/>
                  </a:cubicBezTo>
                  <a:cubicBezTo>
                    <a:pt x="242" y="549"/>
                    <a:pt x="241" y="547"/>
                    <a:pt x="240" y="546"/>
                  </a:cubicBezTo>
                  <a:cubicBezTo>
                    <a:pt x="240" y="547"/>
                    <a:pt x="239" y="547"/>
                    <a:pt x="240" y="549"/>
                  </a:cubicBezTo>
                  <a:cubicBezTo>
                    <a:pt x="239" y="550"/>
                    <a:pt x="238" y="546"/>
                    <a:pt x="238" y="547"/>
                  </a:cubicBezTo>
                  <a:cubicBezTo>
                    <a:pt x="238" y="546"/>
                    <a:pt x="238" y="548"/>
                    <a:pt x="238" y="548"/>
                  </a:cubicBezTo>
                  <a:cubicBezTo>
                    <a:pt x="236" y="550"/>
                    <a:pt x="238" y="546"/>
                    <a:pt x="235" y="545"/>
                  </a:cubicBezTo>
                  <a:cubicBezTo>
                    <a:pt x="232" y="546"/>
                    <a:pt x="228" y="548"/>
                    <a:pt x="225" y="547"/>
                  </a:cubicBezTo>
                  <a:cubicBezTo>
                    <a:pt x="225" y="547"/>
                    <a:pt x="225" y="549"/>
                    <a:pt x="225" y="549"/>
                  </a:cubicBezTo>
                  <a:cubicBezTo>
                    <a:pt x="224" y="546"/>
                    <a:pt x="224" y="550"/>
                    <a:pt x="223" y="549"/>
                  </a:cubicBezTo>
                  <a:cubicBezTo>
                    <a:pt x="223" y="548"/>
                    <a:pt x="223" y="548"/>
                    <a:pt x="223" y="547"/>
                  </a:cubicBezTo>
                  <a:cubicBezTo>
                    <a:pt x="222" y="546"/>
                    <a:pt x="220" y="548"/>
                    <a:pt x="219" y="547"/>
                  </a:cubicBezTo>
                  <a:cubicBezTo>
                    <a:pt x="218" y="549"/>
                    <a:pt x="216" y="546"/>
                    <a:pt x="215" y="548"/>
                  </a:cubicBezTo>
                  <a:cubicBezTo>
                    <a:pt x="215" y="546"/>
                    <a:pt x="214" y="547"/>
                    <a:pt x="214" y="546"/>
                  </a:cubicBezTo>
                  <a:cubicBezTo>
                    <a:pt x="213" y="550"/>
                    <a:pt x="211" y="545"/>
                    <a:pt x="210" y="547"/>
                  </a:cubicBezTo>
                  <a:cubicBezTo>
                    <a:pt x="210" y="547"/>
                    <a:pt x="210" y="547"/>
                    <a:pt x="210" y="547"/>
                  </a:cubicBezTo>
                  <a:cubicBezTo>
                    <a:pt x="206" y="547"/>
                    <a:pt x="202" y="547"/>
                    <a:pt x="198" y="549"/>
                  </a:cubicBezTo>
                  <a:cubicBezTo>
                    <a:pt x="195" y="549"/>
                    <a:pt x="193" y="546"/>
                    <a:pt x="190" y="547"/>
                  </a:cubicBezTo>
                  <a:cubicBezTo>
                    <a:pt x="190" y="548"/>
                    <a:pt x="190" y="549"/>
                    <a:pt x="190" y="549"/>
                  </a:cubicBezTo>
                  <a:cubicBezTo>
                    <a:pt x="189" y="549"/>
                    <a:pt x="190" y="548"/>
                    <a:pt x="190" y="547"/>
                  </a:cubicBezTo>
                  <a:cubicBezTo>
                    <a:pt x="188" y="549"/>
                    <a:pt x="187" y="547"/>
                    <a:pt x="185" y="547"/>
                  </a:cubicBezTo>
                  <a:cubicBezTo>
                    <a:pt x="185" y="548"/>
                    <a:pt x="184" y="548"/>
                    <a:pt x="185" y="549"/>
                  </a:cubicBezTo>
                  <a:cubicBezTo>
                    <a:pt x="183" y="546"/>
                    <a:pt x="181" y="550"/>
                    <a:pt x="179" y="548"/>
                  </a:cubicBezTo>
                  <a:cubicBezTo>
                    <a:pt x="179" y="552"/>
                    <a:pt x="178" y="550"/>
                    <a:pt x="177" y="551"/>
                  </a:cubicBezTo>
                  <a:cubicBezTo>
                    <a:pt x="177" y="551"/>
                    <a:pt x="177" y="550"/>
                    <a:pt x="177" y="549"/>
                  </a:cubicBezTo>
                  <a:cubicBezTo>
                    <a:pt x="175" y="550"/>
                    <a:pt x="175" y="550"/>
                    <a:pt x="173" y="549"/>
                  </a:cubicBezTo>
                  <a:cubicBezTo>
                    <a:pt x="172" y="549"/>
                    <a:pt x="172" y="551"/>
                    <a:pt x="171" y="551"/>
                  </a:cubicBezTo>
                  <a:cubicBezTo>
                    <a:pt x="171" y="548"/>
                    <a:pt x="170" y="550"/>
                    <a:pt x="169" y="550"/>
                  </a:cubicBezTo>
                  <a:cubicBezTo>
                    <a:pt x="169" y="552"/>
                    <a:pt x="168" y="553"/>
                    <a:pt x="167" y="552"/>
                  </a:cubicBezTo>
                  <a:cubicBezTo>
                    <a:pt x="168" y="549"/>
                    <a:pt x="168" y="549"/>
                    <a:pt x="168" y="549"/>
                  </a:cubicBezTo>
                  <a:cubicBezTo>
                    <a:pt x="165" y="551"/>
                    <a:pt x="162" y="548"/>
                    <a:pt x="159" y="551"/>
                  </a:cubicBezTo>
                  <a:cubicBezTo>
                    <a:pt x="159" y="549"/>
                    <a:pt x="159" y="549"/>
                    <a:pt x="159" y="549"/>
                  </a:cubicBezTo>
                  <a:cubicBezTo>
                    <a:pt x="156" y="550"/>
                    <a:pt x="154" y="548"/>
                    <a:pt x="151" y="549"/>
                  </a:cubicBezTo>
                  <a:cubicBezTo>
                    <a:pt x="150" y="548"/>
                    <a:pt x="150" y="547"/>
                    <a:pt x="149" y="547"/>
                  </a:cubicBezTo>
                  <a:cubicBezTo>
                    <a:pt x="148" y="548"/>
                    <a:pt x="148" y="548"/>
                    <a:pt x="146" y="549"/>
                  </a:cubicBezTo>
                  <a:cubicBezTo>
                    <a:pt x="146" y="549"/>
                    <a:pt x="146" y="548"/>
                    <a:pt x="147" y="547"/>
                  </a:cubicBezTo>
                  <a:cubicBezTo>
                    <a:pt x="146" y="546"/>
                    <a:pt x="147" y="544"/>
                    <a:pt x="145" y="545"/>
                  </a:cubicBezTo>
                  <a:cubicBezTo>
                    <a:pt x="146" y="545"/>
                    <a:pt x="146" y="545"/>
                    <a:pt x="146" y="545"/>
                  </a:cubicBezTo>
                  <a:cubicBezTo>
                    <a:pt x="145" y="545"/>
                    <a:pt x="143" y="545"/>
                    <a:pt x="144" y="544"/>
                  </a:cubicBezTo>
                  <a:cubicBezTo>
                    <a:pt x="143" y="544"/>
                    <a:pt x="142" y="543"/>
                    <a:pt x="140" y="544"/>
                  </a:cubicBezTo>
                  <a:cubicBezTo>
                    <a:pt x="140" y="543"/>
                    <a:pt x="143" y="543"/>
                    <a:pt x="141" y="543"/>
                  </a:cubicBezTo>
                  <a:cubicBezTo>
                    <a:pt x="143" y="543"/>
                    <a:pt x="143" y="543"/>
                    <a:pt x="143" y="543"/>
                  </a:cubicBezTo>
                  <a:cubicBezTo>
                    <a:pt x="143" y="541"/>
                    <a:pt x="142" y="539"/>
                    <a:pt x="142" y="537"/>
                  </a:cubicBezTo>
                  <a:cubicBezTo>
                    <a:pt x="145" y="537"/>
                    <a:pt x="142" y="534"/>
                    <a:pt x="144" y="534"/>
                  </a:cubicBezTo>
                  <a:cubicBezTo>
                    <a:pt x="143" y="533"/>
                    <a:pt x="146" y="532"/>
                    <a:pt x="143" y="530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5" y="530"/>
                    <a:pt x="146" y="528"/>
                    <a:pt x="147" y="527"/>
                  </a:cubicBezTo>
                  <a:cubicBezTo>
                    <a:pt x="148" y="527"/>
                    <a:pt x="146" y="526"/>
                    <a:pt x="146" y="525"/>
                  </a:cubicBezTo>
                  <a:cubicBezTo>
                    <a:pt x="147" y="525"/>
                    <a:pt x="147" y="525"/>
                    <a:pt x="147" y="525"/>
                  </a:cubicBezTo>
                  <a:cubicBezTo>
                    <a:pt x="147" y="524"/>
                    <a:pt x="145" y="523"/>
                    <a:pt x="145" y="522"/>
                  </a:cubicBezTo>
                  <a:cubicBezTo>
                    <a:pt x="146" y="522"/>
                    <a:pt x="145" y="521"/>
                    <a:pt x="146" y="521"/>
                  </a:cubicBezTo>
                  <a:cubicBezTo>
                    <a:pt x="146" y="522"/>
                    <a:pt x="147" y="523"/>
                    <a:pt x="149" y="525"/>
                  </a:cubicBezTo>
                  <a:cubicBezTo>
                    <a:pt x="150" y="525"/>
                    <a:pt x="147" y="522"/>
                    <a:pt x="149" y="523"/>
                  </a:cubicBezTo>
                  <a:cubicBezTo>
                    <a:pt x="150" y="522"/>
                    <a:pt x="150" y="521"/>
                    <a:pt x="149" y="520"/>
                  </a:cubicBezTo>
                  <a:cubicBezTo>
                    <a:pt x="149" y="521"/>
                    <a:pt x="150" y="520"/>
                    <a:pt x="150" y="521"/>
                  </a:cubicBezTo>
                  <a:cubicBezTo>
                    <a:pt x="151" y="521"/>
                    <a:pt x="151" y="520"/>
                    <a:pt x="151" y="520"/>
                  </a:cubicBezTo>
                  <a:cubicBezTo>
                    <a:pt x="150" y="520"/>
                    <a:pt x="150" y="520"/>
                    <a:pt x="150" y="520"/>
                  </a:cubicBezTo>
                  <a:cubicBezTo>
                    <a:pt x="149" y="519"/>
                    <a:pt x="150" y="518"/>
                    <a:pt x="148" y="517"/>
                  </a:cubicBezTo>
                  <a:cubicBezTo>
                    <a:pt x="148" y="517"/>
                    <a:pt x="149" y="518"/>
                    <a:pt x="148" y="518"/>
                  </a:cubicBezTo>
                  <a:cubicBezTo>
                    <a:pt x="147" y="517"/>
                    <a:pt x="148" y="516"/>
                    <a:pt x="149" y="516"/>
                  </a:cubicBezTo>
                  <a:cubicBezTo>
                    <a:pt x="150" y="517"/>
                    <a:pt x="150" y="519"/>
                    <a:pt x="151" y="519"/>
                  </a:cubicBezTo>
                  <a:cubicBezTo>
                    <a:pt x="150" y="515"/>
                    <a:pt x="150" y="515"/>
                    <a:pt x="150" y="515"/>
                  </a:cubicBezTo>
                  <a:cubicBezTo>
                    <a:pt x="150" y="516"/>
                    <a:pt x="149" y="516"/>
                    <a:pt x="148" y="515"/>
                  </a:cubicBezTo>
                  <a:cubicBezTo>
                    <a:pt x="148" y="516"/>
                    <a:pt x="148" y="516"/>
                    <a:pt x="148" y="516"/>
                  </a:cubicBezTo>
                  <a:cubicBezTo>
                    <a:pt x="147" y="515"/>
                    <a:pt x="147" y="515"/>
                    <a:pt x="147" y="515"/>
                  </a:cubicBezTo>
                  <a:cubicBezTo>
                    <a:pt x="147" y="516"/>
                    <a:pt x="145" y="516"/>
                    <a:pt x="145" y="517"/>
                  </a:cubicBezTo>
                  <a:cubicBezTo>
                    <a:pt x="147" y="518"/>
                    <a:pt x="147" y="518"/>
                    <a:pt x="147" y="518"/>
                  </a:cubicBezTo>
                  <a:cubicBezTo>
                    <a:pt x="146" y="519"/>
                    <a:pt x="147" y="521"/>
                    <a:pt x="146" y="520"/>
                  </a:cubicBezTo>
                  <a:cubicBezTo>
                    <a:pt x="145" y="519"/>
                    <a:pt x="145" y="519"/>
                    <a:pt x="144" y="519"/>
                  </a:cubicBezTo>
                  <a:cubicBezTo>
                    <a:pt x="144" y="519"/>
                    <a:pt x="144" y="519"/>
                    <a:pt x="144" y="519"/>
                  </a:cubicBezTo>
                  <a:cubicBezTo>
                    <a:pt x="142" y="518"/>
                    <a:pt x="142" y="518"/>
                    <a:pt x="142" y="518"/>
                  </a:cubicBezTo>
                  <a:cubicBezTo>
                    <a:pt x="145" y="520"/>
                    <a:pt x="142" y="520"/>
                    <a:pt x="142" y="521"/>
                  </a:cubicBezTo>
                  <a:cubicBezTo>
                    <a:pt x="142" y="520"/>
                    <a:pt x="142" y="520"/>
                    <a:pt x="142" y="520"/>
                  </a:cubicBezTo>
                  <a:cubicBezTo>
                    <a:pt x="140" y="521"/>
                    <a:pt x="143" y="521"/>
                    <a:pt x="143" y="522"/>
                  </a:cubicBezTo>
                  <a:cubicBezTo>
                    <a:pt x="142" y="522"/>
                    <a:pt x="140" y="520"/>
                    <a:pt x="139" y="520"/>
                  </a:cubicBezTo>
                  <a:cubicBezTo>
                    <a:pt x="138" y="521"/>
                    <a:pt x="139" y="524"/>
                    <a:pt x="137" y="524"/>
                  </a:cubicBezTo>
                  <a:cubicBezTo>
                    <a:pt x="136" y="525"/>
                    <a:pt x="137" y="526"/>
                    <a:pt x="137" y="528"/>
                  </a:cubicBezTo>
                  <a:cubicBezTo>
                    <a:pt x="137" y="529"/>
                    <a:pt x="135" y="527"/>
                    <a:pt x="136" y="528"/>
                  </a:cubicBezTo>
                  <a:cubicBezTo>
                    <a:pt x="135" y="527"/>
                    <a:pt x="134" y="527"/>
                    <a:pt x="133" y="527"/>
                  </a:cubicBezTo>
                  <a:cubicBezTo>
                    <a:pt x="134" y="527"/>
                    <a:pt x="132" y="528"/>
                    <a:pt x="135" y="529"/>
                  </a:cubicBezTo>
                  <a:cubicBezTo>
                    <a:pt x="133" y="529"/>
                    <a:pt x="132" y="532"/>
                    <a:pt x="133" y="533"/>
                  </a:cubicBezTo>
                  <a:cubicBezTo>
                    <a:pt x="133" y="533"/>
                    <a:pt x="131" y="532"/>
                    <a:pt x="130" y="532"/>
                  </a:cubicBezTo>
                  <a:cubicBezTo>
                    <a:pt x="131" y="534"/>
                    <a:pt x="132" y="535"/>
                    <a:pt x="131" y="536"/>
                  </a:cubicBezTo>
                  <a:cubicBezTo>
                    <a:pt x="133" y="537"/>
                    <a:pt x="133" y="536"/>
                    <a:pt x="135" y="537"/>
                  </a:cubicBezTo>
                  <a:cubicBezTo>
                    <a:pt x="135" y="537"/>
                    <a:pt x="136" y="537"/>
                    <a:pt x="136" y="537"/>
                  </a:cubicBezTo>
                  <a:cubicBezTo>
                    <a:pt x="134" y="537"/>
                    <a:pt x="131" y="537"/>
                    <a:pt x="131" y="538"/>
                  </a:cubicBezTo>
                  <a:cubicBezTo>
                    <a:pt x="128" y="538"/>
                    <a:pt x="132" y="536"/>
                    <a:pt x="129" y="536"/>
                  </a:cubicBezTo>
                  <a:cubicBezTo>
                    <a:pt x="126" y="535"/>
                    <a:pt x="127" y="533"/>
                    <a:pt x="128" y="533"/>
                  </a:cubicBezTo>
                  <a:cubicBezTo>
                    <a:pt x="126" y="531"/>
                    <a:pt x="128" y="533"/>
                    <a:pt x="126" y="533"/>
                  </a:cubicBezTo>
                  <a:cubicBezTo>
                    <a:pt x="126" y="534"/>
                    <a:pt x="127" y="535"/>
                    <a:pt x="127" y="536"/>
                  </a:cubicBezTo>
                  <a:cubicBezTo>
                    <a:pt x="128" y="537"/>
                    <a:pt x="128" y="536"/>
                    <a:pt x="129" y="537"/>
                  </a:cubicBezTo>
                  <a:cubicBezTo>
                    <a:pt x="131" y="539"/>
                    <a:pt x="127" y="539"/>
                    <a:pt x="127" y="539"/>
                  </a:cubicBezTo>
                  <a:cubicBezTo>
                    <a:pt x="126" y="538"/>
                    <a:pt x="126" y="538"/>
                    <a:pt x="126" y="538"/>
                  </a:cubicBezTo>
                  <a:cubicBezTo>
                    <a:pt x="125" y="539"/>
                    <a:pt x="127" y="540"/>
                    <a:pt x="127" y="541"/>
                  </a:cubicBezTo>
                  <a:cubicBezTo>
                    <a:pt x="124" y="541"/>
                    <a:pt x="126" y="539"/>
                    <a:pt x="124" y="538"/>
                  </a:cubicBezTo>
                  <a:cubicBezTo>
                    <a:pt x="122" y="539"/>
                    <a:pt x="122" y="539"/>
                    <a:pt x="122" y="539"/>
                  </a:cubicBezTo>
                  <a:cubicBezTo>
                    <a:pt x="122" y="542"/>
                    <a:pt x="125" y="540"/>
                    <a:pt x="124" y="542"/>
                  </a:cubicBezTo>
                  <a:cubicBezTo>
                    <a:pt x="123" y="542"/>
                    <a:pt x="123" y="542"/>
                    <a:pt x="123" y="542"/>
                  </a:cubicBezTo>
                  <a:cubicBezTo>
                    <a:pt x="124" y="543"/>
                    <a:pt x="124" y="543"/>
                    <a:pt x="124" y="543"/>
                  </a:cubicBezTo>
                  <a:cubicBezTo>
                    <a:pt x="125" y="543"/>
                    <a:pt x="127" y="543"/>
                    <a:pt x="126" y="542"/>
                  </a:cubicBezTo>
                  <a:cubicBezTo>
                    <a:pt x="130" y="542"/>
                    <a:pt x="127" y="543"/>
                    <a:pt x="128" y="544"/>
                  </a:cubicBezTo>
                  <a:cubicBezTo>
                    <a:pt x="130" y="545"/>
                    <a:pt x="127" y="544"/>
                    <a:pt x="129" y="543"/>
                  </a:cubicBezTo>
                  <a:cubicBezTo>
                    <a:pt x="131" y="543"/>
                    <a:pt x="131" y="544"/>
                    <a:pt x="131" y="545"/>
                  </a:cubicBezTo>
                  <a:cubicBezTo>
                    <a:pt x="132" y="546"/>
                    <a:pt x="130" y="546"/>
                    <a:pt x="129" y="547"/>
                  </a:cubicBezTo>
                  <a:cubicBezTo>
                    <a:pt x="128" y="546"/>
                    <a:pt x="128" y="545"/>
                    <a:pt x="129" y="545"/>
                  </a:cubicBezTo>
                  <a:cubicBezTo>
                    <a:pt x="127" y="544"/>
                    <a:pt x="125" y="547"/>
                    <a:pt x="124" y="546"/>
                  </a:cubicBezTo>
                  <a:cubicBezTo>
                    <a:pt x="123" y="548"/>
                    <a:pt x="125" y="547"/>
                    <a:pt x="126" y="548"/>
                  </a:cubicBezTo>
                  <a:cubicBezTo>
                    <a:pt x="126" y="547"/>
                    <a:pt x="128" y="547"/>
                    <a:pt x="128" y="547"/>
                  </a:cubicBezTo>
                  <a:cubicBezTo>
                    <a:pt x="133" y="548"/>
                    <a:pt x="125" y="549"/>
                    <a:pt x="127" y="551"/>
                  </a:cubicBezTo>
                  <a:cubicBezTo>
                    <a:pt x="130" y="550"/>
                    <a:pt x="132" y="552"/>
                    <a:pt x="134" y="549"/>
                  </a:cubicBezTo>
                  <a:cubicBezTo>
                    <a:pt x="135" y="549"/>
                    <a:pt x="136" y="550"/>
                    <a:pt x="136" y="550"/>
                  </a:cubicBezTo>
                  <a:cubicBezTo>
                    <a:pt x="134" y="551"/>
                    <a:pt x="135" y="552"/>
                    <a:pt x="133" y="552"/>
                  </a:cubicBezTo>
                  <a:cubicBezTo>
                    <a:pt x="133" y="553"/>
                    <a:pt x="133" y="553"/>
                    <a:pt x="133" y="553"/>
                  </a:cubicBezTo>
                  <a:cubicBezTo>
                    <a:pt x="130" y="553"/>
                    <a:pt x="130" y="553"/>
                    <a:pt x="130" y="553"/>
                  </a:cubicBezTo>
                  <a:cubicBezTo>
                    <a:pt x="130" y="554"/>
                    <a:pt x="129" y="557"/>
                    <a:pt x="129" y="558"/>
                  </a:cubicBezTo>
                  <a:cubicBezTo>
                    <a:pt x="130" y="558"/>
                    <a:pt x="130" y="556"/>
                    <a:pt x="131" y="557"/>
                  </a:cubicBezTo>
                  <a:cubicBezTo>
                    <a:pt x="130" y="557"/>
                    <a:pt x="130" y="559"/>
                    <a:pt x="131" y="559"/>
                  </a:cubicBezTo>
                  <a:cubicBezTo>
                    <a:pt x="130" y="558"/>
                    <a:pt x="133" y="557"/>
                    <a:pt x="134" y="557"/>
                  </a:cubicBezTo>
                  <a:cubicBezTo>
                    <a:pt x="134" y="558"/>
                    <a:pt x="134" y="560"/>
                    <a:pt x="133" y="560"/>
                  </a:cubicBezTo>
                  <a:cubicBezTo>
                    <a:pt x="131" y="561"/>
                    <a:pt x="131" y="561"/>
                    <a:pt x="131" y="561"/>
                  </a:cubicBezTo>
                  <a:cubicBezTo>
                    <a:pt x="133" y="560"/>
                    <a:pt x="131" y="562"/>
                    <a:pt x="132" y="562"/>
                  </a:cubicBezTo>
                  <a:cubicBezTo>
                    <a:pt x="133" y="561"/>
                    <a:pt x="135" y="560"/>
                    <a:pt x="136" y="559"/>
                  </a:cubicBezTo>
                  <a:cubicBezTo>
                    <a:pt x="137" y="559"/>
                    <a:pt x="136" y="561"/>
                    <a:pt x="137" y="561"/>
                  </a:cubicBezTo>
                  <a:cubicBezTo>
                    <a:pt x="135" y="561"/>
                    <a:pt x="135" y="561"/>
                    <a:pt x="135" y="561"/>
                  </a:cubicBezTo>
                  <a:cubicBezTo>
                    <a:pt x="136" y="562"/>
                    <a:pt x="133" y="564"/>
                    <a:pt x="135" y="564"/>
                  </a:cubicBezTo>
                  <a:cubicBezTo>
                    <a:pt x="136" y="563"/>
                    <a:pt x="136" y="563"/>
                    <a:pt x="136" y="563"/>
                  </a:cubicBezTo>
                  <a:cubicBezTo>
                    <a:pt x="136" y="564"/>
                    <a:pt x="136" y="564"/>
                    <a:pt x="135" y="564"/>
                  </a:cubicBezTo>
                  <a:close/>
                  <a:moveTo>
                    <a:pt x="181" y="303"/>
                  </a:move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ubicBezTo>
                    <a:pt x="181" y="303"/>
                    <a:pt x="181" y="303"/>
                    <a:pt x="181" y="303"/>
                  </a:cubicBezTo>
                  <a:close/>
                  <a:moveTo>
                    <a:pt x="191" y="308"/>
                  </a:moveTo>
                  <a:cubicBezTo>
                    <a:pt x="190" y="307"/>
                    <a:pt x="190" y="306"/>
                    <a:pt x="190" y="306"/>
                  </a:cubicBezTo>
                  <a:cubicBezTo>
                    <a:pt x="191" y="308"/>
                    <a:pt x="191" y="308"/>
                    <a:pt x="191" y="308"/>
                  </a:cubicBezTo>
                  <a:cubicBezTo>
                    <a:pt x="191" y="308"/>
                    <a:pt x="191" y="308"/>
                    <a:pt x="191" y="308"/>
                  </a:cubicBezTo>
                  <a:close/>
                  <a:moveTo>
                    <a:pt x="199" y="323"/>
                  </a:moveTo>
                  <a:cubicBezTo>
                    <a:pt x="199" y="323"/>
                    <a:pt x="199" y="323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199" y="324"/>
                    <a:pt x="200" y="324"/>
                    <a:pt x="200" y="324"/>
                  </a:cubicBezTo>
                  <a:cubicBezTo>
                    <a:pt x="200" y="324"/>
                    <a:pt x="200" y="324"/>
                    <a:pt x="200" y="324"/>
                  </a:cubicBezTo>
                  <a:cubicBezTo>
                    <a:pt x="198" y="324"/>
                    <a:pt x="198" y="324"/>
                    <a:pt x="199" y="323"/>
                  </a:cubicBezTo>
                  <a:close/>
                  <a:moveTo>
                    <a:pt x="198" y="307"/>
                  </a:move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6"/>
                    <a:pt x="198" y="306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7" y="308"/>
                    <a:pt x="197" y="304"/>
                    <a:pt x="197" y="307"/>
                  </a:cubicBezTo>
                  <a:cubicBezTo>
                    <a:pt x="197" y="305"/>
                    <a:pt x="197" y="305"/>
                    <a:pt x="197" y="305"/>
                  </a:cubicBezTo>
                  <a:cubicBezTo>
                    <a:pt x="196" y="308"/>
                    <a:pt x="196" y="304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5" y="305"/>
                    <a:pt x="194" y="309"/>
                    <a:pt x="194" y="307"/>
                  </a:cubicBezTo>
                  <a:cubicBezTo>
                    <a:pt x="194" y="307"/>
                    <a:pt x="193" y="307"/>
                    <a:pt x="193" y="309"/>
                  </a:cubicBezTo>
                  <a:cubicBezTo>
                    <a:pt x="193" y="307"/>
                    <a:pt x="193" y="307"/>
                    <a:pt x="193" y="307"/>
                  </a:cubicBezTo>
                  <a:cubicBezTo>
                    <a:pt x="192" y="307"/>
                    <a:pt x="192" y="307"/>
                    <a:pt x="191" y="308"/>
                  </a:cubicBezTo>
                  <a:cubicBezTo>
                    <a:pt x="191" y="307"/>
                    <a:pt x="191" y="307"/>
                    <a:pt x="191" y="307"/>
                  </a:cubicBezTo>
                  <a:cubicBezTo>
                    <a:pt x="190" y="306"/>
                    <a:pt x="189" y="304"/>
                    <a:pt x="189" y="304"/>
                  </a:cubicBezTo>
                  <a:cubicBezTo>
                    <a:pt x="188" y="302"/>
                    <a:pt x="189" y="304"/>
                    <a:pt x="189" y="303"/>
                  </a:cubicBezTo>
                  <a:cubicBezTo>
                    <a:pt x="189" y="302"/>
                    <a:pt x="189" y="303"/>
                    <a:pt x="188" y="302"/>
                  </a:cubicBezTo>
                  <a:cubicBezTo>
                    <a:pt x="188" y="300"/>
                    <a:pt x="188" y="300"/>
                    <a:pt x="188" y="300"/>
                  </a:cubicBezTo>
                  <a:cubicBezTo>
                    <a:pt x="188" y="300"/>
                    <a:pt x="189" y="302"/>
                    <a:pt x="190" y="303"/>
                  </a:cubicBezTo>
                  <a:cubicBezTo>
                    <a:pt x="190" y="303"/>
                    <a:pt x="190" y="303"/>
                    <a:pt x="189" y="302"/>
                  </a:cubicBezTo>
                  <a:cubicBezTo>
                    <a:pt x="190" y="304"/>
                    <a:pt x="191" y="305"/>
                    <a:pt x="191" y="307"/>
                  </a:cubicBezTo>
                  <a:cubicBezTo>
                    <a:pt x="192" y="308"/>
                    <a:pt x="190" y="305"/>
                    <a:pt x="191" y="305"/>
                  </a:cubicBezTo>
                  <a:cubicBezTo>
                    <a:pt x="191" y="306"/>
                    <a:pt x="190" y="304"/>
                    <a:pt x="190" y="303"/>
                  </a:cubicBezTo>
                  <a:cubicBezTo>
                    <a:pt x="188" y="298"/>
                    <a:pt x="192" y="306"/>
                    <a:pt x="192" y="305"/>
                  </a:cubicBezTo>
                  <a:cubicBezTo>
                    <a:pt x="190" y="302"/>
                    <a:pt x="191" y="301"/>
                    <a:pt x="189" y="298"/>
                  </a:cubicBezTo>
                  <a:cubicBezTo>
                    <a:pt x="189" y="297"/>
                    <a:pt x="189" y="296"/>
                    <a:pt x="189" y="297"/>
                  </a:cubicBezTo>
                  <a:cubicBezTo>
                    <a:pt x="190" y="299"/>
                    <a:pt x="190" y="298"/>
                    <a:pt x="190" y="300"/>
                  </a:cubicBezTo>
                  <a:cubicBezTo>
                    <a:pt x="191" y="300"/>
                    <a:pt x="191" y="300"/>
                    <a:pt x="191" y="300"/>
                  </a:cubicBezTo>
                  <a:cubicBezTo>
                    <a:pt x="191" y="302"/>
                    <a:pt x="191" y="302"/>
                    <a:pt x="191" y="302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3" y="305"/>
                    <a:pt x="192" y="304"/>
                    <a:pt x="193" y="303"/>
                  </a:cubicBezTo>
                  <a:cubicBezTo>
                    <a:pt x="193" y="304"/>
                    <a:pt x="193" y="305"/>
                    <a:pt x="193" y="305"/>
                  </a:cubicBezTo>
                  <a:cubicBezTo>
                    <a:pt x="193" y="304"/>
                    <a:pt x="192" y="302"/>
                    <a:pt x="192" y="302"/>
                  </a:cubicBezTo>
                  <a:cubicBezTo>
                    <a:pt x="193" y="301"/>
                    <a:pt x="194" y="303"/>
                    <a:pt x="194" y="304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4"/>
                    <a:pt x="194" y="306"/>
                    <a:pt x="194" y="306"/>
                  </a:cubicBezTo>
                  <a:cubicBezTo>
                    <a:pt x="194" y="304"/>
                    <a:pt x="194" y="303"/>
                    <a:pt x="193" y="301"/>
                  </a:cubicBezTo>
                  <a:cubicBezTo>
                    <a:pt x="193" y="301"/>
                    <a:pt x="194" y="302"/>
                    <a:pt x="194" y="302"/>
                  </a:cubicBezTo>
                  <a:cubicBezTo>
                    <a:pt x="194" y="303"/>
                    <a:pt x="194" y="303"/>
                    <a:pt x="194" y="303"/>
                  </a:cubicBezTo>
                  <a:cubicBezTo>
                    <a:pt x="194" y="303"/>
                    <a:pt x="195" y="306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5" y="304"/>
                    <a:pt x="195" y="305"/>
                    <a:pt x="195" y="305"/>
                  </a:cubicBezTo>
                  <a:cubicBezTo>
                    <a:pt x="195" y="304"/>
                    <a:pt x="195" y="304"/>
                    <a:pt x="195" y="304"/>
                  </a:cubicBezTo>
                  <a:cubicBezTo>
                    <a:pt x="196" y="305"/>
                    <a:pt x="196" y="305"/>
                    <a:pt x="196" y="305"/>
                  </a:cubicBezTo>
                  <a:cubicBezTo>
                    <a:pt x="196" y="304"/>
                    <a:pt x="195" y="302"/>
                    <a:pt x="196" y="304"/>
                  </a:cubicBezTo>
                  <a:cubicBezTo>
                    <a:pt x="195" y="301"/>
                    <a:pt x="196" y="304"/>
                    <a:pt x="195" y="303"/>
                  </a:cubicBezTo>
                  <a:cubicBezTo>
                    <a:pt x="194" y="301"/>
                    <a:pt x="195" y="301"/>
                    <a:pt x="195" y="301"/>
                  </a:cubicBezTo>
                  <a:cubicBezTo>
                    <a:pt x="196" y="303"/>
                    <a:pt x="195" y="301"/>
                    <a:pt x="196" y="301"/>
                  </a:cubicBezTo>
                  <a:cubicBezTo>
                    <a:pt x="196" y="302"/>
                    <a:pt x="196" y="302"/>
                    <a:pt x="196" y="303"/>
                  </a:cubicBezTo>
                  <a:cubicBezTo>
                    <a:pt x="196" y="301"/>
                    <a:pt x="196" y="301"/>
                    <a:pt x="196" y="301"/>
                  </a:cubicBezTo>
                  <a:cubicBezTo>
                    <a:pt x="197" y="304"/>
                    <a:pt x="196" y="300"/>
                    <a:pt x="197" y="301"/>
                  </a:cubicBezTo>
                  <a:cubicBezTo>
                    <a:pt x="197" y="302"/>
                    <a:pt x="197" y="303"/>
                    <a:pt x="198" y="304"/>
                  </a:cubicBezTo>
                  <a:cubicBezTo>
                    <a:pt x="197" y="301"/>
                    <a:pt x="197" y="301"/>
                    <a:pt x="196" y="299"/>
                  </a:cubicBezTo>
                  <a:cubicBezTo>
                    <a:pt x="197" y="300"/>
                    <a:pt x="197" y="302"/>
                    <a:pt x="198" y="304"/>
                  </a:cubicBezTo>
                  <a:cubicBezTo>
                    <a:pt x="198" y="302"/>
                    <a:pt x="199" y="305"/>
                    <a:pt x="198" y="302"/>
                  </a:cubicBezTo>
                  <a:cubicBezTo>
                    <a:pt x="198" y="302"/>
                    <a:pt x="198" y="301"/>
                    <a:pt x="197" y="300"/>
                  </a:cubicBezTo>
                  <a:cubicBezTo>
                    <a:pt x="198" y="300"/>
                    <a:pt x="198" y="301"/>
                    <a:pt x="198" y="302"/>
                  </a:cubicBezTo>
                  <a:cubicBezTo>
                    <a:pt x="198" y="301"/>
                    <a:pt x="198" y="299"/>
                    <a:pt x="198" y="299"/>
                  </a:cubicBezTo>
                  <a:cubicBezTo>
                    <a:pt x="198" y="299"/>
                    <a:pt x="198" y="296"/>
                    <a:pt x="198" y="298"/>
                  </a:cubicBezTo>
                  <a:cubicBezTo>
                    <a:pt x="199" y="300"/>
                    <a:pt x="198" y="299"/>
                    <a:pt x="198" y="300"/>
                  </a:cubicBezTo>
                  <a:cubicBezTo>
                    <a:pt x="199" y="300"/>
                    <a:pt x="198" y="296"/>
                    <a:pt x="198" y="295"/>
                  </a:cubicBezTo>
                  <a:cubicBezTo>
                    <a:pt x="198" y="294"/>
                    <a:pt x="197" y="291"/>
                    <a:pt x="197" y="290"/>
                  </a:cubicBezTo>
                  <a:cubicBezTo>
                    <a:pt x="198" y="291"/>
                    <a:pt x="197" y="291"/>
                    <a:pt x="198" y="293"/>
                  </a:cubicBezTo>
                  <a:cubicBezTo>
                    <a:pt x="198" y="293"/>
                    <a:pt x="198" y="293"/>
                    <a:pt x="198" y="293"/>
                  </a:cubicBezTo>
                  <a:cubicBezTo>
                    <a:pt x="199" y="296"/>
                    <a:pt x="198" y="298"/>
                    <a:pt x="199" y="300"/>
                  </a:cubicBezTo>
                  <a:cubicBezTo>
                    <a:pt x="199" y="299"/>
                    <a:pt x="199" y="299"/>
                    <a:pt x="199" y="299"/>
                  </a:cubicBezTo>
                  <a:cubicBezTo>
                    <a:pt x="200" y="302"/>
                    <a:pt x="200" y="302"/>
                    <a:pt x="200" y="302"/>
                  </a:cubicBezTo>
                  <a:cubicBezTo>
                    <a:pt x="200" y="300"/>
                    <a:pt x="200" y="301"/>
                    <a:pt x="200" y="301"/>
                  </a:cubicBezTo>
                  <a:cubicBezTo>
                    <a:pt x="200" y="299"/>
                    <a:pt x="200" y="302"/>
                    <a:pt x="200" y="300"/>
                  </a:cubicBezTo>
                  <a:cubicBezTo>
                    <a:pt x="200" y="300"/>
                    <a:pt x="200" y="297"/>
                    <a:pt x="200" y="298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1" y="302"/>
                    <a:pt x="201" y="299"/>
                    <a:pt x="201" y="300"/>
                  </a:cubicBezTo>
                  <a:cubicBezTo>
                    <a:pt x="201" y="301"/>
                    <a:pt x="201" y="301"/>
                    <a:pt x="201" y="301"/>
                  </a:cubicBezTo>
                  <a:cubicBezTo>
                    <a:pt x="202" y="301"/>
                    <a:pt x="203" y="301"/>
                    <a:pt x="204" y="297"/>
                  </a:cubicBezTo>
                  <a:cubicBezTo>
                    <a:pt x="204" y="298"/>
                    <a:pt x="204" y="299"/>
                    <a:pt x="205" y="300"/>
                  </a:cubicBezTo>
                  <a:cubicBezTo>
                    <a:pt x="205" y="299"/>
                    <a:pt x="205" y="298"/>
                    <a:pt x="205" y="298"/>
                  </a:cubicBezTo>
                  <a:cubicBezTo>
                    <a:pt x="205" y="300"/>
                    <a:pt x="205" y="300"/>
                    <a:pt x="205" y="300"/>
                  </a:cubicBezTo>
                  <a:cubicBezTo>
                    <a:pt x="206" y="301"/>
                    <a:pt x="206" y="299"/>
                    <a:pt x="206" y="298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7" y="300"/>
                    <a:pt x="207" y="298"/>
                    <a:pt x="207" y="298"/>
                  </a:cubicBezTo>
                  <a:cubicBezTo>
                    <a:pt x="207" y="299"/>
                    <a:pt x="207" y="299"/>
                    <a:pt x="207" y="299"/>
                  </a:cubicBezTo>
                  <a:cubicBezTo>
                    <a:pt x="207" y="298"/>
                    <a:pt x="207" y="298"/>
                    <a:pt x="207" y="298"/>
                  </a:cubicBezTo>
                  <a:cubicBezTo>
                    <a:pt x="207" y="297"/>
                    <a:pt x="207" y="297"/>
                    <a:pt x="207" y="299"/>
                  </a:cubicBezTo>
                  <a:cubicBezTo>
                    <a:pt x="208" y="298"/>
                    <a:pt x="208" y="298"/>
                    <a:pt x="208" y="298"/>
                  </a:cubicBezTo>
                  <a:cubicBezTo>
                    <a:pt x="208" y="299"/>
                    <a:pt x="208" y="299"/>
                    <a:pt x="209" y="298"/>
                  </a:cubicBezTo>
                  <a:cubicBezTo>
                    <a:pt x="209" y="298"/>
                    <a:pt x="209" y="297"/>
                    <a:pt x="209" y="296"/>
                  </a:cubicBezTo>
                  <a:cubicBezTo>
                    <a:pt x="209" y="293"/>
                    <a:pt x="209" y="296"/>
                    <a:pt x="209" y="295"/>
                  </a:cubicBezTo>
                  <a:cubicBezTo>
                    <a:pt x="209" y="297"/>
                    <a:pt x="209" y="297"/>
                    <a:pt x="209" y="297"/>
                  </a:cubicBezTo>
                  <a:cubicBezTo>
                    <a:pt x="209" y="300"/>
                    <a:pt x="210" y="298"/>
                    <a:pt x="211" y="299"/>
                  </a:cubicBezTo>
                  <a:cubicBezTo>
                    <a:pt x="211" y="297"/>
                    <a:pt x="211" y="297"/>
                    <a:pt x="211" y="297"/>
                  </a:cubicBezTo>
                  <a:cubicBezTo>
                    <a:pt x="211" y="300"/>
                    <a:pt x="212" y="297"/>
                    <a:pt x="212" y="299"/>
                  </a:cubicBezTo>
                  <a:cubicBezTo>
                    <a:pt x="213" y="298"/>
                    <a:pt x="213" y="295"/>
                    <a:pt x="214" y="295"/>
                  </a:cubicBezTo>
                  <a:cubicBezTo>
                    <a:pt x="214" y="293"/>
                    <a:pt x="213" y="298"/>
                    <a:pt x="213" y="299"/>
                  </a:cubicBezTo>
                  <a:cubicBezTo>
                    <a:pt x="213" y="298"/>
                    <a:pt x="214" y="298"/>
                    <a:pt x="214" y="298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4" y="297"/>
                    <a:pt x="215" y="296"/>
                    <a:pt x="215" y="297"/>
                  </a:cubicBezTo>
                  <a:cubicBezTo>
                    <a:pt x="214" y="298"/>
                    <a:pt x="214" y="298"/>
                    <a:pt x="214" y="298"/>
                  </a:cubicBezTo>
                  <a:cubicBezTo>
                    <a:pt x="215" y="298"/>
                    <a:pt x="214" y="299"/>
                    <a:pt x="215" y="299"/>
                  </a:cubicBezTo>
                  <a:cubicBezTo>
                    <a:pt x="215" y="297"/>
                    <a:pt x="215" y="298"/>
                    <a:pt x="216" y="297"/>
                  </a:cubicBezTo>
                  <a:cubicBezTo>
                    <a:pt x="215" y="298"/>
                    <a:pt x="215" y="298"/>
                    <a:pt x="215" y="298"/>
                  </a:cubicBezTo>
                  <a:cubicBezTo>
                    <a:pt x="216" y="296"/>
                    <a:pt x="216" y="296"/>
                    <a:pt x="216" y="296"/>
                  </a:cubicBezTo>
                  <a:cubicBezTo>
                    <a:pt x="216" y="297"/>
                    <a:pt x="216" y="297"/>
                    <a:pt x="216" y="297"/>
                  </a:cubicBezTo>
                  <a:cubicBezTo>
                    <a:pt x="215" y="299"/>
                    <a:pt x="215" y="299"/>
                    <a:pt x="215" y="299"/>
                  </a:cubicBezTo>
                  <a:cubicBezTo>
                    <a:pt x="215" y="300"/>
                    <a:pt x="216" y="297"/>
                    <a:pt x="216" y="297"/>
                  </a:cubicBezTo>
                  <a:cubicBezTo>
                    <a:pt x="217" y="296"/>
                    <a:pt x="216" y="297"/>
                    <a:pt x="216" y="298"/>
                  </a:cubicBezTo>
                  <a:cubicBezTo>
                    <a:pt x="216" y="298"/>
                    <a:pt x="216" y="297"/>
                    <a:pt x="216" y="298"/>
                  </a:cubicBezTo>
                  <a:cubicBezTo>
                    <a:pt x="215" y="299"/>
                    <a:pt x="216" y="298"/>
                    <a:pt x="215" y="299"/>
                  </a:cubicBezTo>
                  <a:cubicBezTo>
                    <a:pt x="215" y="299"/>
                    <a:pt x="216" y="297"/>
                    <a:pt x="216" y="298"/>
                  </a:cubicBezTo>
                  <a:cubicBezTo>
                    <a:pt x="216" y="298"/>
                    <a:pt x="217" y="298"/>
                    <a:pt x="216" y="299"/>
                  </a:cubicBezTo>
                  <a:cubicBezTo>
                    <a:pt x="216" y="298"/>
                    <a:pt x="216" y="299"/>
                    <a:pt x="217" y="298"/>
                  </a:cubicBezTo>
                  <a:cubicBezTo>
                    <a:pt x="217" y="298"/>
                    <a:pt x="217" y="297"/>
                    <a:pt x="217" y="296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7" y="297"/>
                    <a:pt x="217" y="297"/>
                    <a:pt x="217" y="297"/>
                  </a:cubicBezTo>
                  <a:cubicBezTo>
                    <a:pt x="218" y="296"/>
                    <a:pt x="218" y="297"/>
                    <a:pt x="218" y="296"/>
                  </a:cubicBezTo>
                  <a:cubicBezTo>
                    <a:pt x="217" y="298"/>
                    <a:pt x="217" y="298"/>
                    <a:pt x="217" y="298"/>
                  </a:cubicBezTo>
                  <a:cubicBezTo>
                    <a:pt x="218" y="297"/>
                    <a:pt x="218" y="297"/>
                    <a:pt x="219" y="297"/>
                  </a:cubicBezTo>
                  <a:cubicBezTo>
                    <a:pt x="218" y="298"/>
                    <a:pt x="216" y="300"/>
                    <a:pt x="216" y="300"/>
                  </a:cubicBezTo>
                  <a:cubicBezTo>
                    <a:pt x="218" y="299"/>
                    <a:pt x="218" y="299"/>
                    <a:pt x="218" y="299"/>
                  </a:cubicBezTo>
                  <a:cubicBezTo>
                    <a:pt x="218" y="299"/>
                    <a:pt x="218" y="299"/>
                    <a:pt x="217" y="300"/>
                  </a:cubicBezTo>
                  <a:cubicBezTo>
                    <a:pt x="217" y="301"/>
                    <a:pt x="220" y="296"/>
                    <a:pt x="220" y="298"/>
                  </a:cubicBezTo>
                  <a:cubicBezTo>
                    <a:pt x="218" y="299"/>
                    <a:pt x="218" y="299"/>
                    <a:pt x="218" y="300"/>
                  </a:cubicBezTo>
                  <a:cubicBezTo>
                    <a:pt x="219" y="299"/>
                    <a:pt x="219" y="299"/>
                    <a:pt x="219" y="299"/>
                  </a:cubicBezTo>
                  <a:cubicBezTo>
                    <a:pt x="219" y="298"/>
                    <a:pt x="218" y="300"/>
                    <a:pt x="219" y="299"/>
                  </a:cubicBezTo>
                  <a:cubicBezTo>
                    <a:pt x="219" y="298"/>
                    <a:pt x="219" y="298"/>
                    <a:pt x="220" y="298"/>
                  </a:cubicBezTo>
                  <a:cubicBezTo>
                    <a:pt x="217" y="301"/>
                    <a:pt x="219" y="300"/>
                    <a:pt x="218" y="301"/>
                  </a:cubicBezTo>
                  <a:cubicBezTo>
                    <a:pt x="220" y="300"/>
                    <a:pt x="219" y="301"/>
                    <a:pt x="219" y="301"/>
                  </a:cubicBezTo>
                  <a:cubicBezTo>
                    <a:pt x="217" y="302"/>
                    <a:pt x="220" y="301"/>
                    <a:pt x="218" y="302"/>
                  </a:cubicBezTo>
                  <a:cubicBezTo>
                    <a:pt x="221" y="300"/>
                    <a:pt x="221" y="300"/>
                    <a:pt x="221" y="300"/>
                  </a:cubicBezTo>
                  <a:cubicBezTo>
                    <a:pt x="219" y="301"/>
                    <a:pt x="224" y="299"/>
                    <a:pt x="222" y="300"/>
                  </a:cubicBezTo>
                  <a:cubicBezTo>
                    <a:pt x="221" y="301"/>
                    <a:pt x="220" y="301"/>
                    <a:pt x="220" y="301"/>
                  </a:cubicBezTo>
                  <a:cubicBezTo>
                    <a:pt x="217" y="303"/>
                    <a:pt x="222" y="301"/>
                    <a:pt x="219" y="302"/>
                  </a:cubicBezTo>
                  <a:cubicBezTo>
                    <a:pt x="223" y="301"/>
                    <a:pt x="223" y="301"/>
                    <a:pt x="223" y="301"/>
                  </a:cubicBezTo>
                  <a:cubicBezTo>
                    <a:pt x="222" y="302"/>
                    <a:pt x="221" y="302"/>
                    <a:pt x="220" y="303"/>
                  </a:cubicBezTo>
                  <a:cubicBezTo>
                    <a:pt x="221" y="302"/>
                    <a:pt x="221" y="302"/>
                    <a:pt x="221" y="303"/>
                  </a:cubicBezTo>
                  <a:cubicBezTo>
                    <a:pt x="220" y="303"/>
                    <a:pt x="220" y="303"/>
                    <a:pt x="220" y="303"/>
                  </a:cubicBezTo>
                  <a:cubicBezTo>
                    <a:pt x="219" y="303"/>
                    <a:pt x="220" y="303"/>
                    <a:pt x="221" y="303"/>
                  </a:cubicBezTo>
                  <a:cubicBezTo>
                    <a:pt x="219" y="303"/>
                    <a:pt x="221" y="304"/>
                    <a:pt x="219" y="304"/>
                  </a:cubicBezTo>
                  <a:cubicBezTo>
                    <a:pt x="222" y="304"/>
                    <a:pt x="218" y="304"/>
                    <a:pt x="222" y="304"/>
                  </a:cubicBezTo>
                  <a:cubicBezTo>
                    <a:pt x="221" y="304"/>
                    <a:pt x="221" y="304"/>
                    <a:pt x="221" y="304"/>
                  </a:cubicBezTo>
                  <a:cubicBezTo>
                    <a:pt x="222" y="304"/>
                    <a:pt x="223" y="304"/>
                    <a:pt x="224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5"/>
                    <a:pt x="221" y="304"/>
                    <a:pt x="221" y="304"/>
                  </a:cubicBezTo>
                  <a:cubicBezTo>
                    <a:pt x="221" y="304"/>
                    <a:pt x="221" y="305"/>
                    <a:pt x="221" y="305"/>
                  </a:cubicBezTo>
                  <a:cubicBezTo>
                    <a:pt x="219" y="305"/>
                    <a:pt x="221" y="305"/>
                    <a:pt x="220" y="305"/>
                  </a:cubicBezTo>
                  <a:cubicBezTo>
                    <a:pt x="222" y="305"/>
                    <a:pt x="220" y="305"/>
                    <a:pt x="221" y="305"/>
                  </a:cubicBezTo>
                  <a:cubicBezTo>
                    <a:pt x="221" y="305"/>
                    <a:pt x="221" y="305"/>
                    <a:pt x="221" y="305"/>
                  </a:cubicBez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1" y="305"/>
                    <a:pt x="221" y="305"/>
                  </a:cubicBezTo>
                  <a:cubicBezTo>
                    <a:pt x="222" y="305"/>
                    <a:pt x="222" y="305"/>
                    <a:pt x="222" y="305"/>
                  </a:cubicBezTo>
                  <a:cubicBezTo>
                    <a:pt x="223" y="306"/>
                    <a:pt x="223" y="306"/>
                    <a:pt x="223" y="306"/>
                  </a:cubicBezTo>
                  <a:cubicBezTo>
                    <a:pt x="223" y="306"/>
                    <a:pt x="222" y="306"/>
                    <a:pt x="222" y="306"/>
                  </a:cubicBezTo>
                  <a:cubicBezTo>
                    <a:pt x="222" y="306"/>
                    <a:pt x="221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0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1" y="307"/>
                    <a:pt x="221" y="307"/>
                    <a:pt x="222" y="307"/>
                  </a:cubicBezTo>
                  <a:cubicBezTo>
                    <a:pt x="222" y="307"/>
                    <a:pt x="221" y="307"/>
                    <a:pt x="221" y="307"/>
                  </a:cubicBezTo>
                  <a:cubicBezTo>
                    <a:pt x="221" y="307"/>
                    <a:pt x="221" y="307"/>
                    <a:pt x="221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8"/>
                    <a:pt x="222" y="308"/>
                    <a:pt x="222" y="309"/>
                  </a:cubicBezTo>
                  <a:cubicBezTo>
                    <a:pt x="222" y="310"/>
                    <a:pt x="222" y="309"/>
                    <a:pt x="222" y="309"/>
                  </a:cubicBezTo>
                  <a:cubicBezTo>
                    <a:pt x="222" y="310"/>
                    <a:pt x="222" y="312"/>
                    <a:pt x="222" y="311"/>
                  </a:cubicBezTo>
                  <a:cubicBezTo>
                    <a:pt x="222" y="311"/>
                    <a:pt x="222" y="311"/>
                    <a:pt x="222" y="311"/>
                  </a:cubicBezTo>
                  <a:cubicBezTo>
                    <a:pt x="222" y="311"/>
                    <a:pt x="222" y="312"/>
                    <a:pt x="221" y="312"/>
                  </a:cubicBezTo>
                  <a:cubicBezTo>
                    <a:pt x="221" y="311"/>
                    <a:pt x="221" y="311"/>
                    <a:pt x="221" y="310"/>
                  </a:cubicBezTo>
                  <a:cubicBezTo>
                    <a:pt x="221" y="308"/>
                    <a:pt x="221" y="309"/>
                    <a:pt x="220" y="309"/>
                  </a:cubicBezTo>
                  <a:cubicBezTo>
                    <a:pt x="220" y="310"/>
                    <a:pt x="220" y="310"/>
                    <a:pt x="220" y="310"/>
                  </a:cubicBezTo>
                  <a:cubicBezTo>
                    <a:pt x="220" y="311"/>
                    <a:pt x="220" y="309"/>
                    <a:pt x="220" y="309"/>
                  </a:cubicBezTo>
                  <a:cubicBezTo>
                    <a:pt x="219" y="314"/>
                    <a:pt x="219" y="314"/>
                    <a:pt x="219" y="314"/>
                  </a:cubicBezTo>
                  <a:cubicBezTo>
                    <a:pt x="219" y="313"/>
                    <a:pt x="219" y="311"/>
                    <a:pt x="219" y="310"/>
                  </a:cubicBezTo>
                  <a:cubicBezTo>
                    <a:pt x="219" y="311"/>
                    <a:pt x="218" y="314"/>
                    <a:pt x="217" y="315"/>
                  </a:cubicBezTo>
                  <a:cubicBezTo>
                    <a:pt x="217" y="315"/>
                    <a:pt x="216" y="316"/>
                    <a:pt x="216" y="316"/>
                  </a:cubicBezTo>
                  <a:cubicBezTo>
                    <a:pt x="216" y="314"/>
                    <a:pt x="216" y="316"/>
                    <a:pt x="216" y="315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7" y="313"/>
                    <a:pt x="217" y="311"/>
                    <a:pt x="217" y="310"/>
                  </a:cubicBezTo>
                  <a:cubicBezTo>
                    <a:pt x="217" y="311"/>
                    <a:pt x="216" y="309"/>
                    <a:pt x="216" y="309"/>
                  </a:cubicBezTo>
                  <a:cubicBezTo>
                    <a:pt x="215" y="312"/>
                    <a:pt x="215" y="310"/>
                    <a:pt x="214" y="313"/>
                  </a:cubicBezTo>
                  <a:cubicBezTo>
                    <a:pt x="214" y="313"/>
                    <a:pt x="214" y="311"/>
                    <a:pt x="214" y="310"/>
                  </a:cubicBezTo>
                  <a:cubicBezTo>
                    <a:pt x="213" y="311"/>
                    <a:pt x="213" y="310"/>
                    <a:pt x="212" y="310"/>
                  </a:cubicBezTo>
                  <a:cubicBezTo>
                    <a:pt x="213" y="310"/>
                    <a:pt x="213" y="310"/>
                    <a:pt x="213" y="310"/>
                  </a:cubicBezTo>
                  <a:cubicBezTo>
                    <a:pt x="212" y="310"/>
                    <a:pt x="211" y="309"/>
                    <a:pt x="210" y="312"/>
                  </a:cubicBezTo>
                  <a:cubicBezTo>
                    <a:pt x="211" y="310"/>
                    <a:pt x="211" y="310"/>
                    <a:pt x="211" y="310"/>
                  </a:cubicBezTo>
                  <a:cubicBezTo>
                    <a:pt x="210" y="309"/>
                    <a:pt x="210" y="313"/>
                    <a:pt x="209" y="312"/>
                  </a:cubicBezTo>
                  <a:cubicBezTo>
                    <a:pt x="210" y="310"/>
                    <a:pt x="210" y="310"/>
                    <a:pt x="210" y="310"/>
                  </a:cubicBezTo>
                  <a:cubicBezTo>
                    <a:pt x="209" y="312"/>
                    <a:pt x="209" y="309"/>
                    <a:pt x="208" y="311"/>
                  </a:cubicBezTo>
                  <a:cubicBezTo>
                    <a:pt x="209" y="310"/>
                    <a:pt x="209" y="310"/>
                    <a:pt x="209" y="310"/>
                  </a:cubicBezTo>
                  <a:cubicBezTo>
                    <a:pt x="208" y="310"/>
                    <a:pt x="208" y="310"/>
                    <a:pt x="207" y="311"/>
                  </a:cubicBezTo>
                  <a:cubicBezTo>
                    <a:pt x="208" y="309"/>
                    <a:pt x="208" y="309"/>
                    <a:pt x="208" y="309"/>
                  </a:cubicBezTo>
                  <a:cubicBezTo>
                    <a:pt x="208" y="308"/>
                    <a:pt x="207" y="311"/>
                    <a:pt x="207" y="311"/>
                  </a:cubicBezTo>
                  <a:cubicBezTo>
                    <a:pt x="207" y="310"/>
                    <a:pt x="207" y="309"/>
                    <a:pt x="207" y="309"/>
                  </a:cubicBezTo>
                  <a:cubicBezTo>
                    <a:pt x="206" y="310"/>
                    <a:pt x="206" y="310"/>
                    <a:pt x="205" y="311"/>
                  </a:cubicBezTo>
                  <a:cubicBezTo>
                    <a:pt x="206" y="309"/>
                    <a:pt x="206" y="309"/>
                    <a:pt x="206" y="309"/>
                  </a:cubicBezTo>
                  <a:cubicBezTo>
                    <a:pt x="203" y="308"/>
                    <a:pt x="201" y="307"/>
                    <a:pt x="199" y="309"/>
                  </a:cubicBezTo>
                  <a:cubicBezTo>
                    <a:pt x="199" y="306"/>
                    <a:pt x="199" y="308"/>
                    <a:pt x="199" y="306"/>
                  </a:cubicBezTo>
                  <a:cubicBezTo>
                    <a:pt x="199" y="308"/>
                    <a:pt x="199" y="306"/>
                    <a:pt x="198" y="307"/>
                  </a:cubicBezTo>
                  <a:close/>
                  <a:moveTo>
                    <a:pt x="221" y="306"/>
                  </a:moveTo>
                  <a:cubicBezTo>
                    <a:pt x="221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6"/>
                    <a:pt x="222" y="306"/>
                  </a:cubicBezTo>
                  <a:cubicBezTo>
                    <a:pt x="222" y="306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6"/>
                    <a:pt x="222" y="306"/>
                  </a:cubicBezTo>
                  <a:cubicBezTo>
                    <a:pt x="222" y="306"/>
                    <a:pt x="221" y="306"/>
                    <a:pt x="221" y="306"/>
                  </a:cubicBezTo>
                  <a:close/>
                  <a:moveTo>
                    <a:pt x="222" y="306"/>
                  </a:moveTo>
                  <a:cubicBezTo>
                    <a:pt x="222" y="306"/>
                    <a:pt x="222" y="306"/>
                    <a:pt x="222" y="306"/>
                  </a:cubicBezTo>
                  <a:cubicBezTo>
                    <a:pt x="221" y="306"/>
                    <a:pt x="221" y="306"/>
                    <a:pt x="221" y="306"/>
                  </a:cubicBezTo>
                  <a:cubicBezTo>
                    <a:pt x="222" y="306"/>
                    <a:pt x="222" y="306"/>
                    <a:pt x="222" y="306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ubicBezTo>
                    <a:pt x="222" y="307"/>
                    <a:pt x="222" y="307"/>
                    <a:pt x="222" y="307"/>
                  </a:cubicBezTo>
                  <a:close/>
                  <a:moveTo>
                    <a:pt x="222" y="307"/>
                  </a:moveTo>
                  <a:cubicBezTo>
                    <a:pt x="222" y="307"/>
                    <a:pt x="222" y="307"/>
                    <a:pt x="222" y="307"/>
                  </a:cubicBezTo>
                  <a:cubicBezTo>
                    <a:pt x="222" y="306"/>
                    <a:pt x="222" y="307"/>
                    <a:pt x="222" y="307"/>
                  </a:cubicBezTo>
                  <a:close/>
                  <a:moveTo>
                    <a:pt x="382" y="181"/>
                  </a:moveTo>
                  <a:cubicBezTo>
                    <a:pt x="383" y="179"/>
                    <a:pt x="383" y="179"/>
                    <a:pt x="383" y="179"/>
                  </a:cubicBezTo>
                  <a:cubicBezTo>
                    <a:pt x="384" y="180"/>
                    <a:pt x="384" y="181"/>
                    <a:pt x="384" y="182"/>
                  </a:cubicBezTo>
                  <a:cubicBezTo>
                    <a:pt x="385" y="180"/>
                    <a:pt x="387" y="181"/>
                    <a:pt x="387" y="180"/>
                  </a:cubicBezTo>
                  <a:cubicBezTo>
                    <a:pt x="388" y="180"/>
                    <a:pt x="387" y="181"/>
                    <a:pt x="387" y="181"/>
                  </a:cubicBezTo>
                  <a:cubicBezTo>
                    <a:pt x="388" y="181"/>
                    <a:pt x="391" y="180"/>
                    <a:pt x="392" y="181"/>
                  </a:cubicBezTo>
                  <a:cubicBezTo>
                    <a:pt x="391" y="182"/>
                    <a:pt x="391" y="182"/>
                    <a:pt x="391" y="182"/>
                  </a:cubicBezTo>
                  <a:cubicBezTo>
                    <a:pt x="393" y="184"/>
                    <a:pt x="393" y="186"/>
                    <a:pt x="393" y="188"/>
                  </a:cubicBezTo>
                  <a:cubicBezTo>
                    <a:pt x="389" y="186"/>
                    <a:pt x="384" y="185"/>
                    <a:pt x="380" y="183"/>
                  </a:cubicBezTo>
                  <a:cubicBezTo>
                    <a:pt x="381" y="183"/>
                    <a:pt x="382" y="183"/>
                    <a:pt x="382" y="181"/>
                  </a:cubicBezTo>
                  <a:close/>
                  <a:moveTo>
                    <a:pt x="262" y="151"/>
                  </a:moveTo>
                  <a:cubicBezTo>
                    <a:pt x="262" y="150"/>
                    <a:pt x="262" y="150"/>
                    <a:pt x="262" y="150"/>
                  </a:cubicBezTo>
                  <a:cubicBezTo>
                    <a:pt x="262" y="150"/>
                    <a:pt x="262" y="150"/>
                    <a:pt x="262" y="150"/>
                  </a:cubicBezTo>
                  <a:cubicBezTo>
                    <a:pt x="263" y="148"/>
                    <a:pt x="264" y="146"/>
                    <a:pt x="264" y="144"/>
                  </a:cubicBezTo>
                  <a:cubicBezTo>
                    <a:pt x="265" y="144"/>
                    <a:pt x="265" y="145"/>
                    <a:pt x="265" y="146"/>
                  </a:cubicBezTo>
                  <a:cubicBezTo>
                    <a:pt x="267" y="141"/>
                    <a:pt x="267" y="135"/>
                    <a:pt x="267" y="130"/>
                  </a:cubicBezTo>
                  <a:cubicBezTo>
                    <a:pt x="268" y="130"/>
                    <a:pt x="268" y="131"/>
                    <a:pt x="269" y="133"/>
                  </a:cubicBezTo>
                  <a:cubicBezTo>
                    <a:pt x="271" y="128"/>
                    <a:pt x="267" y="127"/>
                    <a:pt x="269" y="122"/>
                  </a:cubicBezTo>
                  <a:cubicBezTo>
                    <a:pt x="270" y="121"/>
                    <a:pt x="271" y="118"/>
                    <a:pt x="271" y="119"/>
                  </a:cubicBezTo>
                  <a:cubicBezTo>
                    <a:pt x="271" y="117"/>
                    <a:pt x="272" y="109"/>
                    <a:pt x="271" y="107"/>
                  </a:cubicBezTo>
                  <a:cubicBezTo>
                    <a:pt x="272" y="106"/>
                    <a:pt x="272" y="105"/>
                    <a:pt x="273" y="103"/>
                  </a:cubicBezTo>
                  <a:cubicBezTo>
                    <a:pt x="274" y="104"/>
                    <a:pt x="274" y="105"/>
                    <a:pt x="275" y="107"/>
                  </a:cubicBezTo>
                  <a:cubicBezTo>
                    <a:pt x="274" y="107"/>
                    <a:pt x="273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2" y="108"/>
                    <a:pt x="272" y="108"/>
                    <a:pt x="272" y="108"/>
                  </a:cubicBezTo>
                  <a:cubicBezTo>
                    <a:pt x="272" y="111"/>
                    <a:pt x="272" y="111"/>
                    <a:pt x="272" y="111"/>
                  </a:cubicBezTo>
                  <a:cubicBezTo>
                    <a:pt x="272" y="120"/>
                    <a:pt x="272" y="120"/>
                    <a:pt x="272" y="120"/>
                  </a:cubicBezTo>
                  <a:cubicBezTo>
                    <a:pt x="272" y="133"/>
                    <a:pt x="272" y="145"/>
                    <a:pt x="271" y="156"/>
                  </a:cubicBezTo>
                  <a:cubicBezTo>
                    <a:pt x="271" y="160"/>
                    <a:pt x="271" y="162"/>
                    <a:pt x="270" y="164"/>
                  </a:cubicBezTo>
                  <a:cubicBezTo>
                    <a:pt x="268" y="161"/>
                    <a:pt x="265" y="157"/>
                    <a:pt x="265" y="152"/>
                  </a:cubicBezTo>
                  <a:cubicBezTo>
                    <a:pt x="265" y="155"/>
                    <a:pt x="263" y="153"/>
                    <a:pt x="262" y="151"/>
                  </a:cubicBezTo>
                  <a:cubicBezTo>
                    <a:pt x="262" y="151"/>
                    <a:pt x="262" y="151"/>
                    <a:pt x="262" y="151"/>
                  </a:cubicBezTo>
                  <a:close/>
                  <a:moveTo>
                    <a:pt x="212" y="121"/>
                  </a:moveTo>
                  <a:cubicBezTo>
                    <a:pt x="212" y="118"/>
                    <a:pt x="212" y="116"/>
                    <a:pt x="213" y="114"/>
                  </a:cubicBezTo>
                  <a:cubicBezTo>
                    <a:pt x="215" y="119"/>
                    <a:pt x="215" y="127"/>
                    <a:pt x="213" y="134"/>
                  </a:cubicBezTo>
                  <a:cubicBezTo>
                    <a:pt x="212" y="129"/>
                    <a:pt x="211" y="125"/>
                    <a:pt x="212" y="121"/>
                  </a:cubicBezTo>
                  <a:close/>
                  <a:moveTo>
                    <a:pt x="191" y="185"/>
                  </a:moveTo>
                  <a:cubicBezTo>
                    <a:pt x="191" y="185"/>
                    <a:pt x="191" y="184"/>
                    <a:pt x="191" y="185"/>
                  </a:cubicBezTo>
                  <a:cubicBezTo>
                    <a:pt x="190" y="185"/>
                    <a:pt x="190" y="184"/>
                    <a:pt x="190" y="184"/>
                  </a:cubicBezTo>
                  <a:cubicBezTo>
                    <a:pt x="190" y="184"/>
                    <a:pt x="191" y="184"/>
                    <a:pt x="191" y="185"/>
                  </a:cubicBezTo>
                  <a:close/>
                  <a:moveTo>
                    <a:pt x="148" y="192"/>
                  </a:moveTo>
                  <a:cubicBezTo>
                    <a:pt x="148" y="191"/>
                    <a:pt x="148" y="192"/>
                    <a:pt x="148" y="192"/>
                  </a:cubicBezTo>
                  <a:cubicBezTo>
                    <a:pt x="148" y="192"/>
                    <a:pt x="148" y="192"/>
                    <a:pt x="148" y="191"/>
                  </a:cubicBezTo>
                  <a:cubicBezTo>
                    <a:pt x="148" y="191"/>
                    <a:pt x="148" y="192"/>
                    <a:pt x="148" y="192"/>
                  </a:cubicBezTo>
                  <a:close/>
                  <a:moveTo>
                    <a:pt x="134" y="148"/>
                  </a:moveTo>
                  <a:cubicBezTo>
                    <a:pt x="136" y="149"/>
                    <a:pt x="136" y="149"/>
                    <a:pt x="136" y="149"/>
                  </a:cubicBezTo>
                  <a:cubicBezTo>
                    <a:pt x="135" y="142"/>
                    <a:pt x="136" y="133"/>
                    <a:pt x="139" y="125"/>
                  </a:cubicBezTo>
                  <a:cubicBezTo>
                    <a:pt x="140" y="124"/>
                    <a:pt x="140" y="124"/>
                    <a:pt x="140" y="124"/>
                  </a:cubicBezTo>
                  <a:cubicBezTo>
                    <a:pt x="140" y="124"/>
                    <a:pt x="140" y="124"/>
                    <a:pt x="139" y="124"/>
                  </a:cubicBezTo>
                  <a:cubicBezTo>
                    <a:pt x="140" y="123"/>
                    <a:pt x="140" y="123"/>
                    <a:pt x="140" y="122"/>
                  </a:cubicBezTo>
                  <a:cubicBezTo>
                    <a:pt x="140" y="121"/>
                    <a:pt x="141" y="120"/>
                    <a:pt x="141" y="120"/>
                  </a:cubicBezTo>
                  <a:cubicBezTo>
                    <a:pt x="142" y="120"/>
                    <a:pt x="142" y="121"/>
                    <a:pt x="142" y="120"/>
                  </a:cubicBezTo>
                  <a:cubicBezTo>
                    <a:pt x="142" y="119"/>
                    <a:pt x="144" y="118"/>
                    <a:pt x="145" y="117"/>
                  </a:cubicBezTo>
                  <a:cubicBezTo>
                    <a:pt x="146" y="117"/>
                    <a:pt x="147" y="118"/>
                    <a:pt x="149" y="118"/>
                  </a:cubicBezTo>
                  <a:cubicBezTo>
                    <a:pt x="142" y="122"/>
                    <a:pt x="144" y="121"/>
                    <a:pt x="149" y="118"/>
                  </a:cubicBezTo>
                  <a:cubicBezTo>
                    <a:pt x="149" y="118"/>
                    <a:pt x="150" y="119"/>
                    <a:pt x="151" y="119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2" y="121"/>
                    <a:pt x="154" y="120"/>
                    <a:pt x="155" y="120"/>
                  </a:cubicBezTo>
                  <a:cubicBezTo>
                    <a:pt x="155" y="123"/>
                    <a:pt x="154" y="119"/>
                    <a:pt x="153" y="121"/>
                  </a:cubicBezTo>
                  <a:cubicBezTo>
                    <a:pt x="155" y="129"/>
                    <a:pt x="153" y="139"/>
                    <a:pt x="153" y="149"/>
                  </a:cubicBezTo>
                  <a:cubicBezTo>
                    <a:pt x="154" y="151"/>
                    <a:pt x="154" y="153"/>
                    <a:pt x="155" y="153"/>
                  </a:cubicBezTo>
                  <a:cubicBezTo>
                    <a:pt x="152" y="164"/>
                    <a:pt x="154" y="178"/>
                    <a:pt x="149" y="185"/>
                  </a:cubicBezTo>
                  <a:cubicBezTo>
                    <a:pt x="153" y="184"/>
                    <a:pt x="150" y="189"/>
                    <a:pt x="149" y="191"/>
                  </a:cubicBezTo>
                  <a:cubicBezTo>
                    <a:pt x="148" y="189"/>
                    <a:pt x="146" y="186"/>
                    <a:pt x="144" y="183"/>
                  </a:cubicBezTo>
                  <a:cubicBezTo>
                    <a:pt x="143" y="180"/>
                    <a:pt x="140" y="179"/>
                    <a:pt x="140" y="174"/>
                  </a:cubicBezTo>
                  <a:cubicBezTo>
                    <a:pt x="141" y="170"/>
                    <a:pt x="137" y="163"/>
                    <a:pt x="137" y="158"/>
                  </a:cubicBezTo>
                  <a:cubicBezTo>
                    <a:pt x="136" y="160"/>
                    <a:pt x="133" y="153"/>
                    <a:pt x="134" y="148"/>
                  </a:cubicBezTo>
                  <a:close/>
                  <a:moveTo>
                    <a:pt x="65" y="183"/>
                  </a:moveTo>
                  <a:cubicBezTo>
                    <a:pt x="65" y="185"/>
                    <a:pt x="63" y="186"/>
                    <a:pt x="63" y="187"/>
                  </a:cubicBezTo>
                  <a:cubicBezTo>
                    <a:pt x="63" y="187"/>
                    <a:pt x="63" y="187"/>
                    <a:pt x="63" y="187"/>
                  </a:cubicBezTo>
                  <a:cubicBezTo>
                    <a:pt x="64" y="186"/>
                    <a:pt x="64" y="186"/>
                    <a:pt x="63" y="186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4" y="183"/>
                    <a:pt x="65" y="183"/>
                    <a:pt x="65" y="183"/>
                  </a:cubicBezTo>
                  <a:close/>
                  <a:moveTo>
                    <a:pt x="63" y="185"/>
                  </a:moveTo>
                  <a:cubicBezTo>
                    <a:pt x="63" y="185"/>
                    <a:pt x="63" y="186"/>
                    <a:pt x="63" y="186"/>
                  </a:cubicBezTo>
                  <a:cubicBezTo>
                    <a:pt x="62" y="186"/>
                    <a:pt x="62" y="186"/>
                    <a:pt x="63" y="185"/>
                  </a:cubicBezTo>
                  <a:close/>
                  <a:moveTo>
                    <a:pt x="62" y="188"/>
                  </a:moveTo>
                  <a:cubicBezTo>
                    <a:pt x="62" y="188"/>
                    <a:pt x="62" y="188"/>
                    <a:pt x="63" y="187"/>
                  </a:cubicBezTo>
                  <a:cubicBezTo>
                    <a:pt x="63" y="190"/>
                    <a:pt x="64" y="192"/>
                    <a:pt x="64" y="196"/>
                  </a:cubicBezTo>
                  <a:cubicBezTo>
                    <a:pt x="62" y="197"/>
                    <a:pt x="62" y="192"/>
                    <a:pt x="62" y="188"/>
                  </a:cubicBezTo>
                  <a:close/>
                  <a:moveTo>
                    <a:pt x="16" y="210"/>
                  </a:move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ubicBezTo>
                    <a:pt x="16" y="210"/>
                    <a:pt x="16" y="210"/>
                    <a:pt x="16" y="210"/>
                  </a:cubicBezTo>
                  <a:close/>
                  <a:moveTo>
                    <a:pt x="17" y="208"/>
                  </a:moveTo>
                  <a:cubicBezTo>
                    <a:pt x="17" y="208"/>
                    <a:pt x="17" y="208"/>
                    <a:pt x="17" y="207"/>
                  </a:cubicBezTo>
                  <a:cubicBezTo>
                    <a:pt x="17" y="207"/>
                    <a:pt x="17" y="206"/>
                    <a:pt x="18" y="206"/>
                  </a:cubicBezTo>
                  <a:cubicBezTo>
                    <a:pt x="18" y="207"/>
                    <a:pt x="18" y="207"/>
                    <a:pt x="18" y="208"/>
                  </a:cubicBezTo>
                  <a:cubicBezTo>
                    <a:pt x="18" y="208"/>
                    <a:pt x="18" y="208"/>
                    <a:pt x="17" y="208"/>
                  </a:cubicBezTo>
                  <a:close/>
                  <a:moveTo>
                    <a:pt x="18" y="212"/>
                  </a:moveTo>
                  <a:cubicBezTo>
                    <a:pt x="18" y="212"/>
                    <a:pt x="18" y="212"/>
                    <a:pt x="18" y="212"/>
                  </a:cubicBezTo>
                  <a:cubicBezTo>
                    <a:pt x="18" y="212"/>
                    <a:pt x="18" y="212"/>
                    <a:pt x="18" y="212"/>
                  </a:cubicBezTo>
                  <a:close/>
                  <a:moveTo>
                    <a:pt x="19" y="213"/>
                  </a:move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ubicBezTo>
                    <a:pt x="19" y="213"/>
                    <a:pt x="19" y="213"/>
                    <a:pt x="19" y="213"/>
                  </a:cubicBezTo>
                  <a:close/>
                  <a:moveTo>
                    <a:pt x="20" y="214"/>
                  </a:move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0" y="214"/>
                  </a:cubicBezTo>
                  <a:cubicBezTo>
                    <a:pt x="20" y="214"/>
                    <a:pt x="20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lose/>
                  <a:moveTo>
                    <a:pt x="21" y="217"/>
                  </a:moveTo>
                  <a:cubicBezTo>
                    <a:pt x="21" y="216"/>
                    <a:pt x="21" y="216"/>
                    <a:pt x="21" y="216"/>
                  </a:cubicBezTo>
                  <a:cubicBezTo>
                    <a:pt x="22" y="216"/>
                    <a:pt x="22" y="216"/>
                    <a:pt x="22" y="216"/>
                  </a:cubicBezTo>
                  <a:cubicBezTo>
                    <a:pt x="22" y="216"/>
                    <a:pt x="21" y="216"/>
                    <a:pt x="21" y="217"/>
                  </a:cubicBezTo>
                  <a:close/>
                  <a:moveTo>
                    <a:pt x="21" y="214"/>
                  </a:move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0" y="214"/>
                    <a:pt x="20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1" y="214"/>
                    <a:pt x="21" y="214"/>
                    <a:pt x="21" y="214"/>
                  </a:cubicBezTo>
                  <a:cubicBezTo>
                    <a:pt x="22" y="214"/>
                    <a:pt x="22" y="214"/>
                    <a:pt x="22" y="214"/>
                  </a:cubicBezTo>
                  <a:lnTo>
                    <a:pt x="21" y="214"/>
                  </a:lnTo>
                  <a:close/>
                  <a:moveTo>
                    <a:pt x="122" y="297"/>
                  </a:moveTo>
                  <a:cubicBezTo>
                    <a:pt x="122" y="297"/>
                    <a:pt x="122" y="297"/>
                    <a:pt x="122" y="297"/>
                  </a:cubicBezTo>
                  <a:cubicBezTo>
                    <a:pt x="122" y="297"/>
                    <a:pt x="122" y="297"/>
                    <a:pt x="122" y="297"/>
                  </a:cubicBezTo>
                  <a:close/>
                  <a:moveTo>
                    <a:pt x="123" y="297"/>
                  </a:moveTo>
                  <a:cubicBezTo>
                    <a:pt x="122" y="298"/>
                    <a:pt x="122" y="297"/>
                    <a:pt x="122" y="297"/>
                  </a:cubicBezTo>
                  <a:cubicBezTo>
                    <a:pt x="122" y="297"/>
                    <a:pt x="122" y="297"/>
                    <a:pt x="123" y="297"/>
                  </a:cubicBezTo>
                  <a:cubicBezTo>
                    <a:pt x="123" y="297"/>
                    <a:pt x="123" y="297"/>
                    <a:pt x="123" y="297"/>
                  </a:cubicBezTo>
                  <a:close/>
                  <a:moveTo>
                    <a:pt x="213" y="429"/>
                  </a:move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ubicBezTo>
                    <a:pt x="213" y="429"/>
                    <a:pt x="213" y="429"/>
                    <a:pt x="213" y="4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2" name="Freeform 437"/>
            <p:cNvSpPr/>
            <p:nvPr>
              <p:custDataLst>
                <p:tags r:id="rId35"/>
              </p:custDataLst>
            </p:nvPr>
          </p:nvSpPr>
          <p:spPr bwMode="auto">
            <a:xfrm>
              <a:off x="3695" y="2760"/>
              <a:ext cx="4" cy="2"/>
            </a:xfrm>
            <a:custGeom>
              <a:avLst/>
              <a:gdLst>
                <a:gd name="T0" fmla="*/ 1 w 2"/>
                <a:gd name="T1" fmla="*/ 0 h 1"/>
                <a:gd name="T2" fmla="*/ 2 w 2"/>
                <a:gd name="T3" fmla="*/ 0 h 1"/>
                <a:gd name="T4" fmla="*/ 1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cubicBezTo>
                    <a:pt x="0" y="0"/>
                    <a:pt x="1" y="1"/>
                    <a:pt x="2" y="0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3" name="Freeform 438"/>
            <p:cNvSpPr/>
            <p:nvPr>
              <p:custDataLst>
                <p:tags r:id="rId36"/>
              </p:custDataLst>
            </p:nvPr>
          </p:nvSpPr>
          <p:spPr bwMode="auto">
            <a:xfrm>
              <a:off x="3699" y="2760"/>
              <a:ext cx="5" cy="4"/>
            </a:xfrm>
            <a:custGeom>
              <a:avLst/>
              <a:gdLst>
                <a:gd name="T0" fmla="*/ 1 w 2"/>
                <a:gd name="T1" fmla="*/ 2 h 2"/>
                <a:gd name="T2" fmla="*/ 2 w 2"/>
                <a:gd name="T3" fmla="*/ 1 h 2"/>
                <a:gd name="T4" fmla="*/ 1 w 2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1" y="2"/>
                    <a:pt x="2" y="1"/>
                    <a:pt x="2" y="1"/>
                  </a:cubicBezTo>
                  <a:cubicBezTo>
                    <a:pt x="0" y="0"/>
                    <a:pt x="2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4" name="Freeform 439"/>
            <p:cNvSpPr/>
            <p:nvPr>
              <p:custDataLst>
                <p:tags r:id="rId37"/>
              </p:custDataLst>
            </p:nvPr>
          </p:nvSpPr>
          <p:spPr bwMode="auto">
            <a:xfrm>
              <a:off x="3916" y="2586"/>
              <a:ext cx="4" cy="2"/>
            </a:xfrm>
            <a:custGeom>
              <a:avLst/>
              <a:gdLst>
                <a:gd name="T0" fmla="*/ 0 w 2"/>
                <a:gd name="T1" fmla="*/ 1 h 1"/>
                <a:gd name="T2" fmla="*/ 1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0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5" name="Freeform 440"/>
            <p:cNvSpPr/>
            <p:nvPr>
              <p:custDataLst>
                <p:tags r:id="rId38"/>
              </p:custDataLst>
            </p:nvPr>
          </p:nvSpPr>
          <p:spPr bwMode="auto">
            <a:xfrm>
              <a:off x="3941" y="2610"/>
              <a:ext cx="5" cy="0"/>
            </a:xfrm>
            <a:custGeom>
              <a:avLst/>
              <a:gdLst>
                <a:gd name="T0" fmla="*/ 0 w 5"/>
                <a:gd name="T1" fmla="*/ 0 w 5"/>
                <a:gd name="T2" fmla="*/ 5 w 5"/>
                <a:gd name="T3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6" name="Freeform 441"/>
            <p:cNvSpPr/>
            <p:nvPr>
              <p:custDataLst>
                <p:tags r:id="rId39"/>
              </p:custDataLst>
            </p:nvPr>
          </p:nvSpPr>
          <p:spPr bwMode="auto">
            <a:xfrm>
              <a:off x="3729" y="2272"/>
              <a:ext cx="2" cy="5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1 h 2"/>
                <a:gd name="T4" fmla="*/ 0 w 1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1" y="0"/>
                    <a:pt x="1" y="1"/>
                  </a:cubicBezTo>
                  <a:cubicBezTo>
                    <a:pt x="1" y="1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7" name="Freeform 442"/>
            <p:cNvSpPr/>
            <p:nvPr>
              <p:custDataLst>
                <p:tags r:id="rId40"/>
              </p:custDataLst>
            </p:nvPr>
          </p:nvSpPr>
          <p:spPr bwMode="auto">
            <a:xfrm>
              <a:off x="3852" y="2714"/>
              <a:ext cx="2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8" name="Freeform 443"/>
            <p:cNvSpPr/>
            <p:nvPr>
              <p:custDataLst>
                <p:tags r:id="rId41"/>
              </p:custDataLst>
            </p:nvPr>
          </p:nvSpPr>
          <p:spPr bwMode="auto">
            <a:xfrm>
              <a:off x="3850" y="2692"/>
              <a:ext cx="4" cy="2"/>
            </a:xfrm>
            <a:custGeom>
              <a:avLst/>
              <a:gdLst>
                <a:gd name="T0" fmla="*/ 1 w 2"/>
                <a:gd name="T1" fmla="*/ 1 h 1"/>
                <a:gd name="T2" fmla="*/ 1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1"/>
                    <a:pt x="0" y="1"/>
                    <a:pt x="1" y="0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09" name="Freeform 444"/>
            <p:cNvSpPr/>
            <p:nvPr>
              <p:custDataLst>
                <p:tags r:id="rId42"/>
              </p:custDataLst>
            </p:nvPr>
          </p:nvSpPr>
          <p:spPr bwMode="auto">
            <a:xfrm>
              <a:off x="3848" y="2686"/>
              <a:ext cx="2" cy="2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1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0" name="Freeform 445"/>
            <p:cNvSpPr/>
            <p:nvPr>
              <p:custDataLst>
                <p:tags r:id="rId43"/>
              </p:custDataLst>
            </p:nvPr>
          </p:nvSpPr>
          <p:spPr bwMode="auto">
            <a:xfrm>
              <a:off x="3846" y="2711"/>
              <a:ext cx="4" cy="3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0 h 1"/>
                <a:gd name="T4" fmla="*/ 0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2" y="1"/>
                    <a:pt x="1" y="0"/>
                    <a:pt x="2" y="0"/>
                  </a:cubicBezTo>
                  <a:cubicBezTo>
                    <a:pt x="1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1" name="Freeform 446"/>
            <p:cNvSpPr/>
            <p:nvPr>
              <p:custDataLst>
                <p:tags r:id="rId44"/>
              </p:custDataLst>
            </p:nvPr>
          </p:nvSpPr>
          <p:spPr bwMode="auto">
            <a:xfrm>
              <a:off x="3822" y="2773"/>
              <a:ext cx="5" cy="2"/>
            </a:xfrm>
            <a:custGeom>
              <a:avLst/>
              <a:gdLst>
                <a:gd name="T0" fmla="*/ 1 w 2"/>
                <a:gd name="T1" fmla="*/ 1 h 1"/>
                <a:gd name="T2" fmla="*/ 0 w 2"/>
                <a:gd name="T3" fmla="*/ 0 h 1"/>
                <a:gd name="T4" fmla="*/ 1 w 2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2" y="0"/>
                    <a:pt x="1" y="1"/>
                    <a:pt x="0" y="0"/>
                  </a:cubicBezTo>
                  <a:cubicBezTo>
                    <a:pt x="0" y="1"/>
                    <a:pt x="0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2" name="Freeform 447"/>
            <p:cNvSpPr/>
            <p:nvPr>
              <p:custDataLst>
                <p:tags r:id="rId45"/>
              </p:custDataLst>
            </p:nvPr>
          </p:nvSpPr>
          <p:spPr bwMode="auto">
            <a:xfrm>
              <a:off x="3765" y="2315"/>
              <a:ext cx="4" cy="0"/>
            </a:xfrm>
            <a:custGeom>
              <a:avLst/>
              <a:gdLst>
                <a:gd name="T0" fmla="*/ 0 w 4"/>
                <a:gd name="T1" fmla="*/ 0 w 4"/>
                <a:gd name="T2" fmla="*/ 4 w 4"/>
                <a:gd name="T3" fmla="*/ 0 w 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3" name="Freeform 448"/>
            <p:cNvSpPr/>
            <p:nvPr>
              <p:custDataLst>
                <p:tags r:id="rId46"/>
              </p:custDataLst>
            </p:nvPr>
          </p:nvSpPr>
          <p:spPr bwMode="auto">
            <a:xfrm>
              <a:off x="3842" y="2733"/>
              <a:ext cx="4" cy="0"/>
            </a:xfrm>
            <a:custGeom>
              <a:avLst/>
              <a:gdLst>
                <a:gd name="T0" fmla="*/ 1 w 2"/>
                <a:gd name="T1" fmla="*/ 2 w 2"/>
                <a:gd name="T2" fmla="*/ 1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4" name="Freeform 449"/>
            <p:cNvSpPr/>
            <p:nvPr>
              <p:custDataLst>
                <p:tags r:id="rId47"/>
              </p:custDataLst>
            </p:nvPr>
          </p:nvSpPr>
          <p:spPr bwMode="auto">
            <a:xfrm>
              <a:off x="3822" y="2769"/>
              <a:ext cx="7" cy="2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1 h 1"/>
                <a:gd name="T4" fmla="*/ 0 w 3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2" y="0"/>
                    <a:pt x="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5" name="Freeform 450"/>
            <p:cNvSpPr/>
            <p:nvPr>
              <p:custDataLst>
                <p:tags r:id="rId48"/>
              </p:custDataLst>
            </p:nvPr>
          </p:nvSpPr>
          <p:spPr bwMode="auto">
            <a:xfrm>
              <a:off x="3846" y="2731"/>
              <a:ext cx="2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6" name="Freeform 451"/>
            <p:cNvSpPr/>
            <p:nvPr>
              <p:custDataLst>
                <p:tags r:id="rId49"/>
              </p:custDataLst>
            </p:nvPr>
          </p:nvSpPr>
          <p:spPr bwMode="auto">
            <a:xfrm>
              <a:off x="3844" y="2724"/>
              <a:ext cx="4" cy="2"/>
            </a:xfrm>
            <a:custGeom>
              <a:avLst/>
              <a:gdLst>
                <a:gd name="T0" fmla="*/ 0 w 2"/>
                <a:gd name="T1" fmla="*/ 0 h 1"/>
                <a:gd name="T2" fmla="*/ 2 w 2"/>
                <a:gd name="T3" fmla="*/ 1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  <p:sp>
          <p:nvSpPr>
            <p:cNvPr id="117" name="Freeform 452"/>
            <p:cNvSpPr/>
            <p:nvPr>
              <p:custDataLst>
                <p:tags r:id="rId50"/>
              </p:custDataLst>
            </p:nvPr>
          </p:nvSpPr>
          <p:spPr bwMode="auto">
            <a:xfrm>
              <a:off x="3844" y="2728"/>
              <a:ext cx="8" cy="3"/>
            </a:xfrm>
            <a:custGeom>
              <a:avLst/>
              <a:gdLst>
                <a:gd name="T0" fmla="*/ 0 w 4"/>
                <a:gd name="T1" fmla="*/ 1 h 1"/>
                <a:gd name="T2" fmla="*/ 1 w 4"/>
                <a:gd name="T3" fmla="*/ 1 h 1"/>
                <a:gd name="T4" fmla="*/ 2 w 4"/>
                <a:gd name="T5" fmla="*/ 0 h 1"/>
                <a:gd name="T6" fmla="*/ 4 w 4"/>
                <a:gd name="T7" fmla="*/ 0 h 1"/>
                <a:gd name="T8" fmla="*/ 0 w 4"/>
                <a:gd name="T9" fmla="*/ 1 h 1"/>
                <a:gd name="T10" fmla="*/ 0 w 4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2" y="1"/>
                    <a:pt x="3" y="0"/>
                    <a:pt x="2" y="0"/>
                  </a:cubicBezTo>
                  <a:cubicBezTo>
                    <a:pt x="3" y="0"/>
                    <a:pt x="4" y="0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34322F"/>
                </a:solidFill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010" y="708025"/>
            <a:ext cx="7010400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5605" y="693420"/>
            <a:ext cx="7341870" cy="89916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  <a:sym typeface="+mn-ea"/>
              </a:rPr>
              <a:t>Time Complexity Summary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1730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zh-CN" sz="790"/>
              <a:t>Lecture 9-4 Graph Algorithms IV</a:t>
            </a:r>
            <a:endParaRPr lang="en-US" altLang="zh-CN" sz="790"/>
          </a:p>
        </p:txBody>
      </p:sp>
      <p:sp>
        <p:nvSpPr>
          <p:cNvPr id="1730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AF2304-B70C-46E6-A4A1-81B118233A4B}" type="slidenum">
              <a:rPr lang="en-US" altLang="zh-CN" sz="790"/>
              <a:pPr/>
              <a:t>31</a:t>
            </a:fld>
            <a:endParaRPr lang="en-US" altLang="zh-CN" sz="790"/>
          </a:p>
        </p:txBody>
      </p:sp>
      <p:sp>
        <p:nvSpPr>
          <p:cNvPr id="1730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Recall that </a:t>
            </a:r>
            <a:r>
              <a:rPr lang="en-US" altLang="zh-CN" sz="2800" dirty="0">
                <a:solidFill>
                  <a:srgbClr val="CC0000"/>
                </a:solidFill>
                <a:ea typeface="宋体" panose="02010600030101010101" pitchFamily="2" charset="-122"/>
              </a:rPr>
              <a:t>m = |E| = O(|V|</a:t>
            </a:r>
            <a:r>
              <a:rPr lang="en-US" altLang="zh-CN" sz="2800" baseline="30000" dirty="0">
                <a:solidFill>
                  <a:srgbClr val="CC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CC0000"/>
                </a:solidFill>
                <a:ea typeface="宋体" panose="02010600030101010101" pitchFamily="2" charset="-122"/>
              </a:rPr>
              <a:t>) = O(n</a:t>
            </a:r>
            <a:r>
              <a:rPr lang="en-US" altLang="zh-CN" sz="2800" baseline="30000" dirty="0">
                <a:solidFill>
                  <a:srgbClr val="CC0000"/>
                </a:solidFill>
                <a:ea typeface="宋体" panose="02010600030101010101" pitchFamily="2" charset="-122"/>
              </a:rPr>
              <a:t>2 </a:t>
            </a:r>
            <a:r>
              <a:rPr lang="en-US" altLang="zh-CN" sz="2800" dirty="0">
                <a:solidFill>
                  <a:srgbClr val="CC0000"/>
                </a:solidFill>
                <a:ea typeface="宋体" panose="02010600030101010101" pitchFamily="2" charset="-122"/>
              </a:rPr>
              <a:t>)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Prim’s runs in O((</a:t>
            </a:r>
            <a:r>
              <a:rPr lang="en-US" altLang="zh-CN" sz="2800" dirty="0" err="1">
                <a:solidFill>
                  <a:srgbClr val="263AF8"/>
                </a:solidFill>
                <a:ea typeface="宋体" panose="02010600030101010101" pitchFamily="2" charset="-122"/>
              </a:rPr>
              <a:t>n+m</a:t>
            </a: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) log n)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800" dirty="0" err="1">
                <a:solidFill>
                  <a:srgbClr val="263AF8"/>
                </a:solidFill>
                <a:ea typeface="宋体" panose="02010600030101010101" pitchFamily="2" charset="-122"/>
              </a:rPr>
              <a:t>Kruskal’s</a:t>
            </a: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 runs in O(</a:t>
            </a:r>
            <a:r>
              <a:rPr lang="en-US" altLang="zh-CN" sz="2800" dirty="0" err="1">
                <a:solidFill>
                  <a:srgbClr val="263AF8"/>
                </a:solidFill>
                <a:ea typeface="宋体" panose="02010600030101010101" pitchFamily="2" charset="-122"/>
              </a:rPr>
              <a:t>mlogm</a:t>
            </a: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) = O(</a:t>
            </a:r>
            <a:r>
              <a:rPr lang="en-US" altLang="zh-CN" sz="2800" dirty="0" err="1">
                <a:solidFill>
                  <a:srgbClr val="263AF8"/>
                </a:solidFill>
                <a:ea typeface="宋体" panose="02010600030101010101" pitchFamily="2" charset="-122"/>
              </a:rPr>
              <a:t>mlogn</a:t>
            </a:r>
            <a:r>
              <a:rPr lang="en-US" altLang="zh-CN" sz="2800" dirty="0">
                <a:solidFill>
                  <a:srgbClr val="263AF8"/>
                </a:solidFill>
                <a:ea typeface="宋体" panose="02010600030101010101" pitchFamily="2" charset="-122"/>
              </a:rPr>
              <a:t>)</a:t>
            </a:r>
          </a:p>
          <a:p>
            <a:pPr fontAlgn="auto">
              <a:lnSpc>
                <a:spcPct val="100000"/>
              </a:lnSpc>
              <a:spcBef>
                <a:spcPts val="24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In practice, </a:t>
            </a:r>
            <a:r>
              <a:rPr lang="en-US" altLang="zh-CN" sz="2800" dirty="0" err="1">
                <a:ea typeface="宋体" panose="02010600030101010101" pitchFamily="2" charset="-122"/>
              </a:rPr>
              <a:t>Kruskal</a:t>
            </a:r>
            <a:r>
              <a:rPr lang="en-US" altLang="zh-CN" sz="2800" dirty="0">
                <a:ea typeface="宋体" panose="02010600030101010101" pitchFamily="2" charset="-122"/>
              </a:rPr>
              <a:t> has a tendency to run faster since graphs might not be dense and not all edges need to be looked at in the </a:t>
            </a:r>
            <a:r>
              <a:rPr lang="en-US" altLang="zh-CN" sz="2800" dirty="0" err="1">
                <a:ea typeface="宋体" panose="02010600030101010101" pitchFamily="2" charset="-122"/>
              </a:rPr>
              <a:t>Deletemin</a:t>
            </a:r>
            <a:r>
              <a:rPr lang="en-US" altLang="zh-CN" sz="2800" dirty="0">
                <a:ea typeface="宋体" panose="02010600030101010101" pitchFamily="2" charset="-122"/>
              </a:rPr>
              <a:t> operations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A83D7B-BAEE-49E0-A32C-9301CAA3C017}" type="datetime1">
              <a:rPr lang="zh-CN" altLang="en-US" sz="465" smtClean="0"/>
              <a:pPr>
                <a:defRPr/>
              </a:pPr>
              <a:t>2025/12/16</a:t>
            </a:fld>
            <a:endParaRPr lang="zh-CN" altLang="en-US" sz="465"/>
          </a:p>
        </p:txBody>
      </p:sp>
      <p:grpSp>
        <p:nvGrpSpPr>
          <p:cNvPr id="82" name="组合 81"/>
          <p:cNvGrpSpPr/>
          <p:nvPr/>
        </p:nvGrpSpPr>
        <p:grpSpPr>
          <a:xfrm rot="900000">
            <a:off x="8045450" y="5400040"/>
            <a:ext cx="764540" cy="765810"/>
            <a:chOff x="2726" y="5537"/>
            <a:chExt cx="1204" cy="1206"/>
          </a:xfrm>
          <a:solidFill>
            <a:schemeClr val="accent1">
              <a:lumMod val="75000"/>
              <a:alpha val="28000"/>
            </a:schemeClr>
          </a:solidFill>
        </p:grpSpPr>
        <p:sp>
          <p:nvSpPr>
            <p:cNvPr id="34" name="Freeform 36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2726" y="5537"/>
              <a:ext cx="1204" cy="1206"/>
            </a:xfrm>
            <a:custGeom>
              <a:avLst/>
              <a:gdLst>
                <a:gd name="T0" fmla="*/ 210 w 421"/>
                <a:gd name="T1" fmla="*/ 0 h 421"/>
                <a:gd name="T2" fmla="*/ 0 w 421"/>
                <a:gd name="T3" fmla="*/ 211 h 421"/>
                <a:gd name="T4" fmla="*/ 210 w 421"/>
                <a:gd name="T5" fmla="*/ 421 h 421"/>
                <a:gd name="T6" fmla="*/ 421 w 421"/>
                <a:gd name="T7" fmla="*/ 211 h 421"/>
                <a:gd name="T8" fmla="*/ 210 w 421"/>
                <a:gd name="T9" fmla="*/ 0 h 421"/>
                <a:gd name="T10" fmla="*/ 210 w 421"/>
                <a:gd name="T11" fmla="*/ 386 h 421"/>
                <a:gd name="T12" fmla="*/ 35 w 421"/>
                <a:gd name="T13" fmla="*/ 211 h 421"/>
                <a:gd name="T14" fmla="*/ 210 w 421"/>
                <a:gd name="T15" fmla="*/ 36 h 421"/>
                <a:gd name="T16" fmla="*/ 385 w 421"/>
                <a:gd name="T17" fmla="*/ 211 h 421"/>
                <a:gd name="T18" fmla="*/ 210 w 421"/>
                <a:gd name="T19" fmla="*/ 386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1" h="421">
                  <a:moveTo>
                    <a:pt x="210" y="0"/>
                  </a:moveTo>
                  <a:cubicBezTo>
                    <a:pt x="94" y="0"/>
                    <a:pt x="0" y="95"/>
                    <a:pt x="0" y="211"/>
                  </a:cubicBezTo>
                  <a:cubicBezTo>
                    <a:pt x="0" y="327"/>
                    <a:pt x="94" y="421"/>
                    <a:pt x="210" y="421"/>
                  </a:cubicBezTo>
                  <a:cubicBezTo>
                    <a:pt x="326" y="421"/>
                    <a:pt x="421" y="327"/>
                    <a:pt x="421" y="211"/>
                  </a:cubicBezTo>
                  <a:cubicBezTo>
                    <a:pt x="421" y="95"/>
                    <a:pt x="326" y="0"/>
                    <a:pt x="210" y="0"/>
                  </a:cubicBezTo>
                  <a:close/>
                  <a:moveTo>
                    <a:pt x="210" y="386"/>
                  </a:moveTo>
                  <a:cubicBezTo>
                    <a:pt x="113" y="386"/>
                    <a:pt x="35" y="308"/>
                    <a:pt x="35" y="211"/>
                  </a:cubicBezTo>
                  <a:cubicBezTo>
                    <a:pt x="35" y="114"/>
                    <a:pt x="113" y="36"/>
                    <a:pt x="210" y="36"/>
                  </a:cubicBezTo>
                  <a:cubicBezTo>
                    <a:pt x="307" y="36"/>
                    <a:pt x="385" y="114"/>
                    <a:pt x="385" y="211"/>
                  </a:cubicBezTo>
                  <a:cubicBezTo>
                    <a:pt x="385" y="308"/>
                    <a:pt x="307" y="386"/>
                    <a:pt x="210" y="386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5" name="Freeform 37"/>
            <p:cNvSpPr/>
            <p:nvPr>
              <p:custDataLst>
                <p:tags r:id="rId6"/>
              </p:custDataLst>
            </p:nvPr>
          </p:nvSpPr>
          <p:spPr bwMode="auto">
            <a:xfrm>
              <a:off x="3255" y="6073"/>
              <a:ext cx="152" cy="152"/>
            </a:xfrm>
            <a:custGeom>
              <a:avLst/>
              <a:gdLst>
                <a:gd name="T0" fmla="*/ 44 w 53"/>
                <a:gd name="T1" fmla="*/ 11 h 53"/>
                <a:gd name="T2" fmla="*/ 43 w 53"/>
                <a:gd name="T3" fmla="*/ 44 h 53"/>
                <a:gd name="T4" fmla="*/ 9 w 53"/>
                <a:gd name="T5" fmla="*/ 43 h 53"/>
                <a:gd name="T6" fmla="*/ 11 w 53"/>
                <a:gd name="T7" fmla="*/ 9 h 53"/>
                <a:gd name="T8" fmla="*/ 44 w 53"/>
                <a:gd name="T9" fmla="*/ 1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53">
                  <a:moveTo>
                    <a:pt x="44" y="11"/>
                  </a:moveTo>
                  <a:cubicBezTo>
                    <a:pt x="53" y="20"/>
                    <a:pt x="52" y="36"/>
                    <a:pt x="43" y="44"/>
                  </a:cubicBezTo>
                  <a:cubicBezTo>
                    <a:pt x="33" y="53"/>
                    <a:pt x="18" y="53"/>
                    <a:pt x="9" y="43"/>
                  </a:cubicBezTo>
                  <a:cubicBezTo>
                    <a:pt x="0" y="33"/>
                    <a:pt x="1" y="18"/>
                    <a:pt x="11" y="9"/>
                  </a:cubicBezTo>
                  <a:cubicBezTo>
                    <a:pt x="20" y="0"/>
                    <a:pt x="35" y="1"/>
                    <a:pt x="44" y="11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6" name="Freeform 38"/>
            <p:cNvSpPr/>
            <p:nvPr>
              <p:custDataLst>
                <p:tags r:id="rId7"/>
              </p:custDataLst>
            </p:nvPr>
          </p:nvSpPr>
          <p:spPr bwMode="auto">
            <a:xfrm>
              <a:off x="3392" y="5895"/>
              <a:ext cx="223" cy="212"/>
            </a:xfrm>
            <a:custGeom>
              <a:avLst/>
              <a:gdLst>
                <a:gd name="T0" fmla="*/ 15 w 78"/>
                <a:gd name="T1" fmla="*/ 72 h 74"/>
                <a:gd name="T2" fmla="*/ 4 w 78"/>
                <a:gd name="T3" fmla="*/ 70 h 74"/>
                <a:gd name="T4" fmla="*/ 4 w 78"/>
                <a:gd name="T5" fmla="*/ 70 h 74"/>
                <a:gd name="T6" fmla="*/ 3 w 78"/>
                <a:gd name="T7" fmla="*/ 59 h 74"/>
                <a:gd name="T8" fmla="*/ 64 w 78"/>
                <a:gd name="T9" fmla="*/ 3 h 74"/>
                <a:gd name="T10" fmla="*/ 74 w 78"/>
                <a:gd name="T11" fmla="*/ 5 h 74"/>
                <a:gd name="T12" fmla="*/ 74 w 78"/>
                <a:gd name="T13" fmla="*/ 5 h 74"/>
                <a:gd name="T14" fmla="*/ 76 w 78"/>
                <a:gd name="T15" fmla="*/ 16 h 74"/>
                <a:gd name="T16" fmla="*/ 15 w 78"/>
                <a:gd name="T17" fmla="*/ 7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74">
                  <a:moveTo>
                    <a:pt x="15" y="72"/>
                  </a:moveTo>
                  <a:cubicBezTo>
                    <a:pt x="12" y="74"/>
                    <a:pt x="8" y="73"/>
                    <a:pt x="4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1" y="66"/>
                    <a:pt x="0" y="61"/>
                    <a:pt x="3" y="59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6" y="0"/>
                    <a:pt x="71" y="1"/>
                    <a:pt x="74" y="5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8" y="9"/>
                    <a:pt x="78" y="14"/>
                    <a:pt x="76" y="16"/>
                  </a:cubicBezTo>
                  <a:lnTo>
                    <a:pt x="15" y="7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7" name="Freeform 39"/>
            <p:cNvSpPr/>
            <p:nvPr>
              <p:custDataLst>
                <p:tags r:id="rId8"/>
              </p:custDataLst>
            </p:nvPr>
          </p:nvSpPr>
          <p:spPr bwMode="auto">
            <a:xfrm>
              <a:off x="3008" y="5813"/>
              <a:ext cx="268" cy="289"/>
            </a:xfrm>
            <a:custGeom>
              <a:avLst/>
              <a:gdLst>
                <a:gd name="T0" fmla="*/ 91 w 94"/>
                <a:gd name="T1" fmla="*/ 85 h 101"/>
                <a:gd name="T2" fmla="*/ 90 w 94"/>
                <a:gd name="T3" fmla="*/ 97 h 101"/>
                <a:gd name="T4" fmla="*/ 90 w 94"/>
                <a:gd name="T5" fmla="*/ 97 h 101"/>
                <a:gd name="T6" fmla="*/ 78 w 94"/>
                <a:gd name="T7" fmla="*/ 97 h 101"/>
                <a:gd name="T8" fmla="*/ 3 w 94"/>
                <a:gd name="T9" fmla="*/ 16 h 101"/>
                <a:gd name="T10" fmla="*/ 4 w 94"/>
                <a:gd name="T11" fmla="*/ 4 h 101"/>
                <a:gd name="T12" fmla="*/ 4 w 94"/>
                <a:gd name="T13" fmla="*/ 4 h 101"/>
                <a:gd name="T14" fmla="*/ 16 w 94"/>
                <a:gd name="T15" fmla="*/ 4 h 101"/>
                <a:gd name="T16" fmla="*/ 91 w 94"/>
                <a:gd name="T17" fmla="*/ 85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" h="101">
                  <a:moveTo>
                    <a:pt x="91" y="85"/>
                  </a:moveTo>
                  <a:cubicBezTo>
                    <a:pt x="94" y="89"/>
                    <a:pt x="93" y="94"/>
                    <a:pt x="90" y="97"/>
                  </a:cubicBezTo>
                  <a:cubicBezTo>
                    <a:pt x="90" y="97"/>
                    <a:pt x="90" y="97"/>
                    <a:pt x="90" y="97"/>
                  </a:cubicBezTo>
                  <a:cubicBezTo>
                    <a:pt x="86" y="101"/>
                    <a:pt x="81" y="101"/>
                    <a:pt x="78" y="97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0" y="12"/>
                    <a:pt x="0" y="7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7" y="0"/>
                    <a:pt x="13" y="0"/>
                    <a:pt x="16" y="4"/>
                  </a:cubicBezTo>
                  <a:lnTo>
                    <a:pt x="91" y="85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010" y="1066800"/>
            <a:ext cx="3975735" cy="1530350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8678545" cy="3984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pic>
        <p:nvPicPr>
          <p:cNvPr id="13" name="图片 12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68935" y="1110615"/>
            <a:ext cx="5746115" cy="721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4000" dirty="0">
                <a:solidFill>
                  <a:schemeClr val="bg1"/>
                </a:solidFill>
                <a:latin typeface="Sitka Text" pitchFamily="2" charset="0"/>
                <a:ea typeface="+mn-ea"/>
              </a:rPr>
              <a:t>Homework 7-3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7616666" y="4661218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16740" name="Freeform 356"/>
            <p:cNvSpPr/>
            <p:nvPr>
              <p:custDataLst>
                <p:tags r:id="rId6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1" name="Freeform 357"/>
            <p:cNvSpPr/>
            <p:nvPr>
              <p:custDataLst>
                <p:tags r:id="rId7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2" name="Freeform 358"/>
            <p:cNvSpPr/>
            <p:nvPr>
              <p:custDataLst>
                <p:tags r:id="rId8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3" name="Freeform 359"/>
            <p:cNvSpPr/>
            <p:nvPr>
              <p:custDataLst>
                <p:tags r:id="rId9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4" name="Freeform 360"/>
            <p:cNvSpPr/>
            <p:nvPr>
              <p:custDataLst>
                <p:tags r:id="rId10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5" name="Freeform 361"/>
            <p:cNvSpPr/>
            <p:nvPr>
              <p:custDataLst>
                <p:tags r:id="rId11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6" name="Freeform 362"/>
            <p:cNvSpPr/>
            <p:nvPr>
              <p:custDataLst>
                <p:tags r:id="rId12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7" name="Freeform 363"/>
            <p:cNvSpPr/>
            <p:nvPr>
              <p:custDataLst>
                <p:tags r:id="rId13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8" name="Freeform 364"/>
            <p:cNvSpPr/>
            <p:nvPr>
              <p:custDataLst>
                <p:tags r:id="rId14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9" name="Freeform 365"/>
            <p:cNvSpPr/>
            <p:nvPr>
              <p:custDataLst>
                <p:tags r:id="rId15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0" name="Freeform 366"/>
            <p:cNvSpPr/>
            <p:nvPr>
              <p:custDataLst>
                <p:tags r:id="rId16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1" name="Freeform 367"/>
            <p:cNvSpPr/>
            <p:nvPr>
              <p:custDataLst>
                <p:tags r:id="rId17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2" name="Freeform 368"/>
            <p:cNvSpPr/>
            <p:nvPr>
              <p:custDataLst>
                <p:tags r:id="rId18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3" name="Freeform 369"/>
            <p:cNvSpPr/>
            <p:nvPr>
              <p:custDataLst>
                <p:tags r:id="rId19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4" name="Freeform 370"/>
            <p:cNvSpPr/>
            <p:nvPr>
              <p:custDataLst>
                <p:tags r:id="rId20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5" name="Freeform 371"/>
            <p:cNvSpPr/>
            <p:nvPr>
              <p:custDataLst>
                <p:tags r:id="rId21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6" name="Freeform 372"/>
            <p:cNvSpPr/>
            <p:nvPr>
              <p:custDataLst>
                <p:tags r:id="rId22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7" name="Freeform 373"/>
            <p:cNvSpPr/>
            <p:nvPr>
              <p:custDataLst>
                <p:tags r:id="rId23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8" name="Freeform 374"/>
            <p:cNvSpPr/>
            <p:nvPr>
              <p:custDataLst>
                <p:tags r:id="rId24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9" name="Freeform 375"/>
            <p:cNvSpPr/>
            <p:nvPr>
              <p:custDataLst>
                <p:tags r:id="rId25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0" name="Freeform 376"/>
            <p:cNvSpPr/>
            <p:nvPr>
              <p:custDataLst>
                <p:tags r:id="rId26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1" name="Freeform 377"/>
            <p:cNvSpPr/>
            <p:nvPr>
              <p:custDataLst>
                <p:tags r:id="rId27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2" name="Freeform 378"/>
            <p:cNvSpPr/>
            <p:nvPr>
              <p:custDataLst>
                <p:tags r:id="rId28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3" name="Freeform 379"/>
            <p:cNvSpPr/>
            <p:nvPr>
              <p:custDataLst>
                <p:tags r:id="rId29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4" name="Freeform 380"/>
            <p:cNvSpPr/>
            <p:nvPr>
              <p:custDataLst>
                <p:tags r:id="rId30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5" name="Freeform 381"/>
            <p:cNvSpPr/>
            <p:nvPr>
              <p:custDataLst>
                <p:tags r:id="rId31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6" name="Freeform 382"/>
            <p:cNvSpPr/>
            <p:nvPr>
              <p:custDataLst>
                <p:tags r:id="rId32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7" name="Freeform 383"/>
            <p:cNvSpPr/>
            <p:nvPr>
              <p:custDataLst>
                <p:tags r:id="rId33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8" name="Freeform 384"/>
            <p:cNvSpPr/>
            <p:nvPr>
              <p:custDataLst>
                <p:tags r:id="rId34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9" name="Freeform 385"/>
            <p:cNvSpPr/>
            <p:nvPr>
              <p:custDataLst>
                <p:tags r:id="rId35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0" name="Freeform 386"/>
            <p:cNvSpPr/>
            <p:nvPr>
              <p:custDataLst>
                <p:tags r:id="rId36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1" name="Freeform 387"/>
            <p:cNvSpPr/>
            <p:nvPr>
              <p:custDataLst>
                <p:tags r:id="rId37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2" name="Freeform 388"/>
            <p:cNvSpPr/>
            <p:nvPr>
              <p:custDataLst>
                <p:tags r:id="rId38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3" name="Freeform 389"/>
            <p:cNvSpPr/>
            <p:nvPr>
              <p:custDataLst>
                <p:tags r:id="rId39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4" name="Freeform 390"/>
            <p:cNvSpPr/>
            <p:nvPr>
              <p:custDataLst>
                <p:tags r:id="rId40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5" name="Freeform 391"/>
            <p:cNvSpPr/>
            <p:nvPr>
              <p:custDataLst>
                <p:tags r:id="rId41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6" name="Freeform 392"/>
            <p:cNvSpPr/>
            <p:nvPr>
              <p:custDataLst>
                <p:tags r:id="rId42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7" name="Freeform 393"/>
            <p:cNvSpPr/>
            <p:nvPr>
              <p:custDataLst>
                <p:tags r:id="rId43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8" name="Freeform 394"/>
            <p:cNvSpPr/>
            <p:nvPr>
              <p:custDataLst>
                <p:tags r:id="rId44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9" name="Freeform 395"/>
            <p:cNvSpPr/>
            <p:nvPr>
              <p:custDataLst>
                <p:tags r:id="rId45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0" name="Freeform 396"/>
            <p:cNvSpPr/>
            <p:nvPr>
              <p:custDataLst>
                <p:tags r:id="rId46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1" name="Freeform 397"/>
            <p:cNvSpPr>
              <a:spLocks noEditPoints="1"/>
            </p:cNvSpPr>
            <p:nvPr>
              <p:custDataLst>
                <p:tags r:id="rId47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2" name="Freeform 398"/>
            <p:cNvSpPr/>
            <p:nvPr>
              <p:custDataLst>
                <p:tags r:id="rId48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3" name="Freeform 399"/>
            <p:cNvSpPr/>
            <p:nvPr>
              <p:custDataLst>
                <p:tags r:id="rId49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4" name="Freeform 400"/>
            <p:cNvSpPr/>
            <p:nvPr>
              <p:custDataLst>
                <p:tags r:id="rId50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5" name="Freeform 401"/>
            <p:cNvSpPr/>
            <p:nvPr>
              <p:custDataLst>
                <p:tags r:id="rId51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6" name="Freeform 402"/>
            <p:cNvSpPr/>
            <p:nvPr>
              <p:custDataLst>
                <p:tags r:id="rId52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7" name="Freeform 403"/>
            <p:cNvSpPr/>
            <p:nvPr>
              <p:custDataLst>
                <p:tags r:id="rId53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8" name="Freeform 404"/>
            <p:cNvSpPr/>
            <p:nvPr>
              <p:custDataLst>
                <p:tags r:id="rId54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9" name="Freeform 405"/>
            <p:cNvSpPr/>
            <p:nvPr>
              <p:custDataLst>
                <p:tags r:id="rId55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91" name="Freeform 407"/>
            <p:cNvSpPr/>
            <p:nvPr>
              <p:custDataLst>
                <p:tags r:id="rId56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" name="Content Placeholder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99795" y="2887980"/>
            <a:ext cx="7186930" cy="926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0815" indent="-170815" algn="l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itchFamily="18" charset="2"/>
              <a:buChar char=""/>
              <a:defRPr sz="32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1pPr>
            <a:lvl2pPr marL="5137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Char char=""/>
              <a:defRPr sz="2665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2pPr>
            <a:lvl3pPr marL="8566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3pPr>
            <a:lvl4pPr marL="11995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Char char=""/>
              <a:defRPr sz="1865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4pPr>
            <a:lvl5pPr marL="15424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itchFamily="18" charset="2"/>
              <a:buChar char=""/>
              <a:defRPr sz="1865" kern="1200">
                <a:solidFill>
                  <a:schemeClr val="tx1"/>
                </a:solidFill>
                <a:latin typeface="Sitka Text" pitchFamily="2" charset="0"/>
                <a:ea typeface="+mn-ea"/>
                <a:cs typeface="Times New Roman" panose="02020603050405020304" pitchFamily="18" charset="0"/>
              </a:defRPr>
            </a:lvl5pPr>
            <a:lvl6pPr marL="1885315" indent="-170815" algn="l" defTabSz="685800" rtl="0" eaLnBrk="1" latinLnBrk="0" hangingPunct="1">
              <a:spcBef>
                <a:spcPts val="130"/>
              </a:spcBef>
              <a:buFont typeface="Wingdings 2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215" indent="-170815" algn="l" defTabSz="685800" rtl="0" eaLnBrk="1" latinLnBrk="0" hangingPunct="1">
              <a:spcBef>
                <a:spcPts val="130"/>
              </a:spcBef>
              <a:buFont typeface="Wingdings 2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15" indent="-170815" algn="l" defTabSz="685800" rtl="0" eaLnBrk="1" latinLnBrk="0" hangingPunct="1">
              <a:spcBef>
                <a:spcPts val="130"/>
              </a:spcBef>
              <a:buFont typeface="Wingdings 2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015" indent="-170815" algn="l" defTabSz="685800" rtl="0" eaLnBrk="1" latinLnBrk="0" hangingPunct="1">
              <a:spcBef>
                <a:spcPts val="130"/>
              </a:spcBef>
              <a:buFont typeface="Wingdings 2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dirty="0"/>
              <a:t>Textbook Exercises 9.15</a:t>
            </a: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71CEBBB-5C13-4167-AA25-0755E87E6100}" type="slidenum">
              <a:rPr lang="en-US" altLang="zh-CN" sz="465" smtClean="0"/>
              <a:pPr/>
              <a:t>32</a:t>
            </a:fld>
            <a:endParaRPr lang="en-US" altLang="zh-CN" sz="465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dlMjhmNTNlYTMyZDkyYmQ5YWI0OGM4ZjhmMTc0M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1460</TotalTime>
  <Words>2207</Words>
  <Application>Microsoft Office PowerPoint</Application>
  <PresentationFormat>全屏显示(4:3)</PresentationFormat>
  <Paragraphs>473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Noto Serif CJK SC</vt:lpstr>
      <vt:lpstr>宋体</vt:lpstr>
      <vt:lpstr>Calibri</vt:lpstr>
      <vt:lpstr>Courier New</vt:lpstr>
      <vt:lpstr>Sitka Small</vt:lpstr>
      <vt:lpstr>Sitka Text</vt:lpstr>
      <vt:lpstr>Times New Roman</vt:lpstr>
      <vt:lpstr>Wingdings 2</vt:lpstr>
      <vt:lpstr>HDOfficeLightV0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天 周</cp:lastModifiedBy>
  <cp:revision>1150</cp:revision>
  <dcterms:created xsi:type="dcterms:W3CDTF">2000-11-03T19:18:00Z</dcterms:created>
  <dcterms:modified xsi:type="dcterms:W3CDTF">2025-12-17T09:17:52Z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391B82F768F14B35A160264B092407FB_12</vt:lpwstr>
  </property>
  <property fmtid="{D5CDD505-2E9C-101B-9397-08002B2CF9AE}" pid="3" name="KSOProductBuildVer">
    <vt:lpwstr>2052-12.1.0.15712</vt:lpwstr>
  </property>
</Properties>
</file>