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651" r:id="rId2"/>
    <p:sldId id="1040" r:id="rId3"/>
    <p:sldId id="1041" r:id="rId4"/>
    <p:sldId id="1110" r:id="rId5"/>
    <p:sldId id="1042" r:id="rId6"/>
    <p:sldId id="1043" r:id="rId7"/>
    <p:sldId id="1111" r:id="rId8"/>
    <p:sldId id="1113" r:id="rId9"/>
    <p:sldId id="1112" r:id="rId10"/>
    <p:sldId id="1089" r:id="rId11"/>
    <p:sldId id="1090" r:id="rId12"/>
    <p:sldId id="1091" r:id="rId13"/>
    <p:sldId id="1092" r:id="rId14"/>
    <p:sldId id="1093" r:id="rId15"/>
    <p:sldId id="1094" r:id="rId16"/>
    <p:sldId id="1095" r:id="rId17"/>
    <p:sldId id="1096" r:id="rId18"/>
    <p:sldId id="1114" r:id="rId19"/>
    <p:sldId id="1116" r:id="rId20"/>
    <p:sldId id="1097" r:id="rId21"/>
    <p:sldId id="1098" r:id="rId22"/>
    <p:sldId id="1099" r:id="rId23"/>
    <p:sldId id="1100" r:id="rId24"/>
    <p:sldId id="1117" r:id="rId25"/>
    <p:sldId id="1101" r:id="rId26"/>
    <p:sldId id="1132" r:id="rId27"/>
    <p:sldId id="1133" r:id="rId28"/>
    <p:sldId id="1134" r:id="rId29"/>
    <p:sldId id="1135" r:id="rId30"/>
    <p:sldId id="1136" r:id="rId31"/>
    <p:sldId id="1137" r:id="rId32"/>
    <p:sldId id="1119" r:id="rId33"/>
    <p:sldId id="1120" r:id="rId34"/>
    <p:sldId id="1121" r:id="rId35"/>
    <p:sldId id="1122" r:id="rId36"/>
    <p:sldId id="1123" r:id="rId37"/>
    <p:sldId id="1124" r:id="rId38"/>
    <p:sldId id="1125" r:id="rId39"/>
    <p:sldId id="1126" r:id="rId40"/>
    <p:sldId id="1127" r:id="rId41"/>
    <p:sldId id="1128" r:id="rId42"/>
    <p:sldId id="1129" r:id="rId43"/>
    <p:sldId id="1130" r:id="rId44"/>
    <p:sldId id="1131" r:id="rId45"/>
    <p:sldId id="1118" r:id="rId46"/>
  </p:sldIdLst>
  <p:sldSz cx="9144000" cy="6858000" type="screen4x3"/>
  <p:notesSz cx="9180513" cy="6858000"/>
  <p:custDataLst>
    <p:tags r:id="rId4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263AF8"/>
    <a:srgbClr val="99CCFF"/>
    <a:srgbClr val="3A3AB9"/>
    <a:srgbClr val="5D26F8"/>
    <a:srgbClr val="CC0000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29" autoAdjust="0"/>
    <p:restoredTop sz="96429" autoAdjust="0"/>
  </p:normalViewPr>
  <p:slideViewPr>
    <p:cSldViewPr showGuides="1">
      <p:cViewPr varScale="1">
        <p:scale>
          <a:sx n="97" d="100"/>
          <a:sy n="97" d="100"/>
        </p:scale>
        <p:origin x="84" y="540"/>
      </p:cViewPr>
      <p:guideLst>
        <p:guide orient="horz" pos="2170"/>
        <p:guide pos="28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77095" y="514694"/>
            <a:ext cx="3428130" cy="25710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4026" y="3257752"/>
            <a:ext cx="6732143" cy="30857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E47476-3707-45A3-AADD-75B5ABC2D7A7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lec8 Disjoint Set Class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8" name="图片 7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335">
                <a:latin typeface="Sitka Small" pitchFamily="2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3200">
                <a:latin typeface="Sitka Text" pitchFamily="2" charset="0"/>
              </a:defRPr>
            </a:lvl1pPr>
            <a:lvl2pPr>
              <a:defRPr sz="2665">
                <a:latin typeface="Sitka Text" pitchFamily="2" charset="0"/>
              </a:defRPr>
            </a:lvl2pPr>
            <a:lvl3pPr>
              <a:defRPr sz="2400">
                <a:latin typeface="Sitka Text" pitchFamily="2" charset="0"/>
              </a:defRPr>
            </a:lvl3pPr>
            <a:lvl4pPr>
              <a:defRPr sz="1865">
                <a:latin typeface="Sitka Text" pitchFamily="2" charset="0"/>
              </a:defRPr>
            </a:lvl4pPr>
            <a:lvl5pPr>
              <a:defRPr sz="1865">
                <a:latin typeface="Sitka Text" pitchFamily="2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FB9FF9-2C21-4BB1-A990-8B82B2961ECD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lec8 Disjoint Set Class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1" y="1712425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91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05A472-81F4-4E06-A995-E85261F833FC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lec8 Disjoint Set Class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1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641C85-8648-424C-A674-FDD08973EE6D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lec8 Disjoint Set Class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8" y="1681850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8" y="2507552"/>
            <a:ext cx="386715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3" y="1681852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3" y="2507552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43C2FF-4C00-45C0-BEE7-7114950D5E69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lec8 Disjoint Set Class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C2F720-F92F-49DB-8E68-5DC0FABBB050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lec8 Disjoint Set Class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0F3480-258F-49F5-8243-5E07CEAAC340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lec8 Disjoint Set Class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2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9E600C-6995-4B8F-A3AF-2DA0090236A3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lec8 Disjoint Set Class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F04F26-51E4-48B1-8CA3-E60A298815BC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lec8 Disjoint Set Class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BB6F42A-B0C7-4976-8774-34E134961BF1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lec8 Disjoint Set Class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360362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893E28-D31E-46FA-81F0-F41F6BEE33FE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lec8 Disjoint Set Class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39" y="35065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2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87F388C1-EAAA-44AD-83BC-8F3298A2E6F9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lec8 Disjoint Set Class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itchFamily="2" charset="0"/>
          <a:ea typeface="+mj-ea"/>
          <a:cs typeface="Times New Roman" panose="02020603050405020304" pitchFamily="18" charset="0"/>
        </a:defRPr>
      </a:lvl1pPr>
    </p:titleStyle>
    <p:bodyStyle>
      <a:lvl1pPr marL="170815" indent="-170815" algn="l" defTabSz="685800" rtl="0" eaLnBrk="1" latinLnBrk="0" hangingPunct="1">
        <a:lnSpc>
          <a:spcPct val="90000"/>
        </a:lnSpc>
        <a:spcBef>
          <a:spcPct val="151000"/>
        </a:spcBef>
        <a:buFont typeface="Wingdings 2" pitchFamily="18" charset="2"/>
        <a:buChar char=""/>
        <a:defRPr sz="32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1pPr>
      <a:lvl2pPr marL="5137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6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2pPr>
      <a:lvl3pPr marL="8566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3pPr>
      <a:lvl4pPr marL="11995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4pPr>
      <a:lvl5pPr marL="15424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5pPr>
      <a:lvl6pPr marL="18853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31.xml"/><Relationship Id="rId21" Type="http://schemas.openxmlformats.org/officeDocument/2006/relationships/tags" Target="../tags/tag26.xml"/><Relationship Id="rId34" Type="http://schemas.openxmlformats.org/officeDocument/2006/relationships/tags" Target="../tags/tag39.xml"/><Relationship Id="rId42" Type="http://schemas.openxmlformats.org/officeDocument/2006/relationships/tags" Target="../tags/tag47.xml"/><Relationship Id="rId47" Type="http://schemas.openxmlformats.org/officeDocument/2006/relationships/tags" Target="../tags/tag52.xml"/><Relationship Id="rId50" Type="http://schemas.openxmlformats.org/officeDocument/2006/relationships/tags" Target="../tags/tag55.xml"/><Relationship Id="rId55" Type="http://schemas.openxmlformats.org/officeDocument/2006/relationships/tags" Target="../tags/tag60.xml"/><Relationship Id="rId63" Type="http://schemas.openxmlformats.org/officeDocument/2006/relationships/tags" Target="../tags/tag68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9" Type="http://schemas.openxmlformats.org/officeDocument/2006/relationships/tags" Target="../tags/tag34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32" Type="http://schemas.openxmlformats.org/officeDocument/2006/relationships/tags" Target="../tags/tag37.xml"/><Relationship Id="rId37" Type="http://schemas.openxmlformats.org/officeDocument/2006/relationships/tags" Target="../tags/tag42.xml"/><Relationship Id="rId40" Type="http://schemas.openxmlformats.org/officeDocument/2006/relationships/tags" Target="../tags/tag45.xml"/><Relationship Id="rId45" Type="http://schemas.openxmlformats.org/officeDocument/2006/relationships/tags" Target="../tags/tag50.xml"/><Relationship Id="rId53" Type="http://schemas.openxmlformats.org/officeDocument/2006/relationships/tags" Target="../tags/tag58.xml"/><Relationship Id="rId58" Type="http://schemas.openxmlformats.org/officeDocument/2006/relationships/tags" Target="../tags/tag63.xml"/><Relationship Id="rId66" Type="http://schemas.openxmlformats.org/officeDocument/2006/relationships/image" Target="../media/image1.png"/><Relationship Id="rId5" Type="http://schemas.openxmlformats.org/officeDocument/2006/relationships/tags" Target="../tags/tag10.xml"/><Relationship Id="rId61" Type="http://schemas.openxmlformats.org/officeDocument/2006/relationships/tags" Target="../tags/tag66.xml"/><Relationship Id="rId19" Type="http://schemas.openxmlformats.org/officeDocument/2006/relationships/tags" Target="../tags/tag2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Relationship Id="rId30" Type="http://schemas.openxmlformats.org/officeDocument/2006/relationships/tags" Target="../tags/tag35.xml"/><Relationship Id="rId35" Type="http://schemas.openxmlformats.org/officeDocument/2006/relationships/tags" Target="../tags/tag40.xml"/><Relationship Id="rId43" Type="http://schemas.openxmlformats.org/officeDocument/2006/relationships/tags" Target="../tags/tag48.xml"/><Relationship Id="rId48" Type="http://schemas.openxmlformats.org/officeDocument/2006/relationships/tags" Target="../tags/tag53.xml"/><Relationship Id="rId56" Type="http://schemas.openxmlformats.org/officeDocument/2006/relationships/tags" Target="../tags/tag61.xml"/><Relationship Id="rId64" Type="http://schemas.openxmlformats.org/officeDocument/2006/relationships/tags" Target="../tags/tag69.xml"/><Relationship Id="rId8" Type="http://schemas.openxmlformats.org/officeDocument/2006/relationships/tags" Target="../tags/tag13.xml"/><Relationship Id="rId51" Type="http://schemas.openxmlformats.org/officeDocument/2006/relationships/tags" Target="../tags/tag56.xml"/><Relationship Id="rId3" Type="http://schemas.openxmlformats.org/officeDocument/2006/relationships/tags" Target="../tags/tag8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33" Type="http://schemas.openxmlformats.org/officeDocument/2006/relationships/tags" Target="../tags/tag38.xml"/><Relationship Id="rId38" Type="http://schemas.openxmlformats.org/officeDocument/2006/relationships/tags" Target="../tags/tag43.xml"/><Relationship Id="rId46" Type="http://schemas.openxmlformats.org/officeDocument/2006/relationships/tags" Target="../tags/tag51.xml"/><Relationship Id="rId59" Type="http://schemas.openxmlformats.org/officeDocument/2006/relationships/tags" Target="../tags/tag64.xml"/><Relationship Id="rId20" Type="http://schemas.openxmlformats.org/officeDocument/2006/relationships/tags" Target="../tags/tag25.xml"/><Relationship Id="rId41" Type="http://schemas.openxmlformats.org/officeDocument/2006/relationships/tags" Target="../tags/tag46.xml"/><Relationship Id="rId54" Type="http://schemas.openxmlformats.org/officeDocument/2006/relationships/tags" Target="../tags/tag59.xml"/><Relationship Id="rId62" Type="http://schemas.openxmlformats.org/officeDocument/2006/relationships/tags" Target="../tags/tag6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tags" Target="../tags/tag33.xml"/><Relationship Id="rId36" Type="http://schemas.openxmlformats.org/officeDocument/2006/relationships/tags" Target="../tags/tag41.xml"/><Relationship Id="rId49" Type="http://schemas.openxmlformats.org/officeDocument/2006/relationships/tags" Target="../tags/tag54.xml"/><Relationship Id="rId57" Type="http://schemas.openxmlformats.org/officeDocument/2006/relationships/tags" Target="../tags/tag62.xml"/><Relationship Id="rId10" Type="http://schemas.openxmlformats.org/officeDocument/2006/relationships/tags" Target="../tags/tag15.xml"/><Relationship Id="rId31" Type="http://schemas.openxmlformats.org/officeDocument/2006/relationships/tags" Target="../tags/tag36.xml"/><Relationship Id="rId44" Type="http://schemas.openxmlformats.org/officeDocument/2006/relationships/tags" Target="../tags/tag49.xml"/><Relationship Id="rId52" Type="http://schemas.openxmlformats.org/officeDocument/2006/relationships/tags" Target="../tags/tag57.xml"/><Relationship Id="rId60" Type="http://schemas.openxmlformats.org/officeDocument/2006/relationships/tags" Target="../tags/tag65.xml"/><Relationship Id="rId65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39" Type="http://schemas.openxmlformats.org/officeDocument/2006/relationships/tags" Target="../tags/tag4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103.xml"/><Relationship Id="rId21" Type="http://schemas.openxmlformats.org/officeDocument/2006/relationships/tags" Target="../tags/tag98.xml"/><Relationship Id="rId34" Type="http://schemas.openxmlformats.org/officeDocument/2006/relationships/tags" Target="../tags/tag111.xml"/><Relationship Id="rId42" Type="http://schemas.openxmlformats.org/officeDocument/2006/relationships/tags" Target="../tags/tag119.xml"/><Relationship Id="rId47" Type="http://schemas.openxmlformats.org/officeDocument/2006/relationships/tags" Target="../tags/tag124.xml"/><Relationship Id="rId50" Type="http://schemas.openxmlformats.org/officeDocument/2006/relationships/tags" Target="../tags/tag127.xml"/><Relationship Id="rId55" Type="http://schemas.openxmlformats.org/officeDocument/2006/relationships/tags" Target="../tags/tag132.xml"/><Relationship Id="rId63" Type="http://schemas.openxmlformats.org/officeDocument/2006/relationships/tags" Target="../tags/tag140.xml"/><Relationship Id="rId7" Type="http://schemas.openxmlformats.org/officeDocument/2006/relationships/tags" Target="../tags/tag84.xml"/><Relationship Id="rId2" Type="http://schemas.openxmlformats.org/officeDocument/2006/relationships/tags" Target="../tags/tag79.xml"/><Relationship Id="rId16" Type="http://schemas.openxmlformats.org/officeDocument/2006/relationships/tags" Target="../tags/tag93.xml"/><Relationship Id="rId29" Type="http://schemas.openxmlformats.org/officeDocument/2006/relationships/tags" Target="../tags/tag106.xml"/><Relationship Id="rId11" Type="http://schemas.openxmlformats.org/officeDocument/2006/relationships/tags" Target="../tags/tag88.xml"/><Relationship Id="rId24" Type="http://schemas.openxmlformats.org/officeDocument/2006/relationships/tags" Target="../tags/tag101.xml"/><Relationship Id="rId32" Type="http://schemas.openxmlformats.org/officeDocument/2006/relationships/tags" Target="../tags/tag109.xml"/><Relationship Id="rId37" Type="http://schemas.openxmlformats.org/officeDocument/2006/relationships/tags" Target="../tags/tag114.xml"/><Relationship Id="rId40" Type="http://schemas.openxmlformats.org/officeDocument/2006/relationships/tags" Target="../tags/tag117.xml"/><Relationship Id="rId45" Type="http://schemas.openxmlformats.org/officeDocument/2006/relationships/tags" Target="../tags/tag122.xml"/><Relationship Id="rId53" Type="http://schemas.openxmlformats.org/officeDocument/2006/relationships/tags" Target="../tags/tag130.xml"/><Relationship Id="rId58" Type="http://schemas.openxmlformats.org/officeDocument/2006/relationships/tags" Target="../tags/tag135.xml"/><Relationship Id="rId66" Type="http://schemas.openxmlformats.org/officeDocument/2006/relationships/image" Target="../media/image1.png"/><Relationship Id="rId5" Type="http://schemas.openxmlformats.org/officeDocument/2006/relationships/tags" Target="../tags/tag82.xml"/><Relationship Id="rId61" Type="http://schemas.openxmlformats.org/officeDocument/2006/relationships/tags" Target="../tags/tag138.xml"/><Relationship Id="rId19" Type="http://schemas.openxmlformats.org/officeDocument/2006/relationships/tags" Target="../tags/tag96.xml"/><Relationship Id="rId14" Type="http://schemas.openxmlformats.org/officeDocument/2006/relationships/tags" Target="../tags/tag91.xml"/><Relationship Id="rId22" Type="http://schemas.openxmlformats.org/officeDocument/2006/relationships/tags" Target="../tags/tag99.xml"/><Relationship Id="rId27" Type="http://schemas.openxmlformats.org/officeDocument/2006/relationships/tags" Target="../tags/tag104.xml"/><Relationship Id="rId30" Type="http://schemas.openxmlformats.org/officeDocument/2006/relationships/tags" Target="../tags/tag107.xml"/><Relationship Id="rId35" Type="http://schemas.openxmlformats.org/officeDocument/2006/relationships/tags" Target="../tags/tag112.xml"/><Relationship Id="rId43" Type="http://schemas.openxmlformats.org/officeDocument/2006/relationships/tags" Target="../tags/tag120.xml"/><Relationship Id="rId48" Type="http://schemas.openxmlformats.org/officeDocument/2006/relationships/tags" Target="../tags/tag125.xml"/><Relationship Id="rId56" Type="http://schemas.openxmlformats.org/officeDocument/2006/relationships/tags" Target="../tags/tag133.xml"/><Relationship Id="rId64" Type="http://schemas.openxmlformats.org/officeDocument/2006/relationships/tags" Target="../tags/tag141.xml"/><Relationship Id="rId8" Type="http://schemas.openxmlformats.org/officeDocument/2006/relationships/tags" Target="../tags/tag85.xml"/><Relationship Id="rId51" Type="http://schemas.openxmlformats.org/officeDocument/2006/relationships/tags" Target="../tags/tag128.xml"/><Relationship Id="rId3" Type="http://schemas.openxmlformats.org/officeDocument/2006/relationships/tags" Target="../tags/tag80.xml"/><Relationship Id="rId12" Type="http://schemas.openxmlformats.org/officeDocument/2006/relationships/tags" Target="../tags/tag89.xml"/><Relationship Id="rId17" Type="http://schemas.openxmlformats.org/officeDocument/2006/relationships/tags" Target="../tags/tag94.xml"/><Relationship Id="rId25" Type="http://schemas.openxmlformats.org/officeDocument/2006/relationships/tags" Target="../tags/tag102.xml"/><Relationship Id="rId33" Type="http://schemas.openxmlformats.org/officeDocument/2006/relationships/tags" Target="../tags/tag110.xml"/><Relationship Id="rId38" Type="http://schemas.openxmlformats.org/officeDocument/2006/relationships/tags" Target="../tags/tag115.xml"/><Relationship Id="rId46" Type="http://schemas.openxmlformats.org/officeDocument/2006/relationships/tags" Target="../tags/tag123.xml"/><Relationship Id="rId59" Type="http://schemas.openxmlformats.org/officeDocument/2006/relationships/tags" Target="../tags/tag136.xml"/><Relationship Id="rId20" Type="http://schemas.openxmlformats.org/officeDocument/2006/relationships/tags" Target="../tags/tag97.xml"/><Relationship Id="rId41" Type="http://schemas.openxmlformats.org/officeDocument/2006/relationships/tags" Target="../tags/tag118.xml"/><Relationship Id="rId54" Type="http://schemas.openxmlformats.org/officeDocument/2006/relationships/tags" Target="../tags/tag131.xml"/><Relationship Id="rId62" Type="http://schemas.openxmlformats.org/officeDocument/2006/relationships/tags" Target="../tags/tag13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5" Type="http://schemas.openxmlformats.org/officeDocument/2006/relationships/tags" Target="../tags/tag92.xml"/><Relationship Id="rId23" Type="http://schemas.openxmlformats.org/officeDocument/2006/relationships/tags" Target="../tags/tag100.xml"/><Relationship Id="rId28" Type="http://schemas.openxmlformats.org/officeDocument/2006/relationships/tags" Target="../tags/tag105.xml"/><Relationship Id="rId36" Type="http://schemas.openxmlformats.org/officeDocument/2006/relationships/tags" Target="../tags/tag113.xml"/><Relationship Id="rId49" Type="http://schemas.openxmlformats.org/officeDocument/2006/relationships/tags" Target="../tags/tag126.xml"/><Relationship Id="rId57" Type="http://schemas.openxmlformats.org/officeDocument/2006/relationships/tags" Target="../tags/tag134.xml"/><Relationship Id="rId10" Type="http://schemas.openxmlformats.org/officeDocument/2006/relationships/tags" Target="../tags/tag87.xml"/><Relationship Id="rId31" Type="http://schemas.openxmlformats.org/officeDocument/2006/relationships/tags" Target="../tags/tag108.xml"/><Relationship Id="rId44" Type="http://schemas.openxmlformats.org/officeDocument/2006/relationships/tags" Target="../tags/tag121.xml"/><Relationship Id="rId52" Type="http://schemas.openxmlformats.org/officeDocument/2006/relationships/tags" Target="../tags/tag129.xml"/><Relationship Id="rId60" Type="http://schemas.openxmlformats.org/officeDocument/2006/relationships/tags" Target="../tags/tag137.xml"/><Relationship Id="rId6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3" Type="http://schemas.openxmlformats.org/officeDocument/2006/relationships/tags" Target="../tags/tag90.xml"/><Relationship Id="rId18" Type="http://schemas.openxmlformats.org/officeDocument/2006/relationships/tags" Target="../tags/tag95.xml"/><Relationship Id="rId39" Type="http://schemas.openxmlformats.org/officeDocument/2006/relationships/tags" Target="../tags/tag11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44.xml"/><Relationship Id="rId7" Type="http://schemas.openxmlformats.org/officeDocument/2006/relationships/tags" Target="../tags/tag148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61.xml"/><Relationship Id="rId18" Type="http://schemas.openxmlformats.org/officeDocument/2006/relationships/tags" Target="../tags/tag166.xml"/><Relationship Id="rId26" Type="http://schemas.openxmlformats.org/officeDocument/2006/relationships/tags" Target="../tags/tag174.xml"/><Relationship Id="rId39" Type="http://schemas.openxmlformats.org/officeDocument/2006/relationships/tags" Target="../tags/tag187.xml"/><Relationship Id="rId21" Type="http://schemas.openxmlformats.org/officeDocument/2006/relationships/tags" Target="../tags/tag169.xml"/><Relationship Id="rId34" Type="http://schemas.openxmlformats.org/officeDocument/2006/relationships/tags" Target="../tags/tag182.xml"/><Relationship Id="rId42" Type="http://schemas.openxmlformats.org/officeDocument/2006/relationships/tags" Target="../tags/tag190.xml"/><Relationship Id="rId47" Type="http://schemas.openxmlformats.org/officeDocument/2006/relationships/tags" Target="../tags/tag195.xml"/><Relationship Id="rId50" Type="http://schemas.openxmlformats.org/officeDocument/2006/relationships/tags" Target="../tags/tag198.xml"/><Relationship Id="rId7" Type="http://schemas.openxmlformats.org/officeDocument/2006/relationships/tags" Target="../tags/tag155.xml"/><Relationship Id="rId2" Type="http://schemas.openxmlformats.org/officeDocument/2006/relationships/tags" Target="../tags/tag150.xml"/><Relationship Id="rId16" Type="http://schemas.openxmlformats.org/officeDocument/2006/relationships/tags" Target="../tags/tag164.xml"/><Relationship Id="rId29" Type="http://schemas.openxmlformats.org/officeDocument/2006/relationships/tags" Target="../tags/tag177.xml"/><Relationship Id="rId11" Type="http://schemas.openxmlformats.org/officeDocument/2006/relationships/tags" Target="../tags/tag159.xml"/><Relationship Id="rId24" Type="http://schemas.openxmlformats.org/officeDocument/2006/relationships/tags" Target="../tags/tag172.xml"/><Relationship Id="rId32" Type="http://schemas.openxmlformats.org/officeDocument/2006/relationships/tags" Target="../tags/tag180.xml"/><Relationship Id="rId37" Type="http://schemas.openxmlformats.org/officeDocument/2006/relationships/tags" Target="../tags/tag185.xml"/><Relationship Id="rId40" Type="http://schemas.openxmlformats.org/officeDocument/2006/relationships/tags" Target="../tags/tag188.xml"/><Relationship Id="rId45" Type="http://schemas.openxmlformats.org/officeDocument/2006/relationships/tags" Target="../tags/tag193.xml"/><Relationship Id="rId5" Type="http://schemas.openxmlformats.org/officeDocument/2006/relationships/tags" Target="../tags/tag153.xml"/><Relationship Id="rId15" Type="http://schemas.openxmlformats.org/officeDocument/2006/relationships/tags" Target="../tags/tag163.xml"/><Relationship Id="rId23" Type="http://schemas.openxmlformats.org/officeDocument/2006/relationships/tags" Target="../tags/tag171.xml"/><Relationship Id="rId28" Type="http://schemas.openxmlformats.org/officeDocument/2006/relationships/tags" Target="../tags/tag176.xml"/><Relationship Id="rId36" Type="http://schemas.openxmlformats.org/officeDocument/2006/relationships/tags" Target="../tags/tag184.xml"/><Relationship Id="rId49" Type="http://schemas.openxmlformats.org/officeDocument/2006/relationships/tags" Target="../tags/tag197.xml"/><Relationship Id="rId10" Type="http://schemas.openxmlformats.org/officeDocument/2006/relationships/tags" Target="../tags/tag158.xml"/><Relationship Id="rId19" Type="http://schemas.openxmlformats.org/officeDocument/2006/relationships/tags" Target="../tags/tag167.xml"/><Relationship Id="rId31" Type="http://schemas.openxmlformats.org/officeDocument/2006/relationships/tags" Target="../tags/tag179.xml"/><Relationship Id="rId44" Type="http://schemas.openxmlformats.org/officeDocument/2006/relationships/tags" Target="../tags/tag192.xml"/><Relationship Id="rId52" Type="http://schemas.openxmlformats.org/officeDocument/2006/relationships/image" Target="../media/image1.png"/><Relationship Id="rId4" Type="http://schemas.openxmlformats.org/officeDocument/2006/relationships/tags" Target="../tags/tag152.xml"/><Relationship Id="rId9" Type="http://schemas.openxmlformats.org/officeDocument/2006/relationships/tags" Target="../tags/tag157.xml"/><Relationship Id="rId14" Type="http://schemas.openxmlformats.org/officeDocument/2006/relationships/tags" Target="../tags/tag162.xml"/><Relationship Id="rId22" Type="http://schemas.openxmlformats.org/officeDocument/2006/relationships/tags" Target="../tags/tag170.xml"/><Relationship Id="rId27" Type="http://schemas.openxmlformats.org/officeDocument/2006/relationships/tags" Target="../tags/tag175.xml"/><Relationship Id="rId30" Type="http://schemas.openxmlformats.org/officeDocument/2006/relationships/tags" Target="../tags/tag178.xml"/><Relationship Id="rId35" Type="http://schemas.openxmlformats.org/officeDocument/2006/relationships/tags" Target="../tags/tag183.xml"/><Relationship Id="rId43" Type="http://schemas.openxmlformats.org/officeDocument/2006/relationships/tags" Target="../tags/tag191.xml"/><Relationship Id="rId48" Type="http://schemas.openxmlformats.org/officeDocument/2006/relationships/tags" Target="../tags/tag196.xml"/><Relationship Id="rId8" Type="http://schemas.openxmlformats.org/officeDocument/2006/relationships/tags" Target="../tags/tag156.xml"/><Relationship Id="rId51" Type="http://schemas.openxmlformats.org/officeDocument/2006/relationships/slideLayout" Target="../slideLayouts/slideLayout2.xml"/><Relationship Id="rId3" Type="http://schemas.openxmlformats.org/officeDocument/2006/relationships/tags" Target="../tags/tag151.xml"/><Relationship Id="rId12" Type="http://schemas.openxmlformats.org/officeDocument/2006/relationships/tags" Target="../tags/tag160.xml"/><Relationship Id="rId17" Type="http://schemas.openxmlformats.org/officeDocument/2006/relationships/tags" Target="../tags/tag165.xml"/><Relationship Id="rId25" Type="http://schemas.openxmlformats.org/officeDocument/2006/relationships/tags" Target="../tags/tag173.xml"/><Relationship Id="rId33" Type="http://schemas.openxmlformats.org/officeDocument/2006/relationships/tags" Target="../tags/tag181.xml"/><Relationship Id="rId38" Type="http://schemas.openxmlformats.org/officeDocument/2006/relationships/tags" Target="../tags/tag186.xml"/><Relationship Id="rId46" Type="http://schemas.openxmlformats.org/officeDocument/2006/relationships/tags" Target="../tags/tag194.xml"/><Relationship Id="rId20" Type="http://schemas.openxmlformats.org/officeDocument/2006/relationships/tags" Target="../tags/tag168.xml"/><Relationship Id="rId41" Type="http://schemas.openxmlformats.org/officeDocument/2006/relationships/tags" Target="../tags/tag189.xml"/><Relationship Id="rId1" Type="http://schemas.openxmlformats.org/officeDocument/2006/relationships/tags" Target="../tags/tag149.xml"/><Relationship Id="rId6" Type="http://schemas.openxmlformats.org/officeDocument/2006/relationships/tags" Target="../tags/tag15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20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tags" Target="../tags/tag207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17.xml"/><Relationship Id="rId7" Type="http://schemas.openxmlformats.org/officeDocument/2006/relationships/tags" Target="../tags/tag221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9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224.xml"/><Relationship Id="rId7" Type="http://schemas.openxmlformats.org/officeDocument/2006/relationships/tags" Target="../tags/tag228.xml"/><Relationship Id="rId2" Type="http://schemas.openxmlformats.org/officeDocument/2006/relationships/tags" Target="../tags/tag223.xml"/><Relationship Id="rId1" Type="http://schemas.openxmlformats.org/officeDocument/2006/relationships/tags" Target="../tags/tag222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9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3" Type="http://schemas.openxmlformats.org/officeDocument/2006/relationships/tags" Target="../tags/tag231.xml"/><Relationship Id="rId7" Type="http://schemas.openxmlformats.org/officeDocument/2006/relationships/tags" Target="../tags/tag235.xml"/><Relationship Id="rId2" Type="http://schemas.openxmlformats.org/officeDocument/2006/relationships/tags" Target="../tags/tag230.xml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10" Type="http://schemas.openxmlformats.org/officeDocument/2006/relationships/image" Target="../media/image1.png"/><Relationship Id="rId4" Type="http://schemas.openxmlformats.org/officeDocument/2006/relationships/tags" Target="../tags/tag232.xml"/><Relationship Id="rId9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239.xml"/><Relationship Id="rId7" Type="http://schemas.openxmlformats.org/officeDocument/2006/relationships/image" Target="../media/image1.png"/><Relationship Id="rId2" Type="http://schemas.openxmlformats.org/officeDocument/2006/relationships/tags" Target="../tags/tag238.xml"/><Relationship Id="rId1" Type="http://schemas.openxmlformats.org/officeDocument/2006/relationships/tags" Target="../tags/tag237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241.xml"/><Relationship Id="rId4" Type="http://schemas.openxmlformats.org/officeDocument/2006/relationships/tags" Target="../tags/tag24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" Type="http://schemas.openxmlformats.org/officeDocument/2006/relationships/tags" Target="../tags/tag24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" Type="http://schemas.openxmlformats.org/officeDocument/2006/relationships/tags" Target="../tags/tag24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24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" Type="http://schemas.openxmlformats.org/officeDocument/2006/relationships/tags" Target="../tags/tag25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tags" Target="../tags/tag25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tags" Target="../tags/tag25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6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264.xml"/><Relationship Id="rId7" Type="http://schemas.openxmlformats.org/officeDocument/2006/relationships/image" Target="../media/image1.png"/><Relationship Id="rId2" Type="http://schemas.openxmlformats.org/officeDocument/2006/relationships/tags" Target="../tags/tag263.xml"/><Relationship Id="rId1" Type="http://schemas.openxmlformats.org/officeDocument/2006/relationships/tags" Target="../tags/tag26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66.xml"/><Relationship Id="rId4" Type="http://schemas.openxmlformats.org/officeDocument/2006/relationships/tags" Target="../tags/tag26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" Type="http://schemas.openxmlformats.org/officeDocument/2006/relationships/tags" Target="../tags/tag267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27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27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tags" Target="../tags/tag27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281.xml"/><Relationship Id="rId7" Type="http://schemas.openxmlformats.org/officeDocument/2006/relationships/tags" Target="../tags/tag285.xml"/><Relationship Id="rId2" Type="http://schemas.openxmlformats.org/officeDocument/2006/relationships/tags" Target="../tags/tag280.xml"/><Relationship Id="rId1" Type="http://schemas.openxmlformats.org/officeDocument/2006/relationships/tags" Target="../tags/tag279.xml"/><Relationship Id="rId6" Type="http://schemas.openxmlformats.org/officeDocument/2006/relationships/tags" Target="../tags/tag284.xml"/><Relationship Id="rId5" Type="http://schemas.openxmlformats.org/officeDocument/2006/relationships/tags" Target="../tags/tag283.xml"/><Relationship Id="rId4" Type="http://schemas.openxmlformats.org/officeDocument/2006/relationships/tags" Target="../tags/tag282.xml"/><Relationship Id="rId9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" Type="http://schemas.openxmlformats.org/officeDocument/2006/relationships/tags" Target="../tags/tag28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8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" Type="http://schemas.openxmlformats.org/officeDocument/2006/relationships/tags" Target="../tags/tag29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29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301.xml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tags" Target="../tags/tag299.xml"/><Relationship Id="rId5" Type="http://schemas.openxmlformats.org/officeDocument/2006/relationships/tags" Target="../tags/tag298.xml"/><Relationship Id="rId10" Type="http://schemas.openxmlformats.org/officeDocument/2006/relationships/image" Target="../media/image1.png"/><Relationship Id="rId4" Type="http://schemas.openxmlformats.org/officeDocument/2006/relationships/tags" Target="../tags/tag297.xml"/><Relationship Id="rId9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" Type="http://schemas.openxmlformats.org/officeDocument/2006/relationships/tags" Target="../tags/tag30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305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tags" Target="../tags/tag318.xml"/><Relationship Id="rId18" Type="http://schemas.openxmlformats.org/officeDocument/2006/relationships/tags" Target="../tags/tag323.xml"/><Relationship Id="rId26" Type="http://schemas.openxmlformats.org/officeDocument/2006/relationships/tags" Target="../tags/tag331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326.xml"/><Relationship Id="rId34" Type="http://schemas.openxmlformats.org/officeDocument/2006/relationships/tags" Target="../tags/tag339.xml"/><Relationship Id="rId7" Type="http://schemas.openxmlformats.org/officeDocument/2006/relationships/tags" Target="../tags/tag312.xml"/><Relationship Id="rId12" Type="http://schemas.openxmlformats.org/officeDocument/2006/relationships/tags" Target="../tags/tag317.xml"/><Relationship Id="rId17" Type="http://schemas.openxmlformats.org/officeDocument/2006/relationships/tags" Target="../tags/tag322.xml"/><Relationship Id="rId25" Type="http://schemas.openxmlformats.org/officeDocument/2006/relationships/tags" Target="../tags/tag330.xml"/><Relationship Id="rId33" Type="http://schemas.openxmlformats.org/officeDocument/2006/relationships/tags" Target="../tags/tag338.xml"/><Relationship Id="rId38" Type="http://schemas.openxmlformats.org/officeDocument/2006/relationships/tags" Target="../tags/tag343.xml"/><Relationship Id="rId2" Type="http://schemas.openxmlformats.org/officeDocument/2006/relationships/tags" Target="../tags/tag307.xml"/><Relationship Id="rId16" Type="http://schemas.openxmlformats.org/officeDocument/2006/relationships/tags" Target="../tags/tag321.xml"/><Relationship Id="rId20" Type="http://schemas.openxmlformats.org/officeDocument/2006/relationships/tags" Target="../tags/tag325.xml"/><Relationship Id="rId29" Type="http://schemas.openxmlformats.org/officeDocument/2006/relationships/tags" Target="../tags/tag334.xml"/><Relationship Id="rId1" Type="http://schemas.openxmlformats.org/officeDocument/2006/relationships/tags" Target="../tags/tag306.xml"/><Relationship Id="rId6" Type="http://schemas.openxmlformats.org/officeDocument/2006/relationships/tags" Target="../tags/tag311.xml"/><Relationship Id="rId11" Type="http://schemas.openxmlformats.org/officeDocument/2006/relationships/tags" Target="../tags/tag316.xml"/><Relationship Id="rId24" Type="http://schemas.openxmlformats.org/officeDocument/2006/relationships/tags" Target="../tags/tag329.xml"/><Relationship Id="rId32" Type="http://schemas.openxmlformats.org/officeDocument/2006/relationships/tags" Target="../tags/tag337.xml"/><Relationship Id="rId37" Type="http://schemas.openxmlformats.org/officeDocument/2006/relationships/tags" Target="../tags/tag342.xml"/><Relationship Id="rId40" Type="http://schemas.openxmlformats.org/officeDocument/2006/relationships/image" Target="../media/image1.png"/><Relationship Id="rId5" Type="http://schemas.openxmlformats.org/officeDocument/2006/relationships/tags" Target="../tags/tag310.xml"/><Relationship Id="rId15" Type="http://schemas.openxmlformats.org/officeDocument/2006/relationships/tags" Target="../tags/tag320.xml"/><Relationship Id="rId23" Type="http://schemas.openxmlformats.org/officeDocument/2006/relationships/tags" Target="../tags/tag328.xml"/><Relationship Id="rId28" Type="http://schemas.openxmlformats.org/officeDocument/2006/relationships/tags" Target="../tags/tag333.xml"/><Relationship Id="rId36" Type="http://schemas.openxmlformats.org/officeDocument/2006/relationships/tags" Target="../tags/tag341.xml"/><Relationship Id="rId10" Type="http://schemas.openxmlformats.org/officeDocument/2006/relationships/tags" Target="../tags/tag315.xml"/><Relationship Id="rId19" Type="http://schemas.openxmlformats.org/officeDocument/2006/relationships/tags" Target="../tags/tag324.xml"/><Relationship Id="rId31" Type="http://schemas.openxmlformats.org/officeDocument/2006/relationships/tags" Target="../tags/tag336.xml"/><Relationship Id="rId4" Type="http://schemas.openxmlformats.org/officeDocument/2006/relationships/tags" Target="../tags/tag309.xml"/><Relationship Id="rId9" Type="http://schemas.openxmlformats.org/officeDocument/2006/relationships/tags" Target="../tags/tag314.xml"/><Relationship Id="rId14" Type="http://schemas.openxmlformats.org/officeDocument/2006/relationships/tags" Target="../tags/tag319.xml"/><Relationship Id="rId22" Type="http://schemas.openxmlformats.org/officeDocument/2006/relationships/tags" Target="../tags/tag327.xml"/><Relationship Id="rId27" Type="http://schemas.openxmlformats.org/officeDocument/2006/relationships/tags" Target="../tags/tag332.xml"/><Relationship Id="rId30" Type="http://schemas.openxmlformats.org/officeDocument/2006/relationships/tags" Target="../tags/tag335.xml"/><Relationship Id="rId35" Type="http://schemas.openxmlformats.org/officeDocument/2006/relationships/tags" Target="../tags/tag340.xml"/><Relationship Id="rId8" Type="http://schemas.openxmlformats.org/officeDocument/2006/relationships/tags" Target="../tags/tag313.xml"/><Relationship Id="rId3" Type="http://schemas.openxmlformats.org/officeDocument/2006/relationships/tags" Target="../tags/tag308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tags" Target="../tags/tag356.xml"/><Relationship Id="rId18" Type="http://schemas.openxmlformats.org/officeDocument/2006/relationships/tags" Target="../tags/tag361.xml"/><Relationship Id="rId26" Type="http://schemas.openxmlformats.org/officeDocument/2006/relationships/tags" Target="../tags/tag369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364.xml"/><Relationship Id="rId34" Type="http://schemas.openxmlformats.org/officeDocument/2006/relationships/tags" Target="../tags/tag377.xml"/><Relationship Id="rId7" Type="http://schemas.openxmlformats.org/officeDocument/2006/relationships/tags" Target="../tags/tag350.xml"/><Relationship Id="rId12" Type="http://schemas.openxmlformats.org/officeDocument/2006/relationships/tags" Target="../tags/tag355.xml"/><Relationship Id="rId17" Type="http://schemas.openxmlformats.org/officeDocument/2006/relationships/tags" Target="../tags/tag360.xml"/><Relationship Id="rId25" Type="http://schemas.openxmlformats.org/officeDocument/2006/relationships/tags" Target="../tags/tag368.xml"/><Relationship Id="rId33" Type="http://schemas.openxmlformats.org/officeDocument/2006/relationships/tags" Target="../tags/tag376.xml"/><Relationship Id="rId38" Type="http://schemas.openxmlformats.org/officeDocument/2006/relationships/tags" Target="../tags/tag381.xml"/><Relationship Id="rId2" Type="http://schemas.openxmlformats.org/officeDocument/2006/relationships/tags" Target="../tags/tag345.xml"/><Relationship Id="rId16" Type="http://schemas.openxmlformats.org/officeDocument/2006/relationships/tags" Target="../tags/tag359.xml"/><Relationship Id="rId20" Type="http://schemas.openxmlformats.org/officeDocument/2006/relationships/tags" Target="../tags/tag363.xml"/><Relationship Id="rId29" Type="http://schemas.openxmlformats.org/officeDocument/2006/relationships/tags" Target="../tags/tag372.xml"/><Relationship Id="rId1" Type="http://schemas.openxmlformats.org/officeDocument/2006/relationships/tags" Target="../tags/tag344.xml"/><Relationship Id="rId6" Type="http://schemas.openxmlformats.org/officeDocument/2006/relationships/tags" Target="../tags/tag349.xml"/><Relationship Id="rId11" Type="http://schemas.openxmlformats.org/officeDocument/2006/relationships/tags" Target="../tags/tag354.xml"/><Relationship Id="rId24" Type="http://schemas.openxmlformats.org/officeDocument/2006/relationships/tags" Target="../tags/tag367.xml"/><Relationship Id="rId32" Type="http://schemas.openxmlformats.org/officeDocument/2006/relationships/tags" Target="../tags/tag375.xml"/><Relationship Id="rId37" Type="http://schemas.openxmlformats.org/officeDocument/2006/relationships/tags" Target="../tags/tag380.xml"/><Relationship Id="rId40" Type="http://schemas.openxmlformats.org/officeDocument/2006/relationships/image" Target="../media/image1.png"/><Relationship Id="rId5" Type="http://schemas.openxmlformats.org/officeDocument/2006/relationships/tags" Target="../tags/tag348.xml"/><Relationship Id="rId15" Type="http://schemas.openxmlformats.org/officeDocument/2006/relationships/tags" Target="../tags/tag358.xml"/><Relationship Id="rId23" Type="http://schemas.openxmlformats.org/officeDocument/2006/relationships/tags" Target="../tags/tag366.xml"/><Relationship Id="rId28" Type="http://schemas.openxmlformats.org/officeDocument/2006/relationships/tags" Target="../tags/tag371.xml"/><Relationship Id="rId36" Type="http://schemas.openxmlformats.org/officeDocument/2006/relationships/tags" Target="../tags/tag379.xml"/><Relationship Id="rId10" Type="http://schemas.openxmlformats.org/officeDocument/2006/relationships/tags" Target="../tags/tag353.xml"/><Relationship Id="rId19" Type="http://schemas.openxmlformats.org/officeDocument/2006/relationships/tags" Target="../tags/tag362.xml"/><Relationship Id="rId31" Type="http://schemas.openxmlformats.org/officeDocument/2006/relationships/tags" Target="../tags/tag374.xml"/><Relationship Id="rId4" Type="http://schemas.openxmlformats.org/officeDocument/2006/relationships/tags" Target="../tags/tag347.xml"/><Relationship Id="rId9" Type="http://schemas.openxmlformats.org/officeDocument/2006/relationships/tags" Target="../tags/tag352.xml"/><Relationship Id="rId14" Type="http://schemas.openxmlformats.org/officeDocument/2006/relationships/tags" Target="../tags/tag357.xml"/><Relationship Id="rId22" Type="http://schemas.openxmlformats.org/officeDocument/2006/relationships/tags" Target="../tags/tag365.xml"/><Relationship Id="rId27" Type="http://schemas.openxmlformats.org/officeDocument/2006/relationships/tags" Target="../tags/tag370.xml"/><Relationship Id="rId30" Type="http://schemas.openxmlformats.org/officeDocument/2006/relationships/tags" Target="../tags/tag373.xml"/><Relationship Id="rId35" Type="http://schemas.openxmlformats.org/officeDocument/2006/relationships/tags" Target="../tags/tag378.xml"/><Relationship Id="rId8" Type="http://schemas.openxmlformats.org/officeDocument/2006/relationships/tags" Target="../tags/tag351.xml"/><Relationship Id="rId3" Type="http://schemas.openxmlformats.org/officeDocument/2006/relationships/tags" Target="../tags/tag34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" Type="http://schemas.openxmlformats.org/officeDocument/2006/relationships/tags" Target="../tags/tag38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8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388.xml"/><Relationship Id="rId2" Type="http://schemas.openxmlformats.org/officeDocument/2006/relationships/tags" Target="../tags/tag387.xml"/><Relationship Id="rId1" Type="http://schemas.openxmlformats.org/officeDocument/2006/relationships/tags" Target="../tags/tag38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8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392.xml"/><Relationship Id="rId2" Type="http://schemas.openxmlformats.org/officeDocument/2006/relationships/tags" Target="../tags/tag391.xml"/><Relationship Id="rId1" Type="http://schemas.openxmlformats.org/officeDocument/2006/relationships/tags" Target="../tags/tag39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93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tags" Target="../tags/tag406.xml"/><Relationship Id="rId18" Type="http://schemas.openxmlformats.org/officeDocument/2006/relationships/tags" Target="../tags/tag411.xml"/><Relationship Id="rId26" Type="http://schemas.openxmlformats.org/officeDocument/2006/relationships/tags" Target="../tags/tag419.xml"/><Relationship Id="rId39" Type="http://schemas.openxmlformats.org/officeDocument/2006/relationships/tags" Target="../tags/tag432.xml"/><Relationship Id="rId21" Type="http://schemas.openxmlformats.org/officeDocument/2006/relationships/tags" Target="../tags/tag414.xml"/><Relationship Id="rId34" Type="http://schemas.openxmlformats.org/officeDocument/2006/relationships/tags" Target="../tags/tag427.xml"/><Relationship Id="rId42" Type="http://schemas.openxmlformats.org/officeDocument/2006/relationships/tags" Target="../tags/tag435.xml"/><Relationship Id="rId47" Type="http://schemas.openxmlformats.org/officeDocument/2006/relationships/tags" Target="../tags/tag440.xml"/><Relationship Id="rId50" Type="http://schemas.openxmlformats.org/officeDocument/2006/relationships/tags" Target="../tags/tag443.xml"/><Relationship Id="rId7" Type="http://schemas.openxmlformats.org/officeDocument/2006/relationships/tags" Target="../tags/tag400.xml"/><Relationship Id="rId2" Type="http://schemas.openxmlformats.org/officeDocument/2006/relationships/tags" Target="../tags/tag395.xml"/><Relationship Id="rId16" Type="http://schemas.openxmlformats.org/officeDocument/2006/relationships/tags" Target="../tags/tag409.xml"/><Relationship Id="rId29" Type="http://schemas.openxmlformats.org/officeDocument/2006/relationships/tags" Target="../tags/tag422.xml"/><Relationship Id="rId11" Type="http://schemas.openxmlformats.org/officeDocument/2006/relationships/tags" Target="../tags/tag404.xml"/><Relationship Id="rId24" Type="http://schemas.openxmlformats.org/officeDocument/2006/relationships/tags" Target="../tags/tag417.xml"/><Relationship Id="rId32" Type="http://schemas.openxmlformats.org/officeDocument/2006/relationships/tags" Target="../tags/tag425.xml"/><Relationship Id="rId37" Type="http://schemas.openxmlformats.org/officeDocument/2006/relationships/tags" Target="../tags/tag430.xml"/><Relationship Id="rId40" Type="http://schemas.openxmlformats.org/officeDocument/2006/relationships/tags" Target="../tags/tag433.xml"/><Relationship Id="rId45" Type="http://schemas.openxmlformats.org/officeDocument/2006/relationships/tags" Target="../tags/tag438.xml"/><Relationship Id="rId5" Type="http://schemas.openxmlformats.org/officeDocument/2006/relationships/tags" Target="../tags/tag398.xml"/><Relationship Id="rId15" Type="http://schemas.openxmlformats.org/officeDocument/2006/relationships/tags" Target="../tags/tag408.xml"/><Relationship Id="rId23" Type="http://schemas.openxmlformats.org/officeDocument/2006/relationships/tags" Target="../tags/tag416.xml"/><Relationship Id="rId28" Type="http://schemas.openxmlformats.org/officeDocument/2006/relationships/tags" Target="../tags/tag421.xml"/><Relationship Id="rId36" Type="http://schemas.openxmlformats.org/officeDocument/2006/relationships/tags" Target="../tags/tag429.xml"/><Relationship Id="rId49" Type="http://schemas.openxmlformats.org/officeDocument/2006/relationships/tags" Target="../tags/tag442.xml"/><Relationship Id="rId10" Type="http://schemas.openxmlformats.org/officeDocument/2006/relationships/tags" Target="../tags/tag403.xml"/><Relationship Id="rId19" Type="http://schemas.openxmlformats.org/officeDocument/2006/relationships/tags" Target="../tags/tag412.xml"/><Relationship Id="rId31" Type="http://schemas.openxmlformats.org/officeDocument/2006/relationships/tags" Target="../tags/tag424.xml"/><Relationship Id="rId44" Type="http://schemas.openxmlformats.org/officeDocument/2006/relationships/tags" Target="../tags/tag437.xml"/><Relationship Id="rId52" Type="http://schemas.openxmlformats.org/officeDocument/2006/relationships/image" Target="../media/image1.png"/><Relationship Id="rId4" Type="http://schemas.openxmlformats.org/officeDocument/2006/relationships/tags" Target="../tags/tag397.xml"/><Relationship Id="rId9" Type="http://schemas.openxmlformats.org/officeDocument/2006/relationships/tags" Target="../tags/tag402.xml"/><Relationship Id="rId14" Type="http://schemas.openxmlformats.org/officeDocument/2006/relationships/tags" Target="../tags/tag407.xml"/><Relationship Id="rId22" Type="http://schemas.openxmlformats.org/officeDocument/2006/relationships/tags" Target="../tags/tag415.xml"/><Relationship Id="rId27" Type="http://schemas.openxmlformats.org/officeDocument/2006/relationships/tags" Target="../tags/tag420.xml"/><Relationship Id="rId30" Type="http://schemas.openxmlformats.org/officeDocument/2006/relationships/tags" Target="../tags/tag423.xml"/><Relationship Id="rId35" Type="http://schemas.openxmlformats.org/officeDocument/2006/relationships/tags" Target="../tags/tag428.xml"/><Relationship Id="rId43" Type="http://schemas.openxmlformats.org/officeDocument/2006/relationships/tags" Target="../tags/tag436.xml"/><Relationship Id="rId48" Type="http://schemas.openxmlformats.org/officeDocument/2006/relationships/tags" Target="../tags/tag441.xml"/><Relationship Id="rId8" Type="http://schemas.openxmlformats.org/officeDocument/2006/relationships/tags" Target="../tags/tag401.xml"/><Relationship Id="rId51" Type="http://schemas.openxmlformats.org/officeDocument/2006/relationships/slideLayout" Target="../slideLayouts/slideLayout2.xml"/><Relationship Id="rId3" Type="http://schemas.openxmlformats.org/officeDocument/2006/relationships/tags" Target="../tags/tag396.xml"/><Relationship Id="rId12" Type="http://schemas.openxmlformats.org/officeDocument/2006/relationships/tags" Target="../tags/tag405.xml"/><Relationship Id="rId17" Type="http://schemas.openxmlformats.org/officeDocument/2006/relationships/tags" Target="../tags/tag410.xml"/><Relationship Id="rId25" Type="http://schemas.openxmlformats.org/officeDocument/2006/relationships/tags" Target="../tags/tag418.xml"/><Relationship Id="rId33" Type="http://schemas.openxmlformats.org/officeDocument/2006/relationships/tags" Target="../tags/tag426.xml"/><Relationship Id="rId38" Type="http://schemas.openxmlformats.org/officeDocument/2006/relationships/tags" Target="../tags/tag431.xml"/><Relationship Id="rId46" Type="http://schemas.openxmlformats.org/officeDocument/2006/relationships/tags" Target="../tags/tag439.xml"/><Relationship Id="rId20" Type="http://schemas.openxmlformats.org/officeDocument/2006/relationships/tags" Target="../tags/tag413.xml"/><Relationship Id="rId41" Type="http://schemas.openxmlformats.org/officeDocument/2006/relationships/tags" Target="../tags/tag434.xml"/><Relationship Id="rId1" Type="http://schemas.openxmlformats.org/officeDocument/2006/relationships/tags" Target="../tags/tag394.xml"/><Relationship Id="rId6" Type="http://schemas.openxmlformats.org/officeDocument/2006/relationships/tags" Target="../tags/tag39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446.xml"/><Relationship Id="rId2" Type="http://schemas.openxmlformats.org/officeDocument/2006/relationships/tags" Target="../tags/tag445.xml"/><Relationship Id="rId1" Type="http://schemas.openxmlformats.org/officeDocument/2006/relationships/tags" Target="../tags/tag44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4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450.xml"/><Relationship Id="rId2" Type="http://schemas.openxmlformats.org/officeDocument/2006/relationships/tags" Target="../tags/tag449.xml"/><Relationship Id="rId1" Type="http://schemas.openxmlformats.org/officeDocument/2006/relationships/tags" Target="../tags/tag44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5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454.xml"/><Relationship Id="rId2" Type="http://schemas.openxmlformats.org/officeDocument/2006/relationships/tags" Target="../tags/tag453.xml"/><Relationship Id="rId1" Type="http://schemas.openxmlformats.org/officeDocument/2006/relationships/tags" Target="../tags/tag45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5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458.xml"/><Relationship Id="rId2" Type="http://schemas.openxmlformats.org/officeDocument/2006/relationships/tags" Target="../tags/tag457.xml"/><Relationship Id="rId1" Type="http://schemas.openxmlformats.org/officeDocument/2006/relationships/tags" Target="../tags/tag45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5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462.xml"/><Relationship Id="rId2" Type="http://schemas.openxmlformats.org/officeDocument/2006/relationships/tags" Target="../tags/tag461.xml"/><Relationship Id="rId1" Type="http://schemas.openxmlformats.org/officeDocument/2006/relationships/tags" Target="../tags/tag46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6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466.xml"/><Relationship Id="rId2" Type="http://schemas.openxmlformats.org/officeDocument/2006/relationships/tags" Target="../tags/tag465.xml"/><Relationship Id="rId1" Type="http://schemas.openxmlformats.org/officeDocument/2006/relationships/tags" Target="../tags/tag46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6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470.xml"/><Relationship Id="rId2" Type="http://schemas.openxmlformats.org/officeDocument/2006/relationships/tags" Target="../tags/tag469.xml"/><Relationship Id="rId1" Type="http://schemas.openxmlformats.org/officeDocument/2006/relationships/tags" Target="../tags/tag46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7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tags" Target="../tags/tag474.xml"/><Relationship Id="rId2" Type="http://schemas.openxmlformats.org/officeDocument/2006/relationships/tags" Target="../tags/tag473.xml"/><Relationship Id="rId1" Type="http://schemas.openxmlformats.org/officeDocument/2006/relationships/tags" Target="../tags/tag47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7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tags" Target="../tags/tag47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79.xm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tags" Target="../tags/tag492.xml"/><Relationship Id="rId18" Type="http://schemas.openxmlformats.org/officeDocument/2006/relationships/tags" Target="../tags/tag497.xml"/><Relationship Id="rId26" Type="http://schemas.openxmlformats.org/officeDocument/2006/relationships/tags" Target="../tags/tag505.xml"/><Relationship Id="rId39" Type="http://schemas.openxmlformats.org/officeDocument/2006/relationships/tags" Target="../tags/tag518.xml"/><Relationship Id="rId21" Type="http://schemas.openxmlformats.org/officeDocument/2006/relationships/tags" Target="../tags/tag500.xml"/><Relationship Id="rId34" Type="http://schemas.openxmlformats.org/officeDocument/2006/relationships/tags" Target="../tags/tag513.xml"/><Relationship Id="rId42" Type="http://schemas.openxmlformats.org/officeDocument/2006/relationships/tags" Target="../tags/tag521.xml"/><Relationship Id="rId47" Type="http://schemas.openxmlformats.org/officeDocument/2006/relationships/tags" Target="../tags/tag526.xml"/><Relationship Id="rId50" Type="http://schemas.openxmlformats.org/officeDocument/2006/relationships/tags" Target="../tags/tag529.xml"/><Relationship Id="rId55" Type="http://schemas.openxmlformats.org/officeDocument/2006/relationships/tags" Target="../tags/tag534.xml"/><Relationship Id="rId7" Type="http://schemas.openxmlformats.org/officeDocument/2006/relationships/tags" Target="../tags/tag486.xml"/><Relationship Id="rId2" Type="http://schemas.openxmlformats.org/officeDocument/2006/relationships/tags" Target="../tags/tag481.xml"/><Relationship Id="rId16" Type="http://schemas.openxmlformats.org/officeDocument/2006/relationships/tags" Target="../tags/tag495.xml"/><Relationship Id="rId29" Type="http://schemas.openxmlformats.org/officeDocument/2006/relationships/tags" Target="../tags/tag508.xml"/><Relationship Id="rId11" Type="http://schemas.openxmlformats.org/officeDocument/2006/relationships/tags" Target="../tags/tag490.xml"/><Relationship Id="rId24" Type="http://schemas.openxmlformats.org/officeDocument/2006/relationships/tags" Target="../tags/tag503.xml"/><Relationship Id="rId32" Type="http://schemas.openxmlformats.org/officeDocument/2006/relationships/tags" Target="../tags/tag511.xml"/><Relationship Id="rId37" Type="http://schemas.openxmlformats.org/officeDocument/2006/relationships/tags" Target="../tags/tag516.xml"/><Relationship Id="rId40" Type="http://schemas.openxmlformats.org/officeDocument/2006/relationships/tags" Target="../tags/tag519.xml"/><Relationship Id="rId45" Type="http://schemas.openxmlformats.org/officeDocument/2006/relationships/tags" Target="../tags/tag524.xml"/><Relationship Id="rId53" Type="http://schemas.openxmlformats.org/officeDocument/2006/relationships/tags" Target="../tags/tag532.xml"/><Relationship Id="rId5" Type="http://schemas.openxmlformats.org/officeDocument/2006/relationships/tags" Target="../tags/tag484.xml"/><Relationship Id="rId19" Type="http://schemas.openxmlformats.org/officeDocument/2006/relationships/tags" Target="../tags/tag498.xml"/><Relationship Id="rId4" Type="http://schemas.openxmlformats.org/officeDocument/2006/relationships/tags" Target="../tags/tag483.xml"/><Relationship Id="rId9" Type="http://schemas.openxmlformats.org/officeDocument/2006/relationships/tags" Target="../tags/tag488.xml"/><Relationship Id="rId14" Type="http://schemas.openxmlformats.org/officeDocument/2006/relationships/tags" Target="../tags/tag493.xml"/><Relationship Id="rId22" Type="http://schemas.openxmlformats.org/officeDocument/2006/relationships/tags" Target="../tags/tag501.xml"/><Relationship Id="rId27" Type="http://schemas.openxmlformats.org/officeDocument/2006/relationships/tags" Target="../tags/tag506.xml"/><Relationship Id="rId30" Type="http://schemas.openxmlformats.org/officeDocument/2006/relationships/tags" Target="../tags/tag509.xml"/><Relationship Id="rId35" Type="http://schemas.openxmlformats.org/officeDocument/2006/relationships/tags" Target="../tags/tag514.xml"/><Relationship Id="rId43" Type="http://schemas.openxmlformats.org/officeDocument/2006/relationships/tags" Target="../tags/tag522.xml"/><Relationship Id="rId48" Type="http://schemas.openxmlformats.org/officeDocument/2006/relationships/tags" Target="../tags/tag527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487.xml"/><Relationship Id="rId51" Type="http://schemas.openxmlformats.org/officeDocument/2006/relationships/tags" Target="../tags/tag530.xml"/><Relationship Id="rId3" Type="http://schemas.openxmlformats.org/officeDocument/2006/relationships/tags" Target="../tags/tag482.xml"/><Relationship Id="rId12" Type="http://schemas.openxmlformats.org/officeDocument/2006/relationships/tags" Target="../tags/tag491.xml"/><Relationship Id="rId17" Type="http://schemas.openxmlformats.org/officeDocument/2006/relationships/tags" Target="../tags/tag496.xml"/><Relationship Id="rId25" Type="http://schemas.openxmlformats.org/officeDocument/2006/relationships/tags" Target="../tags/tag504.xml"/><Relationship Id="rId33" Type="http://schemas.openxmlformats.org/officeDocument/2006/relationships/tags" Target="../tags/tag512.xml"/><Relationship Id="rId38" Type="http://schemas.openxmlformats.org/officeDocument/2006/relationships/tags" Target="../tags/tag517.xml"/><Relationship Id="rId46" Type="http://schemas.openxmlformats.org/officeDocument/2006/relationships/tags" Target="../tags/tag525.xml"/><Relationship Id="rId20" Type="http://schemas.openxmlformats.org/officeDocument/2006/relationships/tags" Target="../tags/tag499.xml"/><Relationship Id="rId41" Type="http://schemas.openxmlformats.org/officeDocument/2006/relationships/tags" Target="../tags/tag520.xml"/><Relationship Id="rId54" Type="http://schemas.openxmlformats.org/officeDocument/2006/relationships/tags" Target="../tags/tag533.xml"/><Relationship Id="rId1" Type="http://schemas.openxmlformats.org/officeDocument/2006/relationships/tags" Target="../tags/tag480.xml"/><Relationship Id="rId6" Type="http://schemas.openxmlformats.org/officeDocument/2006/relationships/tags" Target="../tags/tag485.xml"/><Relationship Id="rId15" Type="http://schemas.openxmlformats.org/officeDocument/2006/relationships/tags" Target="../tags/tag494.xml"/><Relationship Id="rId23" Type="http://schemas.openxmlformats.org/officeDocument/2006/relationships/tags" Target="../tags/tag502.xml"/><Relationship Id="rId28" Type="http://schemas.openxmlformats.org/officeDocument/2006/relationships/tags" Target="../tags/tag507.xml"/><Relationship Id="rId36" Type="http://schemas.openxmlformats.org/officeDocument/2006/relationships/tags" Target="../tags/tag515.xml"/><Relationship Id="rId49" Type="http://schemas.openxmlformats.org/officeDocument/2006/relationships/tags" Target="../tags/tag528.xml"/><Relationship Id="rId57" Type="http://schemas.openxmlformats.org/officeDocument/2006/relationships/image" Target="../media/image1.png"/><Relationship Id="rId10" Type="http://schemas.openxmlformats.org/officeDocument/2006/relationships/tags" Target="../tags/tag489.xml"/><Relationship Id="rId31" Type="http://schemas.openxmlformats.org/officeDocument/2006/relationships/tags" Target="../tags/tag510.xml"/><Relationship Id="rId44" Type="http://schemas.openxmlformats.org/officeDocument/2006/relationships/tags" Target="../tags/tag523.xml"/><Relationship Id="rId52" Type="http://schemas.openxmlformats.org/officeDocument/2006/relationships/tags" Target="../tags/tag5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5"/>
          <p:cNvSpPr/>
          <p:nvPr>
            <p:custDataLst>
              <p:tags r:id="rId1"/>
            </p:custDataLst>
          </p:nvPr>
        </p:nvSpPr>
        <p:spPr>
          <a:xfrm>
            <a:off x="0" y="2146141"/>
            <a:ext cx="9144000" cy="1817846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Title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-36830" y="2060419"/>
            <a:ext cx="9144000" cy="15811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66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Disjoint Set Class</a:t>
            </a:r>
          </a:p>
        </p:txBody>
      </p:sp>
      <p:sp>
        <p:nvSpPr>
          <p:cNvPr id="6" name="Sub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-108585" y="4418330"/>
            <a:ext cx="9438640" cy="1483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itchFamily="18" charset="2"/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8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5pPr>
            <a:lvl6pPr marL="17145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Fall 2024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School of Software Engineering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South China University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7118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Equivalence Relations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9EE04D-E680-4FFB-82A0-2F3F985248AF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9FBFF0-198B-4D03-97D3-C8846925D53A}" type="slidenum">
              <a:rPr lang="en-US" altLang="zh-CN" sz="790"/>
              <a:pPr/>
              <a:t>2</a:t>
            </a:fld>
            <a:endParaRPr lang="en-US" altLang="zh-CN" sz="790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2092" y="1541782"/>
            <a:ext cx="7886700" cy="519958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A relation </a:t>
            </a: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000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is</a:t>
            </a:r>
            <a:r>
              <a:rPr lang="en-US" altLang="zh-CN" sz="2000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defined on set </a:t>
            </a: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000" dirty="0">
                <a:ea typeface="宋体" panose="02010600030101010101" pitchFamily="2" charset="-122"/>
              </a:rPr>
              <a:t> if for every pair of elements a, b </a:t>
            </a:r>
            <a:r>
              <a:rPr lang="el-GR" altLang="zh-CN" sz="2000" dirty="0">
                <a:ea typeface="宋体" panose="02010600030101010101" pitchFamily="2" charset="-122"/>
              </a:rPr>
              <a:t>ϵ</a:t>
            </a:r>
            <a:r>
              <a:rPr lang="en-US" altLang="zh-CN" sz="2000" dirty="0">
                <a:ea typeface="宋体" panose="02010600030101010101" pitchFamily="2" charset="-122"/>
              </a:rPr>
              <a:t> S, </a:t>
            </a: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a R b </a:t>
            </a:r>
            <a:r>
              <a:rPr lang="en-US" altLang="zh-CN" sz="2000" dirty="0">
                <a:ea typeface="宋体" panose="02010600030101010101" pitchFamily="2" charset="-122"/>
              </a:rPr>
              <a:t>is either true or false.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An </a:t>
            </a: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equivalence relation </a:t>
            </a:r>
            <a:r>
              <a:rPr lang="en-US" altLang="zh-CN" sz="2000" dirty="0">
                <a:ea typeface="宋体" panose="02010600030101010101" pitchFamily="2" charset="-122"/>
              </a:rPr>
              <a:t>is a relation R that satisfies the 3 properties:</a:t>
            </a:r>
          </a:p>
          <a:p>
            <a:pPr lvl="1"/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Reflexive:</a:t>
            </a:r>
            <a:r>
              <a:rPr lang="en-US" altLang="zh-CN" sz="1600" dirty="0">
                <a:ea typeface="宋体" panose="02010600030101010101" pitchFamily="2" charset="-122"/>
              </a:rPr>
              <a:t> a R a for all a </a:t>
            </a:r>
            <a:r>
              <a:rPr lang="el-GR" altLang="zh-CN" sz="1600" dirty="0"/>
              <a:t>ϵ</a:t>
            </a:r>
            <a:r>
              <a:rPr lang="en-US" altLang="zh-CN" sz="1600" dirty="0">
                <a:ea typeface="宋体" panose="02010600030101010101" pitchFamily="2" charset="-122"/>
              </a:rPr>
              <a:t> S</a:t>
            </a:r>
          </a:p>
          <a:p>
            <a:pPr lvl="1"/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Symmetric:</a:t>
            </a:r>
            <a:r>
              <a:rPr lang="en-US" altLang="zh-CN" sz="1600" dirty="0">
                <a:ea typeface="宋体" panose="02010600030101010101" pitchFamily="2" charset="-122"/>
              </a:rPr>
              <a:t> a R b </a:t>
            </a:r>
            <a:r>
              <a:rPr lang="en-US" altLang="zh-CN" sz="1600" dirty="0" err="1">
                <a:ea typeface="宋体" panose="02010600030101010101" pitchFamily="2" charset="-122"/>
              </a:rPr>
              <a:t>iff</a:t>
            </a:r>
            <a:r>
              <a:rPr lang="en-US" altLang="zh-CN" sz="1600" dirty="0">
                <a:ea typeface="宋体" panose="02010600030101010101" pitchFamily="2" charset="-122"/>
              </a:rPr>
              <a:t> b R a; a, b </a:t>
            </a:r>
            <a:r>
              <a:rPr lang="el-GR" altLang="zh-CN" sz="1600" dirty="0"/>
              <a:t>ϵ </a:t>
            </a:r>
            <a:r>
              <a:rPr lang="en-US" altLang="zh-CN" sz="1600" dirty="0">
                <a:ea typeface="宋体" panose="02010600030101010101" pitchFamily="2" charset="-122"/>
              </a:rPr>
              <a:t>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Transitive:</a:t>
            </a:r>
            <a:r>
              <a:rPr lang="en-US" altLang="zh-CN" sz="1600" dirty="0">
                <a:ea typeface="宋体" panose="02010600030101010101" pitchFamily="2" charset="-122"/>
              </a:rPr>
              <a:t> a R b and b R c implies a R c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Some examples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Relation “≤”, “</a:t>
            </a:r>
            <a:r>
              <a:rPr lang="en-US" altLang="zh-CN" sz="2000" dirty="0"/>
              <a:t>≥</a:t>
            </a:r>
            <a:r>
              <a:rPr lang="en-US" altLang="zh-CN" sz="2000" dirty="0">
                <a:ea typeface="宋体" panose="02010600030101010101" pitchFamily="2" charset="-122"/>
              </a:rPr>
              <a:t>”---</a:t>
            </a:r>
            <a:r>
              <a:rPr lang="en-US" altLang="zh-CN" sz="2000" dirty="0"/>
              <a:t>not equivalence relation , “=“  is equivalence relation </a:t>
            </a:r>
          </a:p>
          <a:p>
            <a:pPr lvl="1">
              <a:spcBef>
                <a:spcPts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Relation “be in the same </a:t>
            </a:r>
            <a:r>
              <a:rPr lang="en-US" altLang="zh-CN" sz="2000" dirty="0"/>
              <a:t>class”, “Electrical connectivity” --- equivalence relation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grpSp>
        <p:nvGrpSpPr>
          <p:cNvPr id="1277" name="组合 1276"/>
          <p:cNvGrpSpPr/>
          <p:nvPr/>
        </p:nvGrpSpPr>
        <p:grpSpPr>
          <a:xfrm>
            <a:off x="7795896" y="4494513"/>
            <a:ext cx="971551" cy="901701"/>
            <a:chOff x="3119438" y="984250"/>
            <a:chExt cx="728663" cy="676276"/>
          </a:xfrm>
          <a:solidFill>
            <a:schemeClr val="accent1">
              <a:lumMod val="75000"/>
              <a:alpha val="37000"/>
            </a:schemeClr>
          </a:solidFill>
        </p:grpSpPr>
        <p:sp>
          <p:nvSpPr>
            <p:cNvPr id="12751" name="Freeform 463"/>
            <p:cNvSpPr/>
            <p:nvPr>
              <p:custDataLst>
                <p:tags r:id="rId5"/>
              </p:custDataLst>
            </p:nvPr>
          </p:nvSpPr>
          <p:spPr bwMode="auto">
            <a:xfrm>
              <a:off x="3146426" y="1431925"/>
              <a:ext cx="17463" cy="26988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5" y="15"/>
                </a:cxn>
                <a:cxn ang="0">
                  <a:pos x="14" y="29"/>
                </a:cxn>
                <a:cxn ang="0">
                  <a:pos x="6" y="4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6"/>
                </a:cxn>
                <a:cxn ang="0">
                  <a:pos x="2" y="67"/>
                </a:cxn>
                <a:cxn ang="0">
                  <a:pos x="4" y="68"/>
                </a:cxn>
                <a:cxn ang="0">
                  <a:pos x="8" y="68"/>
                </a:cxn>
                <a:cxn ang="0">
                  <a:pos x="10" y="67"/>
                </a:cxn>
                <a:cxn ang="0">
                  <a:pos x="11" y="65"/>
                </a:cxn>
                <a:cxn ang="0">
                  <a:pos x="11" y="65"/>
                </a:cxn>
                <a:cxn ang="0">
                  <a:pos x="17" y="50"/>
                </a:cxn>
                <a:cxn ang="0">
                  <a:pos x="25" y="36"/>
                </a:cxn>
                <a:cxn ang="0">
                  <a:pos x="34" y="23"/>
                </a:cxn>
                <a:cxn ang="0">
                  <a:pos x="44" y="10"/>
                </a:cxn>
                <a:cxn ang="0">
                  <a:pos x="44" y="10"/>
                </a:cxn>
                <a:cxn ang="0">
                  <a:pos x="45" y="8"/>
                </a:cxn>
                <a:cxn ang="0">
                  <a:pos x="45" y="6"/>
                </a:cxn>
                <a:cxn ang="0">
                  <a:pos x="43" y="2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5" h="68">
                  <a:moveTo>
                    <a:pt x="35" y="2"/>
                  </a:moveTo>
                  <a:lnTo>
                    <a:pt x="35" y="2"/>
                  </a:lnTo>
                  <a:lnTo>
                    <a:pt x="25" y="15"/>
                  </a:lnTo>
                  <a:lnTo>
                    <a:pt x="14" y="29"/>
                  </a:lnTo>
                  <a:lnTo>
                    <a:pt x="6" y="4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6"/>
                  </a:lnTo>
                  <a:lnTo>
                    <a:pt x="2" y="67"/>
                  </a:lnTo>
                  <a:lnTo>
                    <a:pt x="4" y="68"/>
                  </a:lnTo>
                  <a:lnTo>
                    <a:pt x="8" y="68"/>
                  </a:lnTo>
                  <a:lnTo>
                    <a:pt x="10" y="67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7" y="50"/>
                  </a:lnTo>
                  <a:lnTo>
                    <a:pt x="25" y="36"/>
                  </a:lnTo>
                  <a:lnTo>
                    <a:pt x="34" y="23"/>
                  </a:lnTo>
                  <a:lnTo>
                    <a:pt x="44" y="10"/>
                  </a:lnTo>
                  <a:lnTo>
                    <a:pt x="44" y="10"/>
                  </a:lnTo>
                  <a:lnTo>
                    <a:pt x="45" y="8"/>
                  </a:lnTo>
                  <a:lnTo>
                    <a:pt x="45" y="6"/>
                  </a:lnTo>
                  <a:lnTo>
                    <a:pt x="43" y="2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2" name="Freeform 464"/>
            <p:cNvSpPr/>
            <p:nvPr>
              <p:custDataLst>
                <p:tags r:id="rId6"/>
              </p:custDataLst>
            </p:nvPr>
          </p:nvSpPr>
          <p:spPr bwMode="auto">
            <a:xfrm>
              <a:off x="3162301" y="1450975"/>
              <a:ext cx="23813" cy="33338"/>
            </a:xfrm>
            <a:custGeom>
              <a:avLst/>
              <a:gdLst/>
              <a:ahLst/>
              <a:cxnLst>
                <a:cxn ang="0">
                  <a:pos x="47" y="3"/>
                </a:cxn>
                <a:cxn ang="0">
                  <a:pos x="47" y="3"/>
                </a:cxn>
                <a:cxn ang="0">
                  <a:pos x="32" y="21"/>
                </a:cxn>
                <a:cxn ang="0">
                  <a:pos x="20" y="39"/>
                </a:cxn>
                <a:cxn ang="0">
                  <a:pos x="9" y="59"/>
                </a:cxn>
                <a:cxn ang="0">
                  <a:pos x="3" y="70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3"/>
                </a:cxn>
                <a:cxn ang="0">
                  <a:pos x="0" y="84"/>
                </a:cxn>
                <a:cxn ang="0">
                  <a:pos x="2" y="87"/>
                </a:cxn>
                <a:cxn ang="0">
                  <a:pos x="3" y="87"/>
                </a:cxn>
                <a:cxn ang="0">
                  <a:pos x="7" y="87"/>
                </a:cxn>
                <a:cxn ang="0">
                  <a:pos x="10" y="85"/>
                </a:cxn>
                <a:cxn ang="0">
                  <a:pos x="11" y="83"/>
                </a:cxn>
                <a:cxn ang="0">
                  <a:pos x="11" y="83"/>
                </a:cxn>
                <a:cxn ang="0">
                  <a:pos x="15" y="73"/>
                </a:cxn>
                <a:cxn ang="0">
                  <a:pos x="19" y="63"/>
                </a:cxn>
                <a:cxn ang="0">
                  <a:pos x="31" y="45"/>
                </a:cxn>
                <a:cxn ang="0">
                  <a:pos x="43" y="26"/>
                </a:cxn>
                <a:cxn ang="0">
                  <a:pos x="56" y="8"/>
                </a:cxn>
                <a:cxn ang="0">
                  <a:pos x="56" y="8"/>
                </a:cxn>
                <a:cxn ang="0">
                  <a:pos x="57" y="7"/>
                </a:cxn>
                <a:cxn ang="0">
                  <a:pos x="57" y="4"/>
                </a:cxn>
                <a:cxn ang="0">
                  <a:pos x="56" y="3"/>
                </a:cxn>
                <a:cxn ang="0">
                  <a:pos x="54" y="2"/>
                </a:cxn>
                <a:cxn ang="0">
                  <a:pos x="51" y="0"/>
                </a:cxn>
                <a:cxn ang="0">
                  <a:pos x="48" y="2"/>
                </a:cxn>
                <a:cxn ang="0">
                  <a:pos x="47" y="3"/>
                </a:cxn>
                <a:cxn ang="0">
                  <a:pos x="47" y="3"/>
                </a:cxn>
              </a:cxnLst>
              <a:rect l="0" t="0" r="r" b="b"/>
              <a:pathLst>
                <a:path w="57" h="87">
                  <a:moveTo>
                    <a:pt x="47" y="3"/>
                  </a:moveTo>
                  <a:lnTo>
                    <a:pt x="47" y="3"/>
                  </a:lnTo>
                  <a:lnTo>
                    <a:pt x="32" y="21"/>
                  </a:lnTo>
                  <a:lnTo>
                    <a:pt x="20" y="39"/>
                  </a:lnTo>
                  <a:lnTo>
                    <a:pt x="9" y="59"/>
                  </a:lnTo>
                  <a:lnTo>
                    <a:pt x="3" y="7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3"/>
                  </a:lnTo>
                  <a:lnTo>
                    <a:pt x="0" y="84"/>
                  </a:lnTo>
                  <a:lnTo>
                    <a:pt x="2" y="87"/>
                  </a:lnTo>
                  <a:lnTo>
                    <a:pt x="3" y="87"/>
                  </a:lnTo>
                  <a:lnTo>
                    <a:pt x="7" y="87"/>
                  </a:lnTo>
                  <a:lnTo>
                    <a:pt x="10" y="85"/>
                  </a:lnTo>
                  <a:lnTo>
                    <a:pt x="11" y="83"/>
                  </a:lnTo>
                  <a:lnTo>
                    <a:pt x="11" y="83"/>
                  </a:lnTo>
                  <a:lnTo>
                    <a:pt x="15" y="73"/>
                  </a:lnTo>
                  <a:lnTo>
                    <a:pt x="19" y="63"/>
                  </a:lnTo>
                  <a:lnTo>
                    <a:pt x="31" y="45"/>
                  </a:lnTo>
                  <a:lnTo>
                    <a:pt x="43" y="26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7" y="7"/>
                  </a:lnTo>
                  <a:lnTo>
                    <a:pt x="57" y="4"/>
                  </a:lnTo>
                  <a:lnTo>
                    <a:pt x="56" y="3"/>
                  </a:lnTo>
                  <a:lnTo>
                    <a:pt x="54" y="2"/>
                  </a:lnTo>
                  <a:lnTo>
                    <a:pt x="51" y="0"/>
                  </a:lnTo>
                  <a:lnTo>
                    <a:pt x="48" y="2"/>
                  </a:lnTo>
                  <a:lnTo>
                    <a:pt x="47" y="3"/>
                  </a:lnTo>
                  <a:lnTo>
                    <a:pt x="4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3" name="Freeform 465"/>
            <p:cNvSpPr/>
            <p:nvPr>
              <p:custDataLst>
                <p:tags r:id="rId7"/>
              </p:custDataLst>
            </p:nvPr>
          </p:nvSpPr>
          <p:spPr bwMode="auto">
            <a:xfrm>
              <a:off x="3192463" y="1466850"/>
              <a:ext cx="22225" cy="31750"/>
            </a:xfrm>
            <a:custGeom>
              <a:avLst/>
              <a:gdLst/>
              <a:ahLst/>
              <a:cxnLst>
                <a:cxn ang="0">
                  <a:pos x="42" y="5"/>
                </a:cxn>
                <a:cxn ang="0">
                  <a:pos x="42" y="5"/>
                </a:cxn>
                <a:cxn ang="0">
                  <a:pos x="40" y="14"/>
                </a:cxn>
                <a:cxn ang="0">
                  <a:pos x="36" y="22"/>
                </a:cxn>
                <a:cxn ang="0">
                  <a:pos x="30" y="30"/>
                </a:cxn>
                <a:cxn ang="0">
                  <a:pos x="25" y="38"/>
                </a:cxn>
                <a:cxn ang="0">
                  <a:pos x="25" y="38"/>
                </a:cxn>
                <a:cxn ang="0">
                  <a:pos x="20" y="46"/>
                </a:cxn>
                <a:cxn ang="0">
                  <a:pos x="13" y="55"/>
                </a:cxn>
                <a:cxn ang="0">
                  <a:pos x="2" y="71"/>
                </a:cxn>
                <a:cxn ang="0">
                  <a:pos x="2" y="71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2" y="77"/>
                </a:cxn>
                <a:cxn ang="0">
                  <a:pos x="3" y="79"/>
                </a:cxn>
                <a:cxn ang="0">
                  <a:pos x="7" y="80"/>
                </a:cxn>
                <a:cxn ang="0">
                  <a:pos x="10" y="79"/>
                </a:cxn>
                <a:cxn ang="0">
                  <a:pos x="11" y="77"/>
                </a:cxn>
                <a:cxn ang="0">
                  <a:pos x="11" y="77"/>
                </a:cxn>
                <a:cxn ang="0">
                  <a:pos x="25" y="58"/>
                </a:cxn>
                <a:cxn ang="0">
                  <a:pos x="38" y="37"/>
                </a:cxn>
                <a:cxn ang="0">
                  <a:pos x="38" y="37"/>
                </a:cxn>
                <a:cxn ang="0">
                  <a:pos x="48" y="22"/>
                </a:cxn>
                <a:cxn ang="0">
                  <a:pos x="51" y="14"/>
                </a:cxn>
                <a:cxn ang="0">
                  <a:pos x="54" y="5"/>
                </a:cxn>
                <a:cxn ang="0">
                  <a:pos x="54" y="5"/>
                </a:cxn>
                <a:cxn ang="0">
                  <a:pos x="54" y="3"/>
                </a:cxn>
                <a:cxn ang="0">
                  <a:pos x="53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1"/>
                </a:cxn>
                <a:cxn ang="0">
                  <a:pos x="44" y="3"/>
                </a:cxn>
                <a:cxn ang="0">
                  <a:pos x="42" y="5"/>
                </a:cxn>
                <a:cxn ang="0">
                  <a:pos x="42" y="5"/>
                </a:cxn>
              </a:cxnLst>
              <a:rect l="0" t="0" r="r" b="b"/>
              <a:pathLst>
                <a:path w="54" h="80">
                  <a:moveTo>
                    <a:pt x="42" y="5"/>
                  </a:moveTo>
                  <a:lnTo>
                    <a:pt x="42" y="5"/>
                  </a:lnTo>
                  <a:lnTo>
                    <a:pt x="40" y="14"/>
                  </a:lnTo>
                  <a:lnTo>
                    <a:pt x="36" y="22"/>
                  </a:lnTo>
                  <a:lnTo>
                    <a:pt x="30" y="30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20" y="46"/>
                  </a:lnTo>
                  <a:lnTo>
                    <a:pt x="13" y="55"/>
                  </a:lnTo>
                  <a:lnTo>
                    <a:pt x="2" y="71"/>
                  </a:lnTo>
                  <a:lnTo>
                    <a:pt x="2" y="71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2" y="77"/>
                  </a:lnTo>
                  <a:lnTo>
                    <a:pt x="3" y="79"/>
                  </a:lnTo>
                  <a:lnTo>
                    <a:pt x="7" y="80"/>
                  </a:lnTo>
                  <a:lnTo>
                    <a:pt x="10" y="79"/>
                  </a:lnTo>
                  <a:lnTo>
                    <a:pt x="11" y="77"/>
                  </a:lnTo>
                  <a:lnTo>
                    <a:pt x="11" y="77"/>
                  </a:lnTo>
                  <a:lnTo>
                    <a:pt x="25" y="58"/>
                  </a:lnTo>
                  <a:lnTo>
                    <a:pt x="38" y="37"/>
                  </a:lnTo>
                  <a:lnTo>
                    <a:pt x="38" y="37"/>
                  </a:lnTo>
                  <a:lnTo>
                    <a:pt x="48" y="22"/>
                  </a:lnTo>
                  <a:lnTo>
                    <a:pt x="51" y="14"/>
                  </a:lnTo>
                  <a:lnTo>
                    <a:pt x="54" y="5"/>
                  </a:lnTo>
                  <a:lnTo>
                    <a:pt x="54" y="5"/>
                  </a:lnTo>
                  <a:lnTo>
                    <a:pt x="54" y="3"/>
                  </a:lnTo>
                  <a:lnTo>
                    <a:pt x="53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1"/>
                  </a:lnTo>
                  <a:lnTo>
                    <a:pt x="44" y="3"/>
                  </a:lnTo>
                  <a:lnTo>
                    <a:pt x="42" y="5"/>
                  </a:lnTo>
                  <a:lnTo>
                    <a:pt x="4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4" name="Freeform 466"/>
            <p:cNvSpPr/>
            <p:nvPr>
              <p:custDataLst>
                <p:tags r:id="rId8"/>
              </p:custDataLst>
            </p:nvPr>
          </p:nvSpPr>
          <p:spPr bwMode="auto">
            <a:xfrm>
              <a:off x="3228976" y="1474788"/>
              <a:ext cx="14288" cy="25400"/>
            </a:xfrm>
            <a:custGeom>
              <a:avLst/>
              <a:gdLst/>
              <a:ahLst/>
              <a:cxnLst>
                <a:cxn ang="0">
                  <a:pos x="27" y="4"/>
                </a:cxn>
                <a:cxn ang="0">
                  <a:pos x="27" y="4"/>
                </a:cxn>
                <a:cxn ang="0">
                  <a:pos x="24" y="10"/>
                </a:cxn>
                <a:cxn ang="0">
                  <a:pos x="20" y="17"/>
                </a:cxn>
                <a:cxn ang="0">
                  <a:pos x="16" y="23"/>
                </a:cxn>
                <a:cxn ang="0">
                  <a:pos x="13" y="30"/>
                </a:cxn>
                <a:cxn ang="0">
                  <a:pos x="13" y="30"/>
                </a:cxn>
                <a:cxn ang="0">
                  <a:pos x="9" y="35"/>
                </a:cxn>
                <a:cxn ang="0">
                  <a:pos x="7" y="40"/>
                </a:cxn>
                <a:cxn ang="0">
                  <a:pos x="7" y="40"/>
                </a:cxn>
                <a:cxn ang="0">
                  <a:pos x="4" y="48"/>
                </a:cxn>
                <a:cxn ang="0">
                  <a:pos x="1" y="55"/>
                </a:cxn>
                <a:cxn ang="0">
                  <a:pos x="1" y="55"/>
                </a:cxn>
                <a:cxn ang="0">
                  <a:pos x="0" y="57"/>
                </a:cxn>
                <a:cxn ang="0">
                  <a:pos x="1" y="60"/>
                </a:cxn>
                <a:cxn ang="0">
                  <a:pos x="4" y="62"/>
                </a:cxn>
                <a:cxn ang="0">
                  <a:pos x="5" y="64"/>
                </a:cxn>
                <a:cxn ang="0">
                  <a:pos x="8" y="64"/>
                </a:cxn>
                <a:cxn ang="0">
                  <a:pos x="9" y="62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14" y="51"/>
                </a:cxn>
                <a:cxn ang="0">
                  <a:pos x="14" y="51"/>
                </a:cxn>
                <a:cxn ang="0">
                  <a:pos x="16" y="47"/>
                </a:cxn>
                <a:cxn ang="0">
                  <a:pos x="18" y="43"/>
                </a:cxn>
                <a:cxn ang="0">
                  <a:pos x="22" y="36"/>
                </a:cxn>
                <a:cxn ang="0">
                  <a:pos x="22" y="36"/>
                </a:cxn>
                <a:cxn ang="0">
                  <a:pos x="26" y="28"/>
                </a:cxn>
                <a:cxn ang="0">
                  <a:pos x="30" y="21"/>
                </a:cxn>
                <a:cxn ang="0">
                  <a:pos x="34" y="14"/>
                </a:cxn>
                <a:cxn ang="0">
                  <a:pos x="38" y="6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8" y="2"/>
                </a:cxn>
                <a:cxn ang="0">
                  <a:pos x="37" y="0"/>
                </a:cxn>
                <a:cxn ang="0">
                  <a:pos x="34" y="0"/>
                </a:cxn>
                <a:cxn ang="0">
                  <a:pos x="30" y="0"/>
                </a:cxn>
                <a:cxn ang="0">
                  <a:pos x="29" y="1"/>
                </a:cxn>
                <a:cxn ang="0">
                  <a:pos x="27" y="4"/>
                </a:cxn>
                <a:cxn ang="0">
                  <a:pos x="27" y="4"/>
                </a:cxn>
              </a:cxnLst>
              <a:rect l="0" t="0" r="r" b="b"/>
              <a:pathLst>
                <a:path w="38" h="64">
                  <a:moveTo>
                    <a:pt x="27" y="4"/>
                  </a:moveTo>
                  <a:lnTo>
                    <a:pt x="27" y="4"/>
                  </a:lnTo>
                  <a:lnTo>
                    <a:pt x="24" y="10"/>
                  </a:lnTo>
                  <a:lnTo>
                    <a:pt x="20" y="17"/>
                  </a:lnTo>
                  <a:lnTo>
                    <a:pt x="16" y="23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9" y="35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4" y="48"/>
                  </a:lnTo>
                  <a:lnTo>
                    <a:pt x="1" y="55"/>
                  </a:lnTo>
                  <a:lnTo>
                    <a:pt x="1" y="55"/>
                  </a:lnTo>
                  <a:lnTo>
                    <a:pt x="0" y="57"/>
                  </a:lnTo>
                  <a:lnTo>
                    <a:pt x="1" y="60"/>
                  </a:lnTo>
                  <a:lnTo>
                    <a:pt x="4" y="62"/>
                  </a:lnTo>
                  <a:lnTo>
                    <a:pt x="5" y="64"/>
                  </a:lnTo>
                  <a:lnTo>
                    <a:pt x="8" y="64"/>
                  </a:lnTo>
                  <a:lnTo>
                    <a:pt x="9" y="62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6" y="47"/>
                  </a:lnTo>
                  <a:lnTo>
                    <a:pt x="18" y="43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26" y="28"/>
                  </a:lnTo>
                  <a:lnTo>
                    <a:pt x="30" y="21"/>
                  </a:lnTo>
                  <a:lnTo>
                    <a:pt x="34" y="14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8" y="2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30" y="0"/>
                  </a:lnTo>
                  <a:lnTo>
                    <a:pt x="29" y="1"/>
                  </a:lnTo>
                  <a:lnTo>
                    <a:pt x="27" y="4"/>
                  </a:lnTo>
                  <a:lnTo>
                    <a:pt x="27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5" name="Freeform 467"/>
            <p:cNvSpPr/>
            <p:nvPr>
              <p:custDataLst>
                <p:tags r:id="rId9"/>
              </p:custDataLst>
            </p:nvPr>
          </p:nvSpPr>
          <p:spPr bwMode="auto">
            <a:xfrm>
              <a:off x="3262313" y="1473200"/>
              <a:ext cx="19050" cy="30163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0" y="20"/>
                </a:cxn>
                <a:cxn ang="0">
                  <a:pos x="19" y="36"/>
                </a:cxn>
                <a:cxn ang="0">
                  <a:pos x="10" y="51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1"/>
                </a:cxn>
                <a:cxn ang="0">
                  <a:pos x="0" y="74"/>
                </a:cxn>
                <a:cxn ang="0">
                  <a:pos x="2" y="76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19" y="58"/>
                </a:cxn>
                <a:cxn ang="0">
                  <a:pos x="30" y="42"/>
                </a:cxn>
                <a:cxn ang="0">
                  <a:pos x="39" y="25"/>
                </a:cxn>
                <a:cxn ang="0">
                  <a:pos x="48" y="10"/>
                </a:cxn>
                <a:cxn ang="0">
                  <a:pos x="48" y="10"/>
                </a:cxn>
                <a:cxn ang="0">
                  <a:pos x="49" y="7"/>
                </a:cxn>
                <a:cxn ang="0">
                  <a:pos x="49" y="4"/>
                </a:cxn>
                <a:cxn ang="0">
                  <a:pos x="45" y="2"/>
                </a:cxn>
                <a:cxn ang="0">
                  <a:pos x="42" y="0"/>
                </a:cxn>
                <a:cxn ang="0">
                  <a:pos x="40" y="2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49" h="78">
                  <a:moveTo>
                    <a:pt x="39" y="4"/>
                  </a:moveTo>
                  <a:lnTo>
                    <a:pt x="39" y="4"/>
                  </a:lnTo>
                  <a:lnTo>
                    <a:pt x="30" y="20"/>
                  </a:lnTo>
                  <a:lnTo>
                    <a:pt x="19" y="36"/>
                  </a:lnTo>
                  <a:lnTo>
                    <a:pt x="10" y="51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1"/>
                  </a:lnTo>
                  <a:lnTo>
                    <a:pt x="0" y="74"/>
                  </a:lnTo>
                  <a:lnTo>
                    <a:pt x="2" y="76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19" y="58"/>
                  </a:lnTo>
                  <a:lnTo>
                    <a:pt x="30" y="42"/>
                  </a:lnTo>
                  <a:lnTo>
                    <a:pt x="39" y="25"/>
                  </a:lnTo>
                  <a:lnTo>
                    <a:pt x="48" y="10"/>
                  </a:lnTo>
                  <a:lnTo>
                    <a:pt x="48" y="10"/>
                  </a:lnTo>
                  <a:lnTo>
                    <a:pt x="49" y="7"/>
                  </a:lnTo>
                  <a:lnTo>
                    <a:pt x="49" y="4"/>
                  </a:lnTo>
                  <a:lnTo>
                    <a:pt x="45" y="2"/>
                  </a:lnTo>
                  <a:lnTo>
                    <a:pt x="42" y="0"/>
                  </a:lnTo>
                  <a:lnTo>
                    <a:pt x="40" y="2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6" name="Freeform 468"/>
            <p:cNvSpPr/>
            <p:nvPr>
              <p:custDataLst>
                <p:tags r:id="rId10"/>
              </p:custDataLst>
            </p:nvPr>
          </p:nvSpPr>
          <p:spPr bwMode="auto">
            <a:xfrm>
              <a:off x="3298826" y="1471613"/>
              <a:ext cx="15875" cy="23813"/>
            </a:xfrm>
            <a:custGeom>
              <a:avLst/>
              <a:gdLst/>
              <a:ahLst/>
              <a:cxnLst>
                <a:cxn ang="0">
                  <a:pos x="32" y="3"/>
                </a:cxn>
                <a:cxn ang="0">
                  <a:pos x="32" y="3"/>
                </a:cxn>
                <a:cxn ang="0">
                  <a:pos x="25" y="17"/>
                </a:cxn>
                <a:cxn ang="0">
                  <a:pos x="17" y="28"/>
                </a:cxn>
                <a:cxn ang="0">
                  <a:pos x="8" y="40"/>
                </a:cxn>
                <a:cxn ang="0">
                  <a:pos x="0" y="52"/>
                </a:cxn>
                <a:cxn ang="0">
                  <a:pos x="0" y="52"/>
                </a:cxn>
                <a:cxn ang="0">
                  <a:pos x="0" y="54"/>
                </a:cxn>
                <a:cxn ang="0">
                  <a:pos x="0" y="57"/>
                </a:cxn>
                <a:cxn ang="0">
                  <a:pos x="3" y="60"/>
                </a:cxn>
                <a:cxn ang="0">
                  <a:pos x="7" y="61"/>
                </a:cxn>
                <a:cxn ang="0">
                  <a:pos x="9" y="60"/>
                </a:cxn>
                <a:cxn ang="0">
                  <a:pos x="11" y="58"/>
                </a:cxn>
                <a:cxn ang="0">
                  <a:pos x="11" y="58"/>
                </a:cxn>
                <a:cxn ang="0">
                  <a:pos x="19" y="45"/>
                </a:cxn>
                <a:cxn ang="0">
                  <a:pos x="26" y="34"/>
                </a:cxn>
                <a:cxn ang="0">
                  <a:pos x="34" y="22"/>
                </a:cxn>
                <a:cxn ang="0">
                  <a:pos x="41" y="9"/>
                </a:cxn>
                <a:cxn ang="0">
                  <a:pos x="41" y="9"/>
                </a:cxn>
                <a:cxn ang="0">
                  <a:pos x="42" y="6"/>
                </a:cxn>
                <a:cxn ang="0">
                  <a:pos x="41" y="3"/>
                </a:cxn>
                <a:cxn ang="0">
                  <a:pos x="38" y="1"/>
                </a:cxn>
                <a:cxn ang="0">
                  <a:pos x="37" y="0"/>
                </a:cxn>
                <a:cxn ang="0">
                  <a:pos x="34" y="0"/>
                </a:cxn>
                <a:cxn ang="0">
                  <a:pos x="33" y="1"/>
                </a:cxn>
                <a:cxn ang="0">
                  <a:pos x="32" y="3"/>
                </a:cxn>
                <a:cxn ang="0">
                  <a:pos x="32" y="3"/>
                </a:cxn>
              </a:cxnLst>
              <a:rect l="0" t="0" r="r" b="b"/>
              <a:pathLst>
                <a:path w="42" h="61">
                  <a:moveTo>
                    <a:pt x="32" y="3"/>
                  </a:moveTo>
                  <a:lnTo>
                    <a:pt x="32" y="3"/>
                  </a:lnTo>
                  <a:lnTo>
                    <a:pt x="25" y="17"/>
                  </a:lnTo>
                  <a:lnTo>
                    <a:pt x="17" y="28"/>
                  </a:lnTo>
                  <a:lnTo>
                    <a:pt x="8" y="40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0" y="57"/>
                  </a:lnTo>
                  <a:lnTo>
                    <a:pt x="3" y="60"/>
                  </a:lnTo>
                  <a:lnTo>
                    <a:pt x="7" y="61"/>
                  </a:lnTo>
                  <a:lnTo>
                    <a:pt x="9" y="60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9" y="45"/>
                  </a:lnTo>
                  <a:lnTo>
                    <a:pt x="26" y="34"/>
                  </a:lnTo>
                  <a:lnTo>
                    <a:pt x="34" y="22"/>
                  </a:lnTo>
                  <a:lnTo>
                    <a:pt x="41" y="9"/>
                  </a:lnTo>
                  <a:lnTo>
                    <a:pt x="41" y="9"/>
                  </a:lnTo>
                  <a:lnTo>
                    <a:pt x="42" y="6"/>
                  </a:lnTo>
                  <a:lnTo>
                    <a:pt x="41" y="3"/>
                  </a:lnTo>
                  <a:lnTo>
                    <a:pt x="38" y="1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33" y="1"/>
                  </a:lnTo>
                  <a:lnTo>
                    <a:pt x="32" y="3"/>
                  </a:lnTo>
                  <a:lnTo>
                    <a:pt x="3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7" name="Freeform 469"/>
            <p:cNvSpPr/>
            <p:nvPr>
              <p:custDataLst>
                <p:tags r:id="rId11"/>
              </p:custDataLst>
            </p:nvPr>
          </p:nvSpPr>
          <p:spPr bwMode="auto">
            <a:xfrm>
              <a:off x="3333751" y="1468438"/>
              <a:ext cx="12700" cy="23813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0"/>
                </a:cxn>
                <a:cxn ang="0">
                  <a:pos x="17" y="16"/>
                </a:cxn>
                <a:cxn ang="0">
                  <a:pos x="14" y="21"/>
                </a:cxn>
                <a:cxn ang="0">
                  <a:pos x="12" y="26"/>
                </a:cxn>
                <a:cxn ang="0">
                  <a:pos x="12" y="26"/>
                </a:cxn>
                <a:cxn ang="0">
                  <a:pos x="8" y="39"/>
                </a:cxn>
                <a:cxn ang="0">
                  <a:pos x="5" y="46"/>
                </a:cxn>
                <a:cxn ang="0">
                  <a:pos x="1" y="51"/>
                </a:cxn>
                <a:cxn ang="0">
                  <a:pos x="1" y="51"/>
                </a:cxn>
                <a:cxn ang="0">
                  <a:pos x="0" y="52"/>
                </a:cxn>
                <a:cxn ang="0">
                  <a:pos x="0" y="55"/>
                </a:cxn>
                <a:cxn ang="0">
                  <a:pos x="1" y="59"/>
                </a:cxn>
                <a:cxn ang="0">
                  <a:pos x="5" y="60"/>
                </a:cxn>
                <a:cxn ang="0">
                  <a:pos x="8" y="60"/>
                </a:cxn>
                <a:cxn ang="0">
                  <a:pos x="9" y="59"/>
                </a:cxn>
                <a:cxn ang="0">
                  <a:pos x="9" y="59"/>
                </a:cxn>
                <a:cxn ang="0">
                  <a:pos x="13" y="54"/>
                </a:cxn>
                <a:cxn ang="0">
                  <a:pos x="17" y="48"/>
                </a:cxn>
                <a:cxn ang="0">
                  <a:pos x="21" y="35"/>
                </a:cxn>
                <a:cxn ang="0">
                  <a:pos x="21" y="35"/>
                </a:cxn>
                <a:cxn ang="0">
                  <a:pos x="23" y="27"/>
                </a:cxn>
                <a:cxn ang="0">
                  <a:pos x="27" y="21"/>
                </a:cxn>
                <a:cxn ang="0">
                  <a:pos x="31" y="13"/>
                </a:cxn>
                <a:cxn ang="0">
                  <a:pos x="34" y="5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5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4" h="60">
                  <a:moveTo>
                    <a:pt x="22" y="5"/>
                  </a:moveTo>
                  <a:lnTo>
                    <a:pt x="22" y="5"/>
                  </a:lnTo>
                  <a:lnTo>
                    <a:pt x="21" y="10"/>
                  </a:lnTo>
                  <a:lnTo>
                    <a:pt x="17" y="16"/>
                  </a:lnTo>
                  <a:lnTo>
                    <a:pt x="14" y="21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8" y="39"/>
                  </a:lnTo>
                  <a:lnTo>
                    <a:pt x="5" y="46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0" y="52"/>
                  </a:lnTo>
                  <a:lnTo>
                    <a:pt x="0" y="55"/>
                  </a:lnTo>
                  <a:lnTo>
                    <a:pt x="1" y="59"/>
                  </a:lnTo>
                  <a:lnTo>
                    <a:pt x="5" y="60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54"/>
                  </a:lnTo>
                  <a:lnTo>
                    <a:pt x="17" y="48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3" y="27"/>
                  </a:lnTo>
                  <a:lnTo>
                    <a:pt x="27" y="21"/>
                  </a:lnTo>
                  <a:lnTo>
                    <a:pt x="31" y="13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8" name="Freeform 470"/>
            <p:cNvSpPr/>
            <p:nvPr>
              <p:custDataLst>
                <p:tags r:id="rId12"/>
              </p:custDataLst>
            </p:nvPr>
          </p:nvSpPr>
          <p:spPr bwMode="auto">
            <a:xfrm>
              <a:off x="3589338" y="1428750"/>
              <a:ext cx="19050" cy="22225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1" y="48"/>
                </a:cxn>
                <a:cxn ang="0">
                  <a:pos x="1" y="48"/>
                </a:cxn>
                <a:cxn ang="0">
                  <a:pos x="0" y="51"/>
                </a:cxn>
                <a:cxn ang="0">
                  <a:pos x="0" y="52"/>
                </a:cxn>
                <a:cxn ang="0">
                  <a:pos x="1" y="55"/>
                </a:cxn>
                <a:cxn ang="0">
                  <a:pos x="3" y="56"/>
                </a:cxn>
                <a:cxn ang="0">
                  <a:pos x="8" y="56"/>
                </a:cxn>
                <a:cxn ang="0">
                  <a:pos x="9" y="56"/>
                </a:cxn>
                <a:cxn ang="0">
                  <a:pos x="12" y="53"/>
                </a:cxn>
                <a:cxn ang="0">
                  <a:pos x="12" y="53"/>
                </a:cxn>
                <a:cxn ang="0">
                  <a:pos x="46" y="9"/>
                </a:cxn>
                <a:cxn ang="0">
                  <a:pos x="46" y="9"/>
                </a:cxn>
                <a:cxn ang="0">
                  <a:pos x="47" y="6"/>
                </a:cxn>
                <a:cxn ang="0">
                  <a:pos x="46" y="4"/>
                </a:cxn>
                <a:cxn ang="0">
                  <a:pos x="46" y="2"/>
                </a:cxn>
                <a:cxn ang="0">
                  <a:pos x="45" y="1"/>
                </a:cxn>
                <a:cxn ang="0">
                  <a:pos x="39" y="0"/>
                </a:cxn>
                <a:cxn ang="0">
                  <a:pos x="38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7" h="56">
                  <a:moveTo>
                    <a:pt x="35" y="2"/>
                  </a:moveTo>
                  <a:lnTo>
                    <a:pt x="35" y="2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0" y="51"/>
                  </a:lnTo>
                  <a:lnTo>
                    <a:pt x="0" y="52"/>
                  </a:lnTo>
                  <a:lnTo>
                    <a:pt x="1" y="55"/>
                  </a:lnTo>
                  <a:lnTo>
                    <a:pt x="3" y="56"/>
                  </a:lnTo>
                  <a:lnTo>
                    <a:pt x="8" y="56"/>
                  </a:lnTo>
                  <a:lnTo>
                    <a:pt x="9" y="56"/>
                  </a:lnTo>
                  <a:lnTo>
                    <a:pt x="12" y="53"/>
                  </a:lnTo>
                  <a:lnTo>
                    <a:pt x="12" y="53"/>
                  </a:lnTo>
                  <a:lnTo>
                    <a:pt x="46" y="9"/>
                  </a:lnTo>
                  <a:lnTo>
                    <a:pt x="46" y="9"/>
                  </a:lnTo>
                  <a:lnTo>
                    <a:pt x="47" y="6"/>
                  </a:lnTo>
                  <a:lnTo>
                    <a:pt x="46" y="4"/>
                  </a:lnTo>
                  <a:lnTo>
                    <a:pt x="46" y="2"/>
                  </a:lnTo>
                  <a:lnTo>
                    <a:pt x="45" y="1"/>
                  </a:lnTo>
                  <a:lnTo>
                    <a:pt x="39" y="0"/>
                  </a:lnTo>
                  <a:lnTo>
                    <a:pt x="38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9" name="Freeform 471"/>
            <p:cNvSpPr/>
            <p:nvPr>
              <p:custDataLst>
                <p:tags r:id="rId13"/>
              </p:custDataLst>
            </p:nvPr>
          </p:nvSpPr>
          <p:spPr bwMode="auto">
            <a:xfrm>
              <a:off x="3606801" y="1447800"/>
              <a:ext cx="22225" cy="30163"/>
            </a:xfrm>
            <a:custGeom>
              <a:avLst/>
              <a:gdLst/>
              <a:ahLst/>
              <a:cxnLst>
                <a:cxn ang="0">
                  <a:pos x="47" y="2"/>
                </a:cxn>
                <a:cxn ang="0">
                  <a:pos x="47" y="2"/>
                </a:cxn>
                <a:cxn ang="0">
                  <a:pos x="33" y="17"/>
                </a:cxn>
                <a:cxn ang="0">
                  <a:pos x="21" y="33"/>
                </a:cxn>
                <a:cxn ang="0">
                  <a:pos x="11" y="5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3" y="76"/>
                </a:cxn>
                <a:cxn ang="0">
                  <a:pos x="7" y="76"/>
                </a:cxn>
                <a:cxn ang="0">
                  <a:pos x="8" y="75"/>
                </a:cxn>
                <a:cxn ang="0">
                  <a:pos x="11" y="74"/>
                </a:cxn>
                <a:cxn ang="0">
                  <a:pos x="11" y="74"/>
                </a:cxn>
                <a:cxn ang="0">
                  <a:pos x="20" y="57"/>
                </a:cxn>
                <a:cxn ang="0">
                  <a:pos x="30" y="40"/>
                </a:cxn>
                <a:cxn ang="0">
                  <a:pos x="42" y="25"/>
                </a:cxn>
                <a:cxn ang="0">
                  <a:pos x="55" y="10"/>
                </a:cxn>
                <a:cxn ang="0">
                  <a:pos x="55" y="10"/>
                </a:cxn>
                <a:cxn ang="0">
                  <a:pos x="57" y="8"/>
                </a:cxn>
                <a:cxn ang="0">
                  <a:pos x="57" y="6"/>
                </a:cxn>
                <a:cxn ang="0">
                  <a:pos x="55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2"/>
                </a:cxn>
                <a:cxn ang="0">
                  <a:pos x="47" y="2"/>
                </a:cxn>
              </a:cxnLst>
              <a:rect l="0" t="0" r="r" b="b"/>
              <a:pathLst>
                <a:path w="57" h="76">
                  <a:moveTo>
                    <a:pt x="47" y="2"/>
                  </a:moveTo>
                  <a:lnTo>
                    <a:pt x="47" y="2"/>
                  </a:lnTo>
                  <a:lnTo>
                    <a:pt x="33" y="17"/>
                  </a:lnTo>
                  <a:lnTo>
                    <a:pt x="21" y="33"/>
                  </a:lnTo>
                  <a:lnTo>
                    <a:pt x="11" y="50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3" y="76"/>
                  </a:lnTo>
                  <a:lnTo>
                    <a:pt x="7" y="76"/>
                  </a:lnTo>
                  <a:lnTo>
                    <a:pt x="8" y="75"/>
                  </a:lnTo>
                  <a:lnTo>
                    <a:pt x="11" y="74"/>
                  </a:lnTo>
                  <a:lnTo>
                    <a:pt x="11" y="74"/>
                  </a:lnTo>
                  <a:lnTo>
                    <a:pt x="20" y="57"/>
                  </a:lnTo>
                  <a:lnTo>
                    <a:pt x="30" y="40"/>
                  </a:lnTo>
                  <a:lnTo>
                    <a:pt x="42" y="25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7" y="8"/>
                  </a:lnTo>
                  <a:lnTo>
                    <a:pt x="57" y="6"/>
                  </a:lnTo>
                  <a:lnTo>
                    <a:pt x="55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2"/>
                  </a:lnTo>
                  <a:lnTo>
                    <a:pt x="4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0" name="Freeform 472"/>
            <p:cNvSpPr/>
            <p:nvPr>
              <p:custDataLst>
                <p:tags r:id="rId14"/>
              </p:custDataLst>
            </p:nvPr>
          </p:nvSpPr>
          <p:spPr bwMode="auto">
            <a:xfrm>
              <a:off x="3629026" y="1465263"/>
              <a:ext cx="23813" cy="31750"/>
            </a:xfrm>
            <a:custGeom>
              <a:avLst/>
              <a:gdLst/>
              <a:ahLst/>
              <a:cxnLst>
                <a:cxn ang="0">
                  <a:pos x="47" y="3"/>
                </a:cxn>
                <a:cxn ang="0">
                  <a:pos x="47" y="3"/>
                </a:cxn>
                <a:cxn ang="0">
                  <a:pos x="22" y="37"/>
                </a:cxn>
                <a:cxn ang="0">
                  <a:pos x="11" y="54"/>
                </a:cxn>
                <a:cxn ang="0">
                  <a:pos x="1" y="71"/>
                </a:cxn>
                <a:cxn ang="0">
                  <a:pos x="1" y="71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3" y="79"/>
                </a:cxn>
                <a:cxn ang="0">
                  <a:pos x="7" y="80"/>
                </a:cxn>
                <a:cxn ang="0">
                  <a:pos x="9" y="79"/>
                </a:cxn>
                <a:cxn ang="0">
                  <a:pos x="10" y="77"/>
                </a:cxn>
                <a:cxn ang="0">
                  <a:pos x="10" y="77"/>
                </a:cxn>
                <a:cxn ang="0">
                  <a:pos x="20" y="59"/>
                </a:cxn>
                <a:cxn ang="0">
                  <a:pos x="32" y="42"/>
                </a:cxn>
                <a:cxn ang="0">
                  <a:pos x="56" y="8"/>
                </a:cxn>
                <a:cxn ang="0">
                  <a:pos x="56" y="8"/>
                </a:cxn>
                <a:cxn ang="0">
                  <a:pos x="57" y="7"/>
                </a:cxn>
                <a:cxn ang="0">
                  <a:pos x="57" y="4"/>
                </a:cxn>
                <a:cxn ang="0">
                  <a:pos x="56" y="3"/>
                </a:cxn>
                <a:cxn ang="0">
                  <a:pos x="54" y="1"/>
                </a:cxn>
                <a:cxn ang="0">
                  <a:pos x="51" y="0"/>
                </a:cxn>
                <a:cxn ang="0">
                  <a:pos x="48" y="1"/>
                </a:cxn>
                <a:cxn ang="0">
                  <a:pos x="47" y="3"/>
                </a:cxn>
                <a:cxn ang="0">
                  <a:pos x="47" y="3"/>
                </a:cxn>
              </a:cxnLst>
              <a:rect l="0" t="0" r="r" b="b"/>
              <a:pathLst>
                <a:path w="57" h="80">
                  <a:moveTo>
                    <a:pt x="47" y="3"/>
                  </a:moveTo>
                  <a:lnTo>
                    <a:pt x="47" y="3"/>
                  </a:lnTo>
                  <a:lnTo>
                    <a:pt x="22" y="37"/>
                  </a:lnTo>
                  <a:lnTo>
                    <a:pt x="11" y="54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3" y="79"/>
                  </a:lnTo>
                  <a:lnTo>
                    <a:pt x="7" y="80"/>
                  </a:lnTo>
                  <a:lnTo>
                    <a:pt x="9" y="79"/>
                  </a:lnTo>
                  <a:lnTo>
                    <a:pt x="10" y="77"/>
                  </a:lnTo>
                  <a:lnTo>
                    <a:pt x="10" y="77"/>
                  </a:lnTo>
                  <a:lnTo>
                    <a:pt x="20" y="59"/>
                  </a:lnTo>
                  <a:lnTo>
                    <a:pt x="32" y="42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7" y="7"/>
                  </a:lnTo>
                  <a:lnTo>
                    <a:pt x="57" y="4"/>
                  </a:lnTo>
                  <a:lnTo>
                    <a:pt x="56" y="3"/>
                  </a:lnTo>
                  <a:lnTo>
                    <a:pt x="54" y="1"/>
                  </a:lnTo>
                  <a:lnTo>
                    <a:pt x="51" y="0"/>
                  </a:lnTo>
                  <a:lnTo>
                    <a:pt x="48" y="1"/>
                  </a:lnTo>
                  <a:lnTo>
                    <a:pt x="47" y="3"/>
                  </a:lnTo>
                  <a:lnTo>
                    <a:pt x="4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1" name="Freeform 473"/>
            <p:cNvSpPr/>
            <p:nvPr>
              <p:custDataLst>
                <p:tags r:id="rId15"/>
              </p:custDataLst>
            </p:nvPr>
          </p:nvSpPr>
          <p:spPr bwMode="auto">
            <a:xfrm>
              <a:off x="3656013" y="1474788"/>
              <a:ext cx="20638" cy="28575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0" y="17"/>
                </a:cxn>
                <a:cxn ang="0">
                  <a:pos x="20" y="30"/>
                </a:cxn>
                <a:cxn ang="0">
                  <a:pos x="20" y="30"/>
                </a:cxn>
                <a:cxn ang="0">
                  <a:pos x="15" y="38"/>
                </a:cxn>
                <a:cxn ang="0">
                  <a:pos x="10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7"/>
                </a:cxn>
                <a:cxn ang="0">
                  <a:pos x="1" y="68"/>
                </a:cxn>
                <a:cxn ang="0">
                  <a:pos x="3" y="72"/>
                </a:cxn>
                <a:cxn ang="0">
                  <a:pos x="7" y="72"/>
                </a:cxn>
                <a:cxn ang="0">
                  <a:pos x="9" y="72"/>
                </a:cxn>
                <a:cxn ang="0">
                  <a:pos x="11" y="70"/>
                </a:cxn>
                <a:cxn ang="0">
                  <a:pos x="11" y="70"/>
                </a:cxn>
                <a:cxn ang="0">
                  <a:pos x="20" y="53"/>
                </a:cxn>
                <a:cxn ang="0">
                  <a:pos x="30" y="36"/>
                </a:cxn>
                <a:cxn ang="0">
                  <a:pos x="30" y="36"/>
                </a:cxn>
                <a:cxn ang="0">
                  <a:pos x="40" y="23"/>
                </a:cxn>
                <a:cxn ang="0">
                  <a:pos x="44" y="16"/>
                </a:cxn>
                <a:cxn ang="0">
                  <a:pos x="49" y="10"/>
                </a:cxn>
                <a:cxn ang="0">
                  <a:pos x="49" y="10"/>
                </a:cxn>
                <a:cxn ang="0">
                  <a:pos x="49" y="7"/>
                </a:cxn>
                <a:cxn ang="0">
                  <a:pos x="49" y="4"/>
                </a:cxn>
                <a:cxn ang="0">
                  <a:pos x="47" y="2"/>
                </a:cxn>
                <a:cxn ang="0">
                  <a:pos x="43" y="0"/>
                </a:cxn>
                <a:cxn ang="0">
                  <a:pos x="40" y="2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9" h="72">
                  <a:moveTo>
                    <a:pt x="39" y="3"/>
                  </a:moveTo>
                  <a:lnTo>
                    <a:pt x="39" y="3"/>
                  </a:lnTo>
                  <a:lnTo>
                    <a:pt x="30" y="17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15" y="38"/>
                  </a:lnTo>
                  <a:lnTo>
                    <a:pt x="10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1" y="68"/>
                  </a:lnTo>
                  <a:lnTo>
                    <a:pt x="3" y="72"/>
                  </a:lnTo>
                  <a:lnTo>
                    <a:pt x="7" y="72"/>
                  </a:lnTo>
                  <a:lnTo>
                    <a:pt x="9" y="72"/>
                  </a:lnTo>
                  <a:lnTo>
                    <a:pt x="11" y="70"/>
                  </a:lnTo>
                  <a:lnTo>
                    <a:pt x="11" y="70"/>
                  </a:lnTo>
                  <a:lnTo>
                    <a:pt x="20" y="53"/>
                  </a:lnTo>
                  <a:lnTo>
                    <a:pt x="30" y="36"/>
                  </a:lnTo>
                  <a:lnTo>
                    <a:pt x="30" y="36"/>
                  </a:lnTo>
                  <a:lnTo>
                    <a:pt x="40" y="23"/>
                  </a:lnTo>
                  <a:lnTo>
                    <a:pt x="44" y="16"/>
                  </a:lnTo>
                  <a:lnTo>
                    <a:pt x="49" y="10"/>
                  </a:lnTo>
                  <a:lnTo>
                    <a:pt x="49" y="10"/>
                  </a:lnTo>
                  <a:lnTo>
                    <a:pt x="49" y="7"/>
                  </a:lnTo>
                  <a:lnTo>
                    <a:pt x="49" y="4"/>
                  </a:lnTo>
                  <a:lnTo>
                    <a:pt x="47" y="2"/>
                  </a:lnTo>
                  <a:lnTo>
                    <a:pt x="43" y="0"/>
                  </a:lnTo>
                  <a:lnTo>
                    <a:pt x="40" y="2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2" name="Freeform 474"/>
            <p:cNvSpPr/>
            <p:nvPr>
              <p:custDataLst>
                <p:tags r:id="rId16"/>
              </p:custDataLst>
            </p:nvPr>
          </p:nvSpPr>
          <p:spPr bwMode="auto">
            <a:xfrm>
              <a:off x="3692526" y="1479550"/>
              <a:ext cx="22225" cy="26988"/>
            </a:xfrm>
            <a:custGeom>
              <a:avLst/>
              <a:gdLst/>
              <a:ahLst/>
              <a:cxnLst>
                <a:cxn ang="0">
                  <a:pos x="48" y="1"/>
                </a:cxn>
                <a:cxn ang="0">
                  <a:pos x="48" y="1"/>
                </a:cxn>
                <a:cxn ang="0">
                  <a:pos x="42" y="9"/>
                </a:cxn>
                <a:cxn ang="0">
                  <a:pos x="38" y="16"/>
                </a:cxn>
                <a:cxn ang="0">
                  <a:pos x="33" y="24"/>
                </a:cxn>
                <a:cxn ang="0">
                  <a:pos x="26" y="30"/>
                </a:cxn>
                <a:cxn ang="0">
                  <a:pos x="26" y="30"/>
                </a:cxn>
                <a:cxn ang="0">
                  <a:pos x="13" y="45"/>
                </a:cxn>
                <a:cxn ang="0">
                  <a:pos x="1" y="60"/>
                </a:cxn>
                <a:cxn ang="0">
                  <a:pos x="1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7" y="68"/>
                </a:cxn>
                <a:cxn ang="0">
                  <a:pos x="9" y="68"/>
                </a:cxn>
                <a:cxn ang="0">
                  <a:pos x="11" y="66"/>
                </a:cxn>
                <a:cxn ang="0">
                  <a:pos x="11" y="66"/>
                </a:cxn>
                <a:cxn ang="0">
                  <a:pos x="24" y="51"/>
                </a:cxn>
                <a:cxn ang="0">
                  <a:pos x="37" y="37"/>
                </a:cxn>
                <a:cxn ang="0">
                  <a:pos x="37" y="37"/>
                </a:cxn>
                <a:cxn ang="0">
                  <a:pos x="42" y="30"/>
                </a:cxn>
                <a:cxn ang="0">
                  <a:pos x="47" y="24"/>
                </a:cxn>
                <a:cxn ang="0">
                  <a:pos x="51" y="16"/>
                </a:cxn>
                <a:cxn ang="0">
                  <a:pos x="56" y="9"/>
                </a:cxn>
                <a:cxn ang="0">
                  <a:pos x="56" y="9"/>
                </a:cxn>
                <a:cxn ang="0">
                  <a:pos x="58" y="8"/>
                </a:cxn>
                <a:cxn ang="0">
                  <a:pos x="58" y="5"/>
                </a:cxn>
                <a:cxn ang="0">
                  <a:pos x="55" y="1"/>
                </a:cxn>
                <a:cxn ang="0">
                  <a:pos x="52" y="0"/>
                </a:cxn>
                <a:cxn ang="0">
                  <a:pos x="50" y="0"/>
                </a:cxn>
                <a:cxn ang="0">
                  <a:pos x="48" y="1"/>
                </a:cxn>
                <a:cxn ang="0">
                  <a:pos x="48" y="1"/>
                </a:cxn>
              </a:cxnLst>
              <a:rect l="0" t="0" r="r" b="b"/>
              <a:pathLst>
                <a:path w="58" h="68">
                  <a:moveTo>
                    <a:pt x="48" y="1"/>
                  </a:moveTo>
                  <a:lnTo>
                    <a:pt x="48" y="1"/>
                  </a:lnTo>
                  <a:lnTo>
                    <a:pt x="42" y="9"/>
                  </a:lnTo>
                  <a:lnTo>
                    <a:pt x="38" y="16"/>
                  </a:lnTo>
                  <a:lnTo>
                    <a:pt x="33" y="24"/>
                  </a:lnTo>
                  <a:lnTo>
                    <a:pt x="26" y="30"/>
                  </a:lnTo>
                  <a:lnTo>
                    <a:pt x="26" y="30"/>
                  </a:lnTo>
                  <a:lnTo>
                    <a:pt x="13" y="45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7" y="68"/>
                  </a:lnTo>
                  <a:lnTo>
                    <a:pt x="9" y="68"/>
                  </a:lnTo>
                  <a:lnTo>
                    <a:pt x="11" y="66"/>
                  </a:lnTo>
                  <a:lnTo>
                    <a:pt x="11" y="66"/>
                  </a:lnTo>
                  <a:lnTo>
                    <a:pt x="24" y="51"/>
                  </a:lnTo>
                  <a:lnTo>
                    <a:pt x="37" y="37"/>
                  </a:lnTo>
                  <a:lnTo>
                    <a:pt x="37" y="37"/>
                  </a:lnTo>
                  <a:lnTo>
                    <a:pt x="42" y="30"/>
                  </a:lnTo>
                  <a:lnTo>
                    <a:pt x="47" y="24"/>
                  </a:lnTo>
                  <a:lnTo>
                    <a:pt x="51" y="16"/>
                  </a:lnTo>
                  <a:lnTo>
                    <a:pt x="56" y="9"/>
                  </a:lnTo>
                  <a:lnTo>
                    <a:pt x="56" y="9"/>
                  </a:lnTo>
                  <a:lnTo>
                    <a:pt x="58" y="8"/>
                  </a:lnTo>
                  <a:lnTo>
                    <a:pt x="58" y="5"/>
                  </a:lnTo>
                  <a:lnTo>
                    <a:pt x="55" y="1"/>
                  </a:lnTo>
                  <a:lnTo>
                    <a:pt x="52" y="0"/>
                  </a:lnTo>
                  <a:lnTo>
                    <a:pt x="50" y="0"/>
                  </a:lnTo>
                  <a:lnTo>
                    <a:pt x="48" y="1"/>
                  </a:lnTo>
                  <a:lnTo>
                    <a:pt x="48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3" name="Freeform 475"/>
            <p:cNvSpPr/>
            <p:nvPr>
              <p:custDataLst>
                <p:tags r:id="rId17"/>
              </p:custDataLst>
            </p:nvPr>
          </p:nvSpPr>
          <p:spPr bwMode="auto">
            <a:xfrm>
              <a:off x="3725863" y="1477963"/>
              <a:ext cx="17463" cy="25400"/>
            </a:xfrm>
            <a:custGeom>
              <a:avLst/>
              <a:gdLst/>
              <a:ahLst/>
              <a:cxnLst>
                <a:cxn ang="0">
                  <a:pos x="36" y="2"/>
                </a:cxn>
                <a:cxn ang="0">
                  <a:pos x="36" y="2"/>
                </a:cxn>
                <a:cxn ang="0">
                  <a:pos x="26" y="15"/>
                </a:cxn>
                <a:cxn ang="0">
                  <a:pos x="17" y="28"/>
                </a:cxn>
                <a:cxn ang="0">
                  <a:pos x="9" y="42"/>
                </a:cxn>
                <a:cxn ang="0">
                  <a:pos x="1" y="56"/>
                </a:cxn>
                <a:cxn ang="0">
                  <a:pos x="1" y="56"/>
                </a:cxn>
                <a:cxn ang="0">
                  <a:pos x="0" y="59"/>
                </a:cxn>
                <a:cxn ang="0">
                  <a:pos x="1" y="62"/>
                </a:cxn>
                <a:cxn ang="0">
                  <a:pos x="4" y="64"/>
                </a:cxn>
                <a:cxn ang="0">
                  <a:pos x="8" y="66"/>
                </a:cxn>
                <a:cxn ang="0">
                  <a:pos x="9" y="64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8" y="49"/>
                </a:cxn>
                <a:cxn ang="0">
                  <a:pos x="26" y="34"/>
                </a:cxn>
                <a:cxn ang="0">
                  <a:pos x="34" y="22"/>
                </a:cxn>
                <a:cxn ang="0">
                  <a:pos x="44" y="11"/>
                </a:cxn>
                <a:cxn ang="0">
                  <a:pos x="44" y="11"/>
                </a:cxn>
                <a:cxn ang="0">
                  <a:pos x="46" y="8"/>
                </a:cxn>
                <a:cxn ang="0">
                  <a:pos x="46" y="5"/>
                </a:cxn>
                <a:cxn ang="0">
                  <a:pos x="44" y="2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6" y="2"/>
                </a:cxn>
                <a:cxn ang="0">
                  <a:pos x="36" y="2"/>
                </a:cxn>
              </a:cxnLst>
              <a:rect l="0" t="0" r="r" b="b"/>
              <a:pathLst>
                <a:path w="46" h="66">
                  <a:moveTo>
                    <a:pt x="36" y="2"/>
                  </a:moveTo>
                  <a:lnTo>
                    <a:pt x="36" y="2"/>
                  </a:lnTo>
                  <a:lnTo>
                    <a:pt x="26" y="15"/>
                  </a:lnTo>
                  <a:lnTo>
                    <a:pt x="17" y="28"/>
                  </a:lnTo>
                  <a:lnTo>
                    <a:pt x="9" y="42"/>
                  </a:lnTo>
                  <a:lnTo>
                    <a:pt x="1" y="56"/>
                  </a:lnTo>
                  <a:lnTo>
                    <a:pt x="1" y="56"/>
                  </a:lnTo>
                  <a:lnTo>
                    <a:pt x="0" y="59"/>
                  </a:lnTo>
                  <a:lnTo>
                    <a:pt x="1" y="62"/>
                  </a:lnTo>
                  <a:lnTo>
                    <a:pt x="4" y="64"/>
                  </a:lnTo>
                  <a:lnTo>
                    <a:pt x="8" y="66"/>
                  </a:lnTo>
                  <a:lnTo>
                    <a:pt x="9" y="64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8" y="49"/>
                  </a:lnTo>
                  <a:lnTo>
                    <a:pt x="26" y="34"/>
                  </a:lnTo>
                  <a:lnTo>
                    <a:pt x="34" y="22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6" y="8"/>
                  </a:lnTo>
                  <a:lnTo>
                    <a:pt x="46" y="5"/>
                  </a:lnTo>
                  <a:lnTo>
                    <a:pt x="44" y="2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6" y="2"/>
                  </a:lnTo>
                  <a:lnTo>
                    <a:pt x="36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4" name="Freeform 476"/>
            <p:cNvSpPr/>
            <p:nvPr>
              <p:custDataLst>
                <p:tags r:id="rId18"/>
              </p:custDataLst>
            </p:nvPr>
          </p:nvSpPr>
          <p:spPr bwMode="auto">
            <a:xfrm>
              <a:off x="3767138" y="1474788"/>
              <a:ext cx="12700" cy="22225"/>
            </a:xfrm>
            <a:custGeom>
              <a:avLst/>
              <a:gdLst/>
              <a:ahLst/>
              <a:cxnLst>
                <a:cxn ang="0">
                  <a:pos x="24" y="3"/>
                </a:cxn>
                <a:cxn ang="0">
                  <a:pos x="24" y="3"/>
                </a:cxn>
                <a:cxn ang="0">
                  <a:pos x="13" y="27"/>
                </a:cxn>
                <a:cxn ang="0">
                  <a:pos x="8" y="38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0" y="51"/>
                </a:cxn>
                <a:cxn ang="0">
                  <a:pos x="0" y="54"/>
                </a:cxn>
                <a:cxn ang="0">
                  <a:pos x="1" y="55"/>
                </a:cxn>
                <a:cxn ang="0">
                  <a:pos x="3" y="57"/>
                </a:cxn>
                <a:cxn ang="0">
                  <a:pos x="7" y="58"/>
                </a:cxn>
                <a:cxn ang="0">
                  <a:pos x="9" y="57"/>
                </a:cxn>
                <a:cxn ang="0">
                  <a:pos x="11" y="55"/>
                </a:cxn>
                <a:cxn ang="0">
                  <a:pos x="11" y="55"/>
                </a:cxn>
                <a:cxn ang="0">
                  <a:pos x="17" y="44"/>
                </a:cxn>
                <a:cxn ang="0">
                  <a:pos x="24" y="33"/>
                </a:cxn>
                <a:cxn ang="0">
                  <a:pos x="33" y="10"/>
                </a:cxn>
                <a:cxn ang="0">
                  <a:pos x="33" y="10"/>
                </a:cxn>
                <a:cxn ang="0">
                  <a:pos x="34" y="7"/>
                </a:cxn>
                <a:cxn ang="0">
                  <a:pos x="34" y="4"/>
                </a:cxn>
                <a:cxn ang="0">
                  <a:pos x="32" y="2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5" y="2"/>
                </a:cxn>
                <a:cxn ang="0">
                  <a:pos x="24" y="3"/>
                </a:cxn>
                <a:cxn ang="0">
                  <a:pos x="24" y="3"/>
                </a:cxn>
              </a:cxnLst>
              <a:rect l="0" t="0" r="r" b="b"/>
              <a:pathLst>
                <a:path w="34" h="58">
                  <a:moveTo>
                    <a:pt x="24" y="3"/>
                  </a:moveTo>
                  <a:lnTo>
                    <a:pt x="24" y="3"/>
                  </a:lnTo>
                  <a:lnTo>
                    <a:pt x="13" y="27"/>
                  </a:lnTo>
                  <a:lnTo>
                    <a:pt x="8" y="38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1"/>
                  </a:lnTo>
                  <a:lnTo>
                    <a:pt x="0" y="54"/>
                  </a:lnTo>
                  <a:lnTo>
                    <a:pt x="1" y="55"/>
                  </a:lnTo>
                  <a:lnTo>
                    <a:pt x="3" y="57"/>
                  </a:lnTo>
                  <a:lnTo>
                    <a:pt x="7" y="58"/>
                  </a:lnTo>
                  <a:lnTo>
                    <a:pt x="9" y="57"/>
                  </a:lnTo>
                  <a:lnTo>
                    <a:pt x="11" y="55"/>
                  </a:lnTo>
                  <a:lnTo>
                    <a:pt x="11" y="55"/>
                  </a:lnTo>
                  <a:lnTo>
                    <a:pt x="17" y="44"/>
                  </a:lnTo>
                  <a:lnTo>
                    <a:pt x="24" y="33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4" y="7"/>
                  </a:lnTo>
                  <a:lnTo>
                    <a:pt x="34" y="4"/>
                  </a:lnTo>
                  <a:lnTo>
                    <a:pt x="32" y="2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5" y="2"/>
                  </a:lnTo>
                  <a:lnTo>
                    <a:pt x="24" y="3"/>
                  </a:lnTo>
                  <a:lnTo>
                    <a:pt x="24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5" name="Freeform 477"/>
            <p:cNvSpPr/>
            <p:nvPr>
              <p:custDataLst>
                <p:tags r:id="rId19"/>
              </p:custDataLst>
            </p:nvPr>
          </p:nvSpPr>
          <p:spPr bwMode="auto">
            <a:xfrm>
              <a:off x="3354388" y="1589088"/>
              <a:ext cx="44450" cy="55563"/>
            </a:xfrm>
            <a:custGeom>
              <a:avLst/>
              <a:gdLst/>
              <a:ahLst/>
              <a:cxnLst>
                <a:cxn ang="0">
                  <a:pos x="99" y="3"/>
                </a:cxn>
                <a:cxn ang="0">
                  <a:pos x="99" y="3"/>
                </a:cxn>
                <a:cxn ang="0">
                  <a:pos x="71" y="29"/>
                </a:cxn>
                <a:cxn ang="0">
                  <a:pos x="58" y="44"/>
                </a:cxn>
                <a:cxn ang="0">
                  <a:pos x="47" y="58"/>
                </a:cxn>
                <a:cxn ang="0">
                  <a:pos x="47" y="58"/>
                </a:cxn>
                <a:cxn ang="0">
                  <a:pos x="34" y="76"/>
                </a:cxn>
                <a:cxn ang="0">
                  <a:pos x="22" y="95"/>
                </a:cxn>
                <a:cxn ang="0">
                  <a:pos x="0" y="134"/>
                </a:cxn>
                <a:cxn ang="0">
                  <a:pos x="0" y="134"/>
                </a:cxn>
                <a:cxn ang="0">
                  <a:pos x="0" y="135"/>
                </a:cxn>
                <a:cxn ang="0">
                  <a:pos x="0" y="138"/>
                </a:cxn>
                <a:cxn ang="0">
                  <a:pos x="2" y="140"/>
                </a:cxn>
                <a:cxn ang="0">
                  <a:pos x="6" y="142"/>
                </a:cxn>
                <a:cxn ang="0">
                  <a:pos x="7" y="140"/>
                </a:cxn>
                <a:cxn ang="0">
                  <a:pos x="10" y="139"/>
                </a:cxn>
                <a:cxn ang="0">
                  <a:pos x="10" y="139"/>
                </a:cxn>
                <a:cxn ang="0">
                  <a:pos x="27" y="108"/>
                </a:cxn>
                <a:cxn ang="0">
                  <a:pos x="36" y="92"/>
                </a:cxn>
                <a:cxn ang="0">
                  <a:pos x="47" y="78"/>
                </a:cxn>
                <a:cxn ang="0">
                  <a:pos x="47" y="78"/>
                </a:cxn>
                <a:cxn ang="0">
                  <a:pos x="61" y="59"/>
                </a:cxn>
                <a:cxn ang="0">
                  <a:pos x="75" y="42"/>
                </a:cxn>
                <a:cxn ang="0">
                  <a:pos x="108" y="11"/>
                </a:cxn>
                <a:cxn ang="0">
                  <a:pos x="108" y="11"/>
                </a:cxn>
                <a:cxn ang="0">
                  <a:pos x="109" y="8"/>
                </a:cxn>
                <a:cxn ang="0">
                  <a:pos x="109" y="7"/>
                </a:cxn>
                <a:cxn ang="0">
                  <a:pos x="108" y="3"/>
                </a:cxn>
                <a:cxn ang="0">
                  <a:pos x="104" y="0"/>
                </a:cxn>
                <a:cxn ang="0">
                  <a:pos x="102" y="2"/>
                </a:cxn>
                <a:cxn ang="0">
                  <a:pos x="99" y="3"/>
                </a:cxn>
                <a:cxn ang="0">
                  <a:pos x="99" y="3"/>
                </a:cxn>
              </a:cxnLst>
              <a:rect l="0" t="0" r="r" b="b"/>
              <a:pathLst>
                <a:path w="109" h="142">
                  <a:moveTo>
                    <a:pt x="99" y="3"/>
                  </a:moveTo>
                  <a:lnTo>
                    <a:pt x="99" y="3"/>
                  </a:lnTo>
                  <a:lnTo>
                    <a:pt x="71" y="29"/>
                  </a:lnTo>
                  <a:lnTo>
                    <a:pt x="58" y="44"/>
                  </a:lnTo>
                  <a:lnTo>
                    <a:pt x="47" y="58"/>
                  </a:lnTo>
                  <a:lnTo>
                    <a:pt x="47" y="58"/>
                  </a:lnTo>
                  <a:lnTo>
                    <a:pt x="34" y="76"/>
                  </a:lnTo>
                  <a:lnTo>
                    <a:pt x="22" y="95"/>
                  </a:lnTo>
                  <a:lnTo>
                    <a:pt x="0" y="134"/>
                  </a:lnTo>
                  <a:lnTo>
                    <a:pt x="0" y="134"/>
                  </a:lnTo>
                  <a:lnTo>
                    <a:pt x="0" y="135"/>
                  </a:lnTo>
                  <a:lnTo>
                    <a:pt x="0" y="138"/>
                  </a:lnTo>
                  <a:lnTo>
                    <a:pt x="2" y="140"/>
                  </a:lnTo>
                  <a:lnTo>
                    <a:pt x="6" y="142"/>
                  </a:lnTo>
                  <a:lnTo>
                    <a:pt x="7" y="140"/>
                  </a:lnTo>
                  <a:lnTo>
                    <a:pt x="10" y="139"/>
                  </a:lnTo>
                  <a:lnTo>
                    <a:pt x="10" y="139"/>
                  </a:lnTo>
                  <a:lnTo>
                    <a:pt x="27" y="108"/>
                  </a:lnTo>
                  <a:lnTo>
                    <a:pt x="36" y="92"/>
                  </a:lnTo>
                  <a:lnTo>
                    <a:pt x="47" y="78"/>
                  </a:lnTo>
                  <a:lnTo>
                    <a:pt x="47" y="78"/>
                  </a:lnTo>
                  <a:lnTo>
                    <a:pt x="61" y="59"/>
                  </a:lnTo>
                  <a:lnTo>
                    <a:pt x="75" y="42"/>
                  </a:lnTo>
                  <a:lnTo>
                    <a:pt x="108" y="11"/>
                  </a:lnTo>
                  <a:lnTo>
                    <a:pt x="108" y="11"/>
                  </a:lnTo>
                  <a:lnTo>
                    <a:pt x="109" y="8"/>
                  </a:lnTo>
                  <a:lnTo>
                    <a:pt x="109" y="7"/>
                  </a:lnTo>
                  <a:lnTo>
                    <a:pt x="108" y="3"/>
                  </a:lnTo>
                  <a:lnTo>
                    <a:pt x="104" y="0"/>
                  </a:lnTo>
                  <a:lnTo>
                    <a:pt x="102" y="2"/>
                  </a:lnTo>
                  <a:lnTo>
                    <a:pt x="99" y="3"/>
                  </a:lnTo>
                  <a:lnTo>
                    <a:pt x="9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6" name="Freeform 478"/>
            <p:cNvSpPr/>
            <p:nvPr>
              <p:custDataLst>
                <p:tags r:id="rId20"/>
              </p:custDataLst>
            </p:nvPr>
          </p:nvSpPr>
          <p:spPr bwMode="auto">
            <a:xfrm>
              <a:off x="3382963" y="1584325"/>
              <a:ext cx="50800" cy="63500"/>
            </a:xfrm>
            <a:custGeom>
              <a:avLst/>
              <a:gdLst/>
              <a:ahLst/>
              <a:cxnLst>
                <a:cxn ang="0">
                  <a:pos x="120" y="3"/>
                </a:cxn>
                <a:cxn ang="0">
                  <a:pos x="120" y="3"/>
                </a:cxn>
                <a:cxn ang="0">
                  <a:pos x="88" y="43"/>
                </a:cxn>
                <a:cxn ang="0">
                  <a:pos x="58" y="82"/>
                </a:cxn>
                <a:cxn ang="0">
                  <a:pos x="58" y="82"/>
                </a:cxn>
                <a:cxn ang="0">
                  <a:pos x="44" y="101"/>
                </a:cxn>
                <a:cxn ang="0">
                  <a:pos x="29" y="119"/>
                </a:cxn>
                <a:cxn ang="0">
                  <a:pos x="15" y="136"/>
                </a:cxn>
                <a:cxn ang="0">
                  <a:pos x="0" y="154"/>
                </a:cxn>
                <a:cxn ang="0">
                  <a:pos x="0" y="154"/>
                </a:cxn>
                <a:cxn ang="0">
                  <a:pos x="0" y="157"/>
                </a:cxn>
                <a:cxn ang="0">
                  <a:pos x="0" y="160"/>
                </a:cxn>
                <a:cxn ang="0">
                  <a:pos x="2" y="161"/>
                </a:cxn>
                <a:cxn ang="0">
                  <a:pos x="3" y="162"/>
                </a:cxn>
                <a:cxn ang="0">
                  <a:pos x="7" y="163"/>
                </a:cxn>
                <a:cxn ang="0">
                  <a:pos x="10" y="162"/>
                </a:cxn>
                <a:cxn ang="0">
                  <a:pos x="11" y="161"/>
                </a:cxn>
                <a:cxn ang="0">
                  <a:pos x="11" y="161"/>
                </a:cxn>
                <a:cxn ang="0">
                  <a:pos x="24" y="144"/>
                </a:cxn>
                <a:cxn ang="0">
                  <a:pos x="37" y="128"/>
                </a:cxn>
                <a:cxn ang="0">
                  <a:pos x="50" y="112"/>
                </a:cxn>
                <a:cxn ang="0">
                  <a:pos x="63" y="97"/>
                </a:cxn>
                <a:cxn ang="0">
                  <a:pos x="63" y="97"/>
                </a:cxn>
                <a:cxn ang="0">
                  <a:pos x="79" y="73"/>
                </a:cxn>
                <a:cxn ang="0">
                  <a:pos x="96" y="52"/>
                </a:cxn>
                <a:cxn ang="0">
                  <a:pos x="129" y="8"/>
                </a:cxn>
                <a:cxn ang="0">
                  <a:pos x="129" y="8"/>
                </a:cxn>
                <a:cxn ang="0">
                  <a:pos x="130" y="7"/>
                </a:cxn>
                <a:cxn ang="0">
                  <a:pos x="130" y="4"/>
                </a:cxn>
                <a:cxn ang="0">
                  <a:pos x="129" y="3"/>
                </a:cxn>
                <a:cxn ang="0">
                  <a:pos x="127" y="1"/>
                </a:cxn>
                <a:cxn ang="0">
                  <a:pos x="123" y="0"/>
                </a:cxn>
                <a:cxn ang="0">
                  <a:pos x="121" y="1"/>
                </a:cxn>
                <a:cxn ang="0">
                  <a:pos x="120" y="3"/>
                </a:cxn>
                <a:cxn ang="0">
                  <a:pos x="120" y="3"/>
                </a:cxn>
              </a:cxnLst>
              <a:rect l="0" t="0" r="r" b="b"/>
              <a:pathLst>
                <a:path w="130" h="163">
                  <a:moveTo>
                    <a:pt x="120" y="3"/>
                  </a:moveTo>
                  <a:lnTo>
                    <a:pt x="120" y="3"/>
                  </a:lnTo>
                  <a:lnTo>
                    <a:pt x="88" y="43"/>
                  </a:lnTo>
                  <a:lnTo>
                    <a:pt x="58" y="82"/>
                  </a:lnTo>
                  <a:lnTo>
                    <a:pt x="58" y="82"/>
                  </a:lnTo>
                  <a:lnTo>
                    <a:pt x="44" y="101"/>
                  </a:lnTo>
                  <a:lnTo>
                    <a:pt x="29" y="119"/>
                  </a:lnTo>
                  <a:lnTo>
                    <a:pt x="15" y="136"/>
                  </a:lnTo>
                  <a:lnTo>
                    <a:pt x="0" y="154"/>
                  </a:lnTo>
                  <a:lnTo>
                    <a:pt x="0" y="154"/>
                  </a:lnTo>
                  <a:lnTo>
                    <a:pt x="0" y="157"/>
                  </a:lnTo>
                  <a:lnTo>
                    <a:pt x="0" y="160"/>
                  </a:lnTo>
                  <a:lnTo>
                    <a:pt x="2" y="161"/>
                  </a:lnTo>
                  <a:lnTo>
                    <a:pt x="3" y="162"/>
                  </a:lnTo>
                  <a:lnTo>
                    <a:pt x="7" y="163"/>
                  </a:lnTo>
                  <a:lnTo>
                    <a:pt x="10" y="162"/>
                  </a:lnTo>
                  <a:lnTo>
                    <a:pt x="11" y="161"/>
                  </a:lnTo>
                  <a:lnTo>
                    <a:pt x="11" y="161"/>
                  </a:lnTo>
                  <a:lnTo>
                    <a:pt x="24" y="144"/>
                  </a:lnTo>
                  <a:lnTo>
                    <a:pt x="37" y="128"/>
                  </a:lnTo>
                  <a:lnTo>
                    <a:pt x="50" y="112"/>
                  </a:lnTo>
                  <a:lnTo>
                    <a:pt x="63" y="97"/>
                  </a:lnTo>
                  <a:lnTo>
                    <a:pt x="63" y="97"/>
                  </a:lnTo>
                  <a:lnTo>
                    <a:pt x="79" y="73"/>
                  </a:lnTo>
                  <a:lnTo>
                    <a:pt x="96" y="52"/>
                  </a:lnTo>
                  <a:lnTo>
                    <a:pt x="129" y="8"/>
                  </a:lnTo>
                  <a:lnTo>
                    <a:pt x="129" y="8"/>
                  </a:lnTo>
                  <a:lnTo>
                    <a:pt x="130" y="7"/>
                  </a:lnTo>
                  <a:lnTo>
                    <a:pt x="130" y="4"/>
                  </a:lnTo>
                  <a:lnTo>
                    <a:pt x="129" y="3"/>
                  </a:lnTo>
                  <a:lnTo>
                    <a:pt x="127" y="1"/>
                  </a:lnTo>
                  <a:lnTo>
                    <a:pt x="123" y="0"/>
                  </a:lnTo>
                  <a:lnTo>
                    <a:pt x="121" y="1"/>
                  </a:lnTo>
                  <a:lnTo>
                    <a:pt x="120" y="3"/>
                  </a:lnTo>
                  <a:lnTo>
                    <a:pt x="12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7" name="Freeform 479"/>
            <p:cNvSpPr/>
            <p:nvPr>
              <p:custDataLst>
                <p:tags r:id="rId21"/>
              </p:custDataLst>
            </p:nvPr>
          </p:nvSpPr>
          <p:spPr bwMode="auto">
            <a:xfrm>
              <a:off x="3424238" y="1584325"/>
              <a:ext cx="50800" cy="61913"/>
            </a:xfrm>
            <a:custGeom>
              <a:avLst/>
              <a:gdLst/>
              <a:ahLst/>
              <a:cxnLst>
                <a:cxn ang="0">
                  <a:pos x="120" y="1"/>
                </a:cxn>
                <a:cxn ang="0">
                  <a:pos x="120" y="1"/>
                </a:cxn>
                <a:cxn ang="0">
                  <a:pos x="105" y="18"/>
                </a:cxn>
                <a:cxn ang="0">
                  <a:pos x="91" y="35"/>
                </a:cxn>
                <a:cxn ang="0">
                  <a:pos x="66" y="72"/>
                </a:cxn>
                <a:cxn ang="0">
                  <a:pos x="66" y="72"/>
                </a:cxn>
                <a:cxn ang="0">
                  <a:pos x="51" y="92"/>
                </a:cxn>
                <a:cxn ang="0">
                  <a:pos x="34" y="111"/>
                </a:cxn>
                <a:cxn ang="0">
                  <a:pos x="17" y="131"/>
                </a:cxn>
                <a:cxn ang="0">
                  <a:pos x="1" y="150"/>
                </a:cxn>
                <a:cxn ang="0">
                  <a:pos x="1" y="150"/>
                </a:cxn>
                <a:cxn ang="0">
                  <a:pos x="0" y="153"/>
                </a:cxn>
                <a:cxn ang="0">
                  <a:pos x="0" y="156"/>
                </a:cxn>
                <a:cxn ang="0">
                  <a:pos x="1" y="157"/>
                </a:cxn>
                <a:cxn ang="0">
                  <a:pos x="2" y="158"/>
                </a:cxn>
                <a:cxn ang="0">
                  <a:pos x="7" y="160"/>
                </a:cxn>
                <a:cxn ang="0">
                  <a:pos x="9" y="158"/>
                </a:cxn>
                <a:cxn ang="0">
                  <a:pos x="11" y="157"/>
                </a:cxn>
                <a:cxn ang="0">
                  <a:pos x="11" y="157"/>
                </a:cxn>
                <a:cxn ang="0">
                  <a:pos x="24" y="139"/>
                </a:cxn>
                <a:cxn ang="0">
                  <a:pos x="39" y="120"/>
                </a:cxn>
                <a:cxn ang="0">
                  <a:pos x="69" y="86"/>
                </a:cxn>
                <a:cxn ang="0">
                  <a:pos x="69" y="86"/>
                </a:cxn>
                <a:cxn ang="0">
                  <a:pos x="83" y="67"/>
                </a:cxn>
                <a:cxn ang="0">
                  <a:pos x="98" y="47"/>
                </a:cxn>
                <a:cxn ang="0">
                  <a:pos x="112" y="27"/>
                </a:cxn>
                <a:cxn ang="0">
                  <a:pos x="128" y="9"/>
                </a:cxn>
                <a:cxn ang="0">
                  <a:pos x="128" y="9"/>
                </a:cxn>
                <a:cxn ang="0">
                  <a:pos x="129" y="8"/>
                </a:cxn>
                <a:cxn ang="0">
                  <a:pos x="129" y="5"/>
                </a:cxn>
                <a:cxn ang="0">
                  <a:pos x="128" y="1"/>
                </a:cxn>
                <a:cxn ang="0">
                  <a:pos x="124" y="0"/>
                </a:cxn>
                <a:cxn ang="0">
                  <a:pos x="121" y="0"/>
                </a:cxn>
                <a:cxn ang="0">
                  <a:pos x="120" y="1"/>
                </a:cxn>
                <a:cxn ang="0">
                  <a:pos x="120" y="1"/>
                </a:cxn>
              </a:cxnLst>
              <a:rect l="0" t="0" r="r" b="b"/>
              <a:pathLst>
                <a:path w="129" h="160">
                  <a:moveTo>
                    <a:pt x="120" y="1"/>
                  </a:moveTo>
                  <a:lnTo>
                    <a:pt x="120" y="1"/>
                  </a:lnTo>
                  <a:lnTo>
                    <a:pt x="105" y="18"/>
                  </a:lnTo>
                  <a:lnTo>
                    <a:pt x="91" y="35"/>
                  </a:lnTo>
                  <a:lnTo>
                    <a:pt x="66" y="72"/>
                  </a:lnTo>
                  <a:lnTo>
                    <a:pt x="66" y="72"/>
                  </a:lnTo>
                  <a:lnTo>
                    <a:pt x="51" y="92"/>
                  </a:lnTo>
                  <a:lnTo>
                    <a:pt x="34" y="111"/>
                  </a:lnTo>
                  <a:lnTo>
                    <a:pt x="17" y="131"/>
                  </a:lnTo>
                  <a:lnTo>
                    <a:pt x="1" y="150"/>
                  </a:lnTo>
                  <a:lnTo>
                    <a:pt x="1" y="150"/>
                  </a:lnTo>
                  <a:lnTo>
                    <a:pt x="0" y="153"/>
                  </a:lnTo>
                  <a:lnTo>
                    <a:pt x="0" y="156"/>
                  </a:lnTo>
                  <a:lnTo>
                    <a:pt x="1" y="157"/>
                  </a:lnTo>
                  <a:lnTo>
                    <a:pt x="2" y="158"/>
                  </a:lnTo>
                  <a:lnTo>
                    <a:pt x="7" y="160"/>
                  </a:lnTo>
                  <a:lnTo>
                    <a:pt x="9" y="158"/>
                  </a:lnTo>
                  <a:lnTo>
                    <a:pt x="11" y="157"/>
                  </a:lnTo>
                  <a:lnTo>
                    <a:pt x="11" y="157"/>
                  </a:lnTo>
                  <a:lnTo>
                    <a:pt x="24" y="139"/>
                  </a:lnTo>
                  <a:lnTo>
                    <a:pt x="39" y="120"/>
                  </a:lnTo>
                  <a:lnTo>
                    <a:pt x="69" y="86"/>
                  </a:lnTo>
                  <a:lnTo>
                    <a:pt x="69" y="86"/>
                  </a:lnTo>
                  <a:lnTo>
                    <a:pt x="83" y="67"/>
                  </a:lnTo>
                  <a:lnTo>
                    <a:pt x="98" y="47"/>
                  </a:lnTo>
                  <a:lnTo>
                    <a:pt x="112" y="27"/>
                  </a:lnTo>
                  <a:lnTo>
                    <a:pt x="128" y="9"/>
                  </a:lnTo>
                  <a:lnTo>
                    <a:pt x="128" y="9"/>
                  </a:lnTo>
                  <a:lnTo>
                    <a:pt x="129" y="8"/>
                  </a:lnTo>
                  <a:lnTo>
                    <a:pt x="129" y="5"/>
                  </a:lnTo>
                  <a:lnTo>
                    <a:pt x="128" y="1"/>
                  </a:lnTo>
                  <a:lnTo>
                    <a:pt x="124" y="0"/>
                  </a:lnTo>
                  <a:lnTo>
                    <a:pt x="121" y="0"/>
                  </a:lnTo>
                  <a:lnTo>
                    <a:pt x="120" y="1"/>
                  </a:lnTo>
                  <a:lnTo>
                    <a:pt x="12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8" name="Freeform 480"/>
            <p:cNvSpPr/>
            <p:nvPr>
              <p:custDataLst>
                <p:tags r:id="rId22"/>
              </p:custDataLst>
            </p:nvPr>
          </p:nvSpPr>
          <p:spPr bwMode="auto">
            <a:xfrm>
              <a:off x="3465513" y="1581150"/>
              <a:ext cx="46038" cy="55563"/>
            </a:xfrm>
            <a:custGeom>
              <a:avLst/>
              <a:gdLst/>
              <a:ahLst/>
              <a:cxnLst>
                <a:cxn ang="0">
                  <a:pos x="104" y="1"/>
                </a:cxn>
                <a:cxn ang="0">
                  <a:pos x="104" y="1"/>
                </a:cxn>
                <a:cxn ang="0">
                  <a:pos x="93" y="13"/>
                </a:cxn>
                <a:cxn ang="0">
                  <a:pos x="82" y="26"/>
                </a:cxn>
                <a:cxn ang="0">
                  <a:pos x="63" y="54"/>
                </a:cxn>
                <a:cxn ang="0">
                  <a:pos x="63" y="54"/>
                </a:cxn>
                <a:cxn ang="0">
                  <a:pos x="32" y="93"/>
                </a:cxn>
                <a:cxn ang="0">
                  <a:pos x="1" y="131"/>
                </a:cxn>
                <a:cxn ang="0">
                  <a:pos x="1" y="131"/>
                </a:cxn>
                <a:cxn ang="0">
                  <a:pos x="0" y="134"/>
                </a:cxn>
                <a:cxn ang="0">
                  <a:pos x="0" y="136"/>
                </a:cxn>
                <a:cxn ang="0">
                  <a:pos x="2" y="140"/>
                </a:cxn>
                <a:cxn ang="0">
                  <a:pos x="4" y="140"/>
                </a:cxn>
                <a:cxn ang="0">
                  <a:pos x="5" y="141"/>
                </a:cxn>
                <a:cxn ang="0">
                  <a:pos x="8" y="141"/>
                </a:cxn>
                <a:cxn ang="0">
                  <a:pos x="9" y="139"/>
                </a:cxn>
                <a:cxn ang="0">
                  <a:pos x="9" y="139"/>
                </a:cxn>
                <a:cxn ang="0">
                  <a:pos x="32" y="110"/>
                </a:cxn>
                <a:cxn ang="0">
                  <a:pos x="56" y="81"/>
                </a:cxn>
                <a:cxn ang="0">
                  <a:pos x="56" y="81"/>
                </a:cxn>
                <a:cxn ang="0">
                  <a:pos x="82" y="45"/>
                </a:cxn>
                <a:cxn ang="0">
                  <a:pos x="97" y="26"/>
                </a:cxn>
                <a:cxn ang="0">
                  <a:pos x="104" y="17"/>
                </a:cxn>
                <a:cxn ang="0">
                  <a:pos x="112" y="9"/>
                </a:cxn>
                <a:cxn ang="0">
                  <a:pos x="112" y="9"/>
                </a:cxn>
                <a:cxn ang="0">
                  <a:pos x="114" y="8"/>
                </a:cxn>
                <a:cxn ang="0">
                  <a:pos x="114" y="5"/>
                </a:cxn>
                <a:cxn ang="0">
                  <a:pos x="114" y="4"/>
                </a:cxn>
                <a:cxn ang="0">
                  <a:pos x="112" y="3"/>
                </a:cxn>
                <a:cxn ang="0">
                  <a:pos x="108" y="0"/>
                </a:cxn>
                <a:cxn ang="0">
                  <a:pos x="106" y="0"/>
                </a:cxn>
                <a:cxn ang="0">
                  <a:pos x="104" y="1"/>
                </a:cxn>
                <a:cxn ang="0">
                  <a:pos x="104" y="1"/>
                </a:cxn>
              </a:cxnLst>
              <a:rect l="0" t="0" r="r" b="b"/>
              <a:pathLst>
                <a:path w="114" h="141">
                  <a:moveTo>
                    <a:pt x="104" y="1"/>
                  </a:moveTo>
                  <a:lnTo>
                    <a:pt x="104" y="1"/>
                  </a:lnTo>
                  <a:lnTo>
                    <a:pt x="93" y="13"/>
                  </a:lnTo>
                  <a:lnTo>
                    <a:pt x="82" y="26"/>
                  </a:lnTo>
                  <a:lnTo>
                    <a:pt x="63" y="54"/>
                  </a:lnTo>
                  <a:lnTo>
                    <a:pt x="63" y="54"/>
                  </a:lnTo>
                  <a:lnTo>
                    <a:pt x="32" y="93"/>
                  </a:lnTo>
                  <a:lnTo>
                    <a:pt x="1" y="131"/>
                  </a:lnTo>
                  <a:lnTo>
                    <a:pt x="1" y="131"/>
                  </a:lnTo>
                  <a:lnTo>
                    <a:pt x="0" y="134"/>
                  </a:lnTo>
                  <a:lnTo>
                    <a:pt x="0" y="136"/>
                  </a:lnTo>
                  <a:lnTo>
                    <a:pt x="2" y="140"/>
                  </a:lnTo>
                  <a:lnTo>
                    <a:pt x="4" y="140"/>
                  </a:lnTo>
                  <a:lnTo>
                    <a:pt x="5" y="141"/>
                  </a:lnTo>
                  <a:lnTo>
                    <a:pt x="8" y="141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32" y="110"/>
                  </a:lnTo>
                  <a:lnTo>
                    <a:pt x="56" y="81"/>
                  </a:lnTo>
                  <a:lnTo>
                    <a:pt x="56" y="81"/>
                  </a:lnTo>
                  <a:lnTo>
                    <a:pt x="82" y="45"/>
                  </a:lnTo>
                  <a:lnTo>
                    <a:pt x="97" y="26"/>
                  </a:lnTo>
                  <a:lnTo>
                    <a:pt x="104" y="17"/>
                  </a:lnTo>
                  <a:lnTo>
                    <a:pt x="112" y="9"/>
                  </a:lnTo>
                  <a:lnTo>
                    <a:pt x="112" y="9"/>
                  </a:lnTo>
                  <a:lnTo>
                    <a:pt x="114" y="8"/>
                  </a:lnTo>
                  <a:lnTo>
                    <a:pt x="114" y="5"/>
                  </a:lnTo>
                  <a:lnTo>
                    <a:pt x="114" y="4"/>
                  </a:lnTo>
                  <a:lnTo>
                    <a:pt x="112" y="3"/>
                  </a:lnTo>
                  <a:lnTo>
                    <a:pt x="108" y="0"/>
                  </a:lnTo>
                  <a:lnTo>
                    <a:pt x="106" y="0"/>
                  </a:lnTo>
                  <a:lnTo>
                    <a:pt x="104" y="1"/>
                  </a:lnTo>
                  <a:lnTo>
                    <a:pt x="10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9" name="Freeform 481"/>
            <p:cNvSpPr/>
            <p:nvPr>
              <p:custDataLst>
                <p:tags r:id="rId23"/>
              </p:custDataLst>
            </p:nvPr>
          </p:nvSpPr>
          <p:spPr bwMode="auto">
            <a:xfrm>
              <a:off x="3509963" y="1582738"/>
              <a:ext cx="38100" cy="63500"/>
            </a:xfrm>
            <a:custGeom>
              <a:avLst/>
              <a:gdLst/>
              <a:ahLst/>
              <a:cxnLst>
                <a:cxn ang="0">
                  <a:pos x="85" y="3"/>
                </a:cxn>
                <a:cxn ang="0">
                  <a:pos x="85" y="3"/>
                </a:cxn>
                <a:cxn ang="0">
                  <a:pos x="44" y="80"/>
                </a:cxn>
                <a:cxn ang="0">
                  <a:pos x="23" y="118"/>
                </a:cxn>
                <a:cxn ang="0">
                  <a:pos x="1" y="154"/>
                </a:cxn>
                <a:cxn ang="0">
                  <a:pos x="1" y="154"/>
                </a:cxn>
                <a:cxn ang="0">
                  <a:pos x="0" y="157"/>
                </a:cxn>
                <a:cxn ang="0">
                  <a:pos x="0" y="160"/>
                </a:cxn>
                <a:cxn ang="0">
                  <a:pos x="2" y="162"/>
                </a:cxn>
                <a:cxn ang="0">
                  <a:pos x="8" y="164"/>
                </a:cxn>
                <a:cxn ang="0">
                  <a:pos x="9" y="162"/>
                </a:cxn>
                <a:cxn ang="0">
                  <a:pos x="10" y="161"/>
                </a:cxn>
                <a:cxn ang="0">
                  <a:pos x="10" y="161"/>
                </a:cxn>
                <a:cxn ang="0">
                  <a:pos x="32" y="123"/>
                </a:cxn>
                <a:cxn ang="0">
                  <a:pos x="53" y="85"/>
                </a:cxn>
                <a:cxn ang="0">
                  <a:pos x="94" y="8"/>
                </a:cxn>
                <a:cxn ang="0">
                  <a:pos x="94" y="8"/>
                </a:cxn>
                <a:cxn ang="0">
                  <a:pos x="95" y="7"/>
                </a:cxn>
                <a:cxn ang="0">
                  <a:pos x="95" y="4"/>
                </a:cxn>
                <a:cxn ang="0">
                  <a:pos x="93" y="1"/>
                </a:cxn>
                <a:cxn ang="0">
                  <a:pos x="89" y="0"/>
                </a:cxn>
                <a:cxn ang="0">
                  <a:pos x="86" y="1"/>
                </a:cxn>
                <a:cxn ang="0">
                  <a:pos x="85" y="3"/>
                </a:cxn>
                <a:cxn ang="0">
                  <a:pos x="85" y="3"/>
                </a:cxn>
              </a:cxnLst>
              <a:rect l="0" t="0" r="r" b="b"/>
              <a:pathLst>
                <a:path w="95" h="164">
                  <a:moveTo>
                    <a:pt x="85" y="3"/>
                  </a:moveTo>
                  <a:lnTo>
                    <a:pt x="85" y="3"/>
                  </a:lnTo>
                  <a:lnTo>
                    <a:pt x="44" y="80"/>
                  </a:lnTo>
                  <a:lnTo>
                    <a:pt x="23" y="118"/>
                  </a:lnTo>
                  <a:lnTo>
                    <a:pt x="1" y="154"/>
                  </a:lnTo>
                  <a:lnTo>
                    <a:pt x="1" y="154"/>
                  </a:lnTo>
                  <a:lnTo>
                    <a:pt x="0" y="157"/>
                  </a:lnTo>
                  <a:lnTo>
                    <a:pt x="0" y="160"/>
                  </a:lnTo>
                  <a:lnTo>
                    <a:pt x="2" y="162"/>
                  </a:lnTo>
                  <a:lnTo>
                    <a:pt x="8" y="164"/>
                  </a:lnTo>
                  <a:lnTo>
                    <a:pt x="9" y="162"/>
                  </a:lnTo>
                  <a:lnTo>
                    <a:pt x="10" y="161"/>
                  </a:lnTo>
                  <a:lnTo>
                    <a:pt x="10" y="161"/>
                  </a:lnTo>
                  <a:lnTo>
                    <a:pt x="32" y="123"/>
                  </a:lnTo>
                  <a:lnTo>
                    <a:pt x="53" y="85"/>
                  </a:lnTo>
                  <a:lnTo>
                    <a:pt x="94" y="8"/>
                  </a:lnTo>
                  <a:lnTo>
                    <a:pt x="94" y="8"/>
                  </a:lnTo>
                  <a:lnTo>
                    <a:pt x="95" y="7"/>
                  </a:lnTo>
                  <a:lnTo>
                    <a:pt x="95" y="4"/>
                  </a:lnTo>
                  <a:lnTo>
                    <a:pt x="93" y="1"/>
                  </a:lnTo>
                  <a:lnTo>
                    <a:pt x="89" y="0"/>
                  </a:lnTo>
                  <a:lnTo>
                    <a:pt x="86" y="1"/>
                  </a:lnTo>
                  <a:lnTo>
                    <a:pt x="85" y="3"/>
                  </a:lnTo>
                  <a:lnTo>
                    <a:pt x="85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0" name="Freeform 482"/>
            <p:cNvSpPr/>
            <p:nvPr>
              <p:custDataLst>
                <p:tags r:id="rId24"/>
              </p:custDataLst>
            </p:nvPr>
          </p:nvSpPr>
          <p:spPr bwMode="auto">
            <a:xfrm>
              <a:off x="3546476" y="1597025"/>
              <a:ext cx="31750" cy="50800"/>
            </a:xfrm>
            <a:custGeom>
              <a:avLst/>
              <a:gdLst/>
              <a:ahLst/>
              <a:cxnLst>
                <a:cxn ang="0">
                  <a:pos x="71" y="1"/>
                </a:cxn>
                <a:cxn ang="0">
                  <a:pos x="71" y="1"/>
                </a:cxn>
                <a:cxn ang="0">
                  <a:pos x="50" y="30"/>
                </a:cxn>
                <a:cxn ang="0">
                  <a:pos x="33" y="59"/>
                </a:cxn>
                <a:cxn ang="0">
                  <a:pos x="16" y="89"/>
                </a:cxn>
                <a:cxn ang="0">
                  <a:pos x="2" y="120"/>
                </a:cxn>
                <a:cxn ang="0">
                  <a:pos x="2" y="120"/>
                </a:cxn>
                <a:cxn ang="0">
                  <a:pos x="0" y="123"/>
                </a:cxn>
                <a:cxn ang="0">
                  <a:pos x="2" y="126"/>
                </a:cxn>
                <a:cxn ang="0">
                  <a:pos x="4" y="128"/>
                </a:cxn>
                <a:cxn ang="0">
                  <a:pos x="5" y="129"/>
                </a:cxn>
                <a:cxn ang="0">
                  <a:pos x="8" y="129"/>
                </a:cxn>
                <a:cxn ang="0">
                  <a:pos x="9" y="128"/>
                </a:cxn>
                <a:cxn ang="0">
                  <a:pos x="11" y="127"/>
                </a:cxn>
                <a:cxn ang="0">
                  <a:pos x="11" y="127"/>
                </a:cxn>
                <a:cxn ang="0">
                  <a:pos x="25" y="95"/>
                </a:cxn>
                <a:cxn ang="0">
                  <a:pos x="41" y="67"/>
                </a:cxn>
                <a:cxn ang="0">
                  <a:pos x="59" y="38"/>
                </a:cxn>
                <a:cxn ang="0">
                  <a:pos x="79" y="9"/>
                </a:cxn>
                <a:cxn ang="0">
                  <a:pos x="79" y="9"/>
                </a:cxn>
                <a:cxn ang="0">
                  <a:pos x="80" y="8"/>
                </a:cxn>
                <a:cxn ang="0">
                  <a:pos x="80" y="5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5" y="0"/>
                </a:cxn>
                <a:cxn ang="0">
                  <a:pos x="72" y="0"/>
                </a:cxn>
                <a:cxn ang="0">
                  <a:pos x="71" y="1"/>
                </a:cxn>
                <a:cxn ang="0">
                  <a:pos x="71" y="1"/>
                </a:cxn>
              </a:cxnLst>
              <a:rect l="0" t="0" r="r" b="b"/>
              <a:pathLst>
                <a:path w="80" h="129">
                  <a:moveTo>
                    <a:pt x="71" y="1"/>
                  </a:moveTo>
                  <a:lnTo>
                    <a:pt x="71" y="1"/>
                  </a:lnTo>
                  <a:lnTo>
                    <a:pt x="50" y="30"/>
                  </a:lnTo>
                  <a:lnTo>
                    <a:pt x="33" y="59"/>
                  </a:lnTo>
                  <a:lnTo>
                    <a:pt x="16" y="89"/>
                  </a:lnTo>
                  <a:lnTo>
                    <a:pt x="2" y="120"/>
                  </a:lnTo>
                  <a:lnTo>
                    <a:pt x="2" y="120"/>
                  </a:lnTo>
                  <a:lnTo>
                    <a:pt x="0" y="123"/>
                  </a:lnTo>
                  <a:lnTo>
                    <a:pt x="2" y="126"/>
                  </a:lnTo>
                  <a:lnTo>
                    <a:pt x="4" y="128"/>
                  </a:lnTo>
                  <a:lnTo>
                    <a:pt x="5" y="129"/>
                  </a:lnTo>
                  <a:lnTo>
                    <a:pt x="8" y="129"/>
                  </a:lnTo>
                  <a:lnTo>
                    <a:pt x="9" y="128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25" y="95"/>
                  </a:lnTo>
                  <a:lnTo>
                    <a:pt x="41" y="67"/>
                  </a:lnTo>
                  <a:lnTo>
                    <a:pt x="59" y="38"/>
                  </a:lnTo>
                  <a:lnTo>
                    <a:pt x="79" y="9"/>
                  </a:lnTo>
                  <a:lnTo>
                    <a:pt x="79" y="9"/>
                  </a:lnTo>
                  <a:lnTo>
                    <a:pt x="80" y="8"/>
                  </a:lnTo>
                  <a:lnTo>
                    <a:pt x="80" y="5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5" y="0"/>
                  </a:lnTo>
                  <a:lnTo>
                    <a:pt x="72" y="0"/>
                  </a:lnTo>
                  <a:lnTo>
                    <a:pt x="71" y="1"/>
                  </a:lnTo>
                  <a:lnTo>
                    <a:pt x="71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1" name="Freeform 483"/>
            <p:cNvSpPr/>
            <p:nvPr>
              <p:custDataLst>
                <p:tags r:id="rId25"/>
              </p:custDataLst>
            </p:nvPr>
          </p:nvSpPr>
          <p:spPr bwMode="auto">
            <a:xfrm>
              <a:off x="3581401" y="1608138"/>
              <a:ext cx="15875" cy="39688"/>
            </a:xfrm>
            <a:custGeom>
              <a:avLst/>
              <a:gdLst/>
              <a:ahLst/>
              <a:cxnLst>
                <a:cxn ang="0">
                  <a:pos x="30" y="6"/>
                </a:cxn>
                <a:cxn ang="0">
                  <a:pos x="30" y="6"/>
                </a:cxn>
                <a:cxn ang="0">
                  <a:pos x="29" y="17"/>
                </a:cxn>
                <a:cxn ang="0">
                  <a:pos x="25" y="29"/>
                </a:cxn>
                <a:cxn ang="0">
                  <a:pos x="17" y="53"/>
                </a:cxn>
                <a:cxn ang="0">
                  <a:pos x="17" y="53"/>
                </a:cxn>
                <a:cxn ang="0">
                  <a:pos x="10" y="74"/>
                </a:cxn>
                <a:cxn ang="0">
                  <a:pos x="6" y="84"/>
                </a:cxn>
                <a:cxn ang="0">
                  <a:pos x="1" y="93"/>
                </a:cxn>
                <a:cxn ang="0">
                  <a:pos x="1" y="93"/>
                </a:cxn>
                <a:cxn ang="0">
                  <a:pos x="0" y="96"/>
                </a:cxn>
                <a:cxn ang="0">
                  <a:pos x="0" y="99"/>
                </a:cxn>
                <a:cxn ang="0">
                  <a:pos x="2" y="101"/>
                </a:cxn>
                <a:cxn ang="0">
                  <a:pos x="6" y="102"/>
                </a:cxn>
                <a:cxn ang="0">
                  <a:pos x="9" y="101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6" y="89"/>
                </a:cxn>
                <a:cxn ang="0">
                  <a:pos x="21" y="78"/>
                </a:cxn>
                <a:cxn ang="0">
                  <a:pos x="29" y="55"/>
                </a:cxn>
                <a:cxn ang="0">
                  <a:pos x="29" y="55"/>
                </a:cxn>
                <a:cxn ang="0">
                  <a:pos x="36" y="31"/>
                </a:cxn>
                <a:cxn ang="0">
                  <a:pos x="40" y="19"/>
                </a:cxn>
                <a:cxn ang="0">
                  <a:pos x="42" y="6"/>
                </a:cxn>
                <a:cxn ang="0">
                  <a:pos x="42" y="6"/>
                </a:cxn>
                <a:cxn ang="0">
                  <a:pos x="42" y="3"/>
                </a:cxn>
                <a:cxn ang="0">
                  <a:pos x="40" y="2"/>
                </a:cxn>
                <a:cxn ang="0">
                  <a:pos x="36" y="0"/>
                </a:cxn>
                <a:cxn ang="0">
                  <a:pos x="33" y="2"/>
                </a:cxn>
                <a:cxn ang="0">
                  <a:pos x="31" y="3"/>
                </a:cxn>
                <a:cxn ang="0">
                  <a:pos x="30" y="6"/>
                </a:cxn>
                <a:cxn ang="0">
                  <a:pos x="30" y="6"/>
                </a:cxn>
              </a:cxnLst>
              <a:rect l="0" t="0" r="r" b="b"/>
              <a:pathLst>
                <a:path w="42" h="102">
                  <a:moveTo>
                    <a:pt x="30" y="6"/>
                  </a:moveTo>
                  <a:lnTo>
                    <a:pt x="30" y="6"/>
                  </a:lnTo>
                  <a:lnTo>
                    <a:pt x="29" y="17"/>
                  </a:lnTo>
                  <a:lnTo>
                    <a:pt x="25" y="29"/>
                  </a:lnTo>
                  <a:lnTo>
                    <a:pt x="17" y="53"/>
                  </a:lnTo>
                  <a:lnTo>
                    <a:pt x="17" y="53"/>
                  </a:lnTo>
                  <a:lnTo>
                    <a:pt x="10" y="74"/>
                  </a:lnTo>
                  <a:lnTo>
                    <a:pt x="6" y="84"/>
                  </a:lnTo>
                  <a:lnTo>
                    <a:pt x="1" y="93"/>
                  </a:lnTo>
                  <a:lnTo>
                    <a:pt x="1" y="93"/>
                  </a:lnTo>
                  <a:lnTo>
                    <a:pt x="0" y="96"/>
                  </a:lnTo>
                  <a:lnTo>
                    <a:pt x="0" y="99"/>
                  </a:lnTo>
                  <a:lnTo>
                    <a:pt x="2" y="101"/>
                  </a:lnTo>
                  <a:lnTo>
                    <a:pt x="6" y="102"/>
                  </a:lnTo>
                  <a:lnTo>
                    <a:pt x="9" y="101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6" y="89"/>
                  </a:lnTo>
                  <a:lnTo>
                    <a:pt x="21" y="78"/>
                  </a:lnTo>
                  <a:lnTo>
                    <a:pt x="29" y="55"/>
                  </a:lnTo>
                  <a:lnTo>
                    <a:pt x="29" y="55"/>
                  </a:lnTo>
                  <a:lnTo>
                    <a:pt x="36" y="31"/>
                  </a:lnTo>
                  <a:lnTo>
                    <a:pt x="40" y="19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3"/>
                  </a:lnTo>
                  <a:lnTo>
                    <a:pt x="40" y="2"/>
                  </a:lnTo>
                  <a:lnTo>
                    <a:pt x="36" y="0"/>
                  </a:lnTo>
                  <a:lnTo>
                    <a:pt x="33" y="2"/>
                  </a:lnTo>
                  <a:lnTo>
                    <a:pt x="31" y="3"/>
                  </a:lnTo>
                  <a:lnTo>
                    <a:pt x="30" y="6"/>
                  </a:lnTo>
                  <a:lnTo>
                    <a:pt x="30" y="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2" name="Freeform 484"/>
            <p:cNvSpPr/>
            <p:nvPr>
              <p:custDataLst>
                <p:tags r:id="rId26"/>
              </p:custDataLst>
            </p:nvPr>
          </p:nvSpPr>
          <p:spPr bwMode="auto">
            <a:xfrm>
              <a:off x="3214688" y="1146175"/>
              <a:ext cx="12700" cy="30163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11" y="37"/>
                </a:cxn>
                <a:cxn ang="0">
                  <a:pos x="4" y="53"/>
                </a:cxn>
                <a:cxn ang="0">
                  <a:pos x="0" y="70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1" y="73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1" y="75"/>
                </a:cxn>
                <a:cxn ang="0">
                  <a:pos x="11" y="72"/>
                </a:cxn>
                <a:cxn ang="0">
                  <a:pos x="11" y="72"/>
                </a:cxn>
                <a:cxn ang="0">
                  <a:pos x="16" y="55"/>
                </a:cxn>
                <a:cxn ang="0">
                  <a:pos x="21" y="39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0" y="0"/>
                </a:cxn>
                <a:cxn ang="0">
                  <a:pos x="26" y="2"/>
                </a:cxn>
                <a:cxn ang="0">
                  <a:pos x="25" y="3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4" h="76">
                  <a:moveTo>
                    <a:pt x="24" y="4"/>
                  </a:moveTo>
                  <a:lnTo>
                    <a:pt x="24" y="4"/>
                  </a:lnTo>
                  <a:lnTo>
                    <a:pt x="11" y="37"/>
                  </a:lnTo>
                  <a:lnTo>
                    <a:pt x="4" y="53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1" y="73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1" y="75"/>
                  </a:lnTo>
                  <a:lnTo>
                    <a:pt x="11" y="72"/>
                  </a:lnTo>
                  <a:lnTo>
                    <a:pt x="11" y="72"/>
                  </a:lnTo>
                  <a:lnTo>
                    <a:pt x="16" y="55"/>
                  </a:lnTo>
                  <a:lnTo>
                    <a:pt x="21" y="39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0" y="0"/>
                  </a:lnTo>
                  <a:lnTo>
                    <a:pt x="26" y="2"/>
                  </a:lnTo>
                  <a:lnTo>
                    <a:pt x="25" y="3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3" name="Freeform 485"/>
            <p:cNvSpPr/>
            <p:nvPr>
              <p:custDataLst>
                <p:tags r:id="rId27"/>
              </p:custDataLst>
            </p:nvPr>
          </p:nvSpPr>
          <p:spPr bwMode="auto">
            <a:xfrm>
              <a:off x="3240088" y="1150938"/>
              <a:ext cx="20638" cy="28575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46" y="0"/>
                </a:cxn>
                <a:cxn ang="0">
                  <a:pos x="39" y="7"/>
                </a:cxn>
                <a:cxn ang="0">
                  <a:pos x="34" y="13"/>
                </a:cxn>
                <a:cxn ang="0">
                  <a:pos x="30" y="21"/>
                </a:cxn>
                <a:cxn ang="0">
                  <a:pos x="26" y="29"/>
                </a:cxn>
                <a:cxn ang="0">
                  <a:pos x="26" y="29"/>
                </a:cxn>
                <a:cxn ang="0">
                  <a:pos x="13" y="47"/>
                </a:cxn>
                <a:cxn ang="0">
                  <a:pos x="1" y="67"/>
                </a:cxn>
                <a:cxn ang="0">
                  <a:pos x="1" y="67"/>
                </a:cxn>
                <a:cxn ang="0">
                  <a:pos x="0" y="69"/>
                </a:cxn>
                <a:cxn ang="0">
                  <a:pos x="1" y="72"/>
                </a:cxn>
                <a:cxn ang="0">
                  <a:pos x="4" y="75"/>
                </a:cxn>
                <a:cxn ang="0">
                  <a:pos x="8" y="76"/>
                </a:cxn>
                <a:cxn ang="0">
                  <a:pos x="9" y="75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21" y="56"/>
                </a:cxn>
                <a:cxn ang="0">
                  <a:pos x="32" y="41"/>
                </a:cxn>
                <a:cxn ang="0">
                  <a:pos x="32" y="41"/>
                </a:cxn>
                <a:cxn ang="0">
                  <a:pos x="35" y="33"/>
                </a:cxn>
                <a:cxn ang="0">
                  <a:pos x="41" y="24"/>
                </a:cxn>
                <a:cxn ang="0">
                  <a:pos x="45" y="16"/>
                </a:cxn>
                <a:cxn ang="0">
                  <a:pos x="47" y="13"/>
                </a:cxn>
                <a:cxn ang="0">
                  <a:pos x="51" y="10"/>
                </a:cxn>
                <a:cxn ang="0">
                  <a:pos x="51" y="10"/>
                </a:cxn>
                <a:cxn ang="0">
                  <a:pos x="52" y="9"/>
                </a:cxn>
                <a:cxn ang="0">
                  <a:pos x="54" y="7"/>
                </a:cxn>
                <a:cxn ang="0">
                  <a:pos x="52" y="3"/>
                </a:cxn>
                <a:cxn ang="0">
                  <a:pos x="50" y="0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54" h="76">
                  <a:moveTo>
                    <a:pt x="46" y="0"/>
                  </a:moveTo>
                  <a:lnTo>
                    <a:pt x="46" y="0"/>
                  </a:lnTo>
                  <a:lnTo>
                    <a:pt x="39" y="7"/>
                  </a:lnTo>
                  <a:lnTo>
                    <a:pt x="34" y="13"/>
                  </a:lnTo>
                  <a:lnTo>
                    <a:pt x="30" y="21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13" y="47"/>
                  </a:lnTo>
                  <a:lnTo>
                    <a:pt x="1" y="67"/>
                  </a:lnTo>
                  <a:lnTo>
                    <a:pt x="1" y="67"/>
                  </a:lnTo>
                  <a:lnTo>
                    <a:pt x="0" y="69"/>
                  </a:lnTo>
                  <a:lnTo>
                    <a:pt x="1" y="72"/>
                  </a:lnTo>
                  <a:lnTo>
                    <a:pt x="4" y="75"/>
                  </a:lnTo>
                  <a:lnTo>
                    <a:pt x="8" y="76"/>
                  </a:lnTo>
                  <a:lnTo>
                    <a:pt x="9" y="75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21" y="56"/>
                  </a:lnTo>
                  <a:lnTo>
                    <a:pt x="32" y="41"/>
                  </a:lnTo>
                  <a:lnTo>
                    <a:pt x="32" y="41"/>
                  </a:lnTo>
                  <a:lnTo>
                    <a:pt x="35" y="33"/>
                  </a:lnTo>
                  <a:lnTo>
                    <a:pt x="41" y="24"/>
                  </a:lnTo>
                  <a:lnTo>
                    <a:pt x="45" y="16"/>
                  </a:lnTo>
                  <a:lnTo>
                    <a:pt x="47" y="13"/>
                  </a:lnTo>
                  <a:lnTo>
                    <a:pt x="51" y="10"/>
                  </a:lnTo>
                  <a:lnTo>
                    <a:pt x="51" y="10"/>
                  </a:lnTo>
                  <a:lnTo>
                    <a:pt x="52" y="9"/>
                  </a:lnTo>
                  <a:lnTo>
                    <a:pt x="54" y="7"/>
                  </a:lnTo>
                  <a:lnTo>
                    <a:pt x="52" y="3"/>
                  </a:lnTo>
                  <a:lnTo>
                    <a:pt x="50" y="0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4" name="Freeform 486"/>
            <p:cNvSpPr/>
            <p:nvPr>
              <p:custDataLst>
                <p:tags r:id="rId28"/>
              </p:custDataLst>
            </p:nvPr>
          </p:nvSpPr>
          <p:spPr bwMode="auto">
            <a:xfrm>
              <a:off x="3273426" y="1149350"/>
              <a:ext cx="12700" cy="23813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3"/>
                </a:cxn>
                <a:cxn ang="0">
                  <a:pos x="18" y="20"/>
                </a:cxn>
                <a:cxn ang="0">
                  <a:pos x="9" y="33"/>
                </a:cxn>
                <a:cxn ang="0">
                  <a:pos x="9" y="33"/>
                </a:cxn>
                <a:cxn ang="0">
                  <a:pos x="4" y="42"/>
                </a:cxn>
                <a:cxn ang="0">
                  <a:pos x="0" y="52"/>
                </a:cxn>
                <a:cxn ang="0">
                  <a:pos x="0" y="52"/>
                </a:cxn>
                <a:cxn ang="0">
                  <a:pos x="0" y="55"/>
                </a:cxn>
                <a:cxn ang="0">
                  <a:pos x="0" y="56"/>
                </a:cxn>
                <a:cxn ang="0">
                  <a:pos x="3" y="60"/>
                </a:cxn>
                <a:cxn ang="0">
                  <a:pos x="4" y="60"/>
                </a:cxn>
                <a:cxn ang="0">
                  <a:pos x="7" y="60"/>
                </a:cxn>
                <a:cxn ang="0">
                  <a:pos x="8" y="60"/>
                </a:cxn>
                <a:cxn ang="0">
                  <a:pos x="11" y="58"/>
                </a:cxn>
                <a:cxn ang="0">
                  <a:pos x="11" y="58"/>
                </a:cxn>
                <a:cxn ang="0">
                  <a:pos x="16" y="45"/>
                </a:cxn>
                <a:cxn ang="0">
                  <a:pos x="20" y="38"/>
                </a:cxn>
                <a:cxn ang="0">
                  <a:pos x="24" y="33"/>
                </a:cxn>
                <a:cxn ang="0">
                  <a:pos x="24" y="33"/>
                </a:cxn>
                <a:cxn ang="0">
                  <a:pos x="28" y="26"/>
                </a:cxn>
                <a:cxn ang="0">
                  <a:pos x="32" y="20"/>
                </a:cxn>
                <a:cxn ang="0">
                  <a:pos x="33" y="12"/>
                </a:cxn>
                <a:cxn ang="0">
                  <a:pos x="34" y="5"/>
                </a:cxn>
                <a:cxn ang="0">
                  <a:pos x="34" y="5"/>
                </a:cxn>
                <a:cxn ang="0">
                  <a:pos x="33" y="3"/>
                </a:cxn>
                <a:cxn ang="0">
                  <a:pos x="32" y="1"/>
                </a:cxn>
                <a:cxn ang="0">
                  <a:pos x="29" y="0"/>
                </a:cxn>
                <a:cxn ang="0">
                  <a:pos x="24" y="1"/>
                </a:cxn>
                <a:cxn ang="0">
                  <a:pos x="22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4" h="60">
                  <a:moveTo>
                    <a:pt x="22" y="5"/>
                  </a:moveTo>
                  <a:lnTo>
                    <a:pt x="22" y="5"/>
                  </a:lnTo>
                  <a:lnTo>
                    <a:pt x="21" y="13"/>
                  </a:lnTo>
                  <a:lnTo>
                    <a:pt x="18" y="20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4" y="42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5"/>
                  </a:lnTo>
                  <a:lnTo>
                    <a:pt x="0" y="56"/>
                  </a:lnTo>
                  <a:lnTo>
                    <a:pt x="3" y="60"/>
                  </a:lnTo>
                  <a:lnTo>
                    <a:pt x="4" y="60"/>
                  </a:lnTo>
                  <a:lnTo>
                    <a:pt x="7" y="60"/>
                  </a:lnTo>
                  <a:lnTo>
                    <a:pt x="8" y="60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6" y="45"/>
                  </a:lnTo>
                  <a:lnTo>
                    <a:pt x="20" y="38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8" y="26"/>
                  </a:lnTo>
                  <a:lnTo>
                    <a:pt x="32" y="20"/>
                  </a:lnTo>
                  <a:lnTo>
                    <a:pt x="33" y="12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3" y="3"/>
                  </a:lnTo>
                  <a:lnTo>
                    <a:pt x="32" y="1"/>
                  </a:lnTo>
                  <a:lnTo>
                    <a:pt x="29" y="0"/>
                  </a:lnTo>
                  <a:lnTo>
                    <a:pt x="24" y="1"/>
                  </a:lnTo>
                  <a:lnTo>
                    <a:pt x="22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5" name="Freeform 487"/>
            <p:cNvSpPr/>
            <p:nvPr>
              <p:custDataLst>
                <p:tags r:id="rId29"/>
              </p:custDataLst>
            </p:nvPr>
          </p:nvSpPr>
          <p:spPr bwMode="auto">
            <a:xfrm>
              <a:off x="3379788" y="1117600"/>
              <a:ext cx="12700" cy="15875"/>
            </a:xfrm>
            <a:custGeom>
              <a:avLst/>
              <a:gdLst/>
              <a:ahLst/>
              <a:cxnLst>
                <a:cxn ang="0">
                  <a:pos x="19" y="6"/>
                </a:cxn>
                <a:cxn ang="0">
                  <a:pos x="19" y="6"/>
                </a:cxn>
                <a:cxn ang="0">
                  <a:pos x="18" y="9"/>
                </a:cxn>
                <a:cxn ang="0">
                  <a:pos x="15" y="12"/>
                </a:cxn>
                <a:cxn ang="0">
                  <a:pos x="11" y="19"/>
                </a:cxn>
                <a:cxn ang="0">
                  <a:pos x="11" y="19"/>
                </a:cxn>
                <a:cxn ang="0">
                  <a:pos x="5" y="25"/>
                </a:cxn>
                <a:cxn ang="0">
                  <a:pos x="1" y="33"/>
                </a:cxn>
                <a:cxn ang="0">
                  <a:pos x="1" y="33"/>
                </a:cxn>
                <a:cxn ang="0">
                  <a:pos x="0" y="36"/>
                </a:cxn>
                <a:cxn ang="0">
                  <a:pos x="0" y="38"/>
                </a:cxn>
                <a:cxn ang="0">
                  <a:pos x="2" y="41"/>
                </a:cxn>
                <a:cxn ang="0">
                  <a:pos x="6" y="42"/>
                </a:cxn>
                <a:cxn ang="0">
                  <a:pos x="9" y="41"/>
                </a:cxn>
                <a:cxn ang="0">
                  <a:pos x="10" y="40"/>
                </a:cxn>
                <a:cxn ang="0">
                  <a:pos x="10" y="40"/>
                </a:cxn>
                <a:cxn ang="0">
                  <a:pos x="15" y="30"/>
                </a:cxn>
                <a:cxn ang="0">
                  <a:pos x="22" y="23"/>
                </a:cxn>
                <a:cxn ang="0">
                  <a:pos x="27" y="15"/>
                </a:cxn>
                <a:cxn ang="0">
                  <a:pos x="30" y="11"/>
                </a:cxn>
                <a:cxn ang="0">
                  <a:pos x="30" y="6"/>
                </a:cxn>
                <a:cxn ang="0">
                  <a:pos x="30" y="6"/>
                </a:cxn>
                <a:cxn ang="0">
                  <a:pos x="30" y="3"/>
                </a:cxn>
                <a:cxn ang="0">
                  <a:pos x="28" y="2"/>
                </a:cxn>
                <a:cxn ang="0">
                  <a:pos x="24" y="0"/>
                </a:cxn>
                <a:cxn ang="0">
                  <a:pos x="21" y="2"/>
                </a:cxn>
                <a:cxn ang="0">
                  <a:pos x="19" y="3"/>
                </a:cxn>
                <a:cxn ang="0">
                  <a:pos x="19" y="6"/>
                </a:cxn>
                <a:cxn ang="0">
                  <a:pos x="19" y="6"/>
                </a:cxn>
              </a:cxnLst>
              <a:rect l="0" t="0" r="r" b="b"/>
              <a:pathLst>
                <a:path w="30" h="42">
                  <a:moveTo>
                    <a:pt x="19" y="6"/>
                  </a:moveTo>
                  <a:lnTo>
                    <a:pt x="19" y="6"/>
                  </a:lnTo>
                  <a:lnTo>
                    <a:pt x="18" y="9"/>
                  </a:lnTo>
                  <a:lnTo>
                    <a:pt x="15" y="12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5" y="25"/>
                  </a:lnTo>
                  <a:lnTo>
                    <a:pt x="1" y="33"/>
                  </a:lnTo>
                  <a:lnTo>
                    <a:pt x="1" y="33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2" y="41"/>
                  </a:lnTo>
                  <a:lnTo>
                    <a:pt x="6" y="42"/>
                  </a:lnTo>
                  <a:lnTo>
                    <a:pt x="9" y="41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15" y="30"/>
                  </a:lnTo>
                  <a:lnTo>
                    <a:pt x="22" y="23"/>
                  </a:lnTo>
                  <a:lnTo>
                    <a:pt x="27" y="15"/>
                  </a:lnTo>
                  <a:lnTo>
                    <a:pt x="30" y="11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3"/>
                  </a:lnTo>
                  <a:lnTo>
                    <a:pt x="28" y="2"/>
                  </a:lnTo>
                  <a:lnTo>
                    <a:pt x="24" y="0"/>
                  </a:lnTo>
                  <a:lnTo>
                    <a:pt x="21" y="2"/>
                  </a:lnTo>
                  <a:lnTo>
                    <a:pt x="19" y="3"/>
                  </a:lnTo>
                  <a:lnTo>
                    <a:pt x="19" y="6"/>
                  </a:lnTo>
                  <a:lnTo>
                    <a:pt x="19" y="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6" name="Freeform 488"/>
            <p:cNvSpPr/>
            <p:nvPr>
              <p:custDataLst>
                <p:tags r:id="rId30"/>
              </p:custDataLst>
            </p:nvPr>
          </p:nvSpPr>
          <p:spPr bwMode="auto">
            <a:xfrm>
              <a:off x="3406776" y="1123950"/>
              <a:ext cx="14288" cy="19050"/>
            </a:xfrm>
            <a:custGeom>
              <a:avLst/>
              <a:gdLst/>
              <a:ahLst/>
              <a:cxnLst>
                <a:cxn ang="0">
                  <a:pos x="23" y="1"/>
                </a:cxn>
                <a:cxn ang="0">
                  <a:pos x="23" y="1"/>
                </a:cxn>
                <a:cxn ang="0">
                  <a:pos x="17" y="10"/>
                </a:cxn>
                <a:cxn ang="0">
                  <a:pos x="9" y="20"/>
                </a:cxn>
                <a:cxn ang="0">
                  <a:pos x="4" y="29"/>
                </a:cxn>
                <a:cxn ang="0">
                  <a:pos x="1" y="34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1" y="42"/>
                </a:cxn>
                <a:cxn ang="0">
                  <a:pos x="2" y="43"/>
                </a:cxn>
                <a:cxn ang="0">
                  <a:pos x="5" y="44"/>
                </a:cxn>
                <a:cxn ang="0">
                  <a:pos x="10" y="43"/>
                </a:cxn>
                <a:cxn ang="0">
                  <a:pos x="11" y="42"/>
                </a:cxn>
                <a:cxn ang="0">
                  <a:pos x="11" y="39"/>
                </a:cxn>
                <a:cxn ang="0">
                  <a:pos x="11" y="39"/>
                </a:cxn>
                <a:cxn ang="0">
                  <a:pos x="13" y="34"/>
                </a:cxn>
                <a:cxn ang="0">
                  <a:pos x="15" y="30"/>
                </a:cxn>
                <a:cxn ang="0">
                  <a:pos x="21" y="23"/>
                </a:cxn>
                <a:cxn ang="0">
                  <a:pos x="21" y="23"/>
                </a:cxn>
                <a:cxn ang="0">
                  <a:pos x="27" y="16"/>
                </a:cxn>
                <a:cxn ang="0">
                  <a:pos x="34" y="8"/>
                </a:cxn>
                <a:cxn ang="0">
                  <a:pos x="34" y="8"/>
                </a:cxn>
                <a:cxn ang="0">
                  <a:pos x="35" y="5"/>
                </a:cxn>
                <a:cxn ang="0">
                  <a:pos x="35" y="4"/>
                </a:cxn>
                <a:cxn ang="0">
                  <a:pos x="34" y="1"/>
                </a:cxn>
                <a:cxn ang="0">
                  <a:pos x="32" y="0"/>
                </a:cxn>
                <a:cxn ang="0">
                  <a:pos x="27" y="0"/>
                </a:cxn>
                <a:cxn ang="0">
                  <a:pos x="26" y="0"/>
                </a:cxn>
                <a:cxn ang="0">
                  <a:pos x="23" y="1"/>
                </a:cxn>
                <a:cxn ang="0">
                  <a:pos x="23" y="1"/>
                </a:cxn>
              </a:cxnLst>
              <a:rect l="0" t="0" r="r" b="b"/>
              <a:pathLst>
                <a:path w="35" h="44">
                  <a:moveTo>
                    <a:pt x="23" y="1"/>
                  </a:moveTo>
                  <a:lnTo>
                    <a:pt x="23" y="1"/>
                  </a:lnTo>
                  <a:lnTo>
                    <a:pt x="17" y="10"/>
                  </a:lnTo>
                  <a:lnTo>
                    <a:pt x="9" y="20"/>
                  </a:lnTo>
                  <a:lnTo>
                    <a:pt x="4" y="29"/>
                  </a:lnTo>
                  <a:lnTo>
                    <a:pt x="1" y="34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1" y="42"/>
                  </a:lnTo>
                  <a:lnTo>
                    <a:pt x="2" y="43"/>
                  </a:lnTo>
                  <a:lnTo>
                    <a:pt x="5" y="44"/>
                  </a:lnTo>
                  <a:lnTo>
                    <a:pt x="10" y="43"/>
                  </a:lnTo>
                  <a:lnTo>
                    <a:pt x="11" y="42"/>
                  </a:lnTo>
                  <a:lnTo>
                    <a:pt x="11" y="39"/>
                  </a:lnTo>
                  <a:lnTo>
                    <a:pt x="11" y="39"/>
                  </a:lnTo>
                  <a:lnTo>
                    <a:pt x="13" y="34"/>
                  </a:lnTo>
                  <a:lnTo>
                    <a:pt x="15" y="30"/>
                  </a:lnTo>
                  <a:lnTo>
                    <a:pt x="21" y="23"/>
                  </a:lnTo>
                  <a:lnTo>
                    <a:pt x="21" y="23"/>
                  </a:lnTo>
                  <a:lnTo>
                    <a:pt x="27" y="16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35" y="5"/>
                  </a:lnTo>
                  <a:lnTo>
                    <a:pt x="35" y="4"/>
                  </a:lnTo>
                  <a:lnTo>
                    <a:pt x="34" y="1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3" y="1"/>
                  </a:lnTo>
                  <a:lnTo>
                    <a:pt x="2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7" name="Freeform 489"/>
            <p:cNvSpPr/>
            <p:nvPr>
              <p:custDataLst>
                <p:tags r:id="rId31"/>
              </p:custDataLst>
            </p:nvPr>
          </p:nvSpPr>
          <p:spPr bwMode="auto">
            <a:xfrm>
              <a:off x="3440113" y="1130300"/>
              <a:ext cx="14288" cy="23813"/>
            </a:xfrm>
            <a:custGeom>
              <a:avLst/>
              <a:gdLst/>
              <a:ahLst/>
              <a:cxnLst>
                <a:cxn ang="0">
                  <a:pos x="24" y="3"/>
                </a:cxn>
                <a:cxn ang="0">
                  <a:pos x="24" y="3"/>
                </a:cxn>
                <a:cxn ang="0">
                  <a:pos x="2" y="53"/>
                </a:cxn>
                <a:cxn ang="0">
                  <a:pos x="2" y="53"/>
                </a:cxn>
                <a:cxn ang="0">
                  <a:pos x="0" y="55"/>
                </a:cxn>
                <a:cxn ang="0">
                  <a:pos x="2" y="57"/>
                </a:cxn>
                <a:cxn ang="0">
                  <a:pos x="4" y="60"/>
                </a:cxn>
                <a:cxn ang="0">
                  <a:pos x="6" y="60"/>
                </a:cxn>
                <a:cxn ang="0">
                  <a:pos x="8" y="60"/>
                </a:cxn>
                <a:cxn ang="0">
                  <a:pos x="10" y="60"/>
                </a:cxn>
                <a:cxn ang="0">
                  <a:pos x="12" y="58"/>
                </a:cxn>
                <a:cxn ang="0">
                  <a:pos x="12" y="58"/>
                </a:cxn>
                <a:cxn ang="0">
                  <a:pos x="34" y="8"/>
                </a:cxn>
                <a:cxn ang="0">
                  <a:pos x="34" y="8"/>
                </a:cxn>
                <a:cxn ang="0">
                  <a:pos x="34" y="7"/>
                </a:cxn>
                <a:cxn ang="0">
                  <a:pos x="34" y="4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2"/>
                </a:cxn>
                <a:cxn ang="0">
                  <a:pos x="24" y="3"/>
                </a:cxn>
                <a:cxn ang="0">
                  <a:pos x="24" y="3"/>
                </a:cxn>
              </a:cxnLst>
              <a:rect l="0" t="0" r="r" b="b"/>
              <a:pathLst>
                <a:path w="34" h="60">
                  <a:moveTo>
                    <a:pt x="24" y="3"/>
                  </a:moveTo>
                  <a:lnTo>
                    <a:pt x="24" y="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0" y="55"/>
                  </a:lnTo>
                  <a:lnTo>
                    <a:pt x="2" y="57"/>
                  </a:lnTo>
                  <a:lnTo>
                    <a:pt x="4" y="60"/>
                  </a:lnTo>
                  <a:lnTo>
                    <a:pt x="6" y="60"/>
                  </a:lnTo>
                  <a:lnTo>
                    <a:pt x="8" y="60"/>
                  </a:lnTo>
                  <a:lnTo>
                    <a:pt x="10" y="60"/>
                  </a:lnTo>
                  <a:lnTo>
                    <a:pt x="12" y="58"/>
                  </a:lnTo>
                  <a:lnTo>
                    <a:pt x="12" y="58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34" y="7"/>
                  </a:lnTo>
                  <a:lnTo>
                    <a:pt x="34" y="4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2"/>
                  </a:lnTo>
                  <a:lnTo>
                    <a:pt x="24" y="3"/>
                  </a:lnTo>
                  <a:lnTo>
                    <a:pt x="24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8" name="Freeform 490"/>
            <p:cNvSpPr/>
            <p:nvPr>
              <p:custDataLst>
                <p:tags r:id="rId32"/>
              </p:custDataLst>
            </p:nvPr>
          </p:nvSpPr>
          <p:spPr bwMode="auto">
            <a:xfrm>
              <a:off x="3463926" y="1141413"/>
              <a:ext cx="15875" cy="26988"/>
            </a:xfrm>
            <a:custGeom>
              <a:avLst/>
              <a:gdLst/>
              <a:ahLst/>
              <a:cxnLst>
                <a:cxn ang="0">
                  <a:pos x="27" y="3"/>
                </a:cxn>
                <a:cxn ang="0">
                  <a:pos x="27" y="3"/>
                </a:cxn>
                <a:cxn ang="0">
                  <a:pos x="23" y="12"/>
                </a:cxn>
                <a:cxn ang="0">
                  <a:pos x="21" y="21"/>
                </a:cxn>
                <a:cxn ang="0">
                  <a:pos x="17" y="31"/>
                </a:cxn>
                <a:cxn ang="0">
                  <a:pos x="12" y="38"/>
                </a:cxn>
                <a:cxn ang="0">
                  <a:pos x="12" y="38"/>
                </a:cxn>
                <a:cxn ang="0">
                  <a:pos x="8" y="44"/>
                </a:cxn>
                <a:cxn ang="0">
                  <a:pos x="4" y="50"/>
                </a:cxn>
                <a:cxn ang="0">
                  <a:pos x="1" y="57"/>
                </a:cxn>
                <a:cxn ang="0">
                  <a:pos x="0" y="63"/>
                </a:cxn>
                <a:cxn ang="0">
                  <a:pos x="0" y="63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2" y="68"/>
                </a:cxn>
                <a:cxn ang="0">
                  <a:pos x="5" y="68"/>
                </a:cxn>
                <a:cxn ang="0">
                  <a:pos x="9" y="67"/>
                </a:cxn>
                <a:cxn ang="0">
                  <a:pos x="10" y="66"/>
                </a:cxn>
                <a:cxn ang="0">
                  <a:pos x="12" y="63"/>
                </a:cxn>
                <a:cxn ang="0">
                  <a:pos x="12" y="63"/>
                </a:cxn>
                <a:cxn ang="0">
                  <a:pos x="13" y="57"/>
                </a:cxn>
                <a:cxn ang="0">
                  <a:pos x="17" y="51"/>
                </a:cxn>
                <a:cxn ang="0">
                  <a:pos x="22" y="45"/>
                </a:cxn>
                <a:cxn ang="0">
                  <a:pos x="26" y="40"/>
                </a:cxn>
                <a:cxn ang="0">
                  <a:pos x="26" y="40"/>
                </a:cxn>
                <a:cxn ang="0">
                  <a:pos x="29" y="33"/>
                </a:cxn>
                <a:cxn ang="0">
                  <a:pos x="31" y="25"/>
                </a:cxn>
                <a:cxn ang="0">
                  <a:pos x="34" y="17"/>
                </a:cxn>
                <a:cxn ang="0">
                  <a:pos x="36" y="10"/>
                </a:cxn>
                <a:cxn ang="0">
                  <a:pos x="36" y="10"/>
                </a:cxn>
                <a:cxn ang="0">
                  <a:pos x="38" y="7"/>
                </a:cxn>
                <a:cxn ang="0">
                  <a:pos x="38" y="4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0" y="0"/>
                </a:cxn>
                <a:cxn ang="0">
                  <a:pos x="29" y="2"/>
                </a:cxn>
                <a:cxn ang="0">
                  <a:pos x="27" y="3"/>
                </a:cxn>
                <a:cxn ang="0">
                  <a:pos x="27" y="3"/>
                </a:cxn>
              </a:cxnLst>
              <a:rect l="0" t="0" r="r" b="b"/>
              <a:pathLst>
                <a:path w="38" h="68">
                  <a:moveTo>
                    <a:pt x="27" y="3"/>
                  </a:moveTo>
                  <a:lnTo>
                    <a:pt x="27" y="3"/>
                  </a:lnTo>
                  <a:lnTo>
                    <a:pt x="23" y="12"/>
                  </a:lnTo>
                  <a:lnTo>
                    <a:pt x="21" y="21"/>
                  </a:lnTo>
                  <a:lnTo>
                    <a:pt x="17" y="31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8" y="44"/>
                  </a:lnTo>
                  <a:lnTo>
                    <a:pt x="4" y="50"/>
                  </a:lnTo>
                  <a:lnTo>
                    <a:pt x="1" y="57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2" y="68"/>
                  </a:lnTo>
                  <a:lnTo>
                    <a:pt x="5" y="68"/>
                  </a:lnTo>
                  <a:lnTo>
                    <a:pt x="9" y="67"/>
                  </a:lnTo>
                  <a:lnTo>
                    <a:pt x="10" y="66"/>
                  </a:lnTo>
                  <a:lnTo>
                    <a:pt x="12" y="63"/>
                  </a:lnTo>
                  <a:lnTo>
                    <a:pt x="12" y="63"/>
                  </a:lnTo>
                  <a:lnTo>
                    <a:pt x="13" y="57"/>
                  </a:lnTo>
                  <a:lnTo>
                    <a:pt x="17" y="51"/>
                  </a:lnTo>
                  <a:lnTo>
                    <a:pt x="22" y="45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9" y="33"/>
                  </a:lnTo>
                  <a:lnTo>
                    <a:pt x="31" y="25"/>
                  </a:lnTo>
                  <a:lnTo>
                    <a:pt x="34" y="17"/>
                  </a:lnTo>
                  <a:lnTo>
                    <a:pt x="36" y="10"/>
                  </a:lnTo>
                  <a:lnTo>
                    <a:pt x="36" y="10"/>
                  </a:lnTo>
                  <a:lnTo>
                    <a:pt x="38" y="7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7" y="3"/>
                  </a:lnTo>
                  <a:lnTo>
                    <a:pt x="2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9" name="Freeform 491"/>
            <p:cNvSpPr/>
            <p:nvPr>
              <p:custDataLst>
                <p:tags r:id="rId33"/>
              </p:custDataLst>
            </p:nvPr>
          </p:nvSpPr>
          <p:spPr bwMode="auto">
            <a:xfrm>
              <a:off x="3489326" y="1144588"/>
              <a:ext cx="14288" cy="22225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7" y="15"/>
                </a:cxn>
                <a:cxn ang="0">
                  <a:pos x="9" y="26"/>
                </a:cxn>
                <a:cxn ang="0">
                  <a:pos x="4" y="38"/>
                </a:cxn>
                <a:cxn ang="0">
                  <a:pos x="1" y="45"/>
                </a:cxn>
                <a:cxn ang="0">
                  <a:pos x="0" y="51"/>
                </a:cxn>
                <a:cxn ang="0">
                  <a:pos x="0" y="51"/>
                </a:cxn>
                <a:cxn ang="0">
                  <a:pos x="1" y="54"/>
                </a:cxn>
                <a:cxn ang="0">
                  <a:pos x="3" y="57"/>
                </a:cxn>
                <a:cxn ang="0">
                  <a:pos x="6" y="58"/>
                </a:cxn>
                <a:cxn ang="0">
                  <a:pos x="10" y="57"/>
                </a:cxn>
                <a:cxn ang="0">
                  <a:pos x="12" y="54"/>
                </a:cxn>
                <a:cxn ang="0">
                  <a:pos x="12" y="51"/>
                </a:cxn>
                <a:cxn ang="0">
                  <a:pos x="12" y="51"/>
                </a:cxn>
                <a:cxn ang="0">
                  <a:pos x="13" y="46"/>
                </a:cxn>
                <a:cxn ang="0">
                  <a:pos x="14" y="41"/>
                </a:cxn>
                <a:cxn ang="0">
                  <a:pos x="21" y="29"/>
                </a:cxn>
                <a:cxn ang="0">
                  <a:pos x="27" y="19"/>
                </a:cxn>
                <a:cxn ang="0">
                  <a:pos x="34" y="9"/>
                </a:cxn>
                <a:cxn ang="0">
                  <a:pos x="34" y="9"/>
                </a:cxn>
                <a:cxn ang="0">
                  <a:pos x="35" y="7"/>
                </a:cxn>
                <a:cxn ang="0">
                  <a:pos x="34" y="4"/>
                </a:cxn>
                <a:cxn ang="0">
                  <a:pos x="31" y="2"/>
                </a:cxn>
                <a:cxn ang="0">
                  <a:pos x="27" y="0"/>
                </a:cxn>
                <a:cxn ang="0">
                  <a:pos x="26" y="2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5" h="58">
                  <a:moveTo>
                    <a:pt x="23" y="3"/>
                  </a:moveTo>
                  <a:lnTo>
                    <a:pt x="23" y="3"/>
                  </a:lnTo>
                  <a:lnTo>
                    <a:pt x="17" y="15"/>
                  </a:lnTo>
                  <a:lnTo>
                    <a:pt x="9" y="26"/>
                  </a:lnTo>
                  <a:lnTo>
                    <a:pt x="4" y="38"/>
                  </a:lnTo>
                  <a:lnTo>
                    <a:pt x="1" y="45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6" y="58"/>
                  </a:lnTo>
                  <a:lnTo>
                    <a:pt x="10" y="57"/>
                  </a:lnTo>
                  <a:lnTo>
                    <a:pt x="12" y="54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3" y="46"/>
                  </a:lnTo>
                  <a:lnTo>
                    <a:pt x="14" y="41"/>
                  </a:lnTo>
                  <a:lnTo>
                    <a:pt x="21" y="29"/>
                  </a:lnTo>
                  <a:lnTo>
                    <a:pt x="27" y="19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5" y="7"/>
                  </a:lnTo>
                  <a:lnTo>
                    <a:pt x="34" y="4"/>
                  </a:lnTo>
                  <a:lnTo>
                    <a:pt x="31" y="2"/>
                  </a:lnTo>
                  <a:lnTo>
                    <a:pt x="27" y="0"/>
                  </a:lnTo>
                  <a:lnTo>
                    <a:pt x="26" y="2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0" name="Freeform 492"/>
            <p:cNvSpPr/>
            <p:nvPr>
              <p:custDataLst>
                <p:tags r:id="rId34"/>
              </p:custDataLst>
            </p:nvPr>
          </p:nvSpPr>
          <p:spPr bwMode="auto">
            <a:xfrm>
              <a:off x="3517901" y="1138238"/>
              <a:ext cx="9525" cy="12700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16" y="4"/>
                </a:cxn>
                <a:cxn ang="0">
                  <a:pos x="8" y="14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0" y="28"/>
                </a:cxn>
                <a:cxn ang="0">
                  <a:pos x="0" y="31"/>
                </a:cxn>
                <a:cxn ang="0">
                  <a:pos x="3" y="34"/>
                </a:cxn>
                <a:cxn ang="0">
                  <a:pos x="7" y="35"/>
                </a:cxn>
                <a:cxn ang="0">
                  <a:pos x="9" y="34"/>
                </a:cxn>
                <a:cxn ang="0">
                  <a:pos x="11" y="31"/>
                </a:cxn>
                <a:cxn ang="0">
                  <a:pos x="11" y="31"/>
                </a:cxn>
                <a:cxn ang="0">
                  <a:pos x="19" y="21"/>
                </a:cxn>
                <a:cxn ang="0">
                  <a:pos x="26" y="9"/>
                </a:cxn>
                <a:cxn ang="0">
                  <a:pos x="26" y="9"/>
                </a:cxn>
                <a:cxn ang="0">
                  <a:pos x="26" y="6"/>
                </a:cxn>
                <a:cxn ang="0">
                  <a:pos x="26" y="5"/>
                </a:cxn>
                <a:cxn ang="0">
                  <a:pos x="24" y="1"/>
                </a:cxn>
                <a:cxn ang="0">
                  <a:pos x="20" y="0"/>
                </a:cxn>
                <a:cxn ang="0">
                  <a:pos x="17" y="1"/>
                </a:cxn>
                <a:cxn ang="0">
                  <a:pos x="16" y="4"/>
                </a:cxn>
                <a:cxn ang="0">
                  <a:pos x="16" y="4"/>
                </a:cxn>
              </a:cxnLst>
              <a:rect l="0" t="0" r="r" b="b"/>
              <a:pathLst>
                <a:path w="26" h="35">
                  <a:moveTo>
                    <a:pt x="16" y="4"/>
                  </a:moveTo>
                  <a:lnTo>
                    <a:pt x="16" y="4"/>
                  </a:lnTo>
                  <a:lnTo>
                    <a:pt x="8" y="1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31"/>
                  </a:lnTo>
                  <a:lnTo>
                    <a:pt x="3" y="34"/>
                  </a:lnTo>
                  <a:lnTo>
                    <a:pt x="7" y="35"/>
                  </a:lnTo>
                  <a:lnTo>
                    <a:pt x="9" y="34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9" y="21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6" y="5"/>
                  </a:lnTo>
                  <a:lnTo>
                    <a:pt x="24" y="1"/>
                  </a:lnTo>
                  <a:lnTo>
                    <a:pt x="20" y="0"/>
                  </a:lnTo>
                  <a:lnTo>
                    <a:pt x="17" y="1"/>
                  </a:lnTo>
                  <a:lnTo>
                    <a:pt x="16" y="4"/>
                  </a:lnTo>
                  <a:lnTo>
                    <a:pt x="1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1" name="Freeform 493"/>
            <p:cNvSpPr/>
            <p:nvPr>
              <p:custDataLst>
                <p:tags r:id="rId35"/>
              </p:custDataLst>
            </p:nvPr>
          </p:nvSpPr>
          <p:spPr bwMode="auto">
            <a:xfrm>
              <a:off x="3608388" y="1120775"/>
              <a:ext cx="14288" cy="17463"/>
            </a:xfrm>
            <a:custGeom>
              <a:avLst/>
              <a:gdLst/>
              <a:ahLst/>
              <a:cxnLst>
                <a:cxn ang="0">
                  <a:pos x="25" y="2"/>
                </a:cxn>
                <a:cxn ang="0">
                  <a:pos x="25" y="2"/>
                </a:cxn>
                <a:cxn ang="0">
                  <a:pos x="18" y="9"/>
                </a:cxn>
                <a:cxn ang="0">
                  <a:pos x="13" y="17"/>
                </a:cxn>
                <a:cxn ang="0">
                  <a:pos x="8" y="25"/>
                </a:cxn>
                <a:cxn ang="0">
                  <a:pos x="2" y="32"/>
                </a:cxn>
                <a:cxn ang="0">
                  <a:pos x="2" y="32"/>
                </a:cxn>
                <a:cxn ang="0">
                  <a:pos x="1" y="35"/>
                </a:cxn>
                <a:cxn ang="0">
                  <a:pos x="0" y="36"/>
                </a:cxn>
                <a:cxn ang="0">
                  <a:pos x="2" y="40"/>
                </a:cxn>
                <a:cxn ang="0">
                  <a:pos x="6" y="42"/>
                </a:cxn>
                <a:cxn ang="0">
                  <a:pos x="8" y="42"/>
                </a:cxn>
                <a:cxn ang="0">
                  <a:pos x="10" y="40"/>
                </a:cxn>
                <a:cxn ang="0">
                  <a:pos x="10" y="40"/>
                </a:cxn>
                <a:cxn ang="0">
                  <a:pos x="16" y="34"/>
                </a:cxn>
                <a:cxn ang="0">
                  <a:pos x="22" y="26"/>
                </a:cxn>
                <a:cxn ang="0">
                  <a:pos x="27" y="17"/>
                </a:cxn>
                <a:cxn ang="0">
                  <a:pos x="33" y="10"/>
                </a:cxn>
                <a:cxn ang="0">
                  <a:pos x="33" y="10"/>
                </a:cxn>
                <a:cxn ang="0">
                  <a:pos x="34" y="8"/>
                </a:cxn>
                <a:cxn ang="0">
                  <a:pos x="35" y="6"/>
                </a:cxn>
                <a:cxn ang="0">
                  <a:pos x="33" y="2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5" y="2"/>
                </a:cxn>
                <a:cxn ang="0">
                  <a:pos x="25" y="2"/>
                </a:cxn>
              </a:cxnLst>
              <a:rect l="0" t="0" r="r" b="b"/>
              <a:pathLst>
                <a:path w="35" h="42">
                  <a:moveTo>
                    <a:pt x="25" y="2"/>
                  </a:moveTo>
                  <a:lnTo>
                    <a:pt x="25" y="2"/>
                  </a:lnTo>
                  <a:lnTo>
                    <a:pt x="18" y="9"/>
                  </a:lnTo>
                  <a:lnTo>
                    <a:pt x="13" y="17"/>
                  </a:lnTo>
                  <a:lnTo>
                    <a:pt x="8" y="25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1" y="35"/>
                  </a:lnTo>
                  <a:lnTo>
                    <a:pt x="0" y="36"/>
                  </a:lnTo>
                  <a:lnTo>
                    <a:pt x="2" y="40"/>
                  </a:lnTo>
                  <a:lnTo>
                    <a:pt x="6" y="42"/>
                  </a:lnTo>
                  <a:lnTo>
                    <a:pt x="8" y="42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16" y="34"/>
                  </a:lnTo>
                  <a:lnTo>
                    <a:pt x="22" y="26"/>
                  </a:lnTo>
                  <a:lnTo>
                    <a:pt x="27" y="17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4" y="8"/>
                  </a:lnTo>
                  <a:lnTo>
                    <a:pt x="35" y="6"/>
                  </a:lnTo>
                  <a:lnTo>
                    <a:pt x="33" y="2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5" y="2"/>
                  </a:lnTo>
                  <a:lnTo>
                    <a:pt x="2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2" name="Freeform 494"/>
            <p:cNvSpPr/>
            <p:nvPr>
              <p:custDataLst>
                <p:tags r:id="rId36"/>
              </p:custDataLst>
            </p:nvPr>
          </p:nvSpPr>
          <p:spPr bwMode="auto">
            <a:xfrm>
              <a:off x="3640138" y="1130300"/>
              <a:ext cx="9525" cy="17463"/>
            </a:xfrm>
            <a:custGeom>
              <a:avLst/>
              <a:gdLst/>
              <a:ahLst/>
              <a:cxnLst>
                <a:cxn ang="0">
                  <a:pos x="10" y="6"/>
                </a:cxn>
                <a:cxn ang="0">
                  <a:pos x="10" y="6"/>
                </a:cxn>
                <a:cxn ang="0">
                  <a:pos x="9" y="13"/>
                </a:cxn>
                <a:cxn ang="0">
                  <a:pos x="7" y="20"/>
                </a:cxn>
                <a:cxn ang="0">
                  <a:pos x="0" y="33"/>
                </a:cxn>
                <a:cxn ang="0">
                  <a:pos x="0" y="33"/>
                </a:cxn>
                <a:cxn ang="0">
                  <a:pos x="0" y="36"/>
                </a:cxn>
                <a:cxn ang="0">
                  <a:pos x="0" y="38"/>
                </a:cxn>
                <a:cxn ang="0">
                  <a:pos x="3" y="41"/>
                </a:cxn>
                <a:cxn ang="0">
                  <a:pos x="7" y="42"/>
                </a:cxn>
                <a:cxn ang="0">
                  <a:pos x="8" y="41"/>
                </a:cxn>
                <a:cxn ang="0">
                  <a:pos x="10" y="40"/>
                </a:cxn>
                <a:cxn ang="0">
                  <a:pos x="10" y="40"/>
                </a:cxn>
                <a:cxn ang="0">
                  <a:pos x="18" y="23"/>
                </a:cxn>
                <a:cxn ang="0">
                  <a:pos x="21" y="15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3"/>
                </a:cxn>
                <a:cxn ang="0">
                  <a:pos x="21" y="2"/>
                </a:cxn>
                <a:cxn ang="0">
                  <a:pos x="17" y="0"/>
                </a:cxn>
                <a:cxn ang="0">
                  <a:pos x="13" y="2"/>
                </a:cxn>
                <a:cxn ang="0">
                  <a:pos x="12" y="3"/>
                </a:cxn>
                <a:cxn ang="0">
                  <a:pos x="10" y="6"/>
                </a:cxn>
                <a:cxn ang="0">
                  <a:pos x="10" y="6"/>
                </a:cxn>
              </a:cxnLst>
              <a:rect l="0" t="0" r="r" b="b"/>
              <a:pathLst>
                <a:path w="22" h="42">
                  <a:moveTo>
                    <a:pt x="10" y="6"/>
                  </a:moveTo>
                  <a:lnTo>
                    <a:pt x="10" y="6"/>
                  </a:lnTo>
                  <a:lnTo>
                    <a:pt x="9" y="13"/>
                  </a:lnTo>
                  <a:lnTo>
                    <a:pt x="7" y="20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3" y="41"/>
                  </a:lnTo>
                  <a:lnTo>
                    <a:pt x="7" y="42"/>
                  </a:lnTo>
                  <a:lnTo>
                    <a:pt x="8" y="41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18" y="23"/>
                  </a:lnTo>
                  <a:lnTo>
                    <a:pt x="21" y="15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3" y="2"/>
                  </a:lnTo>
                  <a:lnTo>
                    <a:pt x="12" y="3"/>
                  </a:lnTo>
                  <a:lnTo>
                    <a:pt x="10" y="6"/>
                  </a:lnTo>
                  <a:lnTo>
                    <a:pt x="10" y="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3" name="Freeform 495"/>
            <p:cNvSpPr/>
            <p:nvPr>
              <p:custDataLst>
                <p:tags r:id="rId37"/>
              </p:custDataLst>
            </p:nvPr>
          </p:nvSpPr>
          <p:spPr bwMode="auto">
            <a:xfrm>
              <a:off x="3662363" y="1141413"/>
              <a:ext cx="14288" cy="23813"/>
            </a:xfrm>
            <a:custGeom>
              <a:avLst/>
              <a:gdLst/>
              <a:ahLst/>
              <a:cxnLst>
                <a:cxn ang="0">
                  <a:pos x="24" y="7"/>
                </a:cxn>
                <a:cxn ang="0">
                  <a:pos x="24" y="7"/>
                </a:cxn>
                <a:cxn ang="0">
                  <a:pos x="22" y="14"/>
                </a:cxn>
                <a:cxn ang="0">
                  <a:pos x="19" y="19"/>
                </a:cxn>
                <a:cxn ang="0">
                  <a:pos x="12" y="31"/>
                </a:cxn>
                <a:cxn ang="0">
                  <a:pos x="12" y="31"/>
                </a:cxn>
                <a:cxn ang="0">
                  <a:pos x="5" y="42"/>
                </a:cxn>
                <a:cxn ang="0">
                  <a:pos x="0" y="54"/>
                </a:cxn>
                <a:cxn ang="0">
                  <a:pos x="0" y="54"/>
                </a:cxn>
                <a:cxn ang="0">
                  <a:pos x="0" y="57"/>
                </a:cxn>
                <a:cxn ang="0">
                  <a:pos x="2" y="59"/>
                </a:cxn>
                <a:cxn ang="0">
                  <a:pos x="5" y="62"/>
                </a:cxn>
                <a:cxn ang="0">
                  <a:pos x="9" y="61"/>
                </a:cxn>
                <a:cxn ang="0">
                  <a:pos x="11" y="59"/>
                </a:cxn>
                <a:cxn ang="0">
                  <a:pos x="12" y="58"/>
                </a:cxn>
                <a:cxn ang="0">
                  <a:pos x="12" y="58"/>
                </a:cxn>
                <a:cxn ang="0">
                  <a:pos x="13" y="50"/>
                </a:cxn>
                <a:cxn ang="0">
                  <a:pos x="17" y="45"/>
                </a:cxn>
                <a:cxn ang="0">
                  <a:pos x="24" y="32"/>
                </a:cxn>
                <a:cxn ang="0">
                  <a:pos x="32" y="20"/>
                </a:cxn>
                <a:cxn ang="0">
                  <a:pos x="33" y="1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4"/>
                </a:cxn>
                <a:cxn ang="0">
                  <a:pos x="33" y="2"/>
                </a:cxn>
                <a:cxn ang="0">
                  <a:pos x="29" y="0"/>
                </a:cxn>
                <a:cxn ang="0">
                  <a:pos x="25" y="2"/>
                </a:cxn>
                <a:cxn ang="0">
                  <a:pos x="24" y="4"/>
                </a:cxn>
                <a:cxn ang="0">
                  <a:pos x="24" y="7"/>
                </a:cxn>
                <a:cxn ang="0">
                  <a:pos x="24" y="7"/>
                </a:cxn>
              </a:cxnLst>
              <a:rect l="0" t="0" r="r" b="b"/>
              <a:pathLst>
                <a:path w="34" h="62">
                  <a:moveTo>
                    <a:pt x="24" y="7"/>
                  </a:moveTo>
                  <a:lnTo>
                    <a:pt x="24" y="7"/>
                  </a:lnTo>
                  <a:lnTo>
                    <a:pt x="22" y="14"/>
                  </a:lnTo>
                  <a:lnTo>
                    <a:pt x="19" y="19"/>
                  </a:lnTo>
                  <a:lnTo>
                    <a:pt x="12" y="31"/>
                  </a:lnTo>
                  <a:lnTo>
                    <a:pt x="12" y="31"/>
                  </a:lnTo>
                  <a:lnTo>
                    <a:pt x="5" y="42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57"/>
                  </a:lnTo>
                  <a:lnTo>
                    <a:pt x="2" y="59"/>
                  </a:lnTo>
                  <a:lnTo>
                    <a:pt x="5" y="62"/>
                  </a:lnTo>
                  <a:lnTo>
                    <a:pt x="9" y="61"/>
                  </a:lnTo>
                  <a:lnTo>
                    <a:pt x="11" y="59"/>
                  </a:lnTo>
                  <a:lnTo>
                    <a:pt x="12" y="58"/>
                  </a:lnTo>
                  <a:lnTo>
                    <a:pt x="12" y="58"/>
                  </a:lnTo>
                  <a:lnTo>
                    <a:pt x="13" y="50"/>
                  </a:lnTo>
                  <a:lnTo>
                    <a:pt x="17" y="45"/>
                  </a:lnTo>
                  <a:lnTo>
                    <a:pt x="24" y="32"/>
                  </a:lnTo>
                  <a:lnTo>
                    <a:pt x="32" y="20"/>
                  </a:lnTo>
                  <a:lnTo>
                    <a:pt x="33" y="1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4"/>
                  </a:lnTo>
                  <a:lnTo>
                    <a:pt x="33" y="2"/>
                  </a:lnTo>
                  <a:lnTo>
                    <a:pt x="29" y="0"/>
                  </a:lnTo>
                  <a:lnTo>
                    <a:pt x="25" y="2"/>
                  </a:lnTo>
                  <a:lnTo>
                    <a:pt x="24" y="4"/>
                  </a:lnTo>
                  <a:lnTo>
                    <a:pt x="24" y="7"/>
                  </a:lnTo>
                  <a:lnTo>
                    <a:pt x="24" y="7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4" name="Freeform 496"/>
            <p:cNvSpPr/>
            <p:nvPr>
              <p:custDataLst>
                <p:tags r:id="rId38"/>
              </p:custDataLst>
            </p:nvPr>
          </p:nvSpPr>
          <p:spPr bwMode="auto">
            <a:xfrm>
              <a:off x="3681413" y="1150938"/>
              <a:ext cx="15875" cy="25400"/>
            </a:xfrm>
            <a:custGeom>
              <a:avLst/>
              <a:gdLst/>
              <a:ahLst/>
              <a:cxnLst>
                <a:cxn ang="0">
                  <a:pos x="29" y="1"/>
                </a:cxn>
                <a:cxn ang="0">
                  <a:pos x="29" y="1"/>
                </a:cxn>
                <a:cxn ang="0">
                  <a:pos x="22" y="6"/>
                </a:cxn>
                <a:cxn ang="0">
                  <a:pos x="18" y="12"/>
                </a:cxn>
                <a:cxn ang="0">
                  <a:pos x="12" y="25"/>
                </a:cxn>
                <a:cxn ang="0">
                  <a:pos x="6" y="38"/>
                </a:cxn>
                <a:cxn ang="0">
                  <a:pos x="1" y="52"/>
                </a:cxn>
                <a:cxn ang="0">
                  <a:pos x="1" y="52"/>
                </a:cxn>
                <a:cxn ang="0">
                  <a:pos x="0" y="54"/>
                </a:cxn>
                <a:cxn ang="0">
                  <a:pos x="0" y="56"/>
                </a:cxn>
                <a:cxn ang="0">
                  <a:pos x="3" y="60"/>
                </a:cxn>
                <a:cxn ang="0">
                  <a:pos x="5" y="60"/>
                </a:cxn>
                <a:cxn ang="0">
                  <a:pos x="8" y="60"/>
                </a:cxn>
                <a:cxn ang="0">
                  <a:pos x="9" y="59"/>
                </a:cxn>
                <a:cxn ang="0">
                  <a:pos x="10" y="57"/>
                </a:cxn>
                <a:cxn ang="0">
                  <a:pos x="10" y="57"/>
                </a:cxn>
                <a:cxn ang="0">
                  <a:pos x="16" y="44"/>
                </a:cxn>
                <a:cxn ang="0">
                  <a:pos x="21" y="31"/>
                </a:cxn>
                <a:cxn ang="0">
                  <a:pos x="27" y="20"/>
                </a:cxn>
                <a:cxn ang="0">
                  <a:pos x="31" y="14"/>
                </a:cxn>
                <a:cxn ang="0">
                  <a:pos x="37" y="9"/>
                </a:cxn>
                <a:cxn ang="0">
                  <a:pos x="37" y="9"/>
                </a:cxn>
                <a:cxn ang="0">
                  <a:pos x="38" y="8"/>
                </a:cxn>
                <a:cxn ang="0">
                  <a:pos x="38" y="5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3" y="0"/>
                </a:cxn>
                <a:cxn ang="0">
                  <a:pos x="30" y="0"/>
                </a:cxn>
                <a:cxn ang="0">
                  <a:pos x="29" y="1"/>
                </a:cxn>
                <a:cxn ang="0">
                  <a:pos x="29" y="1"/>
                </a:cxn>
              </a:cxnLst>
              <a:rect l="0" t="0" r="r" b="b"/>
              <a:pathLst>
                <a:path w="38" h="60">
                  <a:moveTo>
                    <a:pt x="29" y="1"/>
                  </a:moveTo>
                  <a:lnTo>
                    <a:pt x="29" y="1"/>
                  </a:lnTo>
                  <a:lnTo>
                    <a:pt x="22" y="6"/>
                  </a:lnTo>
                  <a:lnTo>
                    <a:pt x="18" y="12"/>
                  </a:lnTo>
                  <a:lnTo>
                    <a:pt x="12" y="25"/>
                  </a:lnTo>
                  <a:lnTo>
                    <a:pt x="6" y="38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3" y="60"/>
                  </a:lnTo>
                  <a:lnTo>
                    <a:pt x="5" y="60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16" y="44"/>
                  </a:lnTo>
                  <a:lnTo>
                    <a:pt x="21" y="31"/>
                  </a:lnTo>
                  <a:lnTo>
                    <a:pt x="27" y="20"/>
                  </a:lnTo>
                  <a:lnTo>
                    <a:pt x="31" y="14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38" y="5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5" name="Freeform 497"/>
            <p:cNvSpPr/>
            <p:nvPr>
              <p:custDataLst>
                <p:tags r:id="rId39"/>
              </p:custDataLst>
            </p:nvPr>
          </p:nvSpPr>
          <p:spPr bwMode="auto">
            <a:xfrm>
              <a:off x="3708401" y="1157288"/>
              <a:ext cx="9525" cy="19050"/>
            </a:xfrm>
            <a:custGeom>
              <a:avLst/>
              <a:gdLst/>
              <a:ahLst/>
              <a:cxnLst>
                <a:cxn ang="0">
                  <a:pos x="16" y="7"/>
                </a:cxn>
                <a:cxn ang="0">
                  <a:pos x="16" y="7"/>
                </a:cxn>
                <a:cxn ang="0">
                  <a:pos x="14" y="11"/>
                </a:cxn>
                <a:cxn ang="0">
                  <a:pos x="12" y="15"/>
                </a:cxn>
                <a:cxn ang="0">
                  <a:pos x="7" y="23"/>
                </a:cxn>
                <a:cxn ang="0">
                  <a:pos x="7" y="23"/>
                </a:cxn>
                <a:cxn ang="0">
                  <a:pos x="3" y="32"/>
                </a:cxn>
                <a:cxn ang="0">
                  <a:pos x="1" y="36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1" y="43"/>
                </a:cxn>
                <a:cxn ang="0">
                  <a:pos x="3" y="45"/>
                </a:cxn>
                <a:cxn ang="0">
                  <a:pos x="7" y="46"/>
                </a:cxn>
                <a:cxn ang="0">
                  <a:pos x="10" y="45"/>
                </a:cxn>
                <a:cxn ang="0">
                  <a:pos x="12" y="43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3" y="36"/>
                </a:cxn>
                <a:cxn ang="0">
                  <a:pos x="16" y="30"/>
                </a:cxn>
                <a:cxn ang="0">
                  <a:pos x="21" y="23"/>
                </a:cxn>
                <a:cxn ang="0">
                  <a:pos x="21" y="23"/>
                </a:cxn>
                <a:cxn ang="0">
                  <a:pos x="24" y="19"/>
                </a:cxn>
                <a:cxn ang="0">
                  <a:pos x="26" y="15"/>
                </a:cxn>
                <a:cxn ang="0">
                  <a:pos x="28" y="7"/>
                </a:cxn>
                <a:cxn ang="0">
                  <a:pos x="28" y="7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2" y="0"/>
                </a:cxn>
                <a:cxn ang="0">
                  <a:pos x="18" y="2"/>
                </a:cxn>
                <a:cxn ang="0">
                  <a:pos x="17" y="4"/>
                </a:cxn>
                <a:cxn ang="0">
                  <a:pos x="16" y="7"/>
                </a:cxn>
                <a:cxn ang="0">
                  <a:pos x="16" y="7"/>
                </a:cxn>
              </a:cxnLst>
              <a:rect l="0" t="0" r="r" b="b"/>
              <a:pathLst>
                <a:path w="28" h="46">
                  <a:moveTo>
                    <a:pt x="16" y="7"/>
                  </a:moveTo>
                  <a:lnTo>
                    <a:pt x="16" y="7"/>
                  </a:lnTo>
                  <a:lnTo>
                    <a:pt x="14" y="11"/>
                  </a:lnTo>
                  <a:lnTo>
                    <a:pt x="12" y="15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3" y="32"/>
                  </a:lnTo>
                  <a:lnTo>
                    <a:pt x="1" y="36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1" y="43"/>
                  </a:lnTo>
                  <a:lnTo>
                    <a:pt x="3" y="45"/>
                  </a:lnTo>
                  <a:lnTo>
                    <a:pt x="7" y="46"/>
                  </a:lnTo>
                  <a:lnTo>
                    <a:pt x="10" y="45"/>
                  </a:lnTo>
                  <a:lnTo>
                    <a:pt x="12" y="43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3" y="36"/>
                  </a:lnTo>
                  <a:lnTo>
                    <a:pt x="16" y="30"/>
                  </a:lnTo>
                  <a:lnTo>
                    <a:pt x="21" y="23"/>
                  </a:lnTo>
                  <a:lnTo>
                    <a:pt x="21" y="23"/>
                  </a:lnTo>
                  <a:lnTo>
                    <a:pt x="24" y="19"/>
                  </a:lnTo>
                  <a:lnTo>
                    <a:pt x="26" y="15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2" y="0"/>
                  </a:lnTo>
                  <a:lnTo>
                    <a:pt x="18" y="2"/>
                  </a:lnTo>
                  <a:lnTo>
                    <a:pt x="17" y="4"/>
                  </a:lnTo>
                  <a:lnTo>
                    <a:pt x="16" y="7"/>
                  </a:lnTo>
                  <a:lnTo>
                    <a:pt x="16" y="7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6" name="Freeform 498"/>
            <p:cNvSpPr/>
            <p:nvPr>
              <p:custDataLst>
                <p:tags r:id="rId40"/>
              </p:custDataLst>
            </p:nvPr>
          </p:nvSpPr>
          <p:spPr bwMode="auto">
            <a:xfrm>
              <a:off x="3736976" y="1157288"/>
              <a:ext cx="7938" cy="17463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11" y="7"/>
                </a:cxn>
                <a:cxn ang="0">
                  <a:pos x="9" y="13"/>
                </a:cxn>
                <a:cxn ang="0">
                  <a:pos x="7" y="20"/>
                </a:cxn>
                <a:cxn ang="0">
                  <a:pos x="0" y="34"/>
                </a:cxn>
                <a:cxn ang="0">
                  <a:pos x="0" y="34"/>
                </a:cxn>
                <a:cxn ang="0">
                  <a:pos x="0" y="37"/>
                </a:cxn>
                <a:cxn ang="0">
                  <a:pos x="0" y="38"/>
                </a:cxn>
                <a:cxn ang="0">
                  <a:pos x="3" y="42"/>
                </a:cxn>
                <a:cxn ang="0">
                  <a:pos x="7" y="42"/>
                </a:cxn>
                <a:cxn ang="0">
                  <a:pos x="9" y="42"/>
                </a:cxn>
                <a:cxn ang="0">
                  <a:pos x="11" y="40"/>
                </a:cxn>
                <a:cxn ang="0">
                  <a:pos x="11" y="40"/>
                </a:cxn>
                <a:cxn ang="0">
                  <a:pos x="19" y="24"/>
                </a:cxn>
                <a:cxn ang="0">
                  <a:pos x="21" y="15"/>
                </a:cxn>
                <a:cxn ang="0">
                  <a:pos x="23" y="7"/>
                </a:cxn>
                <a:cxn ang="0">
                  <a:pos x="23" y="7"/>
                </a:cxn>
                <a:cxn ang="0">
                  <a:pos x="23" y="4"/>
                </a:cxn>
                <a:cxn ang="0">
                  <a:pos x="21" y="2"/>
                </a:cxn>
                <a:cxn ang="0">
                  <a:pos x="17" y="0"/>
                </a:cxn>
                <a:cxn ang="0">
                  <a:pos x="13" y="2"/>
                </a:cxn>
                <a:cxn ang="0">
                  <a:pos x="12" y="4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23" h="42">
                  <a:moveTo>
                    <a:pt x="11" y="7"/>
                  </a:moveTo>
                  <a:lnTo>
                    <a:pt x="11" y="7"/>
                  </a:lnTo>
                  <a:lnTo>
                    <a:pt x="9" y="13"/>
                  </a:lnTo>
                  <a:lnTo>
                    <a:pt x="7" y="2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38"/>
                  </a:lnTo>
                  <a:lnTo>
                    <a:pt x="3" y="42"/>
                  </a:lnTo>
                  <a:lnTo>
                    <a:pt x="7" y="42"/>
                  </a:lnTo>
                  <a:lnTo>
                    <a:pt x="9" y="42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9" y="24"/>
                  </a:lnTo>
                  <a:lnTo>
                    <a:pt x="21" y="15"/>
                  </a:lnTo>
                  <a:lnTo>
                    <a:pt x="23" y="7"/>
                  </a:lnTo>
                  <a:lnTo>
                    <a:pt x="23" y="7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3" y="2"/>
                  </a:lnTo>
                  <a:lnTo>
                    <a:pt x="12" y="4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7" name="Freeform 499"/>
            <p:cNvSpPr/>
            <p:nvPr>
              <p:custDataLst>
                <p:tags r:id="rId41"/>
              </p:custDataLst>
            </p:nvPr>
          </p:nvSpPr>
          <p:spPr bwMode="auto">
            <a:xfrm>
              <a:off x="3435351" y="1001713"/>
              <a:ext cx="53975" cy="57150"/>
            </a:xfrm>
            <a:custGeom>
              <a:avLst/>
              <a:gdLst/>
              <a:ahLst/>
              <a:cxnLst>
                <a:cxn ang="0">
                  <a:pos x="122" y="3"/>
                </a:cxn>
                <a:cxn ang="0">
                  <a:pos x="122" y="3"/>
                </a:cxn>
                <a:cxn ang="0">
                  <a:pos x="116" y="11"/>
                </a:cxn>
                <a:cxn ang="0">
                  <a:pos x="108" y="17"/>
                </a:cxn>
                <a:cxn ang="0">
                  <a:pos x="94" y="30"/>
                </a:cxn>
                <a:cxn ang="0">
                  <a:pos x="57" y="67"/>
                </a:cxn>
                <a:cxn ang="0">
                  <a:pos x="57" y="67"/>
                </a:cxn>
                <a:cxn ang="0">
                  <a:pos x="42" y="83"/>
                </a:cxn>
                <a:cxn ang="0">
                  <a:pos x="25" y="100"/>
                </a:cxn>
                <a:cxn ang="0">
                  <a:pos x="17" y="108"/>
                </a:cxn>
                <a:cxn ang="0">
                  <a:pos x="10" y="117"/>
                </a:cxn>
                <a:cxn ang="0">
                  <a:pos x="4" y="127"/>
                </a:cxn>
                <a:cxn ang="0">
                  <a:pos x="0" y="138"/>
                </a:cxn>
                <a:cxn ang="0">
                  <a:pos x="0" y="138"/>
                </a:cxn>
                <a:cxn ang="0">
                  <a:pos x="0" y="139"/>
                </a:cxn>
                <a:cxn ang="0">
                  <a:pos x="0" y="142"/>
                </a:cxn>
                <a:cxn ang="0">
                  <a:pos x="1" y="143"/>
                </a:cxn>
                <a:cxn ang="0">
                  <a:pos x="4" y="144"/>
                </a:cxn>
                <a:cxn ang="0">
                  <a:pos x="8" y="143"/>
                </a:cxn>
                <a:cxn ang="0">
                  <a:pos x="9" y="143"/>
                </a:cxn>
                <a:cxn ang="0">
                  <a:pos x="10" y="140"/>
                </a:cxn>
                <a:cxn ang="0">
                  <a:pos x="10" y="140"/>
                </a:cxn>
                <a:cxn ang="0">
                  <a:pos x="16" y="128"/>
                </a:cxn>
                <a:cxn ang="0">
                  <a:pos x="23" y="118"/>
                </a:cxn>
                <a:cxn ang="0">
                  <a:pos x="31" y="108"/>
                </a:cxn>
                <a:cxn ang="0">
                  <a:pos x="40" y="98"/>
                </a:cxn>
                <a:cxn ang="0">
                  <a:pos x="60" y="79"/>
                </a:cxn>
                <a:cxn ang="0">
                  <a:pos x="78" y="62"/>
                </a:cxn>
                <a:cxn ang="0">
                  <a:pos x="78" y="62"/>
                </a:cxn>
                <a:cxn ang="0">
                  <a:pos x="93" y="49"/>
                </a:cxn>
                <a:cxn ang="0">
                  <a:pos x="107" y="36"/>
                </a:cxn>
                <a:cxn ang="0">
                  <a:pos x="120" y="23"/>
                </a:cxn>
                <a:cxn ang="0">
                  <a:pos x="127" y="16"/>
                </a:cxn>
                <a:cxn ang="0">
                  <a:pos x="132" y="8"/>
                </a:cxn>
                <a:cxn ang="0">
                  <a:pos x="132" y="8"/>
                </a:cxn>
                <a:cxn ang="0">
                  <a:pos x="133" y="6"/>
                </a:cxn>
                <a:cxn ang="0">
                  <a:pos x="132" y="4"/>
                </a:cxn>
                <a:cxn ang="0">
                  <a:pos x="129" y="0"/>
                </a:cxn>
                <a:cxn ang="0">
                  <a:pos x="125" y="0"/>
                </a:cxn>
                <a:cxn ang="0">
                  <a:pos x="124" y="0"/>
                </a:cxn>
                <a:cxn ang="0">
                  <a:pos x="122" y="3"/>
                </a:cxn>
                <a:cxn ang="0">
                  <a:pos x="122" y="3"/>
                </a:cxn>
              </a:cxnLst>
              <a:rect l="0" t="0" r="r" b="b"/>
              <a:pathLst>
                <a:path w="133" h="144">
                  <a:moveTo>
                    <a:pt x="122" y="3"/>
                  </a:moveTo>
                  <a:lnTo>
                    <a:pt x="122" y="3"/>
                  </a:lnTo>
                  <a:lnTo>
                    <a:pt x="116" y="11"/>
                  </a:lnTo>
                  <a:lnTo>
                    <a:pt x="108" y="17"/>
                  </a:lnTo>
                  <a:lnTo>
                    <a:pt x="94" y="30"/>
                  </a:lnTo>
                  <a:lnTo>
                    <a:pt x="57" y="67"/>
                  </a:lnTo>
                  <a:lnTo>
                    <a:pt x="57" y="67"/>
                  </a:lnTo>
                  <a:lnTo>
                    <a:pt x="42" y="83"/>
                  </a:lnTo>
                  <a:lnTo>
                    <a:pt x="25" y="100"/>
                  </a:lnTo>
                  <a:lnTo>
                    <a:pt x="17" y="108"/>
                  </a:lnTo>
                  <a:lnTo>
                    <a:pt x="10" y="117"/>
                  </a:lnTo>
                  <a:lnTo>
                    <a:pt x="4" y="127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0" y="139"/>
                  </a:lnTo>
                  <a:lnTo>
                    <a:pt x="0" y="142"/>
                  </a:lnTo>
                  <a:lnTo>
                    <a:pt x="1" y="143"/>
                  </a:lnTo>
                  <a:lnTo>
                    <a:pt x="4" y="144"/>
                  </a:lnTo>
                  <a:lnTo>
                    <a:pt x="8" y="143"/>
                  </a:lnTo>
                  <a:lnTo>
                    <a:pt x="9" y="143"/>
                  </a:lnTo>
                  <a:lnTo>
                    <a:pt x="10" y="140"/>
                  </a:lnTo>
                  <a:lnTo>
                    <a:pt x="10" y="140"/>
                  </a:lnTo>
                  <a:lnTo>
                    <a:pt x="16" y="128"/>
                  </a:lnTo>
                  <a:lnTo>
                    <a:pt x="23" y="118"/>
                  </a:lnTo>
                  <a:lnTo>
                    <a:pt x="31" y="108"/>
                  </a:lnTo>
                  <a:lnTo>
                    <a:pt x="40" y="98"/>
                  </a:lnTo>
                  <a:lnTo>
                    <a:pt x="60" y="79"/>
                  </a:lnTo>
                  <a:lnTo>
                    <a:pt x="78" y="62"/>
                  </a:lnTo>
                  <a:lnTo>
                    <a:pt x="78" y="62"/>
                  </a:lnTo>
                  <a:lnTo>
                    <a:pt x="93" y="49"/>
                  </a:lnTo>
                  <a:lnTo>
                    <a:pt x="107" y="36"/>
                  </a:lnTo>
                  <a:lnTo>
                    <a:pt x="120" y="23"/>
                  </a:lnTo>
                  <a:lnTo>
                    <a:pt x="127" y="16"/>
                  </a:lnTo>
                  <a:lnTo>
                    <a:pt x="132" y="8"/>
                  </a:lnTo>
                  <a:lnTo>
                    <a:pt x="132" y="8"/>
                  </a:lnTo>
                  <a:lnTo>
                    <a:pt x="133" y="6"/>
                  </a:lnTo>
                  <a:lnTo>
                    <a:pt x="132" y="4"/>
                  </a:lnTo>
                  <a:lnTo>
                    <a:pt x="129" y="0"/>
                  </a:lnTo>
                  <a:lnTo>
                    <a:pt x="125" y="0"/>
                  </a:lnTo>
                  <a:lnTo>
                    <a:pt x="124" y="0"/>
                  </a:lnTo>
                  <a:lnTo>
                    <a:pt x="122" y="3"/>
                  </a:lnTo>
                  <a:lnTo>
                    <a:pt x="12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8" name="Freeform 500"/>
            <p:cNvSpPr/>
            <p:nvPr>
              <p:custDataLst>
                <p:tags r:id="rId42"/>
              </p:custDataLst>
            </p:nvPr>
          </p:nvSpPr>
          <p:spPr bwMode="auto">
            <a:xfrm>
              <a:off x="3441701" y="1014413"/>
              <a:ext cx="69850" cy="73025"/>
            </a:xfrm>
            <a:custGeom>
              <a:avLst/>
              <a:gdLst/>
              <a:ahLst/>
              <a:cxnLst>
                <a:cxn ang="0">
                  <a:pos x="168" y="0"/>
                </a:cxn>
                <a:cxn ang="0">
                  <a:pos x="168" y="0"/>
                </a:cxn>
                <a:cxn ang="0">
                  <a:pos x="159" y="7"/>
                </a:cxn>
                <a:cxn ang="0">
                  <a:pos x="151" y="13"/>
                </a:cxn>
                <a:cxn ang="0">
                  <a:pos x="136" y="28"/>
                </a:cxn>
                <a:cxn ang="0">
                  <a:pos x="136" y="28"/>
                </a:cxn>
                <a:cxn ang="0">
                  <a:pos x="113" y="53"/>
                </a:cxn>
                <a:cxn ang="0">
                  <a:pos x="91" y="78"/>
                </a:cxn>
                <a:cxn ang="0">
                  <a:pos x="91" y="78"/>
                </a:cxn>
                <a:cxn ang="0">
                  <a:pos x="47" y="129"/>
                </a:cxn>
                <a:cxn ang="0">
                  <a:pos x="25" y="153"/>
                </a:cxn>
                <a:cxn ang="0">
                  <a:pos x="3" y="177"/>
                </a:cxn>
                <a:cxn ang="0">
                  <a:pos x="3" y="177"/>
                </a:cxn>
                <a:cxn ang="0">
                  <a:pos x="2" y="180"/>
                </a:cxn>
                <a:cxn ang="0">
                  <a:pos x="0" y="181"/>
                </a:cxn>
                <a:cxn ang="0">
                  <a:pos x="3" y="185"/>
                </a:cxn>
                <a:cxn ang="0">
                  <a:pos x="7" y="186"/>
                </a:cxn>
                <a:cxn ang="0">
                  <a:pos x="8" y="186"/>
                </a:cxn>
                <a:cxn ang="0">
                  <a:pos x="11" y="185"/>
                </a:cxn>
                <a:cxn ang="0">
                  <a:pos x="11" y="185"/>
                </a:cxn>
                <a:cxn ang="0">
                  <a:pos x="32" y="163"/>
                </a:cxn>
                <a:cxn ang="0">
                  <a:pos x="51" y="140"/>
                </a:cxn>
                <a:cxn ang="0">
                  <a:pos x="91" y="95"/>
                </a:cxn>
                <a:cxn ang="0">
                  <a:pos x="91" y="95"/>
                </a:cxn>
                <a:cxn ang="0">
                  <a:pos x="110" y="72"/>
                </a:cxn>
                <a:cxn ang="0">
                  <a:pos x="130" y="50"/>
                </a:cxn>
                <a:cxn ang="0">
                  <a:pos x="130" y="50"/>
                </a:cxn>
                <a:cxn ang="0">
                  <a:pos x="149" y="29"/>
                </a:cxn>
                <a:cxn ang="0">
                  <a:pos x="161" y="19"/>
                </a:cxn>
                <a:cxn ang="0">
                  <a:pos x="166" y="15"/>
                </a:cxn>
                <a:cxn ang="0">
                  <a:pos x="173" y="11"/>
                </a:cxn>
                <a:cxn ang="0">
                  <a:pos x="173" y="11"/>
                </a:cxn>
                <a:cxn ang="0">
                  <a:pos x="174" y="10"/>
                </a:cxn>
                <a:cxn ang="0">
                  <a:pos x="176" y="7"/>
                </a:cxn>
                <a:cxn ang="0">
                  <a:pos x="176" y="6"/>
                </a:cxn>
                <a:cxn ang="0">
                  <a:pos x="176" y="3"/>
                </a:cxn>
                <a:cxn ang="0">
                  <a:pos x="172" y="0"/>
                </a:cxn>
                <a:cxn ang="0">
                  <a:pos x="169" y="0"/>
                </a:cxn>
                <a:cxn ang="0">
                  <a:pos x="168" y="0"/>
                </a:cxn>
                <a:cxn ang="0">
                  <a:pos x="168" y="0"/>
                </a:cxn>
              </a:cxnLst>
              <a:rect l="0" t="0" r="r" b="b"/>
              <a:pathLst>
                <a:path w="176" h="186">
                  <a:moveTo>
                    <a:pt x="168" y="0"/>
                  </a:moveTo>
                  <a:lnTo>
                    <a:pt x="168" y="0"/>
                  </a:lnTo>
                  <a:lnTo>
                    <a:pt x="159" y="7"/>
                  </a:lnTo>
                  <a:lnTo>
                    <a:pt x="151" y="13"/>
                  </a:lnTo>
                  <a:lnTo>
                    <a:pt x="136" y="28"/>
                  </a:lnTo>
                  <a:lnTo>
                    <a:pt x="136" y="28"/>
                  </a:lnTo>
                  <a:lnTo>
                    <a:pt x="113" y="53"/>
                  </a:lnTo>
                  <a:lnTo>
                    <a:pt x="91" y="78"/>
                  </a:lnTo>
                  <a:lnTo>
                    <a:pt x="91" y="78"/>
                  </a:lnTo>
                  <a:lnTo>
                    <a:pt x="47" y="129"/>
                  </a:lnTo>
                  <a:lnTo>
                    <a:pt x="25" y="153"/>
                  </a:lnTo>
                  <a:lnTo>
                    <a:pt x="3" y="177"/>
                  </a:lnTo>
                  <a:lnTo>
                    <a:pt x="3" y="177"/>
                  </a:lnTo>
                  <a:lnTo>
                    <a:pt x="2" y="180"/>
                  </a:lnTo>
                  <a:lnTo>
                    <a:pt x="0" y="181"/>
                  </a:lnTo>
                  <a:lnTo>
                    <a:pt x="3" y="185"/>
                  </a:lnTo>
                  <a:lnTo>
                    <a:pt x="7" y="186"/>
                  </a:lnTo>
                  <a:lnTo>
                    <a:pt x="8" y="186"/>
                  </a:lnTo>
                  <a:lnTo>
                    <a:pt x="11" y="185"/>
                  </a:lnTo>
                  <a:lnTo>
                    <a:pt x="11" y="185"/>
                  </a:lnTo>
                  <a:lnTo>
                    <a:pt x="32" y="163"/>
                  </a:lnTo>
                  <a:lnTo>
                    <a:pt x="51" y="140"/>
                  </a:lnTo>
                  <a:lnTo>
                    <a:pt x="91" y="95"/>
                  </a:lnTo>
                  <a:lnTo>
                    <a:pt x="91" y="95"/>
                  </a:lnTo>
                  <a:lnTo>
                    <a:pt x="110" y="72"/>
                  </a:lnTo>
                  <a:lnTo>
                    <a:pt x="130" y="50"/>
                  </a:lnTo>
                  <a:lnTo>
                    <a:pt x="130" y="50"/>
                  </a:lnTo>
                  <a:lnTo>
                    <a:pt x="149" y="29"/>
                  </a:lnTo>
                  <a:lnTo>
                    <a:pt x="161" y="19"/>
                  </a:lnTo>
                  <a:lnTo>
                    <a:pt x="166" y="15"/>
                  </a:lnTo>
                  <a:lnTo>
                    <a:pt x="173" y="11"/>
                  </a:lnTo>
                  <a:lnTo>
                    <a:pt x="173" y="11"/>
                  </a:lnTo>
                  <a:lnTo>
                    <a:pt x="174" y="10"/>
                  </a:lnTo>
                  <a:lnTo>
                    <a:pt x="176" y="7"/>
                  </a:lnTo>
                  <a:lnTo>
                    <a:pt x="176" y="6"/>
                  </a:lnTo>
                  <a:lnTo>
                    <a:pt x="176" y="3"/>
                  </a:lnTo>
                  <a:lnTo>
                    <a:pt x="172" y="0"/>
                  </a:lnTo>
                  <a:lnTo>
                    <a:pt x="169" y="0"/>
                  </a:lnTo>
                  <a:lnTo>
                    <a:pt x="168" y="0"/>
                  </a:lnTo>
                  <a:lnTo>
                    <a:pt x="16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9" name="Freeform 501"/>
            <p:cNvSpPr/>
            <p:nvPr>
              <p:custDataLst>
                <p:tags r:id="rId43"/>
              </p:custDataLst>
            </p:nvPr>
          </p:nvSpPr>
          <p:spPr bwMode="auto">
            <a:xfrm>
              <a:off x="3465513" y="1044575"/>
              <a:ext cx="50800" cy="57150"/>
            </a:xfrm>
            <a:custGeom>
              <a:avLst/>
              <a:gdLst/>
              <a:ahLst/>
              <a:cxnLst>
                <a:cxn ang="0">
                  <a:pos x="115" y="2"/>
                </a:cxn>
                <a:cxn ang="0">
                  <a:pos x="115" y="2"/>
                </a:cxn>
                <a:cxn ang="0">
                  <a:pos x="86" y="34"/>
                </a:cxn>
                <a:cxn ang="0">
                  <a:pos x="57" y="67"/>
                </a:cxn>
                <a:cxn ang="0">
                  <a:pos x="1" y="135"/>
                </a:cxn>
                <a:cxn ang="0">
                  <a:pos x="1" y="135"/>
                </a:cxn>
                <a:cxn ang="0">
                  <a:pos x="0" y="138"/>
                </a:cxn>
                <a:cxn ang="0">
                  <a:pos x="0" y="140"/>
                </a:cxn>
                <a:cxn ang="0">
                  <a:pos x="2" y="143"/>
                </a:cxn>
                <a:cxn ang="0">
                  <a:pos x="4" y="144"/>
                </a:cxn>
                <a:cxn ang="0">
                  <a:pos x="5" y="145"/>
                </a:cxn>
                <a:cxn ang="0">
                  <a:pos x="8" y="144"/>
                </a:cxn>
                <a:cxn ang="0">
                  <a:pos x="9" y="143"/>
                </a:cxn>
                <a:cxn ang="0">
                  <a:pos x="9" y="143"/>
                </a:cxn>
                <a:cxn ang="0">
                  <a:pos x="65" y="75"/>
                </a:cxn>
                <a:cxn ang="0">
                  <a:pos x="94" y="42"/>
                </a:cxn>
                <a:cxn ang="0">
                  <a:pos x="124" y="9"/>
                </a:cxn>
                <a:cxn ang="0">
                  <a:pos x="124" y="9"/>
                </a:cxn>
                <a:cxn ang="0">
                  <a:pos x="125" y="8"/>
                </a:cxn>
                <a:cxn ang="0">
                  <a:pos x="125" y="5"/>
                </a:cxn>
                <a:cxn ang="0">
                  <a:pos x="123" y="2"/>
                </a:cxn>
                <a:cxn ang="0">
                  <a:pos x="120" y="0"/>
                </a:cxn>
                <a:cxn ang="0">
                  <a:pos x="118" y="0"/>
                </a:cxn>
                <a:cxn ang="0">
                  <a:pos x="115" y="2"/>
                </a:cxn>
                <a:cxn ang="0">
                  <a:pos x="115" y="2"/>
                </a:cxn>
              </a:cxnLst>
              <a:rect l="0" t="0" r="r" b="b"/>
              <a:pathLst>
                <a:path w="125" h="145">
                  <a:moveTo>
                    <a:pt x="115" y="2"/>
                  </a:moveTo>
                  <a:lnTo>
                    <a:pt x="115" y="2"/>
                  </a:lnTo>
                  <a:lnTo>
                    <a:pt x="86" y="34"/>
                  </a:lnTo>
                  <a:lnTo>
                    <a:pt x="57" y="67"/>
                  </a:lnTo>
                  <a:lnTo>
                    <a:pt x="1" y="135"/>
                  </a:lnTo>
                  <a:lnTo>
                    <a:pt x="1" y="135"/>
                  </a:lnTo>
                  <a:lnTo>
                    <a:pt x="0" y="138"/>
                  </a:lnTo>
                  <a:lnTo>
                    <a:pt x="0" y="140"/>
                  </a:lnTo>
                  <a:lnTo>
                    <a:pt x="2" y="143"/>
                  </a:lnTo>
                  <a:lnTo>
                    <a:pt x="4" y="144"/>
                  </a:lnTo>
                  <a:lnTo>
                    <a:pt x="5" y="145"/>
                  </a:lnTo>
                  <a:lnTo>
                    <a:pt x="8" y="144"/>
                  </a:lnTo>
                  <a:lnTo>
                    <a:pt x="9" y="143"/>
                  </a:lnTo>
                  <a:lnTo>
                    <a:pt x="9" y="143"/>
                  </a:lnTo>
                  <a:lnTo>
                    <a:pt x="65" y="75"/>
                  </a:lnTo>
                  <a:lnTo>
                    <a:pt x="94" y="42"/>
                  </a:lnTo>
                  <a:lnTo>
                    <a:pt x="124" y="9"/>
                  </a:lnTo>
                  <a:lnTo>
                    <a:pt x="124" y="9"/>
                  </a:lnTo>
                  <a:lnTo>
                    <a:pt x="125" y="8"/>
                  </a:lnTo>
                  <a:lnTo>
                    <a:pt x="125" y="5"/>
                  </a:lnTo>
                  <a:lnTo>
                    <a:pt x="123" y="2"/>
                  </a:lnTo>
                  <a:lnTo>
                    <a:pt x="120" y="0"/>
                  </a:lnTo>
                  <a:lnTo>
                    <a:pt x="118" y="0"/>
                  </a:lnTo>
                  <a:lnTo>
                    <a:pt x="115" y="2"/>
                  </a:lnTo>
                  <a:lnTo>
                    <a:pt x="11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0" name="Freeform 502"/>
            <p:cNvSpPr/>
            <p:nvPr>
              <p:custDataLst>
                <p:tags r:id="rId44"/>
              </p:custDataLst>
            </p:nvPr>
          </p:nvSpPr>
          <p:spPr bwMode="auto">
            <a:xfrm>
              <a:off x="3430588" y="1176338"/>
              <a:ext cx="38100" cy="52388"/>
            </a:xfrm>
            <a:custGeom>
              <a:avLst/>
              <a:gdLst/>
              <a:ahLst/>
              <a:cxnLst>
                <a:cxn ang="0">
                  <a:pos x="89" y="1"/>
                </a:cxn>
                <a:cxn ang="0">
                  <a:pos x="89" y="1"/>
                </a:cxn>
                <a:cxn ang="0">
                  <a:pos x="64" y="33"/>
                </a:cxn>
                <a:cxn ang="0">
                  <a:pos x="39" y="64"/>
                </a:cxn>
                <a:cxn ang="0">
                  <a:pos x="39" y="64"/>
                </a:cxn>
                <a:cxn ang="0">
                  <a:pos x="17" y="94"/>
                </a:cxn>
                <a:cxn ang="0">
                  <a:pos x="8" y="110"/>
                </a:cxn>
                <a:cxn ang="0">
                  <a:pos x="4" y="118"/>
                </a:cxn>
                <a:cxn ang="0">
                  <a:pos x="0" y="126"/>
                </a:cxn>
                <a:cxn ang="0">
                  <a:pos x="0" y="126"/>
                </a:cxn>
                <a:cxn ang="0">
                  <a:pos x="0" y="128"/>
                </a:cxn>
                <a:cxn ang="0">
                  <a:pos x="2" y="131"/>
                </a:cxn>
                <a:cxn ang="0">
                  <a:pos x="4" y="133"/>
                </a:cxn>
                <a:cxn ang="0">
                  <a:pos x="8" y="132"/>
                </a:cxn>
                <a:cxn ang="0">
                  <a:pos x="11" y="131"/>
                </a:cxn>
                <a:cxn ang="0">
                  <a:pos x="12" y="130"/>
                </a:cxn>
                <a:cxn ang="0">
                  <a:pos x="12" y="130"/>
                </a:cxn>
                <a:cxn ang="0">
                  <a:pos x="15" y="122"/>
                </a:cxn>
                <a:cxn ang="0">
                  <a:pos x="17" y="115"/>
                </a:cxn>
                <a:cxn ang="0">
                  <a:pos x="26" y="102"/>
                </a:cxn>
                <a:cxn ang="0">
                  <a:pos x="36" y="90"/>
                </a:cxn>
                <a:cxn ang="0">
                  <a:pos x="45" y="77"/>
                </a:cxn>
                <a:cxn ang="0">
                  <a:pos x="45" y="77"/>
                </a:cxn>
                <a:cxn ang="0">
                  <a:pos x="58" y="60"/>
                </a:cxn>
                <a:cxn ang="0">
                  <a:pos x="71" y="43"/>
                </a:cxn>
                <a:cxn ang="0">
                  <a:pos x="97" y="11"/>
                </a:cxn>
                <a:cxn ang="0">
                  <a:pos x="97" y="11"/>
                </a:cxn>
                <a:cxn ang="0">
                  <a:pos x="98" y="8"/>
                </a:cxn>
                <a:cxn ang="0">
                  <a:pos x="98" y="5"/>
                </a:cxn>
                <a:cxn ang="0">
                  <a:pos x="97" y="1"/>
                </a:cxn>
                <a:cxn ang="0">
                  <a:pos x="96" y="0"/>
                </a:cxn>
                <a:cxn ang="0">
                  <a:pos x="93" y="0"/>
                </a:cxn>
                <a:cxn ang="0">
                  <a:pos x="92" y="0"/>
                </a:cxn>
                <a:cxn ang="0">
                  <a:pos x="89" y="1"/>
                </a:cxn>
                <a:cxn ang="0">
                  <a:pos x="89" y="1"/>
                </a:cxn>
              </a:cxnLst>
              <a:rect l="0" t="0" r="r" b="b"/>
              <a:pathLst>
                <a:path w="98" h="133">
                  <a:moveTo>
                    <a:pt x="89" y="1"/>
                  </a:moveTo>
                  <a:lnTo>
                    <a:pt x="89" y="1"/>
                  </a:lnTo>
                  <a:lnTo>
                    <a:pt x="64" y="33"/>
                  </a:lnTo>
                  <a:lnTo>
                    <a:pt x="39" y="64"/>
                  </a:lnTo>
                  <a:lnTo>
                    <a:pt x="39" y="64"/>
                  </a:lnTo>
                  <a:lnTo>
                    <a:pt x="17" y="94"/>
                  </a:lnTo>
                  <a:lnTo>
                    <a:pt x="8" y="110"/>
                  </a:lnTo>
                  <a:lnTo>
                    <a:pt x="4" y="118"/>
                  </a:lnTo>
                  <a:lnTo>
                    <a:pt x="0" y="126"/>
                  </a:lnTo>
                  <a:lnTo>
                    <a:pt x="0" y="126"/>
                  </a:lnTo>
                  <a:lnTo>
                    <a:pt x="0" y="128"/>
                  </a:lnTo>
                  <a:lnTo>
                    <a:pt x="2" y="131"/>
                  </a:lnTo>
                  <a:lnTo>
                    <a:pt x="4" y="133"/>
                  </a:lnTo>
                  <a:lnTo>
                    <a:pt x="8" y="132"/>
                  </a:lnTo>
                  <a:lnTo>
                    <a:pt x="11" y="131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15" y="122"/>
                  </a:lnTo>
                  <a:lnTo>
                    <a:pt x="17" y="115"/>
                  </a:lnTo>
                  <a:lnTo>
                    <a:pt x="26" y="102"/>
                  </a:lnTo>
                  <a:lnTo>
                    <a:pt x="36" y="90"/>
                  </a:lnTo>
                  <a:lnTo>
                    <a:pt x="45" y="77"/>
                  </a:lnTo>
                  <a:lnTo>
                    <a:pt x="45" y="77"/>
                  </a:lnTo>
                  <a:lnTo>
                    <a:pt x="58" y="60"/>
                  </a:lnTo>
                  <a:lnTo>
                    <a:pt x="71" y="43"/>
                  </a:lnTo>
                  <a:lnTo>
                    <a:pt x="97" y="11"/>
                  </a:lnTo>
                  <a:lnTo>
                    <a:pt x="97" y="11"/>
                  </a:lnTo>
                  <a:lnTo>
                    <a:pt x="98" y="8"/>
                  </a:lnTo>
                  <a:lnTo>
                    <a:pt x="98" y="5"/>
                  </a:lnTo>
                  <a:lnTo>
                    <a:pt x="97" y="1"/>
                  </a:lnTo>
                  <a:lnTo>
                    <a:pt x="96" y="0"/>
                  </a:lnTo>
                  <a:lnTo>
                    <a:pt x="93" y="0"/>
                  </a:lnTo>
                  <a:lnTo>
                    <a:pt x="92" y="0"/>
                  </a:lnTo>
                  <a:lnTo>
                    <a:pt x="89" y="1"/>
                  </a:lnTo>
                  <a:lnTo>
                    <a:pt x="89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1" name="Freeform 503"/>
            <p:cNvSpPr/>
            <p:nvPr>
              <p:custDataLst>
                <p:tags r:id="rId45"/>
              </p:custDataLst>
            </p:nvPr>
          </p:nvSpPr>
          <p:spPr bwMode="auto">
            <a:xfrm>
              <a:off x="3443288" y="1169988"/>
              <a:ext cx="65088" cy="79375"/>
            </a:xfrm>
            <a:custGeom>
              <a:avLst/>
              <a:gdLst/>
              <a:ahLst/>
              <a:cxnLst>
                <a:cxn ang="0">
                  <a:pos x="155" y="3"/>
                </a:cxn>
                <a:cxn ang="0">
                  <a:pos x="155" y="3"/>
                </a:cxn>
                <a:cxn ang="0">
                  <a:pos x="135" y="27"/>
                </a:cxn>
                <a:cxn ang="0">
                  <a:pos x="115" y="50"/>
                </a:cxn>
                <a:cxn ang="0">
                  <a:pos x="75" y="96"/>
                </a:cxn>
                <a:cxn ang="0">
                  <a:pos x="55" y="119"/>
                </a:cxn>
                <a:cxn ang="0">
                  <a:pos x="36" y="143"/>
                </a:cxn>
                <a:cxn ang="0">
                  <a:pos x="17" y="168"/>
                </a:cxn>
                <a:cxn ang="0">
                  <a:pos x="2" y="194"/>
                </a:cxn>
                <a:cxn ang="0">
                  <a:pos x="2" y="194"/>
                </a:cxn>
                <a:cxn ang="0">
                  <a:pos x="0" y="197"/>
                </a:cxn>
                <a:cxn ang="0">
                  <a:pos x="0" y="199"/>
                </a:cxn>
                <a:cxn ang="0">
                  <a:pos x="3" y="202"/>
                </a:cxn>
                <a:cxn ang="0">
                  <a:pos x="8" y="203"/>
                </a:cxn>
                <a:cxn ang="0">
                  <a:pos x="9" y="202"/>
                </a:cxn>
                <a:cxn ang="0">
                  <a:pos x="11" y="200"/>
                </a:cxn>
                <a:cxn ang="0">
                  <a:pos x="11" y="200"/>
                </a:cxn>
                <a:cxn ang="0">
                  <a:pos x="28" y="174"/>
                </a:cxn>
                <a:cxn ang="0">
                  <a:pos x="45" y="149"/>
                </a:cxn>
                <a:cxn ang="0">
                  <a:pos x="64" y="126"/>
                </a:cxn>
                <a:cxn ang="0">
                  <a:pos x="84" y="102"/>
                </a:cxn>
                <a:cxn ang="0">
                  <a:pos x="123" y="57"/>
                </a:cxn>
                <a:cxn ang="0">
                  <a:pos x="144" y="34"/>
                </a:cxn>
                <a:cxn ang="0">
                  <a:pos x="162" y="11"/>
                </a:cxn>
                <a:cxn ang="0">
                  <a:pos x="162" y="11"/>
                </a:cxn>
                <a:cxn ang="0">
                  <a:pos x="164" y="8"/>
                </a:cxn>
                <a:cxn ang="0">
                  <a:pos x="164" y="7"/>
                </a:cxn>
                <a:cxn ang="0">
                  <a:pos x="162" y="3"/>
                </a:cxn>
                <a:cxn ang="0">
                  <a:pos x="160" y="2"/>
                </a:cxn>
                <a:cxn ang="0">
                  <a:pos x="158" y="0"/>
                </a:cxn>
                <a:cxn ang="0">
                  <a:pos x="156" y="2"/>
                </a:cxn>
                <a:cxn ang="0">
                  <a:pos x="155" y="3"/>
                </a:cxn>
                <a:cxn ang="0">
                  <a:pos x="155" y="3"/>
                </a:cxn>
              </a:cxnLst>
              <a:rect l="0" t="0" r="r" b="b"/>
              <a:pathLst>
                <a:path w="164" h="203">
                  <a:moveTo>
                    <a:pt x="155" y="3"/>
                  </a:moveTo>
                  <a:lnTo>
                    <a:pt x="155" y="3"/>
                  </a:lnTo>
                  <a:lnTo>
                    <a:pt x="135" y="27"/>
                  </a:lnTo>
                  <a:lnTo>
                    <a:pt x="115" y="50"/>
                  </a:lnTo>
                  <a:lnTo>
                    <a:pt x="75" y="96"/>
                  </a:lnTo>
                  <a:lnTo>
                    <a:pt x="55" y="119"/>
                  </a:lnTo>
                  <a:lnTo>
                    <a:pt x="36" y="143"/>
                  </a:lnTo>
                  <a:lnTo>
                    <a:pt x="17" y="168"/>
                  </a:lnTo>
                  <a:lnTo>
                    <a:pt x="2" y="194"/>
                  </a:lnTo>
                  <a:lnTo>
                    <a:pt x="2" y="194"/>
                  </a:lnTo>
                  <a:lnTo>
                    <a:pt x="0" y="197"/>
                  </a:lnTo>
                  <a:lnTo>
                    <a:pt x="0" y="199"/>
                  </a:lnTo>
                  <a:lnTo>
                    <a:pt x="3" y="202"/>
                  </a:lnTo>
                  <a:lnTo>
                    <a:pt x="8" y="203"/>
                  </a:lnTo>
                  <a:lnTo>
                    <a:pt x="9" y="202"/>
                  </a:lnTo>
                  <a:lnTo>
                    <a:pt x="11" y="200"/>
                  </a:lnTo>
                  <a:lnTo>
                    <a:pt x="11" y="200"/>
                  </a:lnTo>
                  <a:lnTo>
                    <a:pt x="28" y="174"/>
                  </a:lnTo>
                  <a:lnTo>
                    <a:pt x="45" y="149"/>
                  </a:lnTo>
                  <a:lnTo>
                    <a:pt x="64" y="126"/>
                  </a:lnTo>
                  <a:lnTo>
                    <a:pt x="84" y="102"/>
                  </a:lnTo>
                  <a:lnTo>
                    <a:pt x="123" y="57"/>
                  </a:lnTo>
                  <a:lnTo>
                    <a:pt x="144" y="34"/>
                  </a:lnTo>
                  <a:lnTo>
                    <a:pt x="162" y="11"/>
                  </a:lnTo>
                  <a:lnTo>
                    <a:pt x="162" y="11"/>
                  </a:lnTo>
                  <a:lnTo>
                    <a:pt x="164" y="8"/>
                  </a:lnTo>
                  <a:lnTo>
                    <a:pt x="164" y="7"/>
                  </a:lnTo>
                  <a:lnTo>
                    <a:pt x="162" y="3"/>
                  </a:lnTo>
                  <a:lnTo>
                    <a:pt x="160" y="2"/>
                  </a:lnTo>
                  <a:lnTo>
                    <a:pt x="158" y="0"/>
                  </a:lnTo>
                  <a:lnTo>
                    <a:pt x="156" y="2"/>
                  </a:lnTo>
                  <a:lnTo>
                    <a:pt x="155" y="3"/>
                  </a:lnTo>
                  <a:lnTo>
                    <a:pt x="155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2" name="Freeform 504"/>
            <p:cNvSpPr/>
            <p:nvPr>
              <p:custDataLst>
                <p:tags r:id="rId46"/>
              </p:custDataLst>
            </p:nvPr>
          </p:nvSpPr>
          <p:spPr bwMode="auto">
            <a:xfrm>
              <a:off x="3446463" y="1190625"/>
              <a:ext cx="82550" cy="96838"/>
            </a:xfrm>
            <a:custGeom>
              <a:avLst/>
              <a:gdLst/>
              <a:ahLst/>
              <a:cxnLst>
                <a:cxn ang="0">
                  <a:pos x="202" y="1"/>
                </a:cxn>
                <a:cxn ang="0">
                  <a:pos x="202" y="1"/>
                </a:cxn>
                <a:cxn ang="0">
                  <a:pos x="173" y="24"/>
                </a:cxn>
                <a:cxn ang="0">
                  <a:pos x="145" y="50"/>
                </a:cxn>
                <a:cxn ang="0">
                  <a:pos x="119" y="77"/>
                </a:cxn>
                <a:cxn ang="0">
                  <a:pos x="107" y="92"/>
                </a:cxn>
                <a:cxn ang="0">
                  <a:pos x="96" y="106"/>
                </a:cxn>
                <a:cxn ang="0">
                  <a:pos x="96" y="106"/>
                </a:cxn>
                <a:cxn ang="0">
                  <a:pos x="84" y="122"/>
                </a:cxn>
                <a:cxn ang="0">
                  <a:pos x="71" y="137"/>
                </a:cxn>
                <a:cxn ang="0">
                  <a:pos x="45" y="169"/>
                </a:cxn>
                <a:cxn ang="0">
                  <a:pos x="33" y="184"/>
                </a:cxn>
                <a:cxn ang="0">
                  <a:pos x="21" y="200"/>
                </a:cxn>
                <a:cxn ang="0">
                  <a:pos x="11" y="217"/>
                </a:cxn>
                <a:cxn ang="0">
                  <a:pos x="1" y="235"/>
                </a:cxn>
                <a:cxn ang="0">
                  <a:pos x="1" y="235"/>
                </a:cxn>
                <a:cxn ang="0">
                  <a:pos x="0" y="238"/>
                </a:cxn>
                <a:cxn ang="0">
                  <a:pos x="0" y="239"/>
                </a:cxn>
                <a:cxn ang="0">
                  <a:pos x="4" y="243"/>
                </a:cxn>
                <a:cxn ang="0">
                  <a:pos x="5" y="245"/>
                </a:cxn>
                <a:cxn ang="0">
                  <a:pos x="8" y="245"/>
                </a:cxn>
                <a:cxn ang="0">
                  <a:pos x="9" y="243"/>
                </a:cxn>
                <a:cxn ang="0">
                  <a:pos x="11" y="241"/>
                </a:cxn>
                <a:cxn ang="0">
                  <a:pos x="11" y="241"/>
                </a:cxn>
                <a:cxn ang="0">
                  <a:pos x="18" y="225"/>
                </a:cxn>
                <a:cxn ang="0">
                  <a:pos x="28" y="211"/>
                </a:cxn>
                <a:cxn ang="0">
                  <a:pos x="38" y="196"/>
                </a:cxn>
                <a:cxn ang="0">
                  <a:pos x="50" y="182"/>
                </a:cxn>
                <a:cxn ang="0">
                  <a:pos x="72" y="156"/>
                </a:cxn>
                <a:cxn ang="0">
                  <a:pos x="94" y="128"/>
                </a:cxn>
                <a:cxn ang="0">
                  <a:pos x="94" y="128"/>
                </a:cxn>
                <a:cxn ang="0">
                  <a:pos x="119" y="95"/>
                </a:cxn>
                <a:cxn ang="0">
                  <a:pos x="147" y="65"/>
                </a:cxn>
                <a:cxn ang="0">
                  <a:pos x="175" y="37"/>
                </a:cxn>
                <a:cxn ang="0">
                  <a:pos x="191" y="24"/>
                </a:cxn>
                <a:cxn ang="0">
                  <a:pos x="207" y="10"/>
                </a:cxn>
                <a:cxn ang="0">
                  <a:pos x="207" y="10"/>
                </a:cxn>
                <a:cxn ang="0">
                  <a:pos x="208" y="9"/>
                </a:cxn>
                <a:cxn ang="0">
                  <a:pos x="209" y="7"/>
                </a:cxn>
                <a:cxn ang="0">
                  <a:pos x="208" y="3"/>
                </a:cxn>
                <a:cxn ang="0">
                  <a:pos x="207" y="1"/>
                </a:cxn>
                <a:cxn ang="0">
                  <a:pos x="205" y="0"/>
                </a:cxn>
                <a:cxn ang="0">
                  <a:pos x="203" y="0"/>
                </a:cxn>
                <a:cxn ang="0">
                  <a:pos x="202" y="1"/>
                </a:cxn>
                <a:cxn ang="0">
                  <a:pos x="202" y="1"/>
                </a:cxn>
              </a:cxnLst>
              <a:rect l="0" t="0" r="r" b="b"/>
              <a:pathLst>
                <a:path w="209" h="245">
                  <a:moveTo>
                    <a:pt x="202" y="1"/>
                  </a:moveTo>
                  <a:lnTo>
                    <a:pt x="202" y="1"/>
                  </a:lnTo>
                  <a:lnTo>
                    <a:pt x="173" y="24"/>
                  </a:lnTo>
                  <a:lnTo>
                    <a:pt x="145" y="50"/>
                  </a:lnTo>
                  <a:lnTo>
                    <a:pt x="119" y="77"/>
                  </a:lnTo>
                  <a:lnTo>
                    <a:pt x="107" y="92"/>
                  </a:lnTo>
                  <a:lnTo>
                    <a:pt x="96" y="106"/>
                  </a:lnTo>
                  <a:lnTo>
                    <a:pt x="96" y="106"/>
                  </a:lnTo>
                  <a:lnTo>
                    <a:pt x="84" y="122"/>
                  </a:lnTo>
                  <a:lnTo>
                    <a:pt x="71" y="137"/>
                  </a:lnTo>
                  <a:lnTo>
                    <a:pt x="45" y="169"/>
                  </a:lnTo>
                  <a:lnTo>
                    <a:pt x="33" y="184"/>
                  </a:lnTo>
                  <a:lnTo>
                    <a:pt x="21" y="200"/>
                  </a:lnTo>
                  <a:lnTo>
                    <a:pt x="11" y="217"/>
                  </a:lnTo>
                  <a:lnTo>
                    <a:pt x="1" y="235"/>
                  </a:lnTo>
                  <a:lnTo>
                    <a:pt x="1" y="235"/>
                  </a:lnTo>
                  <a:lnTo>
                    <a:pt x="0" y="238"/>
                  </a:lnTo>
                  <a:lnTo>
                    <a:pt x="0" y="239"/>
                  </a:lnTo>
                  <a:lnTo>
                    <a:pt x="4" y="243"/>
                  </a:lnTo>
                  <a:lnTo>
                    <a:pt x="5" y="245"/>
                  </a:lnTo>
                  <a:lnTo>
                    <a:pt x="8" y="245"/>
                  </a:lnTo>
                  <a:lnTo>
                    <a:pt x="9" y="243"/>
                  </a:lnTo>
                  <a:lnTo>
                    <a:pt x="11" y="241"/>
                  </a:lnTo>
                  <a:lnTo>
                    <a:pt x="11" y="241"/>
                  </a:lnTo>
                  <a:lnTo>
                    <a:pt x="18" y="225"/>
                  </a:lnTo>
                  <a:lnTo>
                    <a:pt x="28" y="211"/>
                  </a:lnTo>
                  <a:lnTo>
                    <a:pt x="38" y="196"/>
                  </a:lnTo>
                  <a:lnTo>
                    <a:pt x="50" y="182"/>
                  </a:lnTo>
                  <a:lnTo>
                    <a:pt x="72" y="156"/>
                  </a:lnTo>
                  <a:lnTo>
                    <a:pt x="94" y="128"/>
                  </a:lnTo>
                  <a:lnTo>
                    <a:pt x="94" y="128"/>
                  </a:lnTo>
                  <a:lnTo>
                    <a:pt x="119" y="95"/>
                  </a:lnTo>
                  <a:lnTo>
                    <a:pt x="147" y="65"/>
                  </a:lnTo>
                  <a:lnTo>
                    <a:pt x="175" y="37"/>
                  </a:lnTo>
                  <a:lnTo>
                    <a:pt x="191" y="24"/>
                  </a:lnTo>
                  <a:lnTo>
                    <a:pt x="207" y="10"/>
                  </a:lnTo>
                  <a:lnTo>
                    <a:pt x="207" y="10"/>
                  </a:lnTo>
                  <a:lnTo>
                    <a:pt x="208" y="9"/>
                  </a:lnTo>
                  <a:lnTo>
                    <a:pt x="209" y="7"/>
                  </a:lnTo>
                  <a:lnTo>
                    <a:pt x="208" y="3"/>
                  </a:lnTo>
                  <a:lnTo>
                    <a:pt x="207" y="1"/>
                  </a:lnTo>
                  <a:lnTo>
                    <a:pt x="205" y="0"/>
                  </a:lnTo>
                  <a:lnTo>
                    <a:pt x="203" y="0"/>
                  </a:lnTo>
                  <a:lnTo>
                    <a:pt x="202" y="1"/>
                  </a:lnTo>
                  <a:lnTo>
                    <a:pt x="20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3" name="Freeform 505"/>
            <p:cNvSpPr/>
            <p:nvPr>
              <p:custDataLst>
                <p:tags r:id="rId47"/>
              </p:custDataLst>
            </p:nvPr>
          </p:nvSpPr>
          <p:spPr bwMode="auto">
            <a:xfrm>
              <a:off x="3448051" y="1246188"/>
              <a:ext cx="66675" cy="82550"/>
            </a:xfrm>
            <a:custGeom>
              <a:avLst/>
              <a:gdLst/>
              <a:ahLst/>
              <a:cxnLst>
                <a:cxn ang="0">
                  <a:pos x="157" y="3"/>
                </a:cxn>
                <a:cxn ang="0">
                  <a:pos x="157" y="3"/>
                </a:cxn>
                <a:cxn ang="0">
                  <a:pos x="136" y="32"/>
                </a:cxn>
                <a:cxn ang="0">
                  <a:pos x="115" y="60"/>
                </a:cxn>
                <a:cxn ang="0">
                  <a:pos x="94" y="89"/>
                </a:cxn>
                <a:cxn ang="0">
                  <a:pos x="84" y="102"/>
                </a:cxn>
                <a:cxn ang="0">
                  <a:pos x="71" y="115"/>
                </a:cxn>
                <a:cxn ang="0">
                  <a:pos x="71" y="115"/>
                </a:cxn>
                <a:cxn ang="0">
                  <a:pos x="52" y="134"/>
                </a:cxn>
                <a:cxn ang="0">
                  <a:pos x="34" y="155"/>
                </a:cxn>
                <a:cxn ang="0">
                  <a:pos x="16" y="176"/>
                </a:cxn>
                <a:cxn ang="0">
                  <a:pos x="8" y="186"/>
                </a:cxn>
                <a:cxn ang="0">
                  <a:pos x="1" y="196"/>
                </a:cxn>
                <a:cxn ang="0">
                  <a:pos x="1" y="196"/>
                </a:cxn>
                <a:cxn ang="0">
                  <a:pos x="0" y="199"/>
                </a:cxn>
                <a:cxn ang="0">
                  <a:pos x="0" y="202"/>
                </a:cxn>
                <a:cxn ang="0">
                  <a:pos x="3" y="204"/>
                </a:cxn>
                <a:cxn ang="0">
                  <a:pos x="7" y="206"/>
                </a:cxn>
                <a:cxn ang="0">
                  <a:pos x="9" y="204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20" y="190"/>
                </a:cxn>
                <a:cxn ang="0">
                  <a:pos x="29" y="178"/>
                </a:cxn>
                <a:cxn ang="0">
                  <a:pos x="50" y="155"/>
                </a:cxn>
                <a:cxn ang="0">
                  <a:pos x="72" y="131"/>
                </a:cxn>
                <a:cxn ang="0">
                  <a:pos x="93" y="109"/>
                </a:cxn>
                <a:cxn ang="0">
                  <a:pos x="93" y="109"/>
                </a:cxn>
                <a:cxn ang="0">
                  <a:pos x="112" y="84"/>
                </a:cxn>
                <a:cxn ang="0">
                  <a:pos x="131" y="59"/>
                </a:cxn>
                <a:cxn ang="0">
                  <a:pos x="148" y="34"/>
                </a:cxn>
                <a:cxn ang="0">
                  <a:pos x="166" y="8"/>
                </a:cxn>
                <a:cxn ang="0">
                  <a:pos x="166" y="8"/>
                </a:cxn>
                <a:cxn ang="0">
                  <a:pos x="167" y="7"/>
                </a:cxn>
                <a:cxn ang="0">
                  <a:pos x="167" y="4"/>
                </a:cxn>
                <a:cxn ang="0">
                  <a:pos x="166" y="3"/>
                </a:cxn>
                <a:cxn ang="0">
                  <a:pos x="165" y="2"/>
                </a:cxn>
                <a:cxn ang="0">
                  <a:pos x="161" y="0"/>
                </a:cxn>
                <a:cxn ang="0">
                  <a:pos x="158" y="2"/>
                </a:cxn>
                <a:cxn ang="0">
                  <a:pos x="157" y="3"/>
                </a:cxn>
                <a:cxn ang="0">
                  <a:pos x="157" y="3"/>
                </a:cxn>
              </a:cxnLst>
              <a:rect l="0" t="0" r="r" b="b"/>
              <a:pathLst>
                <a:path w="167" h="206">
                  <a:moveTo>
                    <a:pt x="157" y="3"/>
                  </a:moveTo>
                  <a:lnTo>
                    <a:pt x="157" y="3"/>
                  </a:lnTo>
                  <a:lnTo>
                    <a:pt x="136" y="32"/>
                  </a:lnTo>
                  <a:lnTo>
                    <a:pt x="115" y="60"/>
                  </a:lnTo>
                  <a:lnTo>
                    <a:pt x="94" y="89"/>
                  </a:lnTo>
                  <a:lnTo>
                    <a:pt x="84" y="102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52" y="134"/>
                  </a:lnTo>
                  <a:lnTo>
                    <a:pt x="34" y="155"/>
                  </a:lnTo>
                  <a:lnTo>
                    <a:pt x="16" y="176"/>
                  </a:lnTo>
                  <a:lnTo>
                    <a:pt x="8" y="186"/>
                  </a:lnTo>
                  <a:lnTo>
                    <a:pt x="1" y="196"/>
                  </a:lnTo>
                  <a:lnTo>
                    <a:pt x="1" y="196"/>
                  </a:lnTo>
                  <a:lnTo>
                    <a:pt x="0" y="199"/>
                  </a:lnTo>
                  <a:lnTo>
                    <a:pt x="0" y="202"/>
                  </a:lnTo>
                  <a:lnTo>
                    <a:pt x="3" y="204"/>
                  </a:lnTo>
                  <a:lnTo>
                    <a:pt x="7" y="206"/>
                  </a:lnTo>
                  <a:lnTo>
                    <a:pt x="9" y="204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20" y="190"/>
                  </a:lnTo>
                  <a:lnTo>
                    <a:pt x="29" y="178"/>
                  </a:lnTo>
                  <a:lnTo>
                    <a:pt x="50" y="155"/>
                  </a:lnTo>
                  <a:lnTo>
                    <a:pt x="72" y="131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112" y="84"/>
                  </a:lnTo>
                  <a:lnTo>
                    <a:pt x="131" y="59"/>
                  </a:lnTo>
                  <a:lnTo>
                    <a:pt x="148" y="34"/>
                  </a:lnTo>
                  <a:lnTo>
                    <a:pt x="166" y="8"/>
                  </a:lnTo>
                  <a:lnTo>
                    <a:pt x="166" y="8"/>
                  </a:lnTo>
                  <a:lnTo>
                    <a:pt x="167" y="7"/>
                  </a:lnTo>
                  <a:lnTo>
                    <a:pt x="167" y="4"/>
                  </a:lnTo>
                  <a:lnTo>
                    <a:pt x="166" y="3"/>
                  </a:lnTo>
                  <a:lnTo>
                    <a:pt x="165" y="2"/>
                  </a:lnTo>
                  <a:lnTo>
                    <a:pt x="161" y="0"/>
                  </a:lnTo>
                  <a:lnTo>
                    <a:pt x="158" y="2"/>
                  </a:lnTo>
                  <a:lnTo>
                    <a:pt x="157" y="3"/>
                  </a:lnTo>
                  <a:lnTo>
                    <a:pt x="15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4" name="Freeform 506"/>
            <p:cNvSpPr/>
            <p:nvPr>
              <p:custDataLst>
                <p:tags r:id="rId48"/>
              </p:custDataLst>
            </p:nvPr>
          </p:nvSpPr>
          <p:spPr bwMode="auto">
            <a:xfrm>
              <a:off x="3448051" y="1282700"/>
              <a:ext cx="73025" cy="90488"/>
            </a:xfrm>
            <a:custGeom>
              <a:avLst/>
              <a:gdLst/>
              <a:ahLst/>
              <a:cxnLst>
                <a:cxn ang="0">
                  <a:pos x="177" y="1"/>
                </a:cxn>
                <a:cxn ang="0">
                  <a:pos x="177" y="1"/>
                </a:cxn>
                <a:cxn ang="0">
                  <a:pos x="152" y="29"/>
                </a:cxn>
                <a:cxn ang="0">
                  <a:pos x="128" y="57"/>
                </a:cxn>
                <a:cxn ang="0">
                  <a:pos x="81" y="115"/>
                </a:cxn>
                <a:cxn ang="0">
                  <a:pos x="81" y="115"/>
                </a:cxn>
                <a:cxn ang="0">
                  <a:pos x="43" y="165"/>
                </a:cxn>
                <a:cxn ang="0">
                  <a:pos x="43" y="165"/>
                </a:cxn>
                <a:cxn ang="0">
                  <a:pos x="21" y="192"/>
                </a:cxn>
                <a:cxn ang="0">
                  <a:pos x="10" y="205"/>
                </a:cxn>
                <a:cxn ang="0">
                  <a:pos x="1" y="220"/>
                </a:cxn>
                <a:cxn ang="0">
                  <a:pos x="1" y="220"/>
                </a:cxn>
                <a:cxn ang="0">
                  <a:pos x="0" y="222"/>
                </a:cxn>
                <a:cxn ang="0">
                  <a:pos x="0" y="223"/>
                </a:cxn>
                <a:cxn ang="0">
                  <a:pos x="3" y="227"/>
                </a:cxn>
                <a:cxn ang="0">
                  <a:pos x="7" y="227"/>
                </a:cxn>
                <a:cxn ang="0">
                  <a:pos x="9" y="227"/>
                </a:cxn>
                <a:cxn ang="0">
                  <a:pos x="10" y="225"/>
                </a:cxn>
                <a:cxn ang="0">
                  <a:pos x="10" y="225"/>
                </a:cxn>
                <a:cxn ang="0">
                  <a:pos x="18" y="213"/>
                </a:cxn>
                <a:cxn ang="0">
                  <a:pos x="29" y="201"/>
                </a:cxn>
                <a:cxn ang="0">
                  <a:pos x="38" y="191"/>
                </a:cxn>
                <a:cxn ang="0">
                  <a:pos x="47" y="179"/>
                </a:cxn>
                <a:cxn ang="0">
                  <a:pos x="47" y="179"/>
                </a:cxn>
                <a:cxn ang="0">
                  <a:pos x="71" y="146"/>
                </a:cxn>
                <a:cxn ang="0">
                  <a:pos x="95" y="116"/>
                </a:cxn>
                <a:cxn ang="0">
                  <a:pos x="95" y="116"/>
                </a:cxn>
                <a:cxn ang="0">
                  <a:pos x="139" y="61"/>
                </a:cxn>
                <a:cxn ang="0">
                  <a:pos x="161" y="35"/>
                </a:cxn>
                <a:cxn ang="0">
                  <a:pos x="184" y="9"/>
                </a:cxn>
                <a:cxn ang="0">
                  <a:pos x="184" y="9"/>
                </a:cxn>
                <a:cxn ang="0">
                  <a:pos x="186" y="8"/>
                </a:cxn>
                <a:cxn ang="0">
                  <a:pos x="186" y="5"/>
                </a:cxn>
                <a:cxn ang="0">
                  <a:pos x="184" y="1"/>
                </a:cxn>
                <a:cxn ang="0">
                  <a:pos x="181" y="0"/>
                </a:cxn>
                <a:cxn ang="0">
                  <a:pos x="179" y="0"/>
                </a:cxn>
                <a:cxn ang="0">
                  <a:pos x="177" y="1"/>
                </a:cxn>
                <a:cxn ang="0">
                  <a:pos x="177" y="1"/>
                </a:cxn>
              </a:cxnLst>
              <a:rect l="0" t="0" r="r" b="b"/>
              <a:pathLst>
                <a:path w="186" h="227">
                  <a:moveTo>
                    <a:pt x="177" y="1"/>
                  </a:moveTo>
                  <a:lnTo>
                    <a:pt x="177" y="1"/>
                  </a:lnTo>
                  <a:lnTo>
                    <a:pt x="152" y="29"/>
                  </a:lnTo>
                  <a:lnTo>
                    <a:pt x="128" y="57"/>
                  </a:lnTo>
                  <a:lnTo>
                    <a:pt x="81" y="115"/>
                  </a:lnTo>
                  <a:lnTo>
                    <a:pt x="81" y="115"/>
                  </a:lnTo>
                  <a:lnTo>
                    <a:pt x="43" y="165"/>
                  </a:lnTo>
                  <a:lnTo>
                    <a:pt x="43" y="165"/>
                  </a:lnTo>
                  <a:lnTo>
                    <a:pt x="21" y="192"/>
                  </a:lnTo>
                  <a:lnTo>
                    <a:pt x="10" y="205"/>
                  </a:lnTo>
                  <a:lnTo>
                    <a:pt x="1" y="220"/>
                  </a:lnTo>
                  <a:lnTo>
                    <a:pt x="1" y="220"/>
                  </a:lnTo>
                  <a:lnTo>
                    <a:pt x="0" y="222"/>
                  </a:lnTo>
                  <a:lnTo>
                    <a:pt x="0" y="223"/>
                  </a:lnTo>
                  <a:lnTo>
                    <a:pt x="3" y="227"/>
                  </a:lnTo>
                  <a:lnTo>
                    <a:pt x="7" y="227"/>
                  </a:lnTo>
                  <a:lnTo>
                    <a:pt x="9" y="227"/>
                  </a:lnTo>
                  <a:lnTo>
                    <a:pt x="10" y="225"/>
                  </a:lnTo>
                  <a:lnTo>
                    <a:pt x="10" y="225"/>
                  </a:lnTo>
                  <a:lnTo>
                    <a:pt x="18" y="213"/>
                  </a:lnTo>
                  <a:lnTo>
                    <a:pt x="29" y="201"/>
                  </a:lnTo>
                  <a:lnTo>
                    <a:pt x="38" y="191"/>
                  </a:lnTo>
                  <a:lnTo>
                    <a:pt x="47" y="179"/>
                  </a:lnTo>
                  <a:lnTo>
                    <a:pt x="47" y="179"/>
                  </a:lnTo>
                  <a:lnTo>
                    <a:pt x="71" y="146"/>
                  </a:lnTo>
                  <a:lnTo>
                    <a:pt x="95" y="116"/>
                  </a:lnTo>
                  <a:lnTo>
                    <a:pt x="95" y="116"/>
                  </a:lnTo>
                  <a:lnTo>
                    <a:pt x="139" y="61"/>
                  </a:lnTo>
                  <a:lnTo>
                    <a:pt x="161" y="35"/>
                  </a:lnTo>
                  <a:lnTo>
                    <a:pt x="184" y="9"/>
                  </a:lnTo>
                  <a:lnTo>
                    <a:pt x="184" y="9"/>
                  </a:lnTo>
                  <a:lnTo>
                    <a:pt x="186" y="8"/>
                  </a:lnTo>
                  <a:lnTo>
                    <a:pt x="186" y="5"/>
                  </a:lnTo>
                  <a:lnTo>
                    <a:pt x="184" y="1"/>
                  </a:lnTo>
                  <a:lnTo>
                    <a:pt x="181" y="0"/>
                  </a:lnTo>
                  <a:lnTo>
                    <a:pt x="179" y="0"/>
                  </a:lnTo>
                  <a:lnTo>
                    <a:pt x="177" y="1"/>
                  </a:lnTo>
                  <a:lnTo>
                    <a:pt x="177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5" name="Freeform 507"/>
            <p:cNvSpPr/>
            <p:nvPr>
              <p:custDataLst>
                <p:tags r:id="rId49"/>
              </p:custDataLst>
            </p:nvPr>
          </p:nvSpPr>
          <p:spPr bwMode="auto">
            <a:xfrm>
              <a:off x="3452813" y="1331913"/>
              <a:ext cx="65088" cy="82550"/>
            </a:xfrm>
            <a:custGeom>
              <a:avLst/>
              <a:gdLst/>
              <a:ahLst/>
              <a:cxnLst>
                <a:cxn ang="0">
                  <a:pos x="153" y="2"/>
                </a:cxn>
                <a:cxn ang="0">
                  <a:pos x="153" y="2"/>
                </a:cxn>
                <a:cxn ang="0">
                  <a:pos x="63" y="116"/>
                </a:cxn>
                <a:cxn ang="0">
                  <a:pos x="63" y="116"/>
                </a:cxn>
                <a:cxn ang="0">
                  <a:pos x="44" y="136"/>
                </a:cxn>
                <a:cxn ang="0">
                  <a:pos x="27" y="157"/>
                </a:cxn>
                <a:cxn ang="0">
                  <a:pos x="19" y="168"/>
                </a:cxn>
                <a:cxn ang="0">
                  <a:pos x="12" y="178"/>
                </a:cxn>
                <a:cxn ang="0">
                  <a:pos x="5" y="190"/>
                </a:cxn>
                <a:cxn ang="0">
                  <a:pos x="0" y="202"/>
                </a:cxn>
                <a:cxn ang="0">
                  <a:pos x="0" y="202"/>
                </a:cxn>
                <a:cxn ang="0">
                  <a:pos x="0" y="204"/>
                </a:cxn>
                <a:cxn ang="0">
                  <a:pos x="0" y="207"/>
                </a:cxn>
                <a:cxn ang="0">
                  <a:pos x="1" y="208"/>
                </a:cxn>
                <a:cxn ang="0">
                  <a:pos x="4" y="208"/>
                </a:cxn>
                <a:cxn ang="0">
                  <a:pos x="8" y="208"/>
                </a:cxn>
                <a:cxn ang="0">
                  <a:pos x="9" y="207"/>
                </a:cxn>
                <a:cxn ang="0">
                  <a:pos x="10" y="206"/>
                </a:cxn>
                <a:cxn ang="0">
                  <a:pos x="10" y="206"/>
                </a:cxn>
                <a:cxn ang="0">
                  <a:pos x="17" y="191"/>
                </a:cxn>
                <a:cxn ang="0">
                  <a:pos x="25" y="178"/>
                </a:cxn>
                <a:cxn ang="0">
                  <a:pos x="34" y="167"/>
                </a:cxn>
                <a:cxn ang="0">
                  <a:pos x="43" y="153"/>
                </a:cxn>
                <a:cxn ang="0">
                  <a:pos x="64" y="130"/>
                </a:cxn>
                <a:cxn ang="0">
                  <a:pos x="83" y="106"/>
                </a:cxn>
                <a:cxn ang="0">
                  <a:pos x="83" y="106"/>
                </a:cxn>
                <a:cxn ang="0">
                  <a:pos x="162" y="10"/>
                </a:cxn>
                <a:cxn ang="0">
                  <a:pos x="162" y="10"/>
                </a:cxn>
                <a:cxn ang="0">
                  <a:pos x="162" y="8"/>
                </a:cxn>
                <a:cxn ang="0">
                  <a:pos x="163" y="6"/>
                </a:cxn>
                <a:cxn ang="0">
                  <a:pos x="161" y="2"/>
                </a:cxn>
                <a:cxn ang="0">
                  <a:pos x="159" y="0"/>
                </a:cxn>
                <a:cxn ang="0">
                  <a:pos x="157" y="0"/>
                </a:cxn>
                <a:cxn ang="0">
                  <a:pos x="155" y="0"/>
                </a:cxn>
                <a:cxn ang="0">
                  <a:pos x="153" y="2"/>
                </a:cxn>
                <a:cxn ang="0">
                  <a:pos x="153" y="2"/>
                </a:cxn>
              </a:cxnLst>
              <a:rect l="0" t="0" r="r" b="b"/>
              <a:pathLst>
                <a:path w="163" h="208">
                  <a:moveTo>
                    <a:pt x="153" y="2"/>
                  </a:moveTo>
                  <a:lnTo>
                    <a:pt x="153" y="2"/>
                  </a:lnTo>
                  <a:lnTo>
                    <a:pt x="63" y="116"/>
                  </a:lnTo>
                  <a:lnTo>
                    <a:pt x="63" y="116"/>
                  </a:lnTo>
                  <a:lnTo>
                    <a:pt x="44" y="136"/>
                  </a:lnTo>
                  <a:lnTo>
                    <a:pt x="27" y="157"/>
                  </a:lnTo>
                  <a:lnTo>
                    <a:pt x="19" y="168"/>
                  </a:lnTo>
                  <a:lnTo>
                    <a:pt x="12" y="178"/>
                  </a:lnTo>
                  <a:lnTo>
                    <a:pt x="5" y="190"/>
                  </a:lnTo>
                  <a:lnTo>
                    <a:pt x="0" y="202"/>
                  </a:lnTo>
                  <a:lnTo>
                    <a:pt x="0" y="202"/>
                  </a:lnTo>
                  <a:lnTo>
                    <a:pt x="0" y="204"/>
                  </a:lnTo>
                  <a:lnTo>
                    <a:pt x="0" y="207"/>
                  </a:lnTo>
                  <a:lnTo>
                    <a:pt x="1" y="208"/>
                  </a:lnTo>
                  <a:lnTo>
                    <a:pt x="4" y="208"/>
                  </a:lnTo>
                  <a:lnTo>
                    <a:pt x="8" y="208"/>
                  </a:lnTo>
                  <a:lnTo>
                    <a:pt x="9" y="207"/>
                  </a:lnTo>
                  <a:lnTo>
                    <a:pt x="10" y="206"/>
                  </a:lnTo>
                  <a:lnTo>
                    <a:pt x="10" y="206"/>
                  </a:lnTo>
                  <a:lnTo>
                    <a:pt x="17" y="191"/>
                  </a:lnTo>
                  <a:lnTo>
                    <a:pt x="25" y="178"/>
                  </a:lnTo>
                  <a:lnTo>
                    <a:pt x="34" y="167"/>
                  </a:lnTo>
                  <a:lnTo>
                    <a:pt x="43" y="153"/>
                  </a:lnTo>
                  <a:lnTo>
                    <a:pt x="64" y="130"/>
                  </a:lnTo>
                  <a:lnTo>
                    <a:pt x="83" y="106"/>
                  </a:lnTo>
                  <a:lnTo>
                    <a:pt x="83" y="106"/>
                  </a:lnTo>
                  <a:lnTo>
                    <a:pt x="162" y="10"/>
                  </a:lnTo>
                  <a:lnTo>
                    <a:pt x="162" y="10"/>
                  </a:lnTo>
                  <a:lnTo>
                    <a:pt x="162" y="8"/>
                  </a:lnTo>
                  <a:lnTo>
                    <a:pt x="163" y="6"/>
                  </a:lnTo>
                  <a:lnTo>
                    <a:pt x="161" y="2"/>
                  </a:lnTo>
                  <a:lnTo>
                    <a:pt x="159" y="0"/>
                  </a:lnTo>
                  <a:lnTo>
                    <a:pt x="157" y="0"/>
                  </a:lnTo>
                  <a:lnTo>
                    <a:pt x="155" y="0"/>
                  </a:lnTo>
                  <a:lnTo>
                    <a:pt x="153" y="2"/>
                  </a:lnTo>
                  <a:lnTo>
                    <a:pt x="15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6" name="Freeform 508"/>
            <p:cNvSpPr/>
            <p:nvPr>
              <p:custDataLst>
                <p:tags r:id="rId50"/>
              </p:custDataLst>
            </p:nvPr>
          </p:nvSpPr>
          <p:spPr bwMode="auto">
            <a:xfrm>
              <a:off x="3446463" y="1387475"/>
              <a:ext cx="68263" cy="82550"/>
            </a:xfrm>
            <a:custGeom>
              <a:avLst/>
              <a:gdLst/>
              <a:ahLst/>
              <a:cxnLst>
                <a:cxn ang="0">
                  <a:pos x="162" y="3"/>
                </a:cxn>
                <a:cxn ang="0">
                  <a:pos x="162" y="3"/>
                </a:cxn>
                <a:cxn ang="0">
                  <a:pos x="120" y="51"/>
                </a:cxn>
                <a:cxn ang="0">
                  <a:pos x="80" y="101"/>
                </a:cxn>
                <a:cxn ang="0">
                  <a:pos x="39" y="151"/>
                </a:cxn>
                <a:cxn ang="0">
                  <a:pos x="1" y="202"/>
                </a:cxn>
                <a:cxn ang="0">
                  <a:pos x="1" y="202"/>
                </a:cxn>
                <a:cxn ang="0">
                  <a:pos x="0" y="204"/>
                </a:cxn>
                <a:cxn ang="0">
                  <a:pos x="0" y="206"/>
                </a:cxn>
                <a:cxn ang="0">
                  <a:pos x="1" y="208"/>
                </a:cxn>
                <a:cxn ang="0">
                  <a:pos x="3" y="210"/>
                </a:cxn>
                <a:cxn ang="0">
                  <a:pos x="7" y="210"/>
                </a:cxn>
                <a:cxn ang="0">
                  <a:pos x="9" y="210"/>
                </a:cxn>
                <a:cxn ang="0">
                  <a:pos x="11" y="207"/>
                </a:cxn>
                <a:cxn ang="0">
                  <a:pos x="11" y="207"/>
                </a:cxn>
                <a:cxn ang="0">
                  <a:pos x="50" y="157"/>
                </a:cxn>
                <a:cxn ang="0">
                  <a:pos x="89" y="108"/>
                </a:cxn>
                <a:cxn ang="0">
                  <a:pos x="128" y="59"/>
                </a:cxn>
                <a:cxn ang="0">
                  <a:pos x="170" y="11"/>
                </a:cxn>
                <a:cxn ang="0">
                  <a:pos x="170" y="11"/>
                </a:cxn>
                <a:cxn ang="0">
                  <a:pos x="171" y="8"/>
                </a:cxn>
                <a:cxn ang="0">
                  <a:pos x="171" y="7"/>
                </a:cxn>
                <a:cxn ang="0">
                  <a:pos x="169" y="3"/>
                </a:cxn>
                <a:cxn ang="0">
                  <a:pos x="166" y="0"/>
                </a:cxn>
                <a:cxn ang="0">
                  <a:pos x="164" y="2"/>
                </a:cxn>
                <a:cxn ang="0">
                  <a:pos x="162" y="3"/>
                </a:cxn>
                <a:cxn ang="0">
                  <a:pos x="162" y="3"/>
                </a:cxn>
              </a:cxnLst>
              <a:rect l="0" t="0" r="r" b="b"/>
              <a:pathLst>
                <a:path w="171" h="210">
                  <a:moveTo>
                    <a:pt x="162" y="3"/>
                  </a:moveTo>
                  <a:lnTo>
                    <a:pt x="162" y="3"/>
                  </a:lnTo>
                  <a:lnTo>
                    <a:pt x="120" y="51"/>
                  </a:lnTo>
                  <a:lnTo>
                    <a:pt x="80" y="101"/>
                  </a:lnTo>
                  <a:lnTo>
                    <a:pt x="39" y="151"/>
                  </a:lnTo>
                  <a:lnTo>
                    <a:pt x="1" y="202"/>
                  </a:lnTo>
                  <a:lnTo>
                    <a:pt x="1" y="202"/>
                  </a:lnTo>
                  <a:lnTo>
                    <a:pt x="0" y="204"/>
                  </a:lnTo>
                  <a:lnTo>
                    <a:pt x="0" y="206"/>
                  </a:lnTo>
                  <a:lnTo>
                    <a:pt x="1" y="208"/>
                  </a:lnTo>
                  <a:lnTo>
                    <a:pt x="3" y="210"/>
                  </a:lnTo>
                  <a:lnTo>
                    <a:pt x="7" y="210"/>
                  </a:lnTo>
                  <a:lnTo>
                    <a:pt x="9" y="210"/>
                  </a:lnTo>
                  <a:lnTo>
                    <a:pt x="11" y="207"/>
                  </a:lnTo>
                  <a:lnTo>
                    <a:pt x="11" y="207"/>
                  </a:lnTo>
                  <a:lnTo>
                    <a:pt x="50" y="157"/>
                  </a:lnTo>
                  <a:lnTo>
                    <a:pt x="89" y="108"/>
                  </a:lnTo>
                  <a:lnTo>
                    <a:pt x="128" y="59"/>
                  </a:lnTo>
                  <a:lnTo>
                    <a:pt x="170" y="11"/>
                  </a:lnTo>
                  <a:lnTo>
                    <a:pt x="170" y="11"/>
                  </a:lnTo>
                  <a:lnTo>
                    <a:pt x="171" y="8"/>
                  </a:lnTo>
                  <a:lnTo>
                    <a:pt x="171" y="7"/>
                  </a:lnTo>
                  <a:lnTo>
                    <a:pt x="169" y="3"/>
                  </a:lnTo>
                  <a:lnTo>
                    <a:pt x="166" y="0"/>
                  </a:lnTo>
                  <a:lnTo>
                    <a:pt x="164" y="2"/>
                  </a:lnTo>
                  <a:lnTo>
                    <a:pt x="162" y="3"/>
                  </a:lnTo>
                  <a:lnTo>
                    <a:pt x="16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7" name="Freeform 509"/>
            <p:cNvSpPr/>
            <p:nvPr>
              <p:custDataLst>
                <p:tags r:id="rId51"/>
              </p:custDataLst>
            </p:nvPr>
          </p:nvSpPr>
          <p:spPr bwMode="auto">
            <a:xfrm>
              <a:off x="3433763" y="1431925"/>
              <a:ext cx="76200" cy="93663"/>
            </a:xfrm>
            <a:custGeom>
              <a:avLst/>
              <a:gdLst/>
              <a:ahLst/>
              <a:cxnLst>
                <a:cxn ang="0">
                  <a:pos x="183" y="3"/>
                </a:cxn>
                <a:cxn ang="0">
                  <a:pos x="183" y="3"/>
                </a:cxn>
                <a:cxn ang="0">
                  <a:pos x="174" y="16"/>
                </a:cxn>
                <a:cxn ang="0">
                  <a:pos x="162" y="28"/>
                </a:cxn>
                <a:cxn ang="0">
                  <a:pos x="139" y="51"/>
                </a:cxn>
                <a:cxn ang="0">
                  <a:pos x="139" y="51"/>
                </a:cxn>
                <a:cxn ang="0">
                  <a:pos x="115" y="78"/>
                </a:cxn>
                <a:cxn ang="0">
                  <a:pos x="92" y="106"/>
                </a:cxn>
                <a:cxn ang="0">
                  <a:pos x="92" y="106"/>
                </a:cxn>
                <a:cxn ang="0">
                  <a:pos x="68" y="135"/>
                </a:cxn>
                <a:cxn ang="0">
                  <a:pos x="43" y="165"/>
                </a:cxn>
                <a:cxn ang="0">
                  <a:pos x="31" y="180"/>
                </a:cxn>
                <a:cxn ang="0">
                  <a:pos x="21" y="194"/>
                </a:cxn>
                <a:cxn ang="0">
                  <a:pos x="11" y="211"/>
                </a:cxn>
                <a:cxn ang="0">
                  <a:pos x="0" y="228"/>
                </a:cxn>
                <a:cxn ang="0">
                  <a:pos x="0" y="228"/>
                </a:cxn>
                <a:cxn ang="0">
                  <a:pos x="0" y="231"/>
                </a:cxn>
                <a:cxn ang="0">
                  <a:pos x="0" y="232"/>
                </a:cxn>
                <a:cxn ang="0">
                  <a:pos x="3" y="236"/>
                </a:cxn>
                <a:cxn ang="0">
                  <a:pos x="7" y="236"/>
                </a:cxn>
                <a:cxn ang="0">
                  <a:pos x="9" y="236"/>
                </a:cxn>
                <a:cxn ang="0">
                  <a:pos x="11" y="233"/>
                </a:cxn>
                <a:cxn ang="0">
                  <a:pos x="11" y="233"/>
                </a:cxn>
                <a:cxn ang="0">
                  <a:pos x="20" y="218"/>
                </a:cxn>
                <a:cxn ang="0">
                  <a:pos x="29" y="202"/>
                </a:cxn>
                <a:cxn ang="0">
                  <a:pos x="39" y="187"/>
                </a:cxn>
                <a:cxn ang="0">
                  <a:pos x="51" y="174"/>
                </a:cxn>
                <a:cxn ang="0">
                  <a:pos x="73" y="147"/>
                </a:cxn>
                <a:cxn ang="0">
                  <a:pos x="96" y="119"/>
                </a:cxn>
                <a:cxn ang="0">
                  <a:pos x="96" y="119"/>
                </a:cxn>
                <a:cxn ang="0">
                  <a:pos x="110" y="102"/>
                </a:cxn>
                <a:cxn ang="0">
                  <a:pos x="124" y="84"/>
                </a:cxn>
                <a:cxn ang="0">
                  <a:pos x="154" y="51"/>
                </a:cxn>
                <a:cxn ang="0">
                  <a:pos x="154" y="51"/>
                </a:cxn>
                <a:cxn ang="0">
                  <a:pos x="175" y="32"/>
                </a:cxn>
                <a:cxn ang="0">
                  <a:pos x="184" y="21"/>
                </a:cxn>
                <a:cxn ang="0">
                  <a:pos x="194" y="8"/>
                </a:cxn>
                <a:cxn ang="0">
                  <a:pos x="194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2"/>
                </a:cxn>
                <a:cxn ang="0">
                  <a:pos x="187" y="0"/>
                </a:cxn>
                <a:cxn ang="0">
                  <a:pos x="184" y="2"/>
                </a:cxn>
                <a:cxn ang="0">
                  <a:pos x="183" y="3"/>
                </a:cxn>
                <a:cxn ang="0">
                  <a:pos x="183" y="3"/>
                </a:cxn>
              </a:cxnLst>
              <a:rect l="0" t="0" r="r" b="b"/>
              <a:pathLst>
                <a:path w="194" h="236">
                  <a:moveTo>
                    <a:pt x="183" y="3"/>
                  </a:moveTo>
                  <a:lnTo>
                    <a:pt x="183" y="3"/>
                  </a:lnTo>
                  <a:lnTo>
                    <a:pt x="174" y="16"/>
                  </a:lnTo>
                  <a:lnTo>
                    <a:pt x="162" y="28"/>
                  </a:lnTo>
                  <a:lnTo>
                    <a:pt x="139" y="51"/>
                  </a:lnTo>
                  <a:lnTo>
                    <a:pt x="139" y="51"/>
                  </a:lnTo>
                  <a:lnTo>
                    <a:pt x="115" y="78"/>
                  </a:lnTo>
                  <a:lnTo>
                    <a:pt x="92" y="106"/>
                  </a:lnTo>
                  <a:lnTo>
                    <a:pt x="92" y="106"/>
                  </a:lnTo>
                  <a:lnTo>
                    <a:pt x="68" y="135"/>
                  </a:lnTo>
                  <a:lnTo>
                    <a:pt x="43" y="165"/>
                  </a:lnTo>
                  <a:lnTo>
                    <a:pt x="31" y="180"/>
                  </a:lnTo>
                  <a:lnTo>
                    <a:pt x="21" y="194"/>
                  </a:lnTo>
                  <a:lnTo>
                    <a:pt x="11" y="211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0" y="231"/>
                  </a:lnTo>
                  <a:lnTo>
                    <a:pt x="0" y="232"/>
                  </a:lnTo>
                  <a:lnTo>
                    <a:pt x="3" y="236"/>
                  </a:lnTo>
                  <a:lnTo>
                    <a:pt x="7" y="236"/>
                  </a:lnTo>
                  <a:lnTo>
                    <a:pt x="9" y="236"/>
                  </a:lnTo>
                  <a:lnTo>
                    <a:pt x="11" y="233"/>
                  </a:lnTo>
                  <a:lnTo>
                    <a:pt x="11" y="233"/>
                  </a:lnTo>
                  <a:lnTo>
                    <a:pt x="20" y="218"/>
                  </a:lnTo>
                  <a:lnTo>
                    <a:pt x="29" y="202"/>
                  </a:lnTo>
                  <a:lnTo>
                    <a:pt x="39" y="187"/>
                  </a:lnTo>
                  <a:lnTo>
                    <a:pt x="51" y="174"/>
                  </a:lnTo>
                  <a:lnTo>
                    <a:pt x="73" y="147"/>
                  </a:lnTo>
                  <a:lnTo>
                    <a:pt x="96" y="119"/>
                  </a:lnTo>
                  <a:lnTo>
                    <a:pt x="96" y="119"/>
                  </a:lnTo>
                  <a:lnTo>
                    <a:pt x="110" y="102"/>
                  </a:lnTo>
                  <a:lnTo>
                    <a:pt x="124" y="84"/>
                  </a:lnTo>
                  <a:lnTo>
                    <a:pt x="154" y="51"/>
                  </a:lnTo>
                  <a:lnTo>
                    <a:pt x="154" y="51"/>
                  </a:lnTo>
                  <a:lnTo>
                    <a:pt x="175" y="32"/>
                  </a:lnTo>
                  <a:lnTo>
                    <a:pt x="184" y="21"/>
                  </a:lnTo>
                  <a:lnTo>
                    <a:pt x="194" y="8"/>
                  </a:lnTo>
                  <a:lnTo>
                    <a:pt x="194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2"/>
                  </a:lnTo>
                  <a:lnTo>
                    <a:pt x="187" y="0"/>
                  </a:lnTo>
                  <a:lnTo>
                    <a:pt x="184" y="2"/>
                  </a:lnTo>
                  <a:lnTo>
                    <a:pt x="183" y="3"/>
                  </a:lnTo>
                  <a:lnTo>
                    <a:pt x="183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8" name="Freeform 510"/>
            <p:cNvSpPr/>
            <p:nvPr>
              <p:custDataLst>
                <p:tags r:id="rId52"/>
              </p:custDataLst>
            </p:nvPr>
          </p:nvSpPr>
          <p:spPr bwMode="auto">
            <a:xfrm>
              <a:off x="3438526" y="1466850"/>
              <a:ext cx="76200" cy="87313"/>
            </a:xfrm>
            <a:custGeom>
              <a:avLst/>
              <a:gdLst/>
              <a:ahLst/>
              <a:cxnLst>
                <a:cxn ang="0">
                  <a:pos x="179" y="3"/>
                </a:cxn>
                <a:cxn ang="0">
                  <a:pos x="179" y="3"/>
                </a:cxn>
                <a:cxn ang="0">
                  <a:pos x="158" y="37"/>
                </a:cxn>
                <a:cxn ang="0">
                  <a:pos x="136" y="69"/>
                </a:cxn>
                <a:cxn ang="0">
                  <a:pos x="112" y="101"/>
                </a:cxn>
                <a:cxn ang="0">
                  <a:pos x="99" y="116"/>
                </a:cxn>
                <a:cxn ang="0">
                  <a:pos x="86" y="132"/>
                </a:cxn>
                <a:cxn ang="0">
                  <a:pos x="86" y="132"/>
                </a:cxn>
                <a:cxn ang="0">
                  <a:pos x="74" y="144"/>
                </a:cxn>
                <a:cxn ang="0">
                  <a:pos x="61" y="156"/>
                </a:cxn>
                <a:cxn ang="0">
                  <a:pos x="34" y="177"/>
                </a:cxn>
                <a:cxn ang="0">
                  <a:pos x="34" y="177"/>
                </a:cxn>
                <a:cxn ang="0">
                  <a:pos x="23" y="183"/>
                </a:cxn>
                <a:cxn ang="0">
                  <a:pos x="14" y="190"/>
                </a:cxn>
                <a:cxn ang="0">
                  <a:pos x="6" y="198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1"/>
                </a:cxn>
                <a:cxn ang="0">
                  <a:pos x="0" y="213"/>
                </a:cxn>
                <a:cxn ang="0">
                  <a:pos x="2" y="216"/>
                </a:cxn>
                <a:cxn ang="0">
                  <a:pos x="6" y="217"/>
                </a:cxn>
                <a:cxn ang="0">
                  <a:pos x="8" y="216"/>
                </a:cxn>
                <a:cxn ang="0">
                  <a:pos x="10" y="213"/>
                </a:cxn>
                <a:cxn ang="0">
                  <a:pos x="10" y="213"/>
                </a:cxn>
                <a:cxn ang="0">
                  <a:pos x="14" y="208"/>
                </a:cxn>
                <a:cxn ang="0">
                  <a:pos x="19" y="201"/>
                </a:cxn>
                <a:cxn ang="0">
                  <a:pos x="31" y="191"/>
                </a:cxn>
                <a:cxn ang="0">
                  <a:pos x="44" y="182"/>
                </a:cxn>
                <a:cxn ang="0">
                  <a:pos x="57" y="173"/>
                </a:cxn>
                <a:cxn ang="0">
                  <a:pos x="57" y="173"/>
                </a:cxn>
                <a:cxn ang="0">
                  <a:pos x="70" y="162"/>
                </a:cxn>
                <a:cxn ang="0">
                  <a:pos x="83" y="150"/>
                </a:cxn>
                <a:cxn ang="0">
                  <a:pos x="95" y="139"/>
                </a:cxn>
                <a:cxn ang="0">
                  <a:pos x="106" y="127"/>
                </a:cxn>
                <a:cxn ang="0">
                  <a:pos x="106" y="127"/>
                </a:cxn>
                <a:cxn ang="0">
                  <a:pos x="129" y="98"/>
                </a:cxn>
                <a:cxn ang="0">
                  <a:pos x="150" y="69"/>
                </a:cxn>
                <a:cxn ang="0">
                  <a:pos x="170" y="39"/>
                </a:cxn>
                <a:cxn ang="0">
                  <a:pos x="188" y="8"/>
                </a:cxn>
                <a:cxn ang="0">
                  <a:pos x="188" y="8"/>
                </a:cxn>
                <a:cxn ang="0">
                  <a:pos x="189" y="7"/>
                </a:cxn>
                <a:cxn ang="0">
                  <a:pos x="189" y="4"/>
                </a:cxn>
                <a:cxn ang="0">
                  <a:pos x="187" y="0"/>
                </a:cxn>
                <a:cxn ang="0">
                  <a:pos x="183" y="0"/>
                </a:cxn>
                <a:cxn ang="0">
                  <a:pos x="180" y="1"/>
                </a:cxn>
                <a:cxn ang="0">
                  <a:pos x="179" y="3"/>
                </a:cxn>
                <a:cxn ang="0">
                  <a:pos x="179" y="3"/>
                </a:cxn>
              </a:cxnLst>
              <a:rect l="0" t="0" r="r" b="b"/>
              <a:pathLst>
                <a:path w="189" h="217">
                  <a:moveTo>
                    <a:pt x="179" y="3"/>
                  </a:moveTo>
                  <a:lnTo>
                    <a:pt x="179" y="3"/>
                  </a:lnTo>
                  <a:lnTo>
                    <a:pt x="158" y="37"/>
                  </a:lnTo>
                  <a:lnTo>
                    <a:pt x="136" y="69"/>
                  </a:lnTo>
                  <a:lnTo>
                    <a:pt x="112" y="101"/>
                  </a:lnTo>
                  <a:lnTo>
                    <a:pt x="99" y="116"/>
                  </a:lnTo>
                  <a:lnTo>
                    <a:pt x="86" y="132"/>
                  </a:lnTo>
                  <a:lnTo>
                    <a:pt x="86" y="132"/>
                  </a:lnTo>
                  <a:lnTo>
                    <a:pt x="74" y="144"/>
                  </a:lnTo>
                  <a:lnTo>
                    <a:pt x="61" y="156"/>
                  </a:lnTo>
                  <a:lnTo>
                    <a:pt x="34" y="177"/>
                  </a:lnTo>
                  <a:lnTo>
                    <a:pt x="34" y="177"/>
                  </a:lnTo>
                  <a:lnTo>
                    <a:pt x="23" y="183"/>
                  </a:lnTo>
                  <a:lnTo>
                    <a:pt x="14" y="190"/>
                  </a:lnTo>
                  <a:lnTo>
                    <a:pt x="6" y="198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1"/>
                  </a:lnTo>
                  <a:lnTo>
                    <a:pt x="0" y="213"/>
                  </a:lnTo>
                  <a:lnTo>
                    <a:pt x="2" y="216"/>
                  </a:lnTo>
                  <a:lnTo>
                    <a:pt x="6" y="217"/>
                  </a:lnTo>
                  <a:lnTo>
                    <a:pt x="8" y="216"/>
                  </a:lnTo>
                  <a:lnTo>
                    <a:pt x="10" y="213"/>
                  </a:lnTo>
                  <a:lnTo>
                    <a:pt x="10" y="213"/>
                  </a:lnTo>
                  <a:lnTo>
                    <a:pt x="14" y="208"/>
                  </a:lnTo>
                  <a:lnTo>
                    <a:pt x="19" y="201"/>
                  </a:lnTo>
                  <a:lnTo>
                    <a:pt x="31" y="191"/>
                  </a:lnTo>
                  <a:lnTo>
                    <a:pt x="44" y="182"/>
                  </a:lnTo>
                  <a:lnTo>
                    <a:pt x="57" y="173"/>
                  </a:lnTo>
                  <a:lnTo>
                    <a:pt x="57" y="173"/>
                  </a:lnTo>
                  <a:lnTo>
                    <a:pt x="70" y="162"/>
                  </a:lnTo>
                  <a:lnTo>
                    <a:pt x="83" y="150"/>
                  </a:lnTo>
                  <a:lnTo>
                    <a:pt x="95" y="139"/>
                  </a:lnTo>
                  <a:lnTo>
                    <a:pt x="106" y="127"/>
                  </a:lnTo>
                  <a:lnTo>
                    <a:pt x="106" y="127"/>
                  </a:lnTo>
                  <a:lnTo>
                    <a:pt x="129" y="98"/>
                  </a:lnTo>
                  <a:lnTo>
                    <a:pt x="150" y="69"/>
                  </a:lnTo>
                  <a:lnTo>
                    <a:pt x="170" y="39"/>
                  </a:lnTo>
                  <a:lnTo>
                    <a:pt x="188" y="8"/>
                  </a:lnTo>
                  <a:lnTo>
                    <a:pt x="188" y="8"/>
                  </a:lnTo>
                  <a:lnTo>
                    <a:pt x="189" y="7"/>
                  </a:lnTo>
                  <a:lnTo>
                    <a:pt x="189" y="4"/>
                  </a:lnTo>
                  <a:lnTo>
                    <a:pt x="187" y="0"/>
                  </a:lnTo>
                  <a:lnTo>
                    <a:pt x="183" y="0"/>
                  </a:lnTo>
                  <a:lnTo>
                    <a:pt x="180" y="1"/>
                  </a:lnTo>
                  <a:lnTo>
                    <a:pt x="179" y="3"/>
                  </a:lnTo>
                  <a:lnTo>
                    <a:pt x="17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9" name="Freeform 511"/>
            <p:cNvSpPr/>
            <p:nvPr>
              <p:custDataLst>
                <p:tags r:id="rId53"/>
              </p:custDataLst>
            </p:nvPr>
          </p:nvSpPr>
          <p:spPr bwMode="auto">
            <a:xfrm>
              <a:off x="3465513" y="1516063"/>
              <a:ext cx="52388" cy="65088"/>
            </a:xfrm>
            <a:custGeom>
              <a:avLst/>
              <a:gdLst/>
              <a:ahLst/>
              <a:cxnLst>
                <a:cxn ang="0">
                  <a:pos x="119" y="1"/>
                </a:cxn>
                <a:cxn ang="0">
                  <a:pos x="119" y="1"/>
                </a:cxn>
                <a:cxn ang="0">
                  <a:pos x="85" y="34"/>
                </a:cxn>
                <a:cxn ang="0">
                  <a:pos x="68" y="51"/>
                </a:cxn>
                <a:cxn ang="0">
                  <a:pos x="52" y="69"/>
                </a:cxn>
                <a:cxn ang="0">
                  <a:pos x="52" y="69"/>
                </a:cxn>
                <a:cxn ang="0">
                  <a:pos x="38" y="90"/>
                </a:cxn>
                <a:cxn ang="0">
                  <a:pos x="25" y="111"/>
                </a:cxn>
                <a:cxn ang="0">
                  <a:pos x="12" y="132"/>
                </a:cxn>
                <a:cxn ang="0">
                  <a:pos x="0" y="154"/>
                </a:cxn>
                <a:cxn ang="0">
                  <a:pos x="0" y="154"/>
                </a:cxn>
                <a:cxn ang="0">
                  <a:pos x="0" y="157"/>
                </a:cxn>
                <a:cxn ang="0">
                  <a:pos x="0" y="159"/>
                </a:cxn>
                <a:cxn ang="0">
                  <a:pos x="2" y="162"/>
                </a:cxn>
                <a:cxn ang="0">
                  <a:pos x="5" y="163"/>
                </a:cxn>
                <a:cxn ang="0">
                  <a:pos x="8" y="163"/>
                </a:cxn>
                <a:cxn ang="0">
                  <a:pos x="9" y="162"/>
                </a:cxn>
                <a:cxn ang="0">
                  <a:pos x="10" y="161"/>
                </a:cxn>
                <a:cxn ang="0">
                  <a:pos x="10" y="161"/>
                </a:cxn>
                <a:cxn ang="0">
                  <a:pos x="21" y="140"/>
                </a:cxn>
                <a:cxn ang="0">
                  <a:pos x="31" y="120"/>
                </a:cxn>
                <a:cxn ang="0">
                  <a:pos x="43" y="102"/>
                </a:cxn>
                <a:cxn ang="0">
                  <a:pos x="57" y="83"/>
                </a:cxn>
                <a:cxn ang="0">
                  <a:pos x="57" y="83"/>
                </a:cxn>
                <a:cxn ang="0">
                  <a:pos x="73" y="62"/>
                </a:cxn>
                <a:cxn ang="0">
                  <a:pos x="90" y="44"/>
                </a:cxn>
                <a:cxn ang="0">
                  <a:pos x="128" y="9"/>
                </a:cxn>
                <a:cxn ang="0">
                  <a:pos x="128" y="9"/>
                </a:cxn>
                <a:cxn ang="0">
                  <a:pos x="129" y="8"/>
                </a:cxn>
                <a:cxn ang="0">
                  <a:pos x="129" y="5"/>
                </a:cxn>
                <a:cxn ang="0">
                  <a:pos x="127" y="1"/>
                </a:cxn>
                <a:cxn ang="0">
                  <a:pos x="124" y="0"/>
                </a:cxn>
                <a:cxn ang="0">
                  <a:pos x="121" y="0"/>
                </a:cxn>
                <a:cxn ang="0">
                  <a:pos x="119" y="1"/>
                </a:cxn>
                <a:cxn ang="0">
                  <a:pos x="119" y="1"/>
                </a:cxn>
              </a:cxnLst>
              <a:rect l="0" t="0" r="r" b="b"/>
              <a:pathLst>
                <a:path w="129" h="163">
                  <a:moveTo>
                    <a:pt x="119" y="1"/>
                  </a:moveTo>
                  <a:lnTo>
                    <a:pt x="119" y="1"/>
                  </a:lnTo>
                  <a:lnTo>
                    <a:pt x="85" y="34"/>
                  </a:lnTo>
                  <a:lnTo>
                    <a:pt x="68" y="51"/>
                  </a:lnTo>
                  <a:lnTo>
                    <a:pt x="52" y="69"/>
                  </a:lnTo>
                  <a:lnTo>
                    <a:pt x="52" y="69"/>
                  </a:lnTo>
                  <a:lnTo>
                    <a:pt x="38" y="90"/>
                  </a:lnTo>
                  <a:lnTo>
                    <a:pt x="25" y="111"/>
                  </a:lnTo>
                  <a:lnTo>
                    <a:pt x="12" y="132"/>
                  </a:lnTo>
                  <a:lnTo>
                    <a:pt x="0" y="154"/>
                  </a:lnTo>
                  <a:lnTo>
                    <a:pt x="0" y="154"/>
                  </a:lnTo>
                  <a:lnTo>
                    <a:pt x="0" y="157"/>
                  </a:lnTo>
                  <a:lnTo>
                    <a:pt x="0" y="159"/>
                  </a:lnTo>
                  <a:lnTo>
                    <a:pt x="2" y="162"/>
                  </a:lnTo>
                  <a:lnTo>
                    <a:pt x="5" y="163"/>
                  </a:lnTo>
                  <a:lnTo>
                    <a:pt x="8" y="163"/>
                  </a:lnTo>
                  <a:lnTo>
                    <a:pt x="9" y="162"/>
                  </a:lnTo>
                  <a:lnTo>
                    <a:pt x="10" y="161"/>
                  </a:lnTo>
                  <a:lnTo>
                    <a:pt x="10" y="161"/>
                  </a:lnTo>
                  <a:lnTo>
                    <a:pt x="21" y="140"/>
                  </a:lnTo>
                  <a:lnTo>
                    <a:pt x="31" y="120"/>
                  </a:lnTo>
                  <a:lnTo>
                    <a:pt x="43" y="102"/>
                  </a:lnTo>
                  <a:lnTo>
                    <a:pt x="57" y="83"/>
                  </a:lnTo>
                  <a:lnTo>
                    <a:pt x="57" y="83"/>
                  </a:lnTo>
                  <a:lnTo>
                    <a:pt x="73" y="62"/>
                  </a:lnTo>
                  <a:lnTo>
                    <a:pt x="90" y="44"/>
                  </a:lnTo>
                  <a:lnTo>
                    <a:pt x="128" y="9"/>
                  </a:lnTo>
                  <a:lnTo>
                    <a:pt x="128" y="9"/>
                  </a:lnTo>
                  <a:lnTo>
                    <a:pt x="129" y="8"/>
                  </a:lnTo>
                  <a:lnTo>
                    <a:pt x="129" y="5"/>
                  </a:lnTo>
                  <a:lnTo>
                    <a:pt x="127" y="1"/>
                  </a:lnTo>
                  <a:lnTo>
                    <a:pt x="124" y="0"/>
                  </a:lnTo>
                  <a:lnTo>
                    <a:pt x="121" y="0"/>
                  </a:lnTo>
                  <a:lnTo>
                    <a:pt x="119" y="1"/>
                  </a:lnTo>
                  <a:lnTo>
                    <a:pt x="119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0" name="Freeform 512"/>
            <p:cNvSpPr>
              <a:spLocks noEditPoints="1"/>
            </p:cNvSpPr>
            <p:nvPr>
              <p:custDataLst>
                <p:tags r:id="rId54"/>
              </p:custDataLst>
            </p:nvPr>
          </p:nvSpPr>
          <p:spPr bwMode="auto">
            <a:xfrm>
              <a:off x="3119438" y="1393825"/>
              <a:ext cx="277813" cy="128588"/>
            </a:xfrm>
            <a:custGeom>
              <a:avLst/>
              <a:gdLst/>
              <a:ahLst/>
              <a:cxnLst>
                <a:cxn ang="0">
                  <a:pos x="661" y="10"/>
                </a:cxn>
                <a:cxn ang="0">
                  <a:pos x="647" y="6"/>
                </a:cxn>
                <a:cxn ang="0">
                  <a:pos x="256" y="6"/>
                </a:cxn>
                <a:cxn ang="0">
                  <a:pos x="24" y="0"/>
                </a:cxn>
                <a:cxn ang="0">
                  <a:pos x="13" y="1"/>
                </a:cxn>
                <a:cxn ang="0">
                  <a:pos x="4" y="10"/>
                </a:cxn>
                <a:cxn ang="0">
                  <a:pos x="1" y="23"/>
                </a:cxn>
                <a:cxn ang="0">
                  <a:pos x="3" y="65"/>
                </a:cxn>
                <a:cxn ang="0">
                  <a:pos x="14" y="129"/>
                </a:cxn>
                <a:cxn ang="0">
                  <a:pos x="31" y="171"/>
                </a:cxn>
                <a:cxn ang="0">
                  <a:pos x="56" y="210"/>
                </a:cxn>
                <a:cxn ang="0">
                  <a:pos x="92" y="247"/>
                </a:cxn>
                <a:cxn ang="0">
                  <a:pos x="119" y="268"/>
                </a:cxn>
                <a:cxn ang="0">
                  <a:pos x="162" y="291"/>
                </a:cxn>
                <a:cxn ang="0">
                  <a:pos x="226" y="311"/>
                </a:cxn>
                <a:cxn ang="0">
                  <a:pos x="326" y="321"/>
                </a:cxn>
                <a:cxn ang="0">
                  <a:pos x="391" y="319"/>
                </a:cxn>
                <a:cxn ang="0">
                  <a:pos x="492" y="307"/>
                </a:cxn>
                <a:cxn ang="0">
                  <a:pos x="570" y="281"/>
                </a:cxn>
                <a:cxn ang="0">
                  <a:pos x="615" y="256"/>
                </a:cxn>
                <a:cxn ang="0">
                  <a:pos x="642" y="235"/>
                </a:cxn>
                <a:cxn ang="0">
                  <a:pos x="670" y="197"/>
                </a:cxn>
                <a:cxn ang="0">
                  <a:pos x="685" y="155"/>
                </a:cxn>
                <a:cxn ang="0">
                  <a:pos x="696" y="94"/>
                </a:cxn>
                <a:cxn ang="0">
                  <a:pos x="700" y="22"/>
                </a:cxn>
                <a:cxn ang="0">
                  <a:pos x="688" y="9"/>
                </a:cxn>
                <a:cxn ang="0">
                  <a:pos x="668" y="10"/>
                </a:cxn>
                <a:cxn ang="0">
                  <a:pos x="579" y="226"/>
                </a:cxn>
                <a:cxn ang="0">
                  <a:pos x="556" y="239"/>
                </a:cxn>
                <a:cxn ang="0">
                  <a:pos x="481" y="264"/>
                </a:cxn>
                <a:cxn ang="0">
                  <a:pos x="375" y="274"/>
                </a:cxn>
                <a:cxn ang="0">
                  <a:pos x="322" y="274"/>
                </a:cxn>
                <a:cxn ang="0">
                  <a:pos x="242" y="266"/>
                </a:cxn>
                <a:cxn ang="0">
                  <a:pos x="165" y="243"/>
                </a:cxn>
                <a:cxn ang="0">
                  <a:pos x="136" y="229"/>
                </a:cxn>
                <a:cxn ang="0">
                  <a:pos x="102" y="198"/>
                </a:cxn>
                <a:cxn ang="0">
                  <a:pos x="77" y="162"/>
                </a:cxn>
                <a:cxn ang="0">
                  <a:pos x="60" y="120"/>
                </a:cxn>
                <a:cxn ang="0">
                  <a:pos x="47" y="45"/>
                </a:cxn>
                <a:cxn ang="0">
                  <a:pos x="182" y="49"/>
                </a:cxn>
                <a:cxn ang="0">
                  <a:pos x="647" y="52"/>
                </a:cxn>
                <a:cxn ang="0">
                  <a:pos x="653" y="52"/>
                </a:cxn>
                <a:cxn ang="0">
                  <a:pos x="645" y="125"/>
                </a:cxn>
                <a:cxn ang="0">
                  <a:pos x="629" y="170"/>
                </a:cxn>
                <a:cxn ang="0">
                  <a:pos x="610" y="200"/>
                </a:cxn>
                <a:cxn ang="0">
                  <a:pos x="579" y="226"/>
                </a:cxn>
              </a:cxnLst>
              <a:rect l="0" t="0" r="r" b="b"/>
              <a:pathLst>
                <a:path w="700" h="321">
                  <a:moveTo>
                    <a:pt x="663" y="13"/>
                  </a:moveTo>
                  <a:lnTo>
                    <a:pt x="663" y="13"/>
                  </a:lnTo>
                  <a:lnTo>
                    <a:pt x="661" y="10"/>
                  </a:lnTo>
                  <a:lnTo>
                    <a:pt x="657" y="9"/>
                  </a:lnTo>
                  <a:lnTo>
                    <a:pt x="651" y="8"/>
                  </a:lnTo>
                  <a:lnTo>
                    <a:pt x="647" y="6"/>
                  </a:lnTo>
                  <a:lnTo>
                    <a:pt x="335" y="6"/>
                  </a:lnTo>
                  <a:lnTo>
                    <a:pt x="335" y="6"/>
                  </a:lnTo>
                  <a:lnTo>
                    <a:pt x="256" y="6"/>
                  </a:lnTo>
                  <a:lnTo>
                    <a:pt x="179" y="4"/>
                  </a:lnTo>
                  <a:lnTo>
                    <a:pt x="101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7" y="0"/>
                  </a:lnTo>
                  <a:lnTo>
                    <a:pt x="13" y="1"/>
                  </a:lnTo>
                  <a:lnTo>
                    <a:pt x="9" y="4"/>
                  </a:lnTo>
                  <a:lnTo>
                    <a:pt x="7" y="6"/>
                  </a:lnTo>
                  <a:lnTo>
                    <a:pt x="4" y="10"/>
                  </a:lnTo>
                  <a:lnTo>
                    <a:pt x="3" y="14"/>
                  </a:lnTo>
                  <a:lnTo>
                    <a:pt x="1" y="23"/>
                  </a:lnTo>
                  <a:lnTo>
                    <a:pt x="1" y="23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3" y="65"/>
                  </a:lnTo>
                  <a:lnTo>
                    <a:pt x="7" y="98"/>
                  </a:lnTo>
                  <a:lnTo>
                    <a:pt x="10" y="113"/>
                  </a:lnTo>
                  <a:lnTo>
                    <a:pt x="14" y="129"/>
                  </a:lnTo>
                  <a:lnTo>
                    <a:pt x="20" y="144"/>
                  </a:lnTo>
                  <a:lnTo>
                    <a:pt x="25" y="158"/>
                  </a:lnTo>
                  <a:lnTo>
                    <a:pt x="31" y="171"/>
                  </a:lnTo>
                  <a:lnTo>
                    <a:pt x="39" y="185"/>
                  </a:lnTo>
                  <a:lnTo>
                    <a:pt x="47" y="198"/>
                  </a:lnTo>
                  <a:lnTo>
                    <a:pt x="56" y="210"/>
                  </a:lnTo>
                  <a:lnTo>
                    <a:pt x="67" y="223"/>
                  </a:lnTo>
                  <a:lnTo>
                    <a:pt x="78" y="235"/>
                  </a:lnTo>
                  <a:lnTo>
                    <a:pt x="92" y="247"/>
                  </a:lnTo>
                  <a:lnTo>
                    <a:pt x="106" y="259"/>
                  </a:lnTo>
                  <a:lnTo>
                    <a:pt x="106" y="259"/>
                  </a:lnTo>
                  <a:lnTo>
                    <a:pt x="119" y="268"/>
                  </a:lnTo>
                  <a:lnTo>
                    <a:pt x="132" y="277"/>
                  </a:lnTo>
                  <a:lnTo>
                    <a:pt x="146" y="285"/>
                  </a:lnTo>
                  <a:lnTo>
                    <a:pt x="162" y="291"/>
                  </a:lnTo>
                  <a:lnTo>
                    <a:pt x="178" y="298"/>
                  </a:lnTo>
                  <a:lnTo>
                    <a:pt x="194" y="303"/>
                  </a:lnTo>
                  <a:lnTo>
                    <a:pt x="226" y="311"/>
                  </a:lnTo>
                  <a:lnTo>
                    <a:pt x="259" y="317"/>
                  </a:lnTo>
                  <a:lnTo>
                    <a:pt x="293" y="320"/>
                  </a:lnTo>
                  <a:lnTo>
                    <a:pt x="326" y="321"/>
                  </a:lnTo>
                  <a:lnTo>
                    <a:pt x="358" y="321"/>
                  </a:lnTo>
                  <a:lnTo>
                    <a:pt x="358" y="321"/>
                  </a:lnTo>
                  <a:lnTo>
                    <a:pt x="391" y="319"/>
                  </a:lnTo>
                  <a:lnTo>
                    <a:pt x="425" y="316"/>
                  </a:lnTo>
                  <a:lnTo>
                    <a:pt x="459" y="312"/>
                  </a:lnTo>
                  <a:lnTo>
                    <a:pt x="492" y="307"/>
                  </a:lnTo>
                  <a:lnTo>
                    <a:pt x="523" y="298"/>
                  </a:lnTo>
                  <a:lnTo>
                    <a:pt x="555" y="287"/>
                  </a:lnTo>
                  <a:lnTo>
                    <a:pt x="570" y="281"/>
                  </a:lnTo>
                  <a:lnTo>
                    <a:pt x="586" y="274"/>
                  </a:lnTo>
                  <a:lnTo>
                    <a:pt x="600" y="265"/>
                  </a:lnTo>
                  <a:lnTo>
                    <a:pt x="615" y="256"/>
                  </a:lnTo>
                  <a:lnTo>
                    <a:pt x="615" y="256"/>
                  </a:lnTo>
                  <a:lnTo>
                    <a:pt x="629" y="246"/>
                  </a:lnTo>
                  <a:lnTo>
                    <a:pt x="642" y="235"/>
                  </a:lnTo>
                  <a:lnTo>
                    <a:pt x="653" y="223"/>
                  </a:lnTo>
                  <a:lnTo>
                    <a:pt x="662" y="210"/>
                  </a:lnTo>
                  <a:lnTo>
                    <a:pt x="670" y="197"/>
                  </a:lnTo>
                  <a:lnTo>
                    <a:pt x="676" y="184"/>
                  </a:lnTo>
                  <a:lnTo>
                    <a:pt x="681" y="170"/>
                  </a:lnTo>
                  <a:lnTo>
                    <a:pt x="685" y="155"/>
                  </a:lnTo>
                  <a:lnTo>
                    <a:pt x="689" y="141"/>
                  </a:lnTo>
                  <a:lnTo>
                    <a:pt x="692" y="125"/>
                  </a:lnTo>
                  <a:lnTo>
                    <a:pt x="696" y="94"/>
                  </a:lnTo>
                  <a:lnTo>
                    <a:pt x="700" y="30"/>
                  </a:lnTo>
                  <a:lnTo>
                    <a:pt x="700" y="30"/>
                  </a:lnTo>
                  <a:lnTo>
                    <a:pt x="700" y="22"/>
                  </a:lnTo>
                  <a:lnTo>
                    <a:pt x="697" y="17"/>
                  </a:lnTo>
                  <a:lnTo>
                    <a:pt x="693" y="11"/>
                  </a:lnTo>
                  <a:lnTo>
                    <a:pt x="688" y="9"/>
                  </a:lnTo>
                  <a:lnTo>
                    <a:pt x="681" y="8"/>
                  </a:lnTo>
                  <a:lnTo>
                    <a:pt x="675" y="8"/>
                  </a:lnTo>
                  <a:lnTo>
                    <a:pt x="668" y="10"/>
                  </a:lnTo>
                  <a:lnTo>
                    <a:pt x="663" y="13"/>
                  </a:lnTo>
                  <a:lnTo>
                    <a:pt x="663" y="13"/>
                  </a:lnTo>
                  <a:close/>
                  <a:moveTo>
                    <a:pt x="579" y="226"/>
                  </a:moveTo>
                  <a:lnTo>
                    <a:pt x="579" y="226"/>
                  </a:lnTo>
                  <a:lnTo>
                    <a:pt x="568" y="232"/>
                  </a:lnTo>
                  <a:lnTo>
                    <a:pt x="556" y="239"/>
                  </a:lnTo>
                  <a:lnTo>
                    <a:pt x="532" y="249"/>
                  </a:lnTo>
                  <a:lnTo>
                    <a:pt x="506" y="257"/>
                  </a:lnTo>
                  <a:lnTo>
                    <a:pt x="481" y="264"/>
                  </a:lnTo>
                  <a:lnTo>
                    <a:pt x="455" y="268"/>
                  </a:lnTo>
                  <a:lnTo>
                    <a:pt x="428" y="270"/>
                  </a:lnTo>
                  <a:lnTo>
                    <a:pt x="375" y="274"/>
                  </a:lnTo>
                  <a:lnTo>
                    <a:pt x="375" y="274"/>
                  </a:lnTo>
                  <a:lnTo>
                    <a:pt x="349" y="274"/>
                  </a:lnTo>
                  <a:lnTo>
                    <a:pt x="322" y="274"/>
                  </a:lnTo>
                  <a:lnTo>
                    <a:pt x="296" y="273"/>
                  </a:lnTo>
                  <a:lnTo>
                    <a:pt x="268" y="270"/>
                  </a:lnTo>
                  <a:lnTo>
                    <a:pt x="242" y="266"/>
                  </a:lnTo>
                  <a:lnTo>
                    <a:pt x="216" y="261"/>
                  </a:lnTo>
                  <a:lnTo>
                    <a:pt x="190" y="253"/>
                  </a:lnTo>
                  <a:lnTo>
                    <a:pt x="165" y="243"/>
                  </a:lnTo>
                  <a:lnTo>
                    <a:pt x="165" y="243"/>
                  </a:lnTo>
                  <a:lnTo>
                    <a:pt x="150" y="236"/>
                  </a:lnTo>
                  <a:lnTo>
                    <a:pt x="136" y="229"/>
                  </a:lnTo>
                  <a:lnTo>
                    <a:pt x="124" y="219"/>
                  </a:lnTo>
                  <a:lnTo>
                    <a:pt x="112" y="209"/>
                  </a:lnTo>
                  <a:lnTo>
                    <a:pt x="102" y="198"/>
                  </a:lnTo>
                  <a:lnTo>
                    <a:pt x="93" y="187"/>
                  </a:lnTo>
                  <a:lnTo>
                    <a:pt x="84" y="175"/>
                  </a:lnTo>
                  <a:lnTo>
                    <a:pt x="77" y="162"/>
                  </a:lnTo>
                  <a:lnTo>
                    <a:pt x="71" y="149"/>
                  </a:lnTo>
                  <a:lnTo>
                    <a:pt x="64" y="134"/>
                  </a:lnTo>
                  <a:lnTo>
                    <a:pt x="60" y="120"/>
                  </a:lnTo>
                  <a:lnTo>
                    <a:pt x="56" y="106"/>
                  </a:lnTo>
                  <a:lnTo>
                    <a:pt x="50" y="76"/>
                  </a:lnTo>
                  <a:lnTo>
                    <a:pt x="47" y="45"/>
                  </a:lnTo>
                  <a:lnTo>
                    <a:pt x="47" y="45"/>
                  </a:lnTo>
                  <a:lnTo>
                    <a:pt x="114" y="47"/>
                  </a:lnTo>
                  <a:lnTo>
                    <a:pt x="182" y="49"/>
                  </a:lnTo>
                  <a:lnTo>
                    <a:pt x="249" y="52"/>
                  </a:lnTo>
                  <a:lnTo>
                    <a:pt x="317" y="52"/>
                  </a:lnTo>
                  <a:lnTo>
                    <a:pt x="647" y="52"/>
                  </a:lnTo>
                  <a:lnTo>
                    <a:pt x="647" y="52"/>
                  </a:lnTo>
                  <a:lnTo>
                    <a:pt x="653" y="52"/>
                  </a:lnTo>
                  <a:lnTo>
                    <a:pt x="653" y="52"/>
                  </a:lnTo>
                  <a:lnTo>
                    <a:pt x="651" y="77"/>
                  </a:lnTo>
                  <a:lnTo>
                    <a:pt x="649" y="102"/>
                  </a:lnTo>
                  <a:lnTo>
                    <a:pt x="645" y="125"/>
                  </a:lnTo>
                  <a:lnTo>
                    <a:pt x="638" y="149"/>
                  </a:lnTo>
                  <a:lnTo>
                    <a:pt x="634" y="159"/>
                  </a:lnTo>
                  <a:lnTo>
                    <a:pt x="629" y="170"/>
                  </a:lnTo>
                  <a:lnTo>
                    <a:pt x="624" y="180"/>
                  </a:lnTo>
                  <a:lnTo>
                    <a:pt x="616" y="191"/>
                  </a:lnTo>
                  <a:lnTo>
                    <a:pt x="610" y="200"/>
                  </a:lnTo>
                  <a:lnTo>
                    <a:pt x="600" y="209"/>
                  </a:lnTo>
                  <a:lnTo>
                    <a:pt x="590" y="218"/>
                  </a:lnTo>
                  <a:lnTo>
                    <a:pt x="579" y="226"/>
                  </a:lnTo>
                  <a:lnTo>
                    <a:pt x="579" y="22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1" name="Freeform 513"/>
            <p:cNvSpPr>
              <a:spLocks noEditPoints="1"/>
            </p:cNvSpPr>
            <p:nvPr>
              <p:custDataLst>
                <p:tags r:id="rId55"/>
              </p:custDataLst>
            </p:nvPr>
          </p:nvSpPr>
          <p:spPr bwMode="auto">
            <a:xfrm>
              <a:off x="3570288" y="1393825"/>
              <a:ext cx="277813" cy="128588"/>
            </a:xfrm>
            <a:custGeom>
              <a:avLst/>
              <a:gdLst/>
              <a:ahLst/>
              <a:cxnLst>
                <a:cxn ang="0">
                  <a:pos x="661" y="10"/>
                </a:cxn>
                <a:cxn ang="0">
                  <a:pos x="648" y="6"/>
                </a:cxn>
                <a:cxn ang="0">
                  <a:pos x="258" y="6"/>
                </a:cxn>
                <a:cxn ang="0">
                  <a:pos x="24" y="0"/>
                </a:cxn>
                <a:cxn ang="0">
                  <a:pos x="13" y="1"/>
                </a:cxn>
                <a:cxn ang="0">
                  <a:pos x="4" y="10"/>
                </a:cxn>
                <a:cxn ang="0">
                  <a:pos x="1" y="23"/>
                </a:cxn>
                <a:cxn ang="0">
                  <a:pos x="3" y="65"/>
                </a:cxn>
                <a:cxn ang="0">
                  <a:pos x="14" y="129"/>
                </a:cxn>
                <a:cxn ang="0">
                  <a:pos x="31" y="171"/>
                </a:cxn>
                <a:cxn ang="0">
                  <a:pos x="56" y="210"/>
                </a:cxn>
                <a:cxn ang="0">
                  <a:pos x="92" y="247"/>
                </a:cxn>
                <a:cxn ang="0">
                  <a:pos x="119" y="268"/>
                </a:cxn>
                <a:cxn ang="0">
                  <a:pos x="162" y="291"/>
                </a:cxn>
                <a:cxn ang="0">
                  <a:pos x="226" y="311"/>
                </a:cxn>
                <a:cxn ang="0">
                  <a:pos x="326" y="321"/>
                </a:cxn>
                <a:cxn ang="0">
                  <a:pos x="393" y="319"/>
                </a:cxn>
                <a:cxn ang="0">
                  <a:pos x="492" y="307"/>
                </a:cxn>
                <a:cxn ang="0">
                  <a:pos x="570" y="281"/>
                </a:cxn>
                <a:cxn ang="0">
                  <a:pos x="615" y="256"/>
                </a:cxn>
                <a:cxn ang="0">
                  <a:pos x="642" y="235"/>
                </a:cxn>
                <a:cxn ang="0">
                  <a:pos x="670" y="197"/>
                </a:cxn>
                <a:cxn ang="0">
                  <a:pos x="686" y="155"/>
                </a:cxn>
                <a:cxn ang="0">
                  <a:pos x="696" y="94"/>
                </a:cxn>
                <a:cxn ang="0">
                  <a:pos x="700" y="22"/>
                </a:cxn>
                <a:cxn ang="0">
                  <a:pos x="688" y="9"/>
                </a:cxn>
                <a:cxn ang="0">
                  <a:pos x="669" y="10"/>
                </a:cxn>
                <a:cxn ang="0">
                  <a:pos x="580" y="226"/>
                </a:cxn>
                <a:cxn ang="0">
                  <a:pos x="556" y="239"/>
                </a:cxn>
                <a:cxn ang="0">
                  <a:pos x="481" y="264"/>
                </a:cxn>
                <a:cxn ang="0">
                  <a:pos x="376" y="274"/>
                </a:cxn>
                <a:cxn ang="0">
                  <a:pos x="322" y="274"/>
                </a:cxn>
                <a:cxn ang="0">
                  <a:pos x="242" y="266"/>
                </a:cxn>
                <a:cxn ang="0">
                  <a:pos x="165" y="243"/>
                </a:cxn>
                <a:cxn ang="0">
                  <a:pos x="136" y="229"/>
                </a:cxn>
                <a:cxn ang="0">
                  <a:pos x="102" y="198"/>
                </a:cxn>
                <a:cxn ang="0">
                  <a:pos x="77" y="162"/>
                </a:cxn>
                <a:cxn ang="0">
                  <a:pos x="60" y="120"/>
                </a:cxn>
                <a:cxn ang="0">
                  <a:pos x="47" y="45"/>
                </a:cxn>
                <a:cxn ang="0">
                  <a:pos x="182" y="49"/>
                </a:cxn>
                <a:cxn ang="0">
                  <a:pos x="648" y="52"/>
                </a:cxn>
                <a:cxn ang="0">
                  <a:pos x="653" y="52"/>
                </a:cxn>
                <a:cxn ang="0">
                  <a:pos x="645" y="125"/>
                </a:cxn>
                <a:cxn ang="0">
                  <a:pos x="629" y="170"/>
                </a:cxn>
                <a:cxn ang="0">
                  <a:pos x="610" y="200"/>
                </a:cxn>
                <a:cxn ang="0">
                  <a:pos x="580" y="226"/>
                </a:cxn>
              </a:cxnLst>
              <a:rect l="0" t="0" r="r" b="b"/>
              <a:pathLst>
                <a:path w="701" h="321">
                  <a:moveTo>
                    <a:pt x="663" y="13"/>
                  </a:moveTo>
                  <a:lnTo>
                    <a:pt x="663" y="13"/>
                  </a:lnTo>
                  <a:lnTo>
                    <a:pt x="661" y="10"/>
                  </a:lnTo>
                  <a:lnTo>
                    <a:pt x="657" y="9"/>
                  </a:lnTo>
                  <a:lnTo>
                    <a:pt x="653" y="8"/>
                  </a:lnTo>
                  <a:lnTo>
                    <a:pt x="648" y="6"/>
                  </a:lnTo>
                  <a:lnTo>
                    <a:pt x="335" y="6"/>
                  </a:lnTo>
                  <a:lnTo>
                    <a:pt x="335" y="6"/>
                  </a:lnTo>
                  <a:lnTo>
                    <a:pt x="258" y="6"/>
                  </a:lnTo>
                  <a:lnTo>
                    <a:pt x="179" y="4"/>
                  </a:lnTo>
                  <a:lnTo>
                    <a:pt x="101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3" y="1"/>
                  </a:lnTo>
                  <a:lnTo>
                    <a:pt x="9" y="4"/>
                  </a:lnTo>
                  <a:lnTo>
                    <a:pt x="7" y="6"/>
                  </a:lnTo>
                  <a:lnTo>
                    <a:pt x="4" y="10"/>
                  </a:lnTo>
                  <a:lnTo>
                    <a:pt x="3" y="14"/>
                  </a:lnTo>
                  <a:lnTo>
                    <a:pt x="1" y="23"/>
                  </a:lnTo>
                  <a:lnTo>
                    <a:pt x="1" y="23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3" y="65"/>
                  </a:lnTo>
                  <a:lnTo>
                    <a:pt x="7" y="98"/>
                  </a:lnTo>
                  <a:lnTo>
                    <a:pt x="11" y="113"/>
                  </a:lnTo>
                  <a:lnTo>
                    <a:pt x="14" y="129"/>
                  </a:lnTo>
                  <a:lnTo>
                    <a:pt x="20" y="144"/>
                  </a:lnTo>
                  <a:lnTo>
                    <a:pt x="25" y="158"/>
                  </a:lnTo>
                  <a:lnTo>
                    <a:pt x="31" y="171"/>
                  </a:lnTo>
                  <a:lnTo>
                    <a:pt x="39" y="185"/>
                  </a:lnTo>
                  <a:lnTo>
                    <a:pt x="47" y="198"/>
                  </a:lnTo>
                  <a:lnTo>
                    <a:pt x="56" y="210"/>
                  </a:lnTo>
                  <a:lnTo>
                    <a:pt x="67" y="223"/>
                  </a:lnTo>
                  <a:lnTo>
                    <a:pt x="79" y="235"/>
                  </a:lnTo>
                  <a:lnTo>
                    <a:pt x="92" y="247"/>
                  </a:lnTo>
                  <a:lnTo>
                    <a:pt x="106" y="259"/>
                  </a:lnTo>
                  <a:lnTo>
                    <a:pt x="106" y="259"/>
                  </a:lnTo>
                  <a:lnTo>
                    <a:pt x="119" y="268"/>
                  </a:lnTo>
                  <a:lnTo>
                    <a:pt x="132" y="277"/>
                  </a:lnTo>
                  <a:lnTo>
                    <a:pt x="147" y="285"/>
                  </a:lnTo>
                  <a:lnTo>
                    <a:pt x="162" y="291"/>
                  </a:lnTo>
                  <a:lnTo>
                    <a:pt x="178" y="298"/>
                  </a:lnTo>
                  <a:lnTo>
                    <a:pt x="194" y="303"/>
                  </a:lnTo>
                  <a:lnTo>
                    <a:pt x="226" y="311"/>
                  </a:lnTo>
                  <a:lnTo>
                    <a:pt x="259" y="317"/>
                  </a:lnTo>
                  <a:lnTo>
                    <a:pt x="293" y="320"/>
                  </a:lnTo>
                  <a:lnTo>
                    <a:pt x="326" y="321"/>
                  </a:lnTo>
                  <a:lnTo>
                    <a:pt x="358" y="321"/>
                  </a:lnTo>
                  <a:lnTo>
                    <a:pt x="358" y="321"/>
                  </a:lnTo>
                  <a:lnTo>
                    <a:pt x="393" y="319"/>
                  </a:lnTo>
                  <a:lnTo>
                    <a:pt x="425" y="316"/>
                  </a:lnTo>
                  <a:lnTo>
                    <a:pt x="459" y="312"/>
                  </a:lnTo>
                  <a:lnTo>
                    <a:pt x="492" y="307"/>
                  </a:lnTo>
                  <a:lnTo>
                    <a:pt x="523" y="298"/>
                  </a:lnTo>
                  <a:lnTo>
                    <a:pt x="555" y="287"/>
                  </a:lnTo>
                  <a:lnTo>
                    <a:pt x="570" y="281"/>
                  </a:lnTo>
                  <a:lnTo>
                    <a:pt x="586" y="274"/>
                  </a:lnTo>
                  <a:lnTo>
                    <a:pt x="600" y="265"/>
                  </a:lnTo>
                  <a:lnTo>
                    <a:pt x="615" y="256"/>
                  </a:lnTo>
                  <a:lnTo>
                    <a:pt x="615" y="256"/>
                  </a:lnTo>
                  <a:lnTo>
                    <a:pt x="629" y="246"/>
                  </a:lnTo>
                  <a:lnTo>
                    <a:pt x="642" y="235"/>
                  </a:lnTo>
                  <a:lnTo>
                    <a:pt x="653" y="223"/>
                  </a:lnTo>
                  <a:lnTo>
                    <a:pt x="662" y="210"/>
                  </a:lnTo>
                  <a:lnTo>
                    <a:pt x="670" y="197"/>
                  </a:lnTo>
                  <a:lnTo>
                    <a:pt x="676" y="184"/>
                  </a:lnTo>
                  <a:lnTo>
                    <a:pt x="682" y="170"/>
                  </a:lnTo>
                  <a:lnTo>
                    <a:pt x="686" y="155"/>
                  </a:lnTo>
                  <a:lnTo>
                    <a:pt x="689" y="141"/>
                  </a:lnTo>
                  <a:lnTo>
                    <a:pt x="692" y="125"/>
                  </a:lnTo>
                  <a:lnTo>
                    <a:pt x="696" y="94"/>
                  </a:lnTo>
                  <a:lnTo>
                    <a:pt x="701" y="30"/>
                  </a:lnTo>
                  <a:lnTo>
                    <a:pt x="701" y="30"/>
                  </a:lnTo>
                  <a:lnTo>
                    <a:pt x="700" y="22"/>
                  </a:lnTo>
                  <a:lnTo>
                    <a:pt x="697" y="17"/>
                  </a:lnTo>
                  <a:lnTo>
                    <a:pt x="693" y="11"/>
                  </a:lnTo>
                  <a:lnTo>
                    <a:pt x="688" y="9"/>
                  </a:lnTo>
                  <a:lnTo>
                    <a:pt x="682" y="8"/>
                  </a:lnTo>
                  <a:lnTo>
                    <a:pt x="675" y="8"/>
                  </a:lnTo>
                  <a:lnTo>
                    <a:pt x="669" y="10"/>
                  </a:lnTo>
                  <a:lnTo>
                    <a:pt x="663" y="13"/>
                  </a:lnTo>
                  <a:lnTo>
                    <a:pt x="663" y="13"/>
                  </a:lnTo>
                  <a:close/>
                  <a:moveTo>
                    <a:pt x="580" y="226"/>
                  </a:moveTo>
                  <a:lnTo>
                    <a:pt x="580" y="226"/>
                  </a:lnTo>
                  <a:lnTo>
                    <a:pt x="568" y="232"/>
                  </a:lnTo>
                  <a:lnTo>
                    <a:pt x="556" y="239"/>
                  </a:lnTo>
                  <a:lnTo>
                    <a:pt x="532" y="249"/>
                  </a:lnTo>
                  <a:lnTo>
                    <a:pt x="506" y="257"/>
                  </a:lnTo>
                  <a:lnTo>
                    <a:pt x="481" y="264"/>
                  </a:lnTo>
                  <a:lnTo>
                    <a:pt x="455" y="268"/>
                  </a:lnTo>
                  <a:lnTo>
                    <a:pt x="428" y="270"/>
                  </a:lnTo>
                  <a:lnTo>
                    <a:pt x="376" y="274"/>
                  </a:lnTo>
                  <a:lnTo>
                    <a:pt x="376" y="274"/>
                  </a:lnTo>
                  <a:lnTo>
                    <a:pt x="349" y="274"/>
                  </a:lnTo>
                  <a:lnTo>
                    <a:pt x="322" y="274"/>
                  </a:lnTo>
                  <a:lnTo>
                    <a:pt x="296" y="273"/>
                  </a:lnTo>
                  <a:lnTo>
                    <a:pt x="268" y="270"/>
                  </a:lnTo>
                  <a:lnTo>
                    <a:pt x="242" y="266"/>
                  </a:lnTo>
                  <a:lnTo>
                    <a:pt x="216" y="261"/>
                  </a:lnTo>
                  <a:lnTo>
                    <a:pt x="191" y="253"/>
                  </a:lnTo>
                  <a:lnTo>
                    <a:pt x="165" y="243"/>
                  </a:lnTo>
                  <a:lnTo>
                    <a:pt x="165" y="243"/>
                  </a:lnTo>
                  <a:lnTo>
                    <a:pt x="151" y="236"/>
                  </a:lnTo>
                  <a:lnTo>
                    <a:pt x="136" y="229"/>
                  </a:lnTo>
                  <a:lnTo>
                    <a:pt x="124" y="219"/>
                  </a:lnTo>
                  <a:lnTo>
                    <a:pt x="113" y="209"/>
                  </a:lnTo>
                  <a:lnTo>
                    <a:pt x="102" y="198"/>
                  </a:lnTo>
                  <a:lnTo>
                    <a:pt x="93" y="187"/>
                  </a:lnTo>
                  <a:lnTo>
                    <a:pt x="85" y="175"/>
                  </a:lnTo>
                  <a:lnTo>
                    <a:pt x="77" y="162"/>
                  </a:lnTo>
                  <a:lnTo>
                    <a:pt x="71" y="149"/>
                  </a:lnTo>
                  <a:lnTo>
                    <a:pt x="65" y="134"/>
                  </a:lnTo>
                  <a:lnTo>
                    <a:pt x="60" y="120"/>
                  </a:lnTo>
                  <a:lnTo>
                    <a:pt x="56" y="106"/>
                  </a:lnTo>
                  <a:lnTo>
                    <a:pt x="50" y="76"/>
                  </a:lnTo>
                  <a:lnTo>
                    <a:pt x="47" y="45"/>
                  </a:lnTo>
                  <a:lnTo>
                    <a:pt x="47" y="45"/>
                  </a:lnTo>
                  <a:lnTo>
                    <a:pt x="114" y="47"/>
                  </a:lnTo>
                  <a:lnTo>
                    <a:pt x="182" y="49"/>
                  </a:lnTo>
                  <a:lnTo>
                    <a:pt x="250" y="52"/>
                  </a:lnTo>
                  <a:lnTo>
                    <a:pt x="317" y="52"/>
                  </a:lnTo>
                  <a:lnTo>
                    <a:pt x="648" y="52"/>
                  </a:lnTo>
                  <a:lnTo>
                    <a:pt x="648" y="52"/>
                  </a:lnTo>
                  <a:lnTo>
                    <a:pt x="653" y="52"/>
                  </a:lnTo>
                  <a:lnTo>
                    <a:pt x="653" y="52"/>
                  </a:lnTo>
                  <a:lnTo>
                    <a:pt x="652" y="77"/>
                  </a:lnTo>
                  <a:lnTo>
                    <a:pt x="649" y="102"/>
                  </a:lnTo>
                  <a:lnTo>
                    <a:pt x="645" y="125"/>
                  </a:lnTo>
                  <a:lnTo>
                    <a:pt x="638" y="149"/>
                  </a:lnTo>
                  <a:lnTo>
                    <a:pt x="635" y="159"/>
                  </a:lnTo>
                  <a:lnTo>
                    <a:pt x="629" y="170"/>
                  </a:lnTo>
                  <a:lnTo>
                    <a:pt x="624" y="180"/>
                  </a:lnTo>
                  <a:lnTo>
                    <a:pt x="617" y="191"/>
                  </a:lnTo>
                  <a:lnTo>
                    <a:pt x="610" y="200"/>
                  </a:lnTo>
                  <a:lnTo>
                    <a:pt x="600" y="209"/>
                  </a:lnTo>
                  <a:lnTo>
                    <a:pt x="590" y="218"/>
                  </a:lnTo>
                  <a:lnTo>
                    <a:pt x="580" y="226"/>
                  </a:lnTo>
                  <a:lnTo>
                    <a:pt x="580" y="22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2" name="Freeform 514"/>
            <p:cNvSpPr>
              <a:spLocks noEditPoints="1"/>
            </p:cNvSpPr>
            <p:nvPr>
              <p:custDataLst>
                <p:tags r:id="rId56"/>
              </p:custDataLst>
            </p:nvPr>
          </p:nvSpPr>
          <p:spPr bwMode="auto">
            <a:xfrm>
              <a:off x="3187701" y="1065213"/>
              <a:ext cx="587375" cy="128588"/>
            </a:xfrm>
            <a:custGeom>
              <a:avLst/>
              <a:gdLst/>
              <a:ahLst/>
              <a:cxnLst>
                <a:cxn ang="0">
                  <a:pos x="1383" y="117"/>
                </a:cxn>
                <a:cxn ang="0">
                  <a:pos x="1313" y="106"/>
                </a:cxn>
                <a:cxn ang="0">
                  <a:pos x="1176" y="26"/>
                </a:cxn>
                <a:cxn ang="0">
                  <a:pos x="1078" y="2"/>
                </a:cxn>
                <a:cxn ang="0">
                  <a:pos x="969" y="17"/>
                </a:cxn>
                <a:cxn ang="0">
                  <a:pos x="862" y="60"/>
                </a:cxn>
                <a:cxn ang="0">
                  <a:pos x="700" y="75"/>
                </a:cxn>
                <a:cxn ang="0">
                  <a:pos x="581" y="47"/>
                </a:cxn>
                <a:cxn ang="0">
                  <a:pos x="453" y="4"/>
                </a:cxn>
                <a:cxn ang="0">
                  <a:pos x="348" y="9"/>
                </a:cxn>
                <a:cxn ang="0">
                  <a:pos x="230" y="72"/>
                </a:cxn>
                <a:cxn ang="0">
                  <a:pos x="148" y="110"/>
                </a:cxn>
                <a:cxn ang="0">
                  <a:pos x="48" y="127"/>
                </a:cxn>
                <a:cxn ang="0">
                  <a:pos x="1" y="194"/>
                </a:cxn>
                <a:cxn ang="0">
                  <a:pos x="33" y="280"/>
                </a:cxn>
                <a:cxn ang="0">
                  <a:pos x="146" y="327"/>
                </a:cxn>
                <a:cxn ang="0">
                  <a:pos x="271" y="293"/>
                </a:cxn>
                <a:cxn ang="0">
                  <a:pos x="415" y="213"/>
                </a:cxn>
                <a:cxn ang="0">
                  <a:pos x="502" y="207"/>
                </a:cxn>
                <a:cxn ang="0">
                  <a:pos x="636" y="268"/>
                </a:cxn>
                <a:cxn ang="0">
                  <a:pos x="739" y="296"/>
                </a:cxn>
                <a:cxn ang="0">
                  <a:pos x="820" y="277"/>
                </a:cxn>
                <a:cxn ang="0">
                  <a:pos x="960" y="211"/>
                </a:cxn>
                <a:cxn ang="0">
                  <a:pos x="1049" y="209"/>
                </a:cxn>
                <a:cxn ang="0">
                  <a:pos x="1207" y="293"/>
                </a:cxn>
                <a:cxn ang="0">
                  <a:pos x="1313" y="327"/>
                </a:cxn>
                <a:cxn ang="0">
                  <a:pos x="1431" y="293"/>
                </a:cxn>
                <a:cxn ang="0">
                  <a:pos x="1477" y="208"/>
                </a:cxn>
                <a:cxn ang="0">
                  <a:pos x="1415" y="245"/>
                </a:cxn>
                <a:cxn ang="0">
                  <a:pos x="1321" y="284"/>
                </a:cxn>
                <a:cxn ang="0">
                  <a:pos x="1260" y="270"/>
                </a:cxn>
                <a:cxn ang="0">
                  <a:pos x="1074" y="166"/>
                </a:cxn>
                <a:cxn ang="0">
                  <a:pos x="963" y="165"/>
                </a:cxn>
                <a:cxn ang="0">
                  <a:pos x="777" y="246"/>
                </a:cxn>
                <a:cxn ang="0">
                  <a:pos x="761" y="250"/>
                </a:cxn>
                <a:cxn ang="0">
                  <a:pos x="717" y="253"/>
                </a:cxn>
                <a:cxn ang="0">
                  <a:pos x="591" y="195"/>
                </a:cxn>
                <a:cxn ang="0">
                  <a:pos x="433" y="161"/>
                </a:cxn>
                <a:cxn ang="0">
                  <a:pos x="322" y="206"/>
                </a:cxn>
                <a:cxn ang="0">
                  <a:pos x="188" y="281"/>
                </a:cxn>
                <a:cxn ang="0">
                  <a:pos x="97" y="270"/>
                </a:cxn>
                <a:cxn ang="0">
                  <a:pos x="47" y="221"/>
                </a:cxn>
                <a:cxn ang="0">
                  <a:pos x="61" y="178"/>
                </a:cxn>
                <a:cxn ang="0">
                  <a:pos x="161" y="161"/>
                </a:cxn>
                <a:cxn ang="0">
                  <a:pos x="192" y="144"/>
                </a:cxn>
                <a:cxn ang="0">
                  <a:pos x="309" y="75"/>
                </a:cxn>
                <a:cxn ang="0">
                  <a:pos x="433" y="47"/>
                </a:cxn>
                <a:cxn ang="0">
                  <a:pos x="572" y="94"/>
                </a:cxn>
                <a:cxn ang="0">
                  <a:pos x="725" y="122"/>
                </a:cxn>
                <a:cxn ang="0">
                  <a:pos x="747" y="122"/>
                </a:cxn>
                <a:cxn ang="0">
                  <a:pos x="872" y="106"/>
                </a:cxn>
                <a:cxn ang="0">
                  <a:pos x="1020" y="50"/>
                </a:cxn>
                <a:cxn ang="0">
                  <a:pos x="1129" y="59"/>
                </a:cxn>
                <a:cxn ang="0">
                  <a:pos x="1249" y="126"/>
                </a:cxn>
                <a:cxn ang="0">
                  <a:pos x="1309" y="160"/>
                </a:cxn>
                <a:cxn ang="0">
                  <a:pos x="1400" y="169"/>
                </a:cxn>
                <a:cxn ang="0">
                  <a:pos x="1432" y="209"/>
                </a:cxn>
                <a:cxn ang="0">
                  <a:pos x="1415" y="245"/>
                </a:cxn>
              </a:cxnLst>
              <a:rect l="0" t="0" r="r" b="b"/>
              <a:pathLst>
                <a:path w="1477" h="327">
                  <a:moveTo>
                    <a:pt x="1455" y="144"/>
                  </a:moveTo>
                  <a:lnTo>
                    <a:pt x="1455" y="144"/>
                  </a:lnTo>
                  <a:lnTo>
                    <a:pt x="1443" y="135"/>
                  </a:lnTo>
                  <a:lnTo>
                    <a:pt x="1430" y="127"/>
                  </a:lnTo>
                  <a:lnTo>
                    <a:pt x="1415" y="122"/>
                  </a:lnTo>
                  <a:lnTo>
                    <a:pt x="1400" y="119"/>
                  </a:lnTo>
                  <a:lnTo>
                    <a:pt x="1383" y="117"/>
                  </a:lnTo>
                  <a:lnTo>
                    <a:pt x="1367" y="115"/>
                  </a:lnTo>
                  <a:lnTo>
                    <a:pt x="1336" y="115"/>
                  </a:lnTo>
                  <a:lnTo>
                    <a:pt x="1336" y="115"/>
                  </a:lnTo>
                  <a:lnTo>
                    <a:pt x="1330" y="110"/>
                  </a:lnTo>
                  <a:lnTo>
                    <a:pt x="1322" y="107"/>
                  </a:lnTo>
                  <a:lnTo>
                    <a:pt x="1322" y="107"/>
                  </a:lnTo>
                  <a:lnTo>
                    <a:pt x="1313" y="106"/>
                  </a:lnTo>
                  <a:lnTo>
                    <a:pt x="1303" y="102"/>
                  </a:lnTo>
                  <a:lnTo>
                    <a:pt x="1284" y="94"/>
                  </a:lnTo>
                  <a:lnTo>
                    <a:pt x="1266" y="84"/>
                  </a:lnTo>
                  <a:lnTo>
                    <a:pt x="1248" y="72"/>
                  </a:lnTo>
                  <a:lnTo>
                    <a:pt x="1211" y="49"/>
                  </a:lnTo>
                  <a:lnTo>
                    <a:pt x="1194" y="37"/>
                  </a:lnTo>
                  <a:lnTo>
                    <a:pt x="1176" y="26"/>
                  </a:lnTo>
                  <a:lnTo>
                    <a:pt x="1176" y="26"/>
                  </a:lnTo>
                  <a:lnTo>
                    <a:pt x="1162" y="21"/>
                  </a:lnTo>
                  <a:lnTo>
                    <a:pt x="1146" y="15"/>
                  </a:lnTo>
                  <a:lnTo>
                    <a:pt x="1129" y="9"/>
                  </a:lnTo>
                  <a:lnTo>
                    <a:pt x="1112" y="5"/>
                  </a:lnTo>
                  <a:lnTo>
                    <a:pt x="1095" y="3"/>
                  </a:lnTo>
                  <a:lnTo>
                    <a:pt x="1078" y="2"/>
                  </a:lnTo>
                  <a:lnTo>
                    <a:pt x="1061" y="0"/>
                  </a:lnTo>
                  <a:lnTo>
                    <a:pt x="1045" y="2"/>
                  </a:lnTo>
                  <a:lnTo>
                    <a:pt x="1045" y="2"/>
                  </a:lnTo>
                  <a:lnTo>
                    <a:pt x="1025" y="4"/>
                  </a:lnTo>
                  <a:lnTo>
                    <a:pt x="1006" y="8"/>
                  </a:lnTo>
                  <a:lnTo>
                    <a:pt x="988" y="12"/>
                  </a:lnTo>
                  <a:lnTo>
                    <a:pt x="969" y="17"/>
                  </a:lnTo>
                  <a:lnTo>
                    <a:pt x="951" y="24"/>
                  </a:lnTo>
                  <a:lnTo>
                    <a:pt x="933" y="30"/>
                  </a:lnTo>
                  <a:lnTo>
                    <a:pt x="914" y="38"/>
                  </a:lnTo>
                  <a:lnTo>
                    <a:pt x="897" y="47"/>
                  </a:lnTo>
                  <a:lnTo>
                    <a:pt x="897" y="47"/>
                  </a:lnTo>
                  <a:lnTo>
                    <a:pt x="880" y="55"/>
                  </a:lnTo>
                  <a:lnTo>
                    <a:pt x="862" y="60"/>
                  </a:lnTo>
                  <a:lnTo>
                    <a:pt x="842" y="66"/>
                  </a:lnTo>
                  <a:lnTo>
                    <a:pt x="821" y="70"/>
                  </a:lnTo>
                  <a:lnTo>
                    <a:pt x="799" y="72"/>
                  </a:lnTo>
                  <a:lnTo>
                    <a:pt x="778" y="75"/>
                  </a:lnTo>
                  <a:lnTo>
                    <a:pt x="739" y="76"/>
                  </a:lnTo>
                  <a:lnTo>
                    <a:pt x="739" y="76"/>
                  </a:lnTo>
                  <a:lnTo>
                    <a:pt x="700" y="75"/>
                  </a:lnTo>
                  <a:lnTo>
                    <a:pt x="678" y="72"/>
                  </a:lnTo>
                  <a:lnTo>
                    <a:pt x="657" y="70"/>
                  </a:lnTo>
                  <a:lnTo>
                    <a:pt x="636" y="66"/>
                  </a:lnTo>
                  <a:lnTo>
                    <a:pt x="615" y="60"/>
                  </a:lnTo>
                  <a:lnTo>
                    <a:pt x="596" y="55"/>
                  </a:lnTo>
                  <a:lnTo>
                    <a:pt x="581" y="47"/>
                  </a:lnTo>
                  <a:lnTo>
                    <a:pt x="581" y="47"/>
                  </a:lnTo>
                  <a:lnTo>
                    <a:pt x="564" y="38"/>
                  </a:lnTo>
                  <a:lnTo>
                    <a:pt x="545" y="30"/>
                  </a:lnTo>
                  <a:lnTo>
                    <a:pt x="527" y="24"/>
                  </a:lnTo>
                  <a:lnTo>
                    <a:pt x="509" y="17"/>
                  </a:lnTo>
                  <a:lnTo>
                    <a:pt x="490" y="12"/>
                  </a:lnTo>
                  <a:lnTo>
                    <a:pt x="471" y="8"/>
                  </a:lnTo>
                  <a:lnTo>
                    <a:pt x="453" y="4"/>
                  </a:lnTo>
                  <a:lnTo>
                    <a:pt x="433" y="2"/>
                  </a:lnTo>
                  <a:lnTo>
                    <a:pt x="433" y="2"/>
                  </a:lnTo>
                  <a:lnTo>
                    <a:pt x="417" y="0"/>
                  </a:lnTo>
                  <a:lnTo>
                    <a:pt x="400" y="2"/>
                  </a:lnTo>
                  <a:lnTo>
                    <a:pt x="383" y="3"/>
                  </a:lnTo>
                  <a:lnTo>
                    <a:pt x="365" y="5"/>
                  </a:lnTo>
                  <a:lnTo>
                    <a:pt x="348" y="9"/>
                  </a:lnTo>
                  <a:lnTo>
                    <a:pt x="332" y="15"/>
                  </a:lnTo>
                  <a:lnTo>
                    <a:pt x="317" y="21"/>
                  </a:lnTo>
                  <a:lnTo>
                    <a:pt x="302" y="26"/>
                  </a:lnTo>
                  <a:lnTo>
                    <a:pt x="302" y="26"/>
                  </a:lnTo>
                  <a:lnTo>
                    <a:pt x="284" y="37"/>
                  </a:lnTo>
                  <a:lnTo>
                    <a:pt x="265" y="49"/>
                  </a:lnTo>
                  <a:lnTo>
                    <a:pt x="230" y="72"/>
                  </a:lnTo>
                  <a:lnTo>
                    <a:pt x="212" y="84"/>
                  </a:lnTo>
                  <a:lnTo>
                    <a:pt x="194" y="94"/>
                  </a:lnTo>
                  <a:lnTo>
                    <a:pt x="174" y="102"/>
                  </a:lnTo>
                  <a:lnTo>
                    <a:pt x="165" y="106"/>
                  </a:lnTo>
                  <a:lnTo>
                    <a:pt x="154" y="107"/>
                  </a:lnTo>
                  <a:lnTo>
                    <a:pt x="154" y="107"/>
                  </a:lnTo>
                  <a:lnTo>
                    <a:pt x="148" y="110"/>
                  </a:lnTo>
                  <a:lnTo>
                    <a:pt x="143" y="115"/>
                  </a:lnTo>
                  <a:lnTo>
                    <a:pt x="143" y="115"/>
                  </a:lnTo>
                  <a:lnTo>
                    <a:pt x="111" y="115"/>
                  </a:lnTo>
                  <a:lnTo>
                    <a:pt x="94" y="117"/>
                  </a:lnTo>
                  <a:lnTo>
                    <a:pt x="78" y="119"/>
                  </a:lnTo>
                  <a:lnTo>
                    <a:pt x="63" y="122"/>
                  </a:lnTo>
                  <a:lnTo>
                    <a:pt x="48" y="127"/>
                  </a:lnTo>
                  <a:lnTo>
                    <a:pt x="35" y="135"/>
                  </a:lnTo>
                  <a:lnTo>
                    <a:pt x="23" y="144"/>
                  </a:lnTo>
                  <a:lnTo>
                    <a:pt x="23" y="144"/>
                  </a:lnTo>
                  <a:lnTo>
                    <a:pt x="16" y="155"/>
                  </a:lnTo>
                  <a:lnTo>
                    <a:pt x="9" y="166"/>
                  </a:lnTo>
                  <a:lnTo>
                    <a:pt x="4" y="179"/>
                  </a:lnTo>
                  <a:lnTo>
                    <a:pt x="1" y="194"/>
                  </a:lnTo>
                  <a:lnTo>
                    <a:pt x="0" y="208"/>
                  </a:lnTo>
                  <a:lnTo>
                    <a:pt x="1" y="223"/>
                  </a:lnTo>
                  <a:lnTo>
                    <a:pt x="4" y="236"/>
                  </a:lnTo>
                  <a:lnTo>
                    <a:pt x="9" y="247"/>
                  </a:lnTo>
                  <a:lnTo>
                    <a:pt x="9" y="247"/>
                  </a:lnTo>
                  <a:lnTo>
                    <a:pt x="21" y="264"/>
                  </a:lnTo>
                  <a:lnTo>
                    <a:pt x="33" y="280"/>
                  </a:lnTo>
                  <a:lnTo>
                    <a:pt x="46" y="293"/>
                  </a:lnTo>
                  <a:lnTo>
                    <a:pt x="61" y="304"/>
                  </a:lnTo>
                  <a:lnTo>
                    <a:pt x="77" y="311"/>
                  </a:lnTo>
                  <a:lnTo>
                    <a:pt x="93" y="319"/>
                  </a:lnTo>
                  <a:lnTo>
                    <a:pt x="110" y="323"/>
                  </a:lnTo>
                  <a:lnTo>
                    <a:pt x="128" y="326"/>
                  </a:lnTo>
                  <a:lnTo>
                    <a:pt x="146" y="327"/>
                  </a:lnTo>
                  <a:lnTo>
                    <a:pt x="165" y="327"/>
                  </a:lnTo>
                  <a:lnTo>
                    <a:pt x="183" y="325"/>
                  </a:lnTo>
                  <a:lnTo>
                    <a:pt x="201" y="321"/>
                  </a:lnTo>
                  <a:lnTo>
                    <a:pt x="218" y="317"/>
                  </a:lnTo>
                  <a:lnTo>
                    <a:pt x="237" y="310"/>
                  </a:lnTo>
                  <a:lnTo>
                    <a:pt x="254" y="302"/>
                  </a:lnTo>
                  <a:lnTo>
                    <a:pt x="271" y="293"/>
                  </a:lnTo>
                  <a:lnTo>
                    <a:pt x="271" y="293"/>
                  </a:lnTo>
                  <a:lnTo>
                    <a:pt x="296" y="279"/>
                  </a:lnTo>
                  <a:lnTo>
                    <a:pt x="319" y="263"/>
                  </a:lnTo>
                  <a:lnTo>
                    <a:pt x="343" y="249"/>
                  </a:lnTo>
                  <a:lnTo>
                    <a:pt x="366" y="234"/>
                  </a:lnTo>
                  <a:lnTo>
                    <a:pt x="390" y="223"/>
                  </a:lnTo>
                  <a:lnTo>
                    <a:pt x="415" y="213"/>
                  </a:lnTo>
                  <a:lnTo>
                    <a:pt x="429" y="209"/>
                  </a:lnTo>
                  <a:lnTo>
                    <a:pt x="442" y="207"/>
                  </a:lnTo>
                  <a:lnTo>
                    <a:pt x="456" y="204"/>
                  </a:lnTo>
                  <a:lnTo>
                    <a:pt x="471" y="203"/>
                  </a:lnTo>
                  <a:lnTo>
                    <a:pt x="471" y="203"/>
                  </a:lnTo>
                  <a:lnTo>
                    <a:pt x="487" y="204"/>
                  </a:lnTo>
                  <a:lnTo>
                    <a:pt x="502" y="207"/>
                  </a:lnTo>
                  <a:lnTo>
                    <a:pt x="517" y="211"/>
                  </a:lnTo>
                  <a:lnTo>
                    <a:pt x="532" y="217"/>
                  </a:lnTo>
                  <a:lnTo>
                    <a:pt x="560" y="230"/>
                  </a:lnTo>
                  <a:lnTo>
                    <a:pt x="589" y="245"/>
                  </a:lnTo>
                  <a:lnTo>
                    <a:pt x="589" y="245"/>
                  </a:lnTo>
                  <a:lnTo>
                    <a:pt x="617" y="259"/>
                  </a:lnTo>
                  <a:lnTo>
                    <a:pt x="636" y="268"/>
                  </a:lnTo>
                  <a:lnTo>
                    <a:pt x="657" y="277"/>
                  </a:lnTo>
                  <a:lnTo>
                    <a:pt x="679" y="287"/>
                  </a:lnTo>
                  <a:lnTo>
                    <a:pt x="700" y="293"/>
                  </a:lnTo>
                  <a:lnTo>
                    <a:pt x="710" y="296"/>
                  </a:lnTo>
                  <a:lnTo>
                    <a:pt x="721" y="297"/>
                  </a:lnTo>
                  <a:lnTo>
                    <a:pt x="730" y="297"/>
                  </a:lnTo>
                  <a:lnTo>
                    <a:pt x="739" y="296"/>
                  </a:lnTo>
                  <a:lnTo>
                    <a:pt x="739" y="296"/>
                  </a:lnTo>
                  <a:lnTo>
                    <a:pt x="748" y="297"/>
                  </a:lnTo>
                  <a:lnTo>
                    <a:pt x="757" y="297"/>
                  </a:lnTo>
                  <a:lnTo>
                    <a:pt x="768" y="296"/>
                  </a:lnTo>
                  <a:lnTo>
                    <a:pt x="778" y="293"/>
                  </a:lnTo>
                  <a:lnTo>
                    <a:pt x="799" y="287"/>
                  </a:lnTo>
                  <a:lnTo>
                    <a:pt x="820" y="277"/>
                  </a:lnTo>
                  <a:lnTo>
                    <a:pt x="841" y="268"/>
                  </a:lnTo>
                  <a:lnTo>
                    <a:pt x="861" y="259"/>
                  </a:lnTo>
                  <a:lnTo>
                    <a:pt x="889" y="245"/>
                  </a:lnTo>
                  <a:lnTo>
                    <a:pt x="889" y="245"/>
                  </a:lnTo>
                  <a:lnTo>
                    <a:pt x="917" y="230"/>
                  </a:lnTo>
                  <a:lnTo>
                    <a:pt x="946" y="217"/>
                  </a:lnTo>
                  <a:lnTo>
                    <a:pt x="960" y="211"/>
                  </a:lnTo>
                  <a:lnTo>
                    <a:pt x="976" y="207"/>
                  </a:lnTo>
                  <a:lnTo>
                    <a:pt x="990" y="204"/>
                  </a:lnTo>
                  <a:lnTo>
                    <a:pt x="1006" y="203"/>
                  </a:lnTo>
                  <a:lnTo>
                    <a:pt x="1006" y="203"/>
                  </a:lnTo>
                  <a:lnTo>
                    <a:pt x="1022" y="204"/>
                  </a:lnTo>
                  <a:lnTo>
                    <a:pt x="1036" y="207"/>
                  </a:lnTo>
                  <a:lnTo>
                    <a:pt x="1049" y="209"/>
                  </a:lnTo>
                  <a:lnTo>
                    <a:pt x="1062" y="213"/>
                  </a:lnTo>
                  <a:lnTo>
                    <a:pt x="1088" y="223"/>
                  </a:lnTo>
                  <a:lnTo>
                    <a:pt x="1112" y="234"/>
                  </a:lnTo>
                  <a:lnTo>
                    <a:pt x="1135" y="249"/>
                  </a:lnTo>
                  <a:lnTo>
                    <a:pt x="1159" y="263"/>
                  </a:lnTo>
                  <a:lnTo>
                    <a:pt x="1182" y="279"/>
                  </a:lnTo>
                  <a:lnTo>
                    <a:pt x="1207" y="293"/>
                  </a:lnTo>
                  <a:lnTo>
                    <a:pt x="1207" y="293"/>
                  </a:lnTo>
                  <a:lnTo>
                    <a:pt x="1223" y="302"/>
                  </a:lnTo>
                  <a:lnTo>
                    <a:pt x="1241" y="310"/>
                  </a:lnTo>
                  <a:lnTo>
                    <a:pt x="1258" y="317"/>
                  </a:lnTo>
                  <a:lnTo>
                    <a:pt x="1277" y="321"/>
                  </a:lnTo>
                  <a:lnTo>
                    <a:pt x="1295" y="325"/>
                  </a:lnTo>
                  <a:lnTo>
                    <a:pt x="1313" y="327"/>
                  </a:lnTo>
                  <a:lnTo>
                    <a:pt x="1332" y="327"/>
                  </a:lnTo>
                  <a:lnTo>
                    <a:pt x="1350" y="326"/>
                  </a:lnTo>
                  <a:lnTo>
                    <a:pt x="1367" y="323"/>
                  </a:lnTo>
                  <a:lnTo>
                    <a:pt x="1384" y="319"/>
                  </a:lnTo>
                  <a:lnTo>
                    <a:pt x="1401" y="311"/>
                  </a:lnTo>
                  <a:lnTo>
                    <a:pt x="1417" y="304"/>
                  </a:lnTo>
                  <a:lnTo>
                    <a:pt x="1431" y="293"/>
                  </a:lnTo>
                  <a:lnTo>
                    <a:pt x="1445" y="280"/>
                  </a:lnTo>
                  <a:lnTo>
                    <a:pt x="1457" y="264"/>
                  </a:lnTo>
                  <a:lnTo>
                    <a:pt x="1469" y="247"/>
                  </a:lnTo>
                  <a:lnTo>
                    <a:pt x="1469" y="247"/>
                  </a:lnTo>
                  <a:lnTo>
                    <a:pt x="1473" y="236"/>
                  </a:lnTo>
                  <a:lnTo>
                    <a:pt x="1477" y="223"/>
                  </a:lnTo>
                  <a:lnTo>
                    <a:pt x="1477" y="208"/>
                  </a:lnTo>
                  <a:lnTo>
                    <a:pt x="1477" y="194"/>
                  </a:lnTo>
                  <a:lnTo>
                    <a:pt x="1474" y="179"/>
                  </a:lnTo>
                  <a:lnTo>
                    <a:pt x="1469" y="166"/>
                  </a:lnTo>
                  <a:lnTo>
                    <a:pt x="1462" y="155"/>
                  </a:lnTo>
                  <a:lnTo>
                    <a:pt x="1455" y="144"/>
                  </a:lnTo>
                  <a:lnTo>
                    <a:pt x="1455" y="144"/>
                  </a:lnTo>
                  <a:close/>
                  <a:moveTo>
                    <a:pt x="1415" y="245"/>
                  </a:moveTo>
                  <a:lnTo>
                    <a:pt x="1415" y="245"/>
                  </a:lnTo>
                  <a:lnTo>
                    <a:pt x="1400" y="259"/>
                  </a:lnTo>
                  <a:lnTo>
                    <a:pt x="1381" y="270"/>
                  </a:lnTo>
                  <a:lnTo>
                    <a:pt x="1362" y="277"/>
                  </a:lnTo>
                  <a:lnTo>
                    <a:pt x="1342" y="283"/>
                  </a:lnTo>
                  <a:lnTo>
                    <a:pt x="1332" y="284"/>
                  </a:lnTo>
                  <a:lnTo>
                    <a:pt x="1321" y="284"/>
                  </a:lnTo>
                  <a:lnTo>
                    <a:pt x="1311" y="284"/>
                  </a:lnTo>
                  <a:lnTo>
                    <a:pt x="1300" y="283"/>
                  </a:lnTo>
                  <a:lnTo>
                    <a:pt x="1290" y="281"/>
                  </a:lnTo>
                  <a:lnTo>
                    <a:pt x="1279" y="279"/>
                  </a:lnTo>
                  <a:lnTo>
                    <a:pt x="1270" y="275"/>
                  </a:lnTo>
                  <a:lnTo>
                    <a:pt x="1260" y="270"/>
                  </a:lnTo>
                  <a:lnTo>
                    <a:pt x="1260" y="270"/>
                  </a:lnTo>
                  <a:lnTo>
                    <a:pt x="1233" y="255"/>
                  </a:lnTo>
                  <a:lnTo>
                    <a:pt x="1207" y="238"/>
                  </a:lnTo>
                  <a:lnTo>
                    <a:pt x="1156" y="206"/>
                  </a:lnTo>
                  <a:lnTo>
                    <a:pt x="1130" y="190"/>
                  </a:lnTo>
                  <a:lnTo>
                    <a:pt x="1103" y="177"/>
                  </a:lnTo>
                  <a:lnTo>
                    <a:pt x="1088" y="170"/>
                  </a:lnTo>
                  <a:lnTo>
                    <a:pt x="1074" y="166"/>
                  </a:lnTo>
                  <a:lnTo>
                    <a:pt x="1059" y="162"/>
                  </a:lnTo>
                  <a:lnTo>
                    <a:pt x="1045" y="161"/>
                  </a:lnTo>
                  <a:lnTo>
                    <a:pt x="1045" y="161"/>
                  </a:lnTo>
                  <a:lnTo>
                    <a:pt x="1022" y="158"/>
                  </a:lnTo>
                  <a:lnTo>
                    <a:pt x="999" y="158"/>
                  </a:lnTo>
                  <a:lnTo>
                    <a:pt x="981" y="161"/>
                  </a:lnTo>
                  <a:lnTo>
                    <a:pt x="963" y="165"/>
                  </a:lnTo>
                  <a:lnTo>
                    <a:pt x="944" y="170"/>
                  </a:lnTo>
                  <a:lnTo>
                    <a:pt x="926" y="178"/>
                  </a:lnTo>
                  <a:lnTo>
                    <a:pt x="887" y="195"/>
                  </a:lnTo>
                  <a:lnTo>
                    <a:pt x="887" y="195"/>
                  </a:lnTo>
                  <a:lnTo>
                    <a:pt x="842" y="217"/>
                  </a:lnTo>
                  <a:lnTo>
                    <a:pt x="808" y="233"/>
                  </a:lnTo>
                  <a:lnTo>
                    <a:pt x="777" y="246"/>
                  </a:lnTo>
                  <a:lnTo>
                    <a:pt x="777" y="246"/>
                  </a:lnTo>
                  <a:lnTo>
                    <a:pt x="777" y="246"/>
                  </a:lnTo>
                  <a:lnTo>
                    <a:pt x="777" y="246"/>
                  </a:lnTo>
                  <a:lnTo>
                    <a:pt x="761" y="250"/>
                  </a:lnTo>
                  <a:lnTo>
                    <a:pt x="761" y="250"/>
                  </a:lnTo>
                  <a:lnTo>
                    <a:pt x="761" y="250"/>
                  </a:lnTo>
                  <a:lnTo>
                    <a:pt x="761" y="250"/>
                  </a:lnTo>
                  <a:lnTo>
                    <a:pt x="748" y="254"/>
                  </a:lnTo>
                  <a:lnTo>
                    <a:pt x="748" y="254"/>
                  </a:lnTo>
                  <a:lnTo>
                    <a:pt x="739" y="254"/>
                  </a:lnTo>
                  <a:lnTo>
                    <a:pt x="739" y="254"/>
                  </a:lnTo>
                  <a:lnTo>
                    <a:pt x="731" y="255"/>
                  </a:lnTo>
                  <a:lnTo>
                    <a:pt x="723" y="254"/>
                  </a:lnTo>
                  <a:lnTo>
                    <a:pt x="717" y="253"/>
                  </a:lnTo>
                  <a:lnTo>
                    <a:pt x="710" y="249"/>
                  </a:lnTo>
                  <a:lnTo>
                    <a:pt x="710" y="249"/>
                  </a:lnTo>
                  <a:lnTo>
                    <a:pt x="695" y="243"/>
                  </a:lnTo>
                  <a:lnTo>
                    <a:pt x="678" y="236"/>
                  </a:lnTo>
                  <a:lnTo>
                    <a:pt x="641" y="220"/>
                  </a:lnTo>
                  <a:lnTo>
                    <a:pt x="591" y="195"/>
                  </a:lnTo>
                  <a:lnTo>
                    <a:pt x="591" y="195"/>
                  </a:lnTo>
                  <a:lnTo>
                    <a:pt x="552" y="178"/>
                  </a:lnTo>
                  <a:lnTo>
                    <a:pt x="534" y="170"/>
                  </a:lnTo>
                  <a:lnTo>
                    <a:pt x="515" y="165"/>
                  </a:lnTo>
                  <a:lnTo>
                    <a:pt x="497" y="161"/>
                  </a:lnTo>
                  <a:lnTo>
                    <a:pt x="477" y="158"/>
                  </a:lnTo>
                  <a:lnTo>
                    <a:pt x="456" y="158"/>
                  </a:lnTo>
                  <a:lnTo>
                    <a:pt x="433" y="161"/>
                  </a:lnTo>
                  <a:lnTo>
                    <a:pt x="433" y="161"/>
                  </a:lnTo>
                  <a:lnTo>
                    <a:pt x="419" y="162"/>
                  </a:lnTo>
                  <a:lnTo>
                    <a:pt x="403" y="166"/>
                  </a:lnTo>
                  <a:lnTo>
                    <a:pt x="388" y="170"/>
                  </a:lnTo>
                  <a:lnTo>
                    <a:pt x="375" y="177"/>
                  </a:lnTo>
                  <a:lnTo>
                    <a:pt x="348" y="190"/>
                  </a:lnTo>
                  <a:lnTo>
                    <a:pt x="322" y="206"/>
                  </a:lnTo>
                  <a:lnTo>
                    <a:pt x="269" y="238"/>
                  </a:lnTo>
                  <a:lnTo>
                    <a:pt x="245" y="255"/>
                  </a:lnTo>
                  <a:lnTo>
                    <a:pt x="218" y="270"/>
                  </a:lnTo>
                  <a:lnTo>
                    <a:pt x="218" y="270"/>
                  </a:lnTo>
                  <a:lnTo>
                    <a:pt x="208" y="275"/>
                  </a:lnTo>
                  <a:lnTo>
                    <a:pt x="199" y="279"/>
                  </a:lnTo>
                  <a:lnTo>
                    <a:pt x="188" y="281"/>
                  </a:lnTo>
                  <a:lnTo>
                    <a:pt x="178" y="283"/>
                  </a:lnTo>
                  <a:lnTo>
                    <a:pt x="167" y="284"/>
                  </a:lnTo>
                  <a:lnTo>
                    <a:pt x="157" y="284"/>
                  </a:lnTo>
                  <a:lnTo>
                    <a:pt x="146" y="284"/>
                  </a:lnTo>
                  <a:lnTo>
                    <a:pt x="136" y="283"/>
                  </a:lnTo>
                  <a:lnTo>
                    <a:pt x="116" y="277"/>
                  </a:lnTo>
                  <a:lnTo>
                    <a:pt x="97" y="270"/>
                  </a:lnTo>
                  <a:lnTo>
                    <a:pt x="78" y="259"/>
                  </a:lnTo>
                  <a:lnTo>
                    <a:pt x="61" y="245"/>
                  </a:lnTo>
                  <a:lnTo>
                    <a:pt x="61" y="245"/>
                  </a:lnTo>
                  <a:lnTo>
                    <a:pt x="56" y="240"/>
                  </a:lnTo>
                  <a:lnTo>
                    <a:pt x="52" y="233"/>
                  </a:lnTo>
                  <a:lnTo>
                    <a:pt x="50" y="228"/>
                  </a:lnTo>
                  <a:lnTo>
                    <a:pt x="47" y="221"/>
                  </a:lnTo>
                  <a:lnTo>
                    <a:pt x="46" y="215"/>
                  </a:lnTo>
                  <a:lnTo>
                    <a:pt x="46" y="209"/>
                  </a:lnTo>
                  <a:lnTo>
                    <a:pt x="46" y="203"/>
                  </a:lnTo>
                  <a:lnTo>
                    <a:pt x="48" y="198"/>
                  </a:lnTo>
                  <a:lnTo>
                    <a:pt x="50" y="192"/>
                  </a:lnTo>
                  <a:lnTo>
                    <a:pt x="54" y="187"/>
                  </a:lnTo>
                  <a:lnTo>
                    <a:pt x="61" y="178"/>
                  </a:lnTo>
                  <a:lnTo>
                    <a:pt x="72" y="172"/>
                  </a:lnTo>
                  <a:lnTo>
                    <a:pt x="77" y="169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103" y="164"/>
                  </a:lnTo>
                  <a:lnTo>
                    <a:pt x="123" y="161"/>
                  </a:lnTo>
                  <a:lnTo>
                    <a:pt x="161" y="161"/>
                  </a:lnTo>
                  <a:lnTo>
                    <a:pt x="161" y="161"/>
                  </a:lnTo>
                  <a:lnTo>
                    <a:pt x="167" y="160"/>
                  </a:lnTo>
                  <a:lnTo>
                    <a:pt x="173" y="157"/>
                  </a:lnTo>
                  <a:lnTo>
                    <a:pt x="178" y="153"/>
                  </a:lnTo>
                  <a:lnTo>
                    <a:pt x="180" y="149"/>
                  </a:lnTo>
                  <a:lnTo>
                    <a:pt x="180" y="149"/>
                  </a:lnTo>
                  <a:lnTo>
                    <a:pt x="192" y="144"/>
                  </a:lnTo>
                  <a:lnTo>
                    <a:pt x="205" y="139"/>
                  </a:lnTo>
                  <a:lnTo>
                    <a:pt x="228" y="126"/>
                  </a:lnTo>
                  <a:lnTo>
                    <a:pt x="250" y="111"/>
                  </a:lnTo>
                  <a:lnTo>
                    <a:pt x="272" y="97"/>
                  </a:lnTo>
                  <a:lnTo>
                    <a:pt x="272" y="97"/>
                  </a:lnTo>
                  <a:lnTo>
                    <a:pt x="289" y="85"/>
                  </a:lnTo>
                  <a:lnTo>
                    <a:pt x="309" y="75"/>
                  </a:lnTo>
                  <a:lnTo>
                    <a:pt x="328" y="67"/>
                  </a:lnTo>
                  <a:lnTo>
                    <a:pt x="348" y="59"/>
                  </a:lnTo>
                  <a:lnTo>
                    <a:pt x="369" y="54"/>
                  </a:lnTo>
                  <a:lnTo>
                    <a:pt x="390" y="50"/>
                  </a:lnTo>
                  <a:lnTo>
                    <a:pt x="411" y="47"/>
                  </a:lnTo>
                  <a:lnTo>
                    <a:pt x="433" y="47"/>
                  </a:lnTo>
                  <a:lnTo>
                    <a:pt x="433" y="47"/>
                  </a:lnTo>
                  <a:lnTo>
                    <a:pt x="445" y="49"/>
                  </a:lnTo>
                  <a:lnTo>
                    <a:pt x="458" y="50"/>
                  </a:lnTo>
                  <a:lnTo>
                    <a:pt x="481" y="56"/>
                  </a:lnTo>
                  <a:lnTo>
                    <a:pt x="504" y="64"/>
                  </a:lnTo>
                  <a:lnTo>
                    <a:pt x="527" y="75"/>
                  </a:lnTo>
                  <a:lnTo>
                    <a:pt x="549" y="85"/>
                  </a:lnTo>
                  <a:lnTo>
                    <a:pt x="572" y="94"/>
                  </a:lnTo>
                  <a:lnTo>
                    <a:pt x="594" y="102"/>
                  </a:lnTo>
                  <a:lnTo>
                    <a:pt x="606" y="106"/>
                  </a:lnTo>
                  <a:lnTo>
                    <a:pt x="617" y="109"/>
                  </a:lnTo>
                  <a:lnTo>
                    <a:pt x="617" y="109"/>
                  </a:lnTo>
                  <a:lnTo>
                    <a:pt x="671" y="117"/>
                  </a:lnTo>
                  <a:lnTo>
                    <a:pt x="697" y="119"/>
                  </a:lnTo>
                  <a:lnTo>
                    <a:pt x="725" y="122"/>
                  </a:lnTo>
                  <a:lnTo>
                    <a:pt x="725" y="122"/>
                  </a:lnTo>
                  <a:lnTo>
                    <a:pt x="730" y="122"/>
                  </a:lnTo>
                  <a:lnTo>
                    <a:pt x="730" y="122"/>
                  </a:lnTo>
                  <a:lnTo>
                    <a:pt x="739" y="122"/>
                  </a:lnTo>
                  <a:lnTo>
                    <a:pt x="739" y="122"/>
                  </a:lnTo>
                  <a:lnTo>
                    <a:pt x="747" y="122"/>
                  </a:lnTo>
                  <a:lnTo>
                    <a:pt x="747" y="122"/>
                  </a:lnTo>
                  <a:lnTo>
                    <a:pt x="753" y="122"/>
                  </a:lnTo>
                  <a:lnTo>
                    <a:pt x="753" y="122"/>
                  </a:lnTo>
                  <a:lnTo>
                    <a:pt x="780" y="119"/>
                  </a:lnTo>
                  <a:lnTo>
                    <a:pt x="807" y="117"/>
                  </a:lnTo>
                  <a:lnTo>
                    <a:pt x="859" y="109"/>
                  </a:lnTo>
                  <a:lnTo>
                    <a:pt x="859" y="109"/>
                  </a:lnTo>
                  <a:lnTo>
                    <a:pt x="872" y="106"/>
                  </a:lnTo>
                  <a:lnTo>
                    <a:pt x="884" y="102"/>
                  </a:lnTo>
                  <a:lnTo>
                    <a:pt x="906" y="94"/>
                  </a:lnTo>
                  <a:lnTo>
                    <a:pt x="929" y="85"/>
                  </a:lnTo>
                  <a:lnTo>
                    <a:pt x="951" y="75"/>
                  </a:lnTo>
                  <a:lnTo>
                    <a:pt x="973" y="64"/>
                  </a:lnTo>
                  <a:lnTo>
                    <a:pt x="997" y="56"/>
                  </a:lnTo>
                  <a:lnTo>
                    <a:pt x="1020" y="50"/>
                  </a:lnTo>
                  <a:lnTo>
                    <a:pt x="1032" y="49"/>
                  </a:lnTo>
                  <a:lnTo>
                    <a:pt x="1045" y="47"/>
                  </a:lnTo>
                  <a:lnTo>
                    <a:pt x="1045" y="47"/>
                  </a:lnTo>
                  <a:lnTo>
                    <a:pt x="1066" y="47"/>
                  </a:lnTo>
                  <a:lnTo>
                    <a:pt x="1088" y="50"/>
                  </a:lnTo>
                  <a:lnTo>
                    <a:pt x="1109" y="54"/>
                  </a:lnTo>
                  <a:lnTo>
                    <a:pt x="1129" y="59"/>
                  </a:lnTo>
                  <a:lnTo>
                    <a:pt x="1150" y="67"/>
                  </a:lnTo>
                  <a:lnTo>
                    <a:pt x="1169" y="75"/>
                  </a:lnTo>
                  <a:lnTo>
                    <a:pt x="1188" y="85"/>
                  </a:lnTo>
                  <a:lnTo>
                    <a:pt x="1206" y="97"/>
                  </a:lnTo>
                  <a:lnTo>
                    <a:pt x="1206" y="97"/>
                  </a:lnTo>
                  <a:lnTo>
                    <a:pt x="1227" y="111"/>
                  </a:lnTo>
                  <a:lnTo>
                    <a:pt x="1249" y="126"/>
                  </a:lnTo>
                  <a:lnTo>
                    <a:pt x="1273" y="139"/>
                  </a:lnTo>
                  <a:lnTo>
                    <a:pt x="1284" y="144"/>
                  </a:lnTo>
                  <a:lnTo>
                    <a:pt x="1298" y="149"/>
                  </a:lnTo>
                  <a:lnTo>
                    <a:pt x="1298" y="149"/>
                  </a:lnTo>
                  <a:lnTo>
                    <a:pt x="1300" y="153"/>
                  </a:lnTo>
                  <a:lnTo>
                    <a:pt x="1304" y="157"/>
                  </a:lnTo>
                  <a:lnTo>
                    <a:pt x="1309" y="160"/>
                  </a:lnTo>
                  <a:lnTo>
                    <a:pt x="1317" y="161"/>
                  </a:lnTo>
                  <a:lnTo>
                    <a:pt x="1317" y="161"/>
                  </a:lnTo>
                  <a:lnTo>
                    <a:pt x="1355" y="161"/>
                  </a:lnTo>
                  <a:lnTo>
                    <a:pt x="1375" y="164"/>
                  </a:lnTo>
                  <a:lnTo>
                    <a:pt x="1393" y="166"/>
                  </a:lnTo>
                  <a:lnTo>
                    <a:pt x="1393" y="166"/>
                  </a:lnTo>
                  <a:lnTo>
                    <a:pt x="1400" y="169"/>
                  </a:lnTo>
                  <a:lnTo>
                    <a:pt x="1406" y="172"/>
                  </a:lnTo>
                  <a:lnTo>
                    <a:pt x="1417" y="178"/>
                  </a:lnTo>
                  <a:lnTo>
                    <a:pt x="1424" y="187"/>
                  </a:lnTo>
                  <a:lnTo>
                    <a:pt x="1427" y="192"/>
                  </a:lnTo>
                  <a:lnTo>
                    <a:pt x="1430" y="198"/>
                  </a:lnTo>
                  <a:lnTo>
                    <a:pt x="1431" y="203"/>
                  </a:lnTo>
                  <a:lnTo>
                    <a:pt x="1432" y="209"/>
                  </a:lnTo>
                  <a:lnTo>
                    <a:pt x="1432" y="215"/>
                  </a:lnTo>
                  <a:lnTo>
                    <a:pt x="1431" y="221"/>
                  </a:lnTo>
                  <a:lnTo>
                    <a:pt x="1428" y="228"/>
                  </a:lnTo>
                  <a:lnTo>
                    <a:pt x="1426" y="233"/>
                  </a:lnTo>
                  <a:lnTo>
                    <a:pt x="1421" y="240"/>
                  </a:lnTo>
                  <a:lnTo>
                    <a:pt x="1415" y="245"/>
                  </a:lnTo>
                  <a:lnTo>
                    <a:pt x="1415" y="24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3" name="Freeform 515"/>
            <p:cNvSpPr/>
            <p:nvPr>
              <p:custDataLst>
                <p:tags r:id="rId57"/>
              </p:custDataLst>
            </p:nvPr>
          </p:nvSpPr>
          <p:spPr bwMode="auto">
            <a:xfrm>
              <a:off x="3133726" y="1176338"/>
              <a:ext cx="117475" cy="230188"/>
            </a:xfrm>
            <a:custGeom>
              <a:avLst/>
              <a:gdLst/>
              <a:ahLst/>
              <a:cxnLst>
                <a:cxn ang="0">
                  <a:pos x="251" y="10"/>
                </a:cxn>
                <a:cxn ang="0">
                  <a:pos x="216" y="78"/>
                </a:cxn>
                <a:cxn ang="0">
                  <a:pos x="186" y="149"/>
                </a:cxn>
                <a:cxn ang="0">
                  <a:pos x="140" y="255"/>
                </a:cxn>
                <a:cxn ang="0">
                  <a:pos x="124" y="290"/>
                </a:cxn>
                <a:cxn ang="0">
                  <a:pos x="91" y="349"/>
                </a:cxn>
                <a:cxn ang="0">
                  <a:pos x="59" y="406"/>
                </a:cxn>
                <a:cxn ang="0">
                  <a:pos x="42" y="440"/>
                </a:cxn>
                <a:cxn ang="0">
                  <a:pos x="12" y="515"/>
                </a:cxn>
                <a:cxn ang="0">
                  <a:pos x="1" y="553"/>
                </a:cxn>
                <a:cxn ang="0">
                  <a:pos x="1" y="553"/>
                </a:cxn>
                <a:cxn ang="0">
                  <a:pos x="0" y="558"/>
                </a:cxn>
                <a:cxn ang="0">
                  <a:pos x="1" y="567"/>
                </a:cxn>
                <a:cxn ang="0">
                  <a:pos x="5" y="574"/>
                </a:cxn>
                <a:cxn ang="0">
                  <a:pos x="20" y="580"/>
                </a:cxn>
                <a:cxn ang="0">
                  <a:pos x="35" y="578"/>
                </a:cxn>
                <a:cxn ang="0">
                  <a:pos x="42" y="573"/>
                </a:cxn>
                <a:cxn ang="0">
                  <a:pos x="44" y="565"/>
                </a:cxn>
                <a:cxn ang="0">
                  <a:pos x="46" y="563"/>
                </a:cxn>
                <a:cxn ang="0">
                  <a:pos x="48" y="558"/>
                </a:cxn>
                <a:cxn ang="0">
                  <a:pos x="48" y="552"/>
                </a:cxn>
                <a:cxn ang="0">
                  <a:pos x="73" y="485"/>
                </a:cxn>
                <a:cxn ang="0">
                  <a:pos x="106" y="421"/>
                </a:cxn>
                <a:cxn ang="0">
                  <a:pos x="156" y="328"/>
                </a:cxn>
                <a:cxn ang="0">
                  <a:pos x="173" y="297"/>
                </a:cxn>
                <a:cxn ang="0">
                  <a:pos x="201" y="230"/>
                </a:cxn>
                <a:cxn ang="0">
                  <a:pos x="243" y="130"/>
                </a:cxn>
                <a:cxn ang="0">
                  <a:pos x="273" y="65"/>
                </a:cxn>
                <a:cxn ang="0">
                  <a:pos x="290" y="34"/>
                </a:cxn>
                <a:cxn ang="0">
                  <a:pos x="293" y="25"/>
                </a:cxn>
                <a:cxn ang="0">
                  <a:pos x="292" y="15"/>
                </a:cxn>
                <a:cxn ang="0">
                  <a:pos x="288" y="9"/>
                </a:cxn>
                <a:cxn ang="0">
                  <a:pos x="273" y="0"/>
                </a:cxn>
                <a:cxn ang="0">
                  <a:pos x="265" y="0"/>
                </a:cxn>
                <a:cxn ang="0">
                  <a:pos x="258" y="4"/>
                </a:cxn>
                <a:cxn ang="0">
                  <a:pos x="251" y="10"/>
                </a:cxn>
              </a:cxnLst>
              <a:rect l="0" t="0" r="r" b="b"/>
              <a:pathLst>
                <a:path w="293" h="580">
                  <a:moveTo>
                    <a:pt x="251" y="10"/>
                  </a:moveTo>
                  <a:lnTo>
                    <a:pt x="251" y="10"/>
                  </a:lnTo>
                  <a:lnTo>
                    <a:pt x="233" y="44"/>
                  </a:lnTo>
                  <a:lnTo>
                    <a:pt x="216" y="78"/>
                  </a:lnTo>
                  <a:lnTo>
                    <a:pt x="200" y="113"/>
                  </a:lnTo>
                  <a:lnTo>
                    <a:pt x="186" y="149"/>
                  </a:lnTo>
                  <a:lnTo>
                    <a:pt x="156" y="219"/>
                  </a:lnTo>
                  <a:lnTo>
                    <a:pt x="140" y="255"/>
                  </a:lnTo>
                  <a:lnTo>
                    <a:pt x="124" y="290"/>
                  </a:lnTo>
                  <a:lnTo>
                    <a:pt x="124" y="290"/>
                  </a:lnTo>
                  <a:lnTo>
                    <a:pt x="110" y="320"/>
                  </a:lnTo>
                  <a:lnTo>
                    <a:pt x="91" y="349"/>
                  </a:lnTo>
                  <a:lnTo>
                    <a:pt x="74" y="376"/>
                  </a:lnTo>
                  <a:lnTo>
                    <a:pt x="59" y="406"/>
                  </a:lnTo>
                  <a:lnTo>
                    <a:pt x="59" y="406"/>
                  </a:lnTo>
                  <a:lnTo>
                    <a:pt x="42" y="440"/>
                  </a:lnTo>
                  <a:lnTo>
                    <a:pt x="26" y="477"/>
                  </a:lnTo>
                  <a:lnTo>
                    <a:pt x="12" y="515"/>
                  </a:lnTo>
                  <a:lnTo>
                    <a:pt x="1" y="553"/>
                  </a:lnTo>
                  <a:lnTo>
                    <a:pt x="1" y="553"/>
                  </a:lnTo>
                  <a:lnTo>
                    <a:pt x="1" y="553"/>
                  </a:lnTo>
                  <a:lnTo>
                    <a:pt x="1" y="553"/>
                  </a:lnTo>
                  <a:lnTo>
                    <a:pt x="0" y="558"/>
                  </a:lnTo>
                  <a:lnTo>
                    <a:pt x="0" y="558"/>
                  </a:lnTo>
                  <a:lnTo>
                    <a:pt x="0" y="563"/>
                  </a:lnTo>
                  <a:lnTo>
                    <a:pt x="1" y="567"/>
                  </a:lnTo>
                  <a:lnTo>
                    <a:pt x="3" y="571"/>
                  </a:lnTo>
                  <a:lnTo>
                    <a:pt x="5" y="574"/>
                  </a:lnTo>
                  <a:lnTo>
                    <a:pt x="12" y="578"/>
                  </a:lnTo>
                  <a:lnTo>
                    <a:pt x="20" y="580"/>
                  </a:lnTo>
                  <a:lnTo>
                    <a:pt x="27" y="580"/>
                  </a:lnTo>
                  <a:lnTo>
                    <a:pt x="35" y="578"/>
                  </a:lnTo>
                  <a:lnTo>
                    <a:pt x="38" y="575"/>
                  </a:lnTo>
                  <a:lnTo>
                    <a:pt x="42" y="573"/>
                  </a:lnTo>
                  <a:lnTo>
                    <a:pt x="43" y="569"/>
                  </a:lnTo>
                  <a:lnTo>
                    <a:pt x="44" y="565"/>
                  </a:lnTo>
                  <a:lnTo>
                    <a:pt x="44" y="565"/>
                  </a:lnTo>
                  <a:lnTo>
                    <a:pt x="46" y="563"/>
                  </a:lnTo>
                  <a:lnTo>
                    <a:pt x="46" y="563"/>
                  </a:lnTo>
                  <a:lnTo>
                    <a:pt x="48" y="558"/>
                  </a:lnTo>
                  <a:lnTo>
                    <a:pt x="48" y="552"/>
                  </a:lnTo>
                  <a:lnTo>
                    <a:pt x="48" y="552"/>
                  </a:lnTo>
                  <a:lnTo>
                    <a:pt x="60" y="518"/>
                  </a:lnTo>
                  <a:lnTo>
                    <a:pt x="73" y="485"/>
                  </a:lnTo>
                  <a:lnTo>
                    <a:pt x="89" y="452"/>
                  </a:lnTo>
                  <a:lnTo>
                    <a:pt x="106" y="421"/>
                  </a:lnTo>
                  <a:lnTo>
                    <a:pt x="140" y="359"/>
                  </a:lnTo>
                  <a:lnTo>
                    <a:pt x="156" y="328"/>
                  </a:lnTo>
                  <a:lnTo>
                    <a:pt x="173" y="297"/>
                  </a:lnTo>
                  <a:lnTo>
                    <a:pt x="173" y="297"/>
                  </a:lnTo>
                  <a:lnTo>
                    <a:pt x="187" y="264"/>
                  </a:lnTo>
                  <a:lnTo>
                    <a:pt x="201" y="230"/>
                  </a:lnTo>
                  <a:lnTo>
                    <a:pt x="229" y="163"/>
                  </a:lnTo>
                  <a:lnTo>
                    <a:pt x="243" y="130"/>
                  </a:lnTo>
                  <a:lnTo>
                    <a:pt x="258" y="98"/>
                  </a:lnTo>
                  <a:lnTo>
                    <a:pt x="273" y="65"/>
                  </a:lnTo>
                  <a:lnTo>
                    <a:pt x="290" y="34"/>
                  </a:lnTo>
                  <a:lnTo>
                    <a:pt x="290" y="34"/>
                  </a:lnTo>
                  <a:lnTo>
                    <a:pt x="292" y="28"/>
                  </a:lnTo>
                  <a:lnTo>
                    <a:pt x="293" y="25"/>
                  </a:lnTo>
                  <a:lnTo>
                    <a:pt x="293" y="19"/>
                  </a:lnTo>
                  <a:lnTo>
                    <a:pt x="292" y="15"/>
                  </a:lnTo>
                  <a:lnTo>
                    <a:pt x="290" y="11"/>
                  </a:lnTo>
                  <a:lnTo>
                    <a:pt x="288" y="9"/>
                  </a:lnTo>
                  <a:lnTo>
                    <a:pt x="281" y="2"/>
                  </a:lnTo>
                  <a:lnTo>
                    <a:pt x="273" y="0"/>
                  </a:lnTo>
                  <a:lnTo>
                    <a:pt x="269" y="0"/>
                  </a:lnTo>
                  <a:lnTo>
                    <a:pt x="265" y="0"/>
                  </a:lnTo>
                  <a:lnTo>
                    <a:pt x="262" y="1"/>
                  </a:lnTo>
                  <a:lnTo>
                    <a:pt x="258" y="4"/>
                  </a:lnTo>
                  <a:lnTo>
                    <a:pt x="254" y="6"/>
                  </a:lnTo>
                  <a:lnTo>
                    <a:pt x="251" y="10"/>
                  </a:lnTo>
                  <a:lnTo>
                    <a:pt x="251" y="1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4" name="Freeform 516"/>
            <p:cNvSpPr/>
            <p:nvPr>
              <p:custDataLst>
                <p:tags r:id="rId58"/>
              </p:custDataLst>
            </p:nvPr>
          </p:nvSpPr>
          <p:spPr bwMode="auto">
            <a:xfrm>
              <a:off x="3255963" y="1174750"/>
              <a:ext cx="109538" cy="230188"/>
            </a:xfrm>
            <a:custGeom>
              <a:avLst/>
              <a:gdLst/>
              <a:ahLst/>
              <a:cxnLst>
                <a:cxn ang="0">
                  <a:pos x="270" y="543"/>
                </a:cxn>
                <a:cxn ang="0">
                  <a:pos x="263" y="533"/>
                </a:cxn>
                <a:cxn ang="0">
                  <a:pos x="248" y="505"/>
                </a:cxn>
                <a:cxn ang="0">
                  <a:pos x="233" y="456"/>
                </a:cxn>
                <a:cxn ang="0">
                  <a:pos x="221" y="429"/>
                </a:cxn>
                <a:cxn ang="0">
                  <a:pos x="213" y="412"/>
                </a:cxn>
                <a:cxn ang="0">
                  <a:pos x="192" y="359"/>
                </a:cxn>
                <a:cxn ang="0">
                  <a:pos x="170" y="288"/>
                </a:cxn>
                <a:cxn ang="0">
                  <a:pos x="165" y="270"/>
                </a:cxn>
                <a:cxn ang="0">
                  <a:pos x="146" y="222"/>
                </a:cxn>
                <a:cxn ang="0">
                  <a:pos x="125" y="174"/>
                </a:cxn>
                <a:cxn ang="0">
                  <a:pos x="120" y="157"/>
                </a:cxn>
                <a:cxn ang="0">
                  <a:pos x="103" y="120"/>
                </a:cxn>
                <a:cxn ang="0">
                  <a:pos x="81" y="86"/>
                </a:cxn>
                <a:cxn ang="0">
                  <a:pos x="60" y="52"/>
                </a:cxn>
                <a:cxn ang="0">
                  <a:pos x="44" y="17"/>
                </a:cxn>
                <a:cxn ang="0">
                  <a:pos x="43" y="12"/>
                </a:cxn>
                <a:cxn ang="0">
                  <a:pos x="36" y="5"/>
                </a:cxn>
                <a:cxn ang="0">
                  <a:pos x="28" y="1"/>
                </a:cxn>
                <a:cxn ang="0">
                  <a:pos x="17" y="1"/>
                </a:cxn>
                <a:cxn ang="0">
                  <a:pos x="5" y="8"/>
                </a:cxn>
                <a:cxn ang="0">
                  <a:pos x="1" y="14"/>
                </a:cxn>
                <a:cxn ang="0">
                  <a:pos x="0" y="23"/>
                </a:cxn>
                <a:cxn ang="0">
                  <a:pos x="1" y="29"/>
                </a:cxn>
                <a:cxn ang="0">
                  <a:pos x="15" y="64"/>
                </a:cxn>
                <a:cxn ang="0">
                  <a:pos x="36" y="99"/>
                </a:cxn>
                <a:cxn ang="0">
                  <a:pos x="68" y="150"/>
                </a:cxn>
                <a:cxn ang="0">
                  <a:pos x="76" y="168"/>
                </a:cxn>
                <a:cxn ang="0">
                  <a:pos x="119" y="277"/>
                </a:cxn>
                <a:cxn ang="0">
                  <a:pos x="130" y="314"/>
                </a:cxn>
                <a:cxn ang="0">
                  <a:pos x="151" y="384"/>
                </a:cxn>
                <a:cxn ang="0">
                  <a:pos x="182" y="451"/>
                </a:cxn>
                <a:cxn ang="0">
                  <a:pos x="188" y="465"/>
                </a:cxn>
                <a:cxn ang="0">
                  <a:pos x="205" y="516"/>
                </a:cxn>
                <a:cxn ang="0">
                  <a:pos x="219" y="549"/>
                </a:cxn>
                <a:cxn ang="0">
                  <a:pos x="233" y="569"/>
                </a:cxn>
                <a:cxn ang="0">
                  <a:pos x="239" y="575"/>
                </a:cxn>
                <a:cxn ang="0">
                  <a:pos x="247" y="580"/>
                </a:cxn>
                <a:cxn ang="0">
                  <a:pos x="256" y="580"/>
                </a:cxn>
                <a:cxn ang="0">
                  <a:pos x="264" y="579"/>
                </a:cxn>
                <a:cxn ang="0">
                  <a:pos x="276" y="567"/>
                </a:cxn>
                <a:cxn ang="0">
                  <a:pos x="278" y="558"/>
                </a:cxn>
                <a:cxn ang="0">
                  <a:pos x="277" y="550"/>
                </a:cxn>
                <a:cxn ang="0">
                  <a:pos x="270" y="543"/>
                </a:cxn>
              </a:cxnLst>
              <a:rect l="0" t="0" r="r" b="b"/>
              <a:pathLst>
                <a:path w="278" h="580">
                  <a:moveTo>
                    <a:pt x="270" y="543"/>
                  </a:moveTo>
                  <a:lnTo>
                    <a:pt x="270" y="543"/>
                  </a:lnTo>
                  <a:lnTo>
                    <a:pt x="267" y="539"/>
                  </a:lnTo>
                  <a:lnTo>
                    <a:pt x="263" y="533"/>
                  </a:lnTo>
                  <a:lnTo>
                    <a:pt x="255" y="520"/>
                  </a:lnTo>
                  <a:lnTo>
                    <a:pt x="248" y="505"/>
                  </a:lnTo>
                  <a:lnTo>
                    <a:pt x="243" y="489"/>
                  </a:lnTo>
                  <a:lnTo>
                    <a:pt x="233" y="456"/>
                  </a:lnTo>
                  <a:lnTo>
                    <a:pt x="227" y="441"/>
                  </a:lnTo>
                  <a:lnTo>
                    <a:pt x="221" y="429"/>
                  </a:lnTo>
                  <a:lnTo>
                    <a:pt x="221" y="429"/>
                  </a:lnTo>
                  <a:lnTo>
                    <a:pt x="213" y="412"/>
                  </a:lnTo>
                  <a:lnTo>
                    <a:pt x="205" y="395"/>
                  </a:lnTo>
                  <a:lnTo>
                    <a:pt x="192" y="359"/>
                  </a:lnTo>
                  <a:lnTo>
                    <a:pt x="180" y="324"/>
                  </a:lnTo>
                  <a:lnTo>
                    <a:pt x="170" y="288"/>
                  </a:lnTo>
                  <a:lnTo>
                    <a:pt x="170" y="288"/>
                  </a:lnTo>
                  <a:lnTo>
                    <a:pt x="165" y="270"/>
                  </a:lnTo>
                  <a:lnTo>
                    <a:pt x="159" y="253"/>
                  </a:lnTo>
                  <a:lnTo>
                    <a:pt x="146" y="222"/>
                  </a:lnTo>
                  <a:lnTo>
                    <a:pt x="132" y="189"/>
                  </a:lnTo>
                  <a:lnTo>
                    <a:pt x="125" y="174"/>
                  </a:lnTo>
                  <a:lnTo>
                    <a:pt x="120" y="157"/>
                  </a:lnTo>
                  <a:lnTo>
                    <a:pt x="120" y="157"/>
                  </a:lnTo>
                  <a:lnTo>
                    <a:pt x="112" y="138"/>
                  </a:lnTo>
                  <a:lnTo>
                    <a:pt x="103" y="120"/>
                  </a:lnTo>
                  <a:lnTo>
                    <a:pt x="93" y="103"/>
                  </a:lnTo>
                  <a:lnTo>
                    <a:pt x="81" y="86"/>
                  </a:lnTo>
                  <a:lnTo>
                    <a:pt x="70" y="69"/>
                  </a:lnTo>
                  <a:lnTo>
                    <a:pt x="60" y="52"/>
                  </a:lnTo>
                  <a:lnTo>
                    <a:pt x="51" y="34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3" y="12"/>
                  </a:lnTo>
                  <a:lnTo>
                    <a:pt x="40" y="8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8" y="1"/>
                  </a:lnTo>
                  <a:lnTo>
                    <a:pt x="25" y="0"/>
                  </a:lnTo>
                  <a:lnTo>
                    <a:pt x="17" y="1"/>
                  </a:lnTo>
                  <a:lnTo>
                    <a:pt x="9" y="5"/>
                  </a:lnTo>
                  <a:lnTo>
                    <a:pt x="5" y="8"/>
                  </a:lnTo>
                  <a:lnTo>
                    <a:pt x="2" y="10"/>
                  </a:lnTo>
                  <a:lnTo>
                    <a:pt x="1" y="14"/>
                  </a:lnTo>
                  <a:lnTo>
                    <a:pt x="0" y="18"/>
                  </a:lnTo>
                  <a:lnTo>
                    <a:pt x="0" y="23"/>
                  </a:lnTo>
                  <a:lnTo>
                    <a:pt x="1" y="29"/>
                  </a:lnTo>
                  <a:lnTo>
                    <a:pt x="1" y="29"/>
                  </a:lnTo>
                  <a:lnTo>
                    <a:pt x="8" y="47"/>
                  </a:lnTo>
                  <a:lnTo>
                    <a:pt x="15" y="64"/>
                  </a:lnTo>
                  <a:lnTo>
                    <a:pt x="26" y="82"/>
                  </a:lnTo>
                  <a:lnTo>
                    <a:pt x="36" y="99"/>
                  </a:lnTo>
                  <a:lnTo>
                    <a:pt x="57" y="133"/>
                  </a:lnTo>
                  <a:lnTo>
                    <a:pt x="68" y="150"/>
                  </a:lnTo>
                  <a:lnTo>
                    <a:pt x="76" y="168"/>
                  </a:lnTo>
                  <a:lnTo>
                    <a:pt x="76" y="168"/>
                  </a:lnTo>
                  <a:lnTo>
                    <a:pt x="104" y="240"/>
                  </a:lnTo>
                  <a:lnTo>
                    <a:pt x="119" y="277"/>
                  </a:lnTo>
                  <a:lnTo>
                    <a:pt x="130" y="314"/>
                  </a:lnTo>
                  <a:lnTo>
                    <a:pt x="130" y="314"/>
                  </a:lnTo>
                  <a:lnTo>
                    <a:pt x="140" y="349"/>
                  </a:lnTo>
                  <a:lnTo>
                    <a:pt x="151" y="384"/>
                  </a:lnTo>
                  <a:lnTo>
                    <a:pt x="166" y="418"/>
                  </a:lnTo>
                  <a:lnTo>
                    <a:pt x="182" y="451"/>
                  </a:lnTo>
                  <a:lnTo>
                    <a:pt x="182" y="451"/>
                  </a:lnTo>
                  <a:lnTo>
                    <a:pt x="188" y="465"/>
                  </a:lnTo>
                  <a:lnTo>
                    <a:pt x="195" y="482"/>
                  </a:lnTo>
                  <a:lnTo>
                    <a:pt x="205" y="516"/>
                  </a:lnTo>
                  <a:lnTo>
                    <a:pt x="212" y="533"/>
                  </a:lnTo>
                  <a:lnTo>
                    <a:pt x="219" y="549"/>
                  </a:lnTo>
                  <a:lnTo>
                    <a:pt x="229" y="563"/>
                  </a:lnTo>
                  <a:lnTo>
                    <a:pt x="233" y="569"/>
                  </a:lnTo>
                  <a:lnTo>
                    <a:pt x="239" y="575"/>
                  </a:lnTo>
                  <a:lnTo>
                    <a:pt x="239" y="575"/>
                  </a:lnTo>
                  <a:lnTo>
                    <a:pt x="243" y="578"/>
                  </a:lnTo>
                  <a:lnTo>
                    <a:pt x="247" y="580"/>
                  </a:lnTo>
                  <a:lnTo>
                    <a:pt x="251" y="580"/>
                  </a:lnTo>
                  <a:lnTo>
                    <a:pt x="256" y="580"/>
                  </a:lnTo>
                  <a:lnTo>
                    <a:pt x="260" y="580"/>
                  </a:lnTo>
                  <a:lnTo>
                    <a:pt x="264" y="579"/>
                  </a:lnTo>
                  <a:lnTo>
                    <a:pt x="270" y="574"/>
                  </a:lnTo>
                  <a:lnTo>
                    <a:pt x="276" y="567"/>
                  </a:lnTo>
                  <a:lnTo>
                    <a:pt x="277" y="563"/>
                  </a:lnTo>
                  <a:lnTo>
                    <a:pt x="278" y="558"/>
                  </a:lnTo>
                  <a:lnTo>
                    <a:pt x="278" y="554"/>
                  </a:lnTo>
                  <a:lnTo>
                    <a:pt x="277" y="550"/>
                  </a:lnTo>
                  <a:lnTo>
                    <a:pt x="274" y="546"/>
                  </a:lnTo>
                  <a:lnTo>
                    <a:pt x="270" y="543"/>
                  </a:lnTo>
                  <a:lnTo>
                    <a:pt x="270" y="54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5" name="Freeform 517"/>
            <p:cNvSpPr/>
            <p:nvPr>
              <p:custDataLst>
                <p:tags r:id="rId59"/>
              </p:custDataLst>
            </p:nvPr>
          </p:nvSpPr>
          <p:spPr bwMode="auto">
            <a:xfrm>
              <a:off x="3589338" y="1176338"/>
              <a:ext cx="115888" cy="230188"/>
            </a:xfrm>
            <a:custGeom>
              <a:avLst/>
              <a:gdLst/>
              <a:ahLst/>
              <a:cxnLst>
                <a:cxn ang="0">
                  <a:pos x="251" y="10"/>
                </a:cxn>
                <a:cxn ang="0">
                  <a:pos x="216" y="78"/>
                </a:cxn>
                <a:cxn ang="0">
                  <a:pos x="186" y="149"/>
                </a:cxn>
                <a:cxn ang="0">
                  <a:pos x="140" y="255"/>
                </a:cxn>
                <a:cxn ang="0">
                  <a:pos x="124" y="290"/>
                </a:cxn>
                <a:cxn ang="0">
                  <a:pos x="91" y="349"/>
                </a:cxn>
                <a:cxn ang="0">
                  <a:pos x="59" y="406"/>
                </a:cxn>
                <a:cxn ang="0">
                  <a:pos x="40" y="440"/>
                </a:cxn>
                <a:cxn ang="0">
                  <a:pos x="12" y="515"/>
                </a:cxn>
                <a:cxn ang="0">
                  <a:pos x="1" y="553"/>
                </a:cxn>
                <a:cxn ang="0">
                  <a:pos x="1" y="553"/>
                </a:cxn>
                <a:cxn ang="0">
                  <a:pos x="0" y="558"/>
                </a:cxn>
                <a:cxn ang="0">
                  <a:pos x="1" y="567"/>
                </a:cxn>
                <a:cxn ang="0">
                  <a:pos x="5" y="574"/>
                </a:cxn>
                <a:cxn ang="0">
                  <a:pos x="18" y="580"/>
                </a:cxn>
                <a:cxn ang="0">
                  <a:pos x="35" y="578"/>
                </a:cxn>
                <a:cxn ang="0">
                  <a:pos x="40" y="573"/>
                </a:cxn>
                <a:cxn ang="0">
                  <a:pos x="44" y="565"/>
                </a:cxn>
                <a:cxn ang="0">
                  <a:pos x="44" y="563"/>
                </a:cxn>
                <a:cxn ang="0">
                  <a:pos x="48" y="558"/>
                </a:cxn>
                <a:cxn ang="0">
                  <a:pos x="48" y="552"/>
                </a:cxn>
                <a:cxn ang="0">
                  <a:pos x="73" y="485"/>
                </a:cxn>
                <a:cxn ang="0">
                  <a:pos x="104" y="421"/>
                </a:cxn>
                <a:cxn ang="0">
                  <a:pos x="155" y="328"/>
                </a:cxn>
                <a:cxn ang="0">
                  <a:pos x="171" y="297"/>
                </a:cxn>
                <a:cxn ang="0">
                  <a:pos x="201" y="230"/>
                </a:cxn>
                <a:cxn ang="0">
                  <a:pos x="243" y="130"/>
                </a:cxn>
                <a:cxn ang="0">
                  <a:pos x="273" y="65"/>
                </a:cxn>
                <a:cxn ang="0">
                  <a:pos x="290" y="34"/>
                </a:cxn>
                <a:cxn ang="0">
                  <a:pos x="293" y="25"/>
                </a:cxn>
                <a:cxn ang="0">
                  <a:pos x="291" y="15"/>
                </a:cxn>
                <a:cxn ang="0">
                  <a:pos x="288" y="9"/>
                </a:cxn>
                <a:cxn ang="0">
                  <a:pos x="273" y="0"/>
                </a:cxn>
                <a:cxn ang="0">
                  <a:pos x="264" y="0"/>
                </a:cxn>
                <a:cxn ang="0">
                  <a:pos x="256" y="4"/>
                </a:cxn>
                <a:cxn ang="0">
                  <a:pos x="251" y="10"/>
                </a:cxn>
              </a:cxnLst>
              <a:rect l="0" t="0" r="r" b="b"/>
              <a:pathLst>
                <a:path w="293" h="580">
                  <a:moveTo>
                    <a:pt x="251" y="10"/>
                  </a:moveTo>
                  <a:lnTo>
                    <a:pt x="251" y="10"/>
                  </a:lnTo>
                  <a:lnTo>
                    <a:pt x="233" y="44"/>
                  </a:lnTo>
                  <a:lnTo>
                    <a:pt x="216" y="78"/>
                  </a:lnTo>
                  <a:lnTo>
                    <a:pt x="200" y="113"/>
                  </a:lnTo>
                  <a:lnTo>
                    <a:pt x="186" y="149"/>
                  </a:lnTo>
                  <a:lnTo>
                    <a:pt x="155" y="219"/>
                  </a:lnTo>
                  <a:lnTo>
                    <a:pt x="140" y="255"/>
                  </a:lnTo>
                  <a:lnTo>
                    <a:pt x="124" y="290"/>
                  </a:lnTo>
                  <a:lnTo>
                    <a:pt x="124" y="290"/>
                  </a:lnTo>
                  <a:lnTo>
                    <a:pt x="108" y="320"/>
                  </a:lnTo>
                  <a:lnTo>
                    <a:pt x="91" y="349"/>
                  </a:lnTo>
                  <a:lnTo>
                    <a:pt x="74" y="376"/>
                  </a:lnTo>
                  <a:lnTo>
                    <a:pt x="59" y="406"/>
                  </a:lnTo>
                  <a:lnTo>
                    <a:pt x="59" y="406"/>
                  </a:lnTo>
                  <a:lnTo>
                    <a:pt x="40" y="440"/>
                  </a:lnTo>
                  <a:lnTo>
                    <a:pt x="25" y="477"/>
                  </a:lnTo>
                  <a:lnTo>
                    <a:pt x="12" y="515"/>
                  </a:lnTo>
                  <a:lnTo>
                    <a:pt x="1" y="553"/>
                  </a:lnTo>
                  <a:lnTo>
                    <a:pt x="1" y="553"/>
                  </a:lnTo>
                  <a:lnTo>
                    <a:pt x="1" y="553"/>
                  </a:lnTo>
                  <a:lnTo>
                    <a:pt x="1" y="553"/>
                  </a:lnTo>
                  <a:lnTo>
                    <a:pt x="0" y="558"/>
                  </a:lnTo>
                  <a:lnTo>
                    <a:pt x="0" y="558"/>
                  </a:lnTo>
                  <a:lnTo>
                    <a:pt x="0" y="563"/>
                  </a:lnTo>
                  <a:lnTo>
                    <a:pt x="1" y="567"/>
                  </a:lnTo>
                  <a:lnTo>
                    <a:pt x="2" y="571"/>
                  </a:lnTo>
                  <a:lnTo>
                    <a:pt x="5" y="574"/>
                  </a:lnTo>
                  <a:lnTo>
                    <a:pt x="12" y="578"/>
                  </a:lnTo>
                  <a:lnTo>
                    <a:pt x="18" y="580"/>
                  </a:lnTo>
                  <a:lnTo>
                    <a:pt x="27" y="580"/>
                  </a:lnTo>
                  <a:lnTo>
                    <a:pt x="35" y="578"/>
                  </a:lnTo>
                  <a:lnTo>
                    <a:pt x="38" y="575"/>
                  </a:lnTo>
                  <a:lnTo>
                    <a:pt x="40" y="573"/>
                  </a:lnTo>
                  <a:lnTo>
                    <a:pt x="43" y="569"/>
                  </a:lnTo>
                  <a:lnTo>
                    <a:pt x="44" y="565"/>
                  </a:lnTo>
                  <a:lnTo>
                    <a:pt x="44" y="565"/>
                  </a:lnTo>
                  <a:lnTo>
                    <a:pt x="44" y="563"/>
                  </a:lnTo>
                  <a:lnTo>
                    <a:pt x="44" y="563"/>
                  </a:lnTo>
                  <a:lnTo>
                    <a:pt x="48" y="558"/>
                  </a:lnTo>
                  <a:lnTo>
                    <a:pt x="48" y="552"/>
                  </a:lnTo>
                  <a:lnTo>
                    <a:pt x="48" y="552"/>
                  </a:lnTo>
                  <a:lnTo>
                    <a:pt x="60" y="518"/>
                  </a:lnTo>
                  <a:lnTo>
                    <a:pt x="73" y="485"/>
                  </a:lnTo>
                  <a:lnTo>
                    <a:pt x="89" y="452"/>
                  </a:lnTo>
                  <a:lnTo>
                    <a:pt x="104" y="421"/>
                  </a:lnTo>
                  <a:lnTo>
                    <a:pt x="138" y="359"/>
                  </a:lnTo>
                  <a:lnTo>
                    <a:pt x="155" y="328"/>
                  </a:lnTo>
                  <a:lnTo>
                    <a:pt x="171" y="297"/>
                  </a:lnTo>
                  <a:lnTo>
                    <a:pt x="171" y="297"/>
                  </a:lnTo>
                  <a:lnTo>
                    <a:pt x="187" y="264"/>
                  </a:lnTo>
                  <a:lnTo>
                    <a:pt x="201" y="230"/>
                  </a:lnTo>
                  <a:lnTo>
                    <a:pt x="229" y="163"/>
                  </a:lnTo>
                  <a:lnTo>
                    <a:pt x="243" y="130"/>
                  </a:lnTo>
                  <a:lnTo>
                    <a:pt x="257" y="98"/>
                  </a:lnTo>
                  <a:lnTo>
                    <a:pt x="273" y="65"/>
                  </a:lnTo>
                  <a:lnTo>
                    <a:pt x="290" y="34"/>
                  </a:lnTo>
                  <a:lnTo>
                    <a:pt x="290" y="34"/>
                  </a:lnTo>
                  <a:lnTo>
                    <a:pt x="291" y="28"/>
                  </a:lnTo>
                  <a:lnTo>
                    <a:pt x="293" y="25"/>
                  </a:lnTo>
                  <a:lnTo>
                    <a:pt x="293" y="19"/>
                  </a:lnTo>
                  <a:lnTo>
                    <a:pt x="291" y="15"/>
                  </a:lnTo>
                  <a:lnTo>
                    <a:pt x="290" y="11"/>
                  </a:lnTo>
                  <a:lnTo>
                    <a:pt x="288" y="9"/>
                  </a:lnTo>
                  <a:lnTo>
                    <a:pt x="281" y="2"/>
                  </a:lnTo>
                  <a:lnTo>
                    <a:pt x="273" y="0"/>
                  </a:lnTo>
                  <a:lnTo>
                    <a:pt x="269" y="0"/>
                  </a:lnTo>
                  <a:lnTo>
                    <a:pt x="264" y="0"/>
                  </a:lnTo>
                  <a:lnTo>
                    <a:pt x="260" y="1"/>
                  </a:lnTo>
                  <a:lnTo>
                    <a:pt x="256" y="4"/>
                  </a:lnTo>
                  <a:lnTo>
                    <a:pt x="254" y="6"/>
                  </a:lnTo>
                  <a:lnTo>
                    <a:pt x="251" y="10"/>
                  </a:lnTo>
                  <a:lnTo>
                    <a:pt x="251" y="1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6" name="Freeform 518"/>
            <p:cNvSpPr/>
            <p:nvPr>
              <p:custDataLst>
                <p:tags r:id="rId60"/>
              </p:custDataLst>
            </p:nvPr>
          </p:nvSpPr>
          <p:spPr bwMode="auto">
            <a:xfrm>
              <a:off x="3709988" y="1174750"/>
              <a:ext cx="111125" cy="230188"/>
            </a:xfrm>
            <a:custGeom>
              <a:avLst/>
              <a:gdLst/>
              <a:ahLst/>
              <a:cxnLst>
                <a:cxn ang="0">
                  <a:pos x="270" y="543"/>
                </a:cxn>
                <a:cxn ang="0">
                  <a:pos x="262" y="533"/>
                </a:cxn>
                <a:cxn ang="0">
                  <a:pos x="248" y="505"/>
                </a:cxn>
                <a:cxn ang="0">
                  <a:pos x="232" y="456"/>
                </a:cxn>
                <a:cxn ang="0">
                  <a:pos x="221" y="429"/>
                </a:cxn>
                <a:cxn ang="0">
                  <a:pos x="211" y="412"/>
                </a:cxn>
                <a:cxn ang="0">
                  <a:pos x="191" y="359"/>
                </a:cxn>
                <a:cxn ang="0">
                  <a:pos x="170" y="288"/>
                </a:cxn>
                <a:cxn ang="0">
                  <a:pos x="164" y="270"/>
                </a:cxn>
                <a:cxn ang="0">
                  <a:pos x="145" y="222"/>
                </a:cxn>
                <a:cxn ang="0">
                  <a:pos x="125" y="174"/>
                </a:cxn>
                <a:cxn ang="0">
                  <a:pos x="119" y="157"/>
                </a:cxn>
                <a:cxn ang="0">
                  <a:pos x="103" y="120"/>
                </a:cxn>
                <a:cxn ang="0">
                  <a:pos x="81" y="86"/>
                </a:cxn>
                <a:cxn ang="0">
                  <a:pos x="60" y="52"/>
                </a:cxn>
                <a:cxn ang="0">
                  <a:pos x="44" y="17"/>
                </a:cxn>
                <a:cxn ang="0">
                  <a:pos x="43" y="12"/>
                </a:cxn>
                <a:cxn ang="0">
                  <a:pos x="36" y="5"/>
                </a:cxn>
                <a:cxn ang="0">
                  <a:pos x="28" y="1"/>
                </a:cxn>
                <a:cxn ang="0">
                  <a:pos x="17" y="1"/>
                </a:cxn>
                <a:cxn ang="0">
                  <a:pos x="5" y="8"/>
                </a:cxn>
                <a:cxn ang="0">
                  <a:pos x="1" y="14"/>
                </a:cxn>
                <a:cxn ang="0">
                  <a:pos x="0" y="23"/>
                </a:cxn>
                <a:cxn ang="0">
                  <a:pos x="0" y="29"/>
                </a:cxn>
                <a:cxn ang="0">
                  <a:pos x="15" y="64"/>
                </a:cxn>
                <a:cxn ang="0">
                  <a:pos x="36" y="99"/>
                </a:cxn>
                <a:cxn ang="0">
                  <a:pos x="66" y="150"/>
                </a:cxn>
                <a:cxn ang="0">
                  <a:pos x="75" y="168"/>
                </a:cxn>
                <a:cxn ang="0">
                  <a:pos x="119" y="277"/>
                </a:cxn>
                <a:cxn ang="0">
                  <a:pos x="129" y="314"/>
                </a:cxn>
                <a:cxn ang="0">
                  <a:pos x="151" y="384"/>
                </a:cxn>
                <a:cxn ang="0">
                  <a:pos x="181" y="451"/>
                </a:cxn>
                <a:cxn ang="0">
                  <a:pos x="188" y="465"/>
                </a:cxn>
                <a:cxn ang="0">
                  <a:pos x="205" y="516"/>
                </a:cxn>
                <a:cxn ang="0">
                  <a:pos x="219" y="549"/>
                </a:cxn>
                <a:cxn ang="0">
                  <a:pos x="232" y="569"/>
                </a:cxn>
                <a:cxn ang="0">
                  <a:pos x="238" y="575"/>
                </a:cxn>
                <a:cxn ang="0">
                  <a:pos x="247" y="580"/>
                </a:cxn>
                <a:cxn ang="0">
                  <a:pos x="256" y="580"/>
                </a:cxn>
                <a:cxn ang="0">
                  <a:pos x="264" y="579"/>
                </a:cxn>
                <a:cxn ang="0">
                  <a:pos x="276" y="567"/>
                </a:cxn>
                <a:cxn ang="0">
                  <a:pos x="278" y="558"/>
                </a:cxn>
                <a:cxn ang="0">
                  <a:pos x="277" y="550"/>
                </a:cxn>
                <a:cxn ang="0">
                  <a:pos x="270" y="543"/>
                </a:cxn>
              </a:cxnLst>
              <a:rect l="0" t="0" r="r" b="b"/>
              <a:pathLst>
                <a:path w="278" h="580">
                  <a:moveTo>
                    <a:pt x="270" y="543"/>
                  </a:moveTo>
                  <a:lnTo>
                    <a:pt x="270" y="543"/>
                  </a:lnTo>
                  <a:lnTo>
                    <a:pt x="266" y="539"/>
                  </a:lnTo>
                  <a:lnTo>
                    <a:pt x="262" y="533"/>
                  </a:lnTo>
                  <a:lnTo>
                    <a:pt x="255" y="520"/>
                  </a:lnTo>
                  <a:lnTo>
                    <a:pt x="248" y="505"/>
                  </a:lnTo>
                  <a:lnTo>
                    <a:pt x="243" y="489"/>
                  </a:lnTo>
                  <a:lnTo>
                    <a:pt x="232" y="456"/>
                  </a:lnTo>
                  <a:lnTo>
                    <a:pt x="226" y="441"/>
                  </a:lnTo>
                  <a:lnTo>
                    <a:pt x="221" y="429"/>
                  </a:lnTo>
                  <a:lnTo>
                    <a:pt x="221" y="429"/>
                  </a:lnTo>
                  <a:lnTo>
                    <a:pt x="211" y="412"/>
                  </a:lnTo>
                  <a:lnTo>
                    <a:pt x="205" y="395"/>
                  </a:lnTo>
                  <a:lnTo>
                    <a:pt x="191" y="359"/>
                  </a:lnTo>
                  <a:lnTo>
                    <a:pt x="180" y="324"/>
                  </a:lnTo>
                  <a:lnTo>
                    <a:pt x="170" y="288"/>
                  </a:lnTo>
                  <a:lnTo>
                    <a:pt x="170" y="288"/>
                  </a:lnTo>
                  <a:lnTo>
                    <a:pt x="164" y="270"/>
                  </a:lnTo>
                  <a:lnTo>
                    <a:pt x="159" y="253"/>
                  </a:lnTo>
                  <a:lnTo>
                    <a:pt x="145" y="222"/>
                  </a:lnTo>
                  <a:lnTo>
                    <a:pt x="132" y="189"/>
                  </a:lnTo>
                  <a:lnTo>
                    <a:pt x="125" y="174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112" y="138"/>
                  </a:lnTo>
                  <a:lnTo>
                    <a:pt x="103" y="120"/>
                  </a:lnTo>
                  <a:lnTo>
                    <a:pt x="92" y="103"/>
                  </a:lnTo>
                  <a:lnTo>
                    <a:pt x="81" y="86"/>
                  </a:lnTo>
                  <a:lnTo>
                    <a:pt x="70" y="69"/>
                  </a:lnTo>
                  <a:lnTo>
                    <a:pt x="60" y="52"/>
                  </a:lnTo>
                  <a:lnTo>
                    <a:pt x="51" y="34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3" y="12"/>
                  </a:lnTo>
                  <a:lnTo>
                    <a:pt x="40" y="8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8" y="1"/>
                  </a:lnTo>
                  <a:lnTo>
                    <a:pt x="24" y="0"/>
                  </a:lnTo>
                  <a:lnTo>
                    <a:pt x="17" y="1"/>
                  </a:lnTo>
                  <a:lnTo>
                    <a:pt x="9" y="5"/>
                  </a:lnTo>
                  <a:lnTo>
                    <a:pt x="5" y="8"/>
                  </a:lnTo>
                  <a:lnTo>
                    <a:pt x="2" y="10"/>
                  </a:lnTo>
                  <a:lnTo>
                    <a:pt x="1" y="14"/>
                  </a:lnTo>
                  <a:lnTo>
                    <a:pt x="0" y="18"/>
                  </a:lnTo>
                  <a:lnTo>
                    <a:pt x="0" y="23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6" y="47"/>
                  </a:lnTo>
                  <a:lnTo>
                    <a:pt x="15" y="64"/>
                  </a:lnTo>
                  <a:lnTo>
                    <a:pt x="24" y="82"/>
                  </a:lnTo>
                  <a:lnTo>
                    <a:pt x="36" y="99"/>
                  </a:lnTo>
                  <a:lnTo>
                    <a:pt x="57" y="133"/>
                  </a:lnTo>
                  <a:lnTo>
                    <a:pt x="66" y="150"/>
                  </a:lnTo>
                  <a:lnTo>
                    <a:pt x="75" y="168"/>
                  </a:lnTo>
                  <a:lnTo>
                    <a:pt x="75" y="168"/>
                  </a:lnTo>
                  <a:lnTo>
                    <a:pt x="104" y="240"/>
                  </a:lnTo>
                  <a:lnTo>
                    <a:pt x="119" y="277"/>
                  </a:lnTo>
                  <a:lnTo>
                    <a:pt x="129" y="314"/>
                  </a:lnTo>
                  <a:lnTo>
                    <a:pt x="129" y="314"/>
                  </a:lnTo>
                  <a:lnTo>
                    <a:pt x="140" y="349"/>
                  </a:lnTo>
                  <a:lnTo>
                    <a:pt x="151" y="384"/>
                  </a:lnTo>
                  <a:lnTo>
                    <a:pt x="164" y="418"/>
                  </a:lnTo>
                  <a:lnTo>
                    <a:pt x="181" y="451"/>
                  </a:lnTo>
                  <a:lnTo>
                    <a:pt x="181" y="451"/>
                  </a:lnTo>
                  <a:lnTo>
                    <a:pt x="188" y="465"/>
                  </a:lnTo>
                  <a:lnTo>
                    <a:pt x="194" y="482"/>
                  </a:lnTo>
                  <a:lnTo>
                    <a:pt x="205" y="516"/>
                  </a:lnTo>
                  <a:lnTo>
                    <a:pt x="211" y="533"/>
                  </a:lnTo>
                  <a:lnTo>
                    <a:pt x="219" y="549"/>
                  </a:lnTo>
                  <a:lnTo>
                    <a:pt x="227" y="563"/>
                  </a:lnTo>
                  <a:lnTo>
                    <a:pt x="232" y="569"/>
                  </a:lnTo>
                  <a:lnTo>
                    <a:pt x="238" y="575"/>
                  </a:lnTo>
                  <a:lnTo>
                    <a:pt x="238" y="575"/>
                  </a:lnTo>
                  <a:lnTo>
                    <a:pt x="243" y="578"/>
                  </a:lnTo>
                  <a:lnTo>
                    <a:pt x="247" y="580"/>
                  </a:lnTo>
                  <a:lnTo>
                    <a:pt x="251" y="580"/>
                  </a:lnTo>
                  <a:lnTo>
                    <a:pt x="256" y="580"/>
                  </a:lnTo>
                  <a:lnTo>
                    <a:pt x="260" y="580"/>
                  </a:lnTo>
                  <a:lnTo>
                    <a:pt x="264" y="579"/>
                  </a:lnTo>
                  <a:lnTo>
                    <a:pt x="270" y="574"/>
                  </a:lnTo>
                  <a:lnTo>
                    <a:pt x="276" y="567"/>
                  </a:lnTo>
                  <a:lnTo>
                    <a:pt x="277" y="563"/>
                  </a:lnTo>
                  <a:lnTo>
                    <a:pt x="278" y="558"/>
                  </a:lnTo>
                  <a:lnTo>
                    <a:pt x="277" y="554"/>
                  </a:lnTo>
                  <a:lnTo>
                    <a:pt x="277" y="550"/>
                  </a:lnTo>
                  <a:lnTo>
                    <a:pt x="274" y="546"/>
                  </a:lnTo>
                  <a:lnTo>
                    <a:pt x="270" y="543"/>
                  </a:lnTo>
                  <a:lnTo>
                    <a:pt x="270" y="54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7" name="Freeform 519"/>
            <p:cNvSpPr/>
            <p:nvPr>
              <p:custDataLst>
                <p:tags r:id="rId61"/>
              </p:custDataLst>
            </p:nvPr>
          </p:nvSpPr>
          <p:spPr bwMode="auto">
            <a:xfrm>
              <a:off x="3429001" y="984250"/>
              <a:ext cx="101600" cy="120650"/>
            </a:xfrm>
            <a:custGeom>
              <a:avLst/>
              <a:gdLst/>
              <a:ahLst/>
              <a:cxnLst>
                <a:cxn ang="0">
                  <a:pos x="248" y="90"/>
                </a:cxn>
                <a:cxn ang="0">
                  <a:pos x="241" y="68"/>
                </a:cxn>
                <a:cxn ang="0">
                  <a:pos x="232" y="48"/>
                </a:cxn>
                <a:cxn ang="0">
                  <a:pos x="219" y="33"/>
                </a:cxn>
                <a:cxn ang="0">
                  <a:pos x="204" y="19"/>
                </a:cxn>
                <a:cxn ang="0">
                  <a:pos x="186" y="10"/>
                </a:cxn>
                <a:cxn ang="0">
                  <a:pos x="166" y="4"/>
                </a:cxn>
                <a:cxn ang="0">
                  <a:pos x="122" y="0"/>
                </a:cxn>
                <a:cxn ang="0">
                  <a:pos x="102" y="0"/>
                </a:cxn>
                <a:cxn ang="0">
                  <a:pos x="75" y="4"/>
                </a:cxn>
                <a:cxn ang="0">
                  <a:pos x="57" y="10"/>
                </a:cxn>
                <a:cxn ang="0">
                  <a:pos x="47" y="14"/>
                </a:cxn>
                <a:cxn ang="0">
                  <a:pos x="33" y="26"/>
                </a:cxn>
                <a:cxn ang="0">
                  <a:pos x="24" y="39"/>
                </a:cxn>
                <a:cxn ang="0">
                  <a:pos x="8" y="70"/>
                </a:cxn>
                <a:cxn ang="0">
                  <a:pos x="4" y="78"/>
                </a:cxn>
                <a:cxn ang="0">
                  <a:pos x="2" y="97"/>
                </a:cxn>
                <a:cxn ang="0">
                  <a:pos x="3" y="144"/>
                </a:cxn>
                <a:cxn ang="0">
                  <a:pos x="3" y="281"/>
                </a:cxn>
                <a:cxn ang="0">
                  <a:pos x="4" y="291"/>
                </a:cxn>
                <a:cxn ang="0">
                  <a:pos x="9" y="298"/>
                </a:cxn>
                <a:cxn ang="0">
                  <a:pos x="17" y="302"/>
                </a:cxn>
                <a:cxn ang="0">
                  <a:pos x="33" y="302"/>
                </a:cxn>
                <a:cxn ang="0">
                  <a:pos x="41" y="298"/>
                </a:cxn>
                <a:cxn ang="0">
                  <a:pos x="46" y="291"/>
                </a:cxn>
                <a:cxn ang="0">
                  <a:pos x="47" y="281"/>
                </a:cxn>
                <a:cxn ang="0">
                  <a:pos x="47" y="144"/>
                </a:cxn>
                <a:cxn ang="0">
                  <a:pos x="49" y="98"/>
                </a:cxn>
                <a:cxn ang="0">
                  <a:pos x="53" y="84"/>
                </a:cxn>
                <a:cxn ang="0">
                  <a:pos x="59" y="72"/>
                </a:cxn>
                <a:cxn ang="0">
                  <a:pos x="74" y="56"/>
                </a:cxn>
                <a:cxn ang="0">
                  <a:pos x="89" y="48"/>
                </a:cxn>
                <a:cxn ang="0">
                  <a:pos x="109" y="46"/>
                </a:cxn>
                <a:cxn ang="0">
                  <a:pos x="122" y="46"/>
                </a:cxn>
                <a:cxn ang="0">
                  <a:pos x="145" y="47"/>
                </a:cxn>
                <a:cxn ang="0">
                  <a:pos x="165" y="52"/>
                </a:cxn>
                <a:cxn ang="0">
                  <a:pos x="179" y="61"/>
                </a:cxn>
                <a:cxn ang="0">
                  <a:pos x="190" y="73"/>
                </a:cxn>
                <a:cxn ang="0">
                  <a:pos x="196" y="89"/>
                </a:cxn>
                <a:cxn ang="0">
                  <a:pos x="203" y="127"/>
                </a:cxn>
                <a:cxn ang="0">
                  <a:pos x="204" y="149"/>
                </a:cxn>
                <a:cxn ang="0">
                  <a:pos x="208" y="210"/>
                </a:cxn>
                <a:cxn ang="0">
                  <a:pos x="212" y="274"/>
                </a:cxn>
                <a:cxn ang="0">
                  <a:pos x="212" y="280"/>
                </a:cxn>
                <a:cxn ang="0">
                  <a:pos x="216" y="288"/>
                </a:cxn>
                <a:cxn ang="0">
                  <a:pos x="223" y="293"/>
                </a:cxn>
                <a:cxn ang="0">
                  <a:pos x="234" y="295"/>
                </a:cxn>
                <a:cxn ang="0">
                  <a:pos x="246" y="293"/>
                </a:cxn>
                <a:cxn ang="0">
                  <a:pos x="253" y="288"/>
                </a:cxn>
                <a:cxn ang="0">
                  <a:pos x="257" y="280"/>
                </a:cxn>
                <a:cxn ang="0">
                  <a:pos x="258" y="274"/>
                </a:cxn>
                <a:cxn ang="0">
                  <a:pos x="257" y="182"/>
                </a:cxn>
                <a:cxn ang="0">
                  <a:pos x="251" y="112"/>
                </a:cxn>
                <a:cxn ang="0">
                  <a:pos x="248" y="90"/>
                </a:cxn>
              </a:cxnLst>
              <a:rect l="0" t="0" r="r" b="b"/>
              <a:pathLst>
                <a:path w="258" h="303">
                  <a:moveTo>
                    <a:pt x="248" y="90"/>
                  </a:moveTo>
                  <a:lnTo>
                    <a:pt x="248" y="90"/>
                  </a:lnTo>
                  <a:lnTo>
                    <a:pt x="245" y="78"/>
                  </a:lnTo>
                  <a:lnTo>
                    <a:pt x="241" y="68"/>
                  </a:lnTo>
                  <a:lnTo>
                    <a:pt x="237" y="57"/>
                  </a:lnTo>
                  <a:lnTo>
                    <a:pt x="232" y="48"/>
                  </a:lnTo>
                  <a:lnTo>
                    <a:pt x="225" y="40"/>
                  </a:lnTo>
                  <a:lnTo>
                    <a:pt x="219" y="33"/>
                  </a:lnTo>
                  <a:lnTo>
                    <a:pt x="212" y="26"/>
                  </a:lnTo>
                  <a:lnTo>
                    <a:pt x="204" y="19"/>
                  </a:lnTo>
                  <a:lnTo>
                    <a:pt x="195" y="16"/>
                  </a:lnTo>
                  <a:lnTo>
                    <a:pt x="186" y="10"/>
                  </a:lnTo>
                  <a:lnTo>
                    <a:pt x="177" y="8"/>
                  </a:lnTo>
                  <a:lnTo>
                    <a:pt x="166" y="4"/>
                  </a:lnTo>
                  <a:lnTo>
                    <a:pt x="144" y="1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2" y="0"/>
                  </a:lnTo>
                  <a:lnTo>
                    <a:pt x="84" y="1"/>
                  </a:lnTo>
                  <a:lnTo>
                    <a:pt x="75" y="4"/>
                  </a:lnTo>
                  <a:lnTo>
                    <a:pt x="66" y="6"/>
                  </a:lnTo>
                  <a:lnTo>
                    <a:pt x="57" y="10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0" y="21"/>
                  </a:lnTo>
                  <a:lnTo>
                    <a:pt x="33" y="26"/>
                  </a:lnTo>
                  <a:lnTo>
                    <a:pt x="28" y="33"/>
                  </a:lnTo>
                  <a:lnTo>
                    <a:pt x="24" y="39"/>
                  </a:lnTo>
                  <a:lnTo>
                    <a:pt x="16" y="53"/>
                  </a:lnTo>
                  <a:lnTo>
                    <a:pt x="8" y="70"/>
                  </a:lnTo>
                  <a:lnTo>
                    <a:pt x="8" y="70"/>
                  </a:lnTo>
                  <a:lnTo>
                    <a:pt x="4" y="78"/>
                  </a:lnTo>
                  <a:lnTo>
                    <a:pt x="3" y="87"/>
                  </a:lnTo>
                  <a:lnTo>
                    <a:pt x="2" y="97"/>
                  </a:lnTo>
                  <a:lnTo>
                    <a:pt x="0" y="106"/>
                  </a:lnTo>
                  <a:lnTo>
                    <a:pt x="3" y="144"/>
                  </a:lnTo>
                  <a:lnTo>
                    <a:pt x="3" y="281"/>
                  </a:lnTo>
                  <a:lnTo>
                    <a:pt x="3" y="281"/>
                  </a:lnTo>
                  <a:lnTo>
                    <a:pt x="3" y="286"/>
                  </a:lnTo>
                  <a:lnTo>
                    <a:pt x="4" y="291"/>
                  </a:lnTo>
                  <a:lnTo>
                    <a:pt x="7" y="295"/>
                  </a:lnTo>
                  <a:lnTo>
                    <a:pt x="9" y="298"/>
                  </a:lnTo>
                  <a:lnTo>
                    <a:pt x="13" y="301"/>
                  </a:lnTo>
                  <a:lnTo>
                    <a:pt x="17" y="302"/>
                  </a:lnTo>
                  <a:lnTo>
                    <a:pt x="25" y="303"/>
                  </a:lnTo>
                  <a:lnTo>
                    <a:pt x="33" y="302"/>
                  </a:lnTo>
                  <a:lnTo>
                    <a:pt x="37" y="301"/>
                  </a:lnTo>
                  <a:lnTo>
                    <a:pt x="41" y="298"/>
                  </a:lnTo>
                  <a:lnTo>
                    <a:pt x="43" y="295"/>
                  </a:lnTo>
                  <a:lnTo>
                    <a:pt x="46" y="291"/>
                  </a:lnTo>
                  <a:lnTo>
                    <a:pt x="47" y="286"/>
                  </a:lnTo>
                  <a:lnTo>
                    <a:pt x="47" y="281"/>
                  </a:lnTo>
                  <a:lnTo>
                    <a:pt x="47" y="144"/>
                  </a:lnTo>
                  <a:lnTo>
                    <a:pt x="47" y="144"/>
                  </a:lnTo>
                  <a:lnTo>
                    <a:pt x="47" y="114"/>
                  </a:lnTo>
                  <a:lnTo>
                    <a:pt x="49" y="98"/>
                  </a:lnTo>
                  <a:lnTo>
                    <a:pt x="50" y="90"/>
                  </a:lnTo>
                  <a:lnTo>
                    <a:pt x="53" y="84"/>
                  </a:lnTo>
                  <a:lnTo>
                    <a:pt x="53" y="84"/>
                  </a:lnTo>
                  <a:lnTo>
                    <a:pt x="59" y="72"/>
                  </a:lnTo>
                  <a:lnTo>
                    <a:pt x="66" y="63"/>
                  </a:lnTo>
                  <a:lnTo>
                    <a:pt x="74" y="56"/>
                  </a:lnTo>
                  <a:lnTo>
                    <a:pt x="80" y="52"/>
                  </a:lnTo>
                  <a:lnTo>
                    <a:pt x="89" y="48"/>
                  </a:lnTo>
                  <a:lnTo>
                    <a:pt x="98" y="47"/>
                  </a:lnTo>
                  <a:lnTo>
                    <a:pt x="109" y="46"/>
                  </a:lnTo>
                  <a:lnTo>
                    <a:pt x="122" y="46"/>
                  </a:lnTo>
                  <a:lnTo>
                    <a:pt x="122" y="46"/>
                  </a:lnTo>
                  <a:lnTo>
                    <a:pt x="135" y="46"/>
                  </a:lnTo>
                  <a:lnTo>
                    <a:pt x="145" y="47"/>
                  </a:lnTo>
                  <a:lnTo>
                    <a:pt x="156" y="50"/>
                  </a:lnTo>
                  <a:lnTo>
                    <a:pt x="165" y="52"/>
                  </a:lnTo>
                  <a:lnTo>
                    <a:pt x="173" y="56"/>
                  </a:lnTo>
                  <a:lnTo>
                    <a:pt x="179" y="61"/>
                  </a:lnTo>
                  <a:lnTo>
                    <a:pt x="185" y="67"/>
                  </a:lnTo>
                  <a:lnTo>
                    <a:pt x="190" y="73"/>
                  </a:lnTo>
                  <a:lnTo>
                    <a:pt x="194" y="81"/>
                  </a:lnTo>
                  <a:lnTo>
                    <a:pt x="196" y="89"/>
                  </a:lnTo>
                  <a:lnTo>
                    <a:pt x="202" y="106"/>
                  </a:lnTo>
                  <a:lnTo>
                    <a:pt x="203" y="127"/>
                  </a:lnTo>
                  <a:lnTo>
                    <a:pt x="204" y="149"/>
                  </a:lnTo>
                  <a:lnTo>
                    <a:pt x="204" y="149"/>
                  </a:lnTo>
                  <a:lnTo>
                    <a:pt x="206" y="179"/>
                  </a:lnTo>
                  <a:lnTo>
                    <a:pt x="208" y="210"/>
                  </a:lnTo>
                  <a:lnTo>
                    <a:pt x="211" y="242"/>
                  </a:lnTo>
                  <a:lnTo>
                    <a:pt x="212" y="274"/>
                  </a:lnTo>
                  <a:lnTo>
                    <a:pt x="212" y="274"/>
                  </a:lnTo>
                  <a:lnTo>
                    <a:pt x="212" y="280"/>
                  </a:lnTo>
                  <a:lnTo>
                    <a:pt x="214" y="284"/>
                  </a:lnTo>
                  <a:lnTo>
                    <a:pt x="216" y="288"/>
                  </a:lnTo>
                  <a:lnTo>
                    <a:pt x="219" y="290"/>
                  </a:lnTo>
                  <a:lnTo>
                    <a:pt x="223" y="293"/>
                  </a:lnTo>
                  <a:lnTo>
                    <a:pt x="227" y="294"/>
                  </a:lnTo>
                  <a:lnTo>
                    <a:pt x="234" y="295"/>
                  </a:lnTo>
                  <a:lnTo>
                    <a:pt x="242" y="294"/>
                  </a:lnTo>
                  <a:lnTo>
                    <a:pt x="246" y="293"/>
                  </a:lnTo>
                  <a:lnTo>
                    <a:pt x="250" y="290"/>
                  </a:lnTo>
                  <a:lnTo>
                    <a:pt x="253" y="288"/>
                  </a:lnTo>
                  <a:lnTo>
                    <a:pt x="255" y="284"/>
                  </a:lnTo>
                  <a:lnTo>
                    <a:pt x="257" y="280"/>
                  </a:lnTo>
                  <a:lnTo>
                    <a:pt x="258" y="274"/>
                  </a:lnTo>
                  <a:lnTo>
                    <a:pt x="258" y="274"/>
                  </a:lnTo>
                  <a:lnTo>
                    <a:pt x="257" y="229"/>
                  </a:lnTo>
                  <a:lnTo>
                    <a:pt x="257" y="182"/>
                  </a:lnTo>
                  <a:lnTo>
                    <a:pt x="253" y="136"/>
                  </a:lnTo>
                  <a:lnTo>
                    <a:pt x="251" y="112"/>
                  </a:lnTo>
                  <a:lnTo>
                    <a:pt x="248" y="90"/>
                  </a:lnTo>
                  <a:lnTo>
                    <a:pt x="248" y="9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8" name="Freeform 520"/>
            <p:cNvSpPr/>
            <p:nvPr>
              <p:custDataLst>
                <p:tags r:id="rId62"/>
              </p:custDataLst>
            </p:nvPr>
          </p:nvSpPr>
          <p:spPr bwMode="auto">
            <a:xfrm>
              <a:off x="3425826" y="1157288"/>
              <a:ext cx="25400" cy="434975"/>
            </a:xfrm>
            <a:custGeom>
              <a:avLst/>
              <a:gdLst/>
              <a:ahLst/>
              <a:cxnLst>
                <a:cxn ang="0">
                  <a:pos x="56" y="777"/>
                </a:cxn>
                <a:cxn ang="0">
                  <a:pos x="59" y="715"/>
                </a:cxn>
                <a:cxn ang="0">
                  <a:pos x="63" y="624"/>
                </a:cxn>
                <a:cxn ang="0">
                  <a:pos x="63" y="562"/>
                </a:cxn>
                <a:cxn ang="0">
                  <a:pos x="60" y="532"/>
                </a:cxn>
                <a:cxn ang="0">
                  <a:pos x="58" y="466"/>
                </a:cxn>
                <a:cxn ang="0">
                  <a:pos x="59" y="267"/>
                </a:cxn>
                <a:cxn ang="0">
                  <a:pos x="58" y="237"/>
                </a:cxn>
                <a:cxn ang="0">
                  <a:pos x="52" y="145"/>
                </a:cxn>
                <a:cxn ang="0">
                  <a:pos x="46" y="54"/>
                </a:cxn>
                <a:cxn ang="0">
                  <a:pos x="46" y="22"/>
                </a:cxn>
                <a:cxn ang="0">
                  <a:pos x="43" y="13"/>
                </a:cxn>
                <a:cxn ang="0">
                  <a:pos x="38" y="7"/>
                </a:cxn>
                <a:cxn ang="0">
                  <a:pos x="31" y="1"/>
                </a:cxn>
                <a:cxn ang="0">
                  <a:pos x="14" y="1"/>
                </a:cxn>
                <a:cxn ang="0">
                  <a:pos x="7" y="7"/>
                </a:cxn>
                <a:cxn ang="0">
                  <a:pos x="1" y="13"/>
                </a:cxn>
                <a:cxn ang="0">
                  <a:pos x="0" y="22"/>
                </a:cxn>
                <a:cxn ang="0">
                  <a:pos x="0" y="54"/>
                </a:cxn>
                <a:cxn ang="0">
                  <a:pos x="5" y="145"/>
                </a:cxn>
                <a:cxn ang="0">
                  <a:pos x="13" y="267"/>
                </a:cxn>
                <a:cxn ang="0">
                  <a:pos x="13" y="334"/>
                </a:cxn>
                <a:cxn ang="0">
                  <a:pos x="12" y="466"/>
                </a:cxn>
                <a:cxn ang="0">
                  <a:pos x="14" y="532"/>
                </a:cxn>
                <a:cxn ang="0">
                  <a:pos x="17" y="562"/>
                </a:cxn>
                <a:cxn ang="0">
                  <a:pos x="16" y="655"/>
                </a:cxn>
                <a:cxn ang="0">
                  <a:pos x="12" y="747"/>
                </a:cxn>
                <a:cxn ang="0">
                  <a:pos x="11" y="777"/>
                </a:cxn>
                <a:cxn ang="0">
                  <a:pos x="16" y="872"/>
                </a:cxn>
                <a:cxn ang="0">
                  <a:pos x="18" y="949"/>
                </a:cxn>
                <a:cxn ang="0">
                  <a:pos x="17" y="966"/>
                </a:cxn>
                <a:cxn ang="0">
                  <a:pos x="14" y="1021"/>
                </a:cxn>
                <a:cxn ang="0">
                  <a:pos x="14" y="1076"/>
                </a:cxn>
                <a:cxn ang="0">
                  <a:pos x="17" y="1087"/>
                </a:cxn>
                <a:cxn ang="0">
                  <a:pos x="22" y="1093"/>
                </a:cxn>
                <a:cxn ang="0">
                  <a:pos x="29" y="1097"/>
                </a:cxn>
                <a:cxn ang="0">
                  <a:pos x="46" y="1097"/>
                </a:cxn>
                <a:cxn ang="0">
                  <a:pos x="54" y="1093"/>
                </a:cxn>
                <a:cxn ang="0">
                  <a:pos x="59" y="1087"/>
                </a:cxn>
                <a:cxn ang="0">
                  <a:pos x="60" y="1076"/>
                </a:cxn>
                <a:cxn ang="0">
                  <a:pos x="62" y="1048"/>
                </a:cxn>
                <a:cxn ang="0">
                  <a:pos x="64" y="987"/>
                </a:cxn>
                <a:cxn ang="0">
                  <a:pos x="64" y="959"/>
                </a:cxn>
                <a:cxn ang="0">
                  <a:pos x="60" y="867"/>
                </a:cxn>
                <a:cxn ang="0">
                  <a:pos x="56" y="777"/>
                </a:cxn>
              </a:cxnLst>
              <a:rect l="0" t="0" r="r" b="b"/>
              <a:pathLst>
                <a:path w="64" h="1099">
                  <a:moveTo>
                    <a:pt x="56" y="777"/>
                  </a:moveTo>
                  <a:lnTo>
                    <a:pt x="56" y="777"/>
                  </a:lnTo>
                  <a:lnTo>
                    <a:pt x="58" y="747"/>
                  </a:lnTo>
                  <a:lnTo>
                    <a:pt x="59" y="715"/>
                  </a:lnTo>
                  <a:lnTo>
                    <a:pt x="62" y="655"/>
                  </a:lnTo>
                  <a:lnTo>
                    <a:pt x="63" y="624"/>
                  </a:lnTo>
                  <a:lnTo>
                    <a:pt x="63" y="594"/>
                  </a:lnTo>
                  <a:lnTo>
                    <a:pt x="63" y="562"/>
                  </a:lnTo>
                  <a:lnTo>
                    <a:pt x="60" y="532"/>
                  </a:lnTo>
                  <a:lnTo>
                    <a:pt x="60" y="532"/>
                  </a:lnTo>
                  <a:lnTo>
                    <a:pt x="59" y="498"/>
                  </a:lnTo>
                  <a:lnTo>
                    <a:pt x="58" y="466"/>
                  </a:lnTo>
                  <a:lnTo>
                    <a:pt x="56" y="399"/>
                  </a:lnTo>
                  <a:lnTo>
                    <a:pt x="59" y="267"/>
                  </a:lnTo>
                  <a:lnTo>
                    <a:pt x="59" y="267"/>
                  </a:lnTo>
                  <a:lnTo>
                    <a:pt x="58" y="237"/>
                  </a:lnTo>
                  <a:lnTo>
                    <a:pt x="56" y="205"/>
                  </a:lnTo>
                  <a:lnTo>
                    <a:pt x="52" y="145"/>
                  </a:lnTo>
                  <a:lnTo>
                    <a:pt x="47" y="84"/>
                  </a:lnTo>
                  <a:lnTo>
                    <a:pt x="46" y="54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3" y="13"/>
                  </a:lnTo>
                  <a:lnTo>
                    <a:pt x="41" y="9"/>
                  </a:lnTo>
                  <a:lnTo>
                    <a:pt x="38" y="7"/>
                  </a:lnTo>
                  <a:lnTo>
                    <a:pt x="35" y="4"/>
                  </a:lnTo>
                  <a:lnTo>
                    <a:pt x="31" y="1"/>
                  </a:lnTo>
                  <a:lnTo>
                    <a:pt x="22" y="0"/>
                  </a:lnTo>
                  <a:lnTo>
                    <a:pt x="14" y="1"/>
                  </a:lnTo>
                  <a:lnTo>
                    <a:pt x="11" y="4"/>
                  </a:lnTo>
                  <a:lnTo>
                    <a:pt x="7" y="7"/>
                  </a:lnTo>
                  <a:lnTo>
                    <a:pt x="4" y="9"/>
                  </a:lnTo>
                  <a:lnTo>
                    <a:pt x="1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54"/>
                  </a:lnTo>
                  <a:lnTo>
                    <a:pt x="1" y="84"/>
                  </a:lnTo>
                  <a:lnTo>
                    <a:pt x="5" y="145"/>
                  </a:lnTo>
                  <a:lnTo>
                    <a:pt x="11" y="205"/>
                  </a:lnTo>
                  <a:lnTo>
                    <a:pt x="13" y="267"/>
                  </a:lnTo>
                  <a:lnTo>
                    <a:pt x="13" y="267"/>
                  </a:lnTo>
                  <a:lnTo>
                    <a:pt x="13" y="334"/>
                  </a:lnTo>
                  <a:lnTo>
                    <a:pt x="12" y="399"/>
                  </a:lnTo>
                  <a:lnTo>
                    <a:pt x="12" y="466"/>
                  </a:lnTo>
                  <a:lnTo>
                    <a:pt x="13" y="498"/>
                  </a:lnTo>
                  <a:lnTo>
                    <a:pt x="14" y="532"/>
                  </a:lnTo>
                  <a:lnTo>
                    <a:pt x="14" y="532"/>
                  </a:lnTo>
                  <a:lnTo>
                    <a:pt x="17" y="562"/>
                  </a:lnTo>
                  <a:lnTo>
                    <a:pt x="17" y="594"/>
                  </a:lnTo>
                  <a:lnTo>
                    <a:pt x="16" y="655"/>
                  </a:lnTo>
                  <a:lnTo>
                    <a:pt x="13" y="715"/>
                  </a:lnTo>
                  <a:lnTo>
                    <a:pt x="12" y="747"/>
                  </a:lnTo>
                  <a:lnTo>
                    <a:pt x="11" y="777"/>
                  </a:lnTo>
                  <a:lnTo>
                    <a:pt x="11" y="777"/>
                  </a:lnTo>
                  <a:lnTo>
                    <a:pt x="13" y="816"/>
                  </a:lnTo>
                  <a:lnTo>
                    <a:pt x="16" y="872"/>
                  </a:lnTo>
                  <a:lnTo>
                    <a:pt x="18" y="927"/>
                  </a:lnTo>
                  <a:lnTo>
                    <a:pt x="18" y="949"/>
                  </a:lnTo>
                  <a:lnTo>
                    <a:pt x="17" y="966"/>
                  </a:lnTo>
                  <a:lnTo>
                    <a:pt x="17" y="966"/>
                  </a:lnTo>
                  <a:lnTo>
                    <a:pt x="16" y="994"/>
                  </a:lnTo>
                  <a:lnTo>
                    <a:pt x="14" y="1021"/>
                  </a:lnTo>
                  <a:lnTo>
                    <a:pt x="14" y="1076"/>
                  </a:lnTo>
                  <a:lnTo>
                    <a:pt x="14" y="1076"/>
                  </a:lnTo>
                  <a:lnTo>
                    <a:pt x="16" y="1082"/>
                  </a:lnTo>
                  <a:lnTo>
                    <a:pt x="17" y="1087"/>
                  </a:lnTo>
                  <a:lnTo>
                    <a:pt x="20" y="1091"/>
                  </a:lnTo>
                  <a:lnTo>
                    <a:pt x="22" y="1093"/>
                  </a:lnTo>
                  <a:lnTo>
                    <a:pt x="25" y="1096"/>
                  </a:lnTo>
                  <a:lnTo>
                    <a:pt x="29" y="1097"/>
                  </a:lnTo>
                  <a:lnTo>
                    <a:pt x="38" y="1099"/>
                  </a:lnTo>
                  <a:lnTo>
                    <a:pt x="46" y="1097"/>
                  </a:lnTo>
                  <a:lnTo>
                    <a:pt x="50" y="1096"/>
                  </a:lnTo>
                  <a:lnTo>
                    <a:pt x="54" y="1093"/>
                  </a:lnTo>
                  <a:lnTo>
                    <a:pt x="56" y="1091"/>
                  </a:lnTo>
                  <a:lnTo>
                    <a:pt x="59" y="1087"/>
                  </a:lnTo>
                  <a:lnTo>
                    <a:pt x="60" y="1082"/>
                  </a:lnTo>
                  <a:lnTo>
                    <a:pt x="60" y="1076"/>
                  </a:lnTo>
                  <a:lnTo>
                    <a:pt x="60" y="1076"/>
                  </a:lnTo>
                  <a:lnTo>
                    <a:pt x="62" y="1048"/>
                  </a:lnTo>
                  <a:lnTo>
                    <a:pt x="63" y="1017"/>
                  </a:lnTo>
                  <a:lnTo>
                    <a:pt x="64" y="987"/>
                  </a:lnTo>
                  <a:lnTo>
                    <a:pt x="64" y="959"/>
                  </a:lnTo>
                  <a:lnTo>
                    <a:pt x="64" y="959"/>
                  </a:lnTo>
                  <a:lnTo>
                    <a:pt x="63" y="921"/>
                  </a:lnTo>
                  <a:lnTo>
                    <a:pt x="60" y="867"/>
                  </a:lnTo>
                  <a:lnTo>
                    <a:pt x="58" y="815"/>
                  </a:lnTo>
                  <a:lnTo>
                    <a:pt x="56" y="777"/>
                  </a:lnTo>
                  <a:lnTo>
                    <a:pt x="56" y="777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9" name="Freeform 521"/>
            <p:cNvSpPr/>
            <p:nvPr>
              <p:custDataLst>
                <p:tags r:id="rId63"/>
              </p:custDataLst>
            </p:nvPr>
          </p:nvSpPr>
          <p:spPr bwMode="auto">
            <a:xfrm>
              <a:off x="3509963" y="1157288"/>
              <a:ext cx="25400" cy="434975"/>
            </a:xfrm>
            <a:custGeom>
              <a:avLst/>
              <a:gdLst/>
              <a:ahLst/>
              <a:cxnLst>
                <a:cxn ang="0">
                  <a:pos x="8" y="777"/>
                </a:cxn>
                <a:cxn ang="0">
                  <a:pos x="6" y="715"/>
                </a:cxn>
                <a:cxn ang="0">
                  <a:pos x="2" y="624"/>
                </a:cxn>
                <a:cxn ang="0">
                  <a:pos x="2" y="562"/>
                </a:cxn>
                <a:cxn ang="0">
                  <a:pos x="4" y="532"/>
                </a:cxn>
                <a:cxn ang="0">
                  <a:pos x="8" y="466"/>
                </a:cxn>
                <a:cxn ang="0">
                  <a:pos x="6" y="267"/>
                </a:cxn>
                <a:cxn ang="0">
                  <a:pos x="7" y="237"/>
                </a:cxn>
                <a:cxn ang="0">
                  <a:pos x="12" y="145"/>
                </a:cxn>
                <a:cxn ang="0">
                  <a:pos x="19" y="54"/>
                </a:cxn>
                <a:cxn ang="0">
                  <a:pos x="19" y="22"/>
                </a:cxn>
                <a:cxn ang="0">
                  <a:pos x="21" y="13"/>
                </a:cxn>
                <a:cxn ang="0">
                  <a:pos x="27" y="7"/>
                </a:cxn>
                <a:cxn ang="0">
                  <a:pos x="33" y="1"/>
                </a:cxn>
                <a:cxn ang="0">
                  <a:pos x="50" y="1"/>
                </a:cxn>
                <a:cxn ang="0">
                  <a:pos x="58" y="7"/>
                </a:cxn>
                <a:cxn ang="0">
                  <a:pos x="63" y="13"/>
                </a:cxn>
                <a:cxn ang="0">
                  <a:pos x="64" y="22"/>
                </a:cxn>
                <a:cxn ang="0">
                  <a:pos x="64" y="54"/>
                </a:cxn>
                <a:cxn ang="0">
                  <a:pos x="59" y="145"/>
                </a:cxn>
                <a:cxn ang="0">
                  <a:pos x="51" y="267"/>
                </a:cxn>
                <a:cxn ang="0">
                  <a:pos x="51" y="334"/>
                </a:cxn>
                <a:cxn ang="0">
                  <a:pos x="53" y="466"/>
                </a:cxn>
                <a:cxn ang="0">
                  <a:pos x="50" y="532"/>
                </a:cxn>
                <a:cxn ang="0">
                  <a:pos x="47" y="562"/>
                </a:cxn>
                <a:cxn ang="0">
                  <a:pos x="49" y="655"/>
                </a:cxn>
                <a:cxn ang="0">
                  <a:pos x="53" y="747"/>
                </a:cxn>
                <a:cxn ang="0">
                  <a:pos x="54" y="777"/>
                </a:cxn>
                <a:cxn ang="0">
                  <a:pos x="49" y="872"/>
                </a:cxn>
                <a:cxn ang="0">
                  <a:pos x="46" y="949"/>
                </a:cxn>
                <a:cxn ang="0">
                  <a:pos x="47" y="966"/>
                </a:cxn>
                <a:cxn ang="0">
                  <a:pos x="50" y="1021"/>
                </a:cxn>
                <a:cxn ang="0">
                  <a:pos x="50" y="1076"/>
                </a:cxn>
                <a:cxn ang="0">
                  <a:pos x="47" y="1087"/>
                </a:cxn>
                <a:cxn ang="0">
                  <a:pos x="42" y="1093"/>
                </a:cxn>
                <a:cxn ang="0">
                  <a:pos x="36" y="1097"/>
                </a:cxn>
                <a:cxn ang="0">
                  <a:pos x="19" y="1097"/>
                </a:cxn>
                <a:cxn ang="0">
                  <a:pos x="11" y="1093"/>
                </a:cxn>
                <a:cxn ang="0">
                  <a:pos x="6" y="1087"/>
                </a:cxn>
                <a:cxn ang="0">
                  <a:pos x="4" y="1076"/>
                </a:cxn>
                <a:cxn ang="0">
                  <a:pos x="3" y="1048"/>
                </a:cxn>
                <a:cxn ang="0">
                  <a:pos x="0" y="987"/>
                </a:cxn>
                <a:cxn ang="0">
                  <a:pos x="0" y="959"/>
                </a:cxn>
                <a:cxn ang="0">
                  <a:pos x="4" y="867"/>
                </a:cxn>
                <a:cxn ang="0">
                  <a:pos x="8" y="777"/>
                </a:cxn>
              </a:cxnLst>
              <a:rect l="0" t="0" r="r" b="b"/>
              <a:pathLst>
                <a:path w="64" h="1099">
                  <a:moveTo>
                    <a:pt x="8" y="777"/>
                  </a:moveTo>
                  <a:lnTo>
                    <a:pt x="8" y="777"/>
                  </a:lnTo>
                  <a:lnTo>
                    <a:pt x="7" y="747"/>
                  </a:lnTo>
                  <a:lnTo>
                    <a:pt x="6" y="715"/>
                  </a:lnTo>
                  <a:lnTo>
                    <a:pt x="3" y="655"/>
                  </a:lnTo>
                  <a:lnTo>
                    <a:pt x="2" y="624"/>
                  </a:lnTo>
                  <a:lnTo>
                    <a:pt x="2" y="594"/>
                  </a:lnTo>
                  <a:lnTo>
                    <a:pt x="2" y="562"/>
                  </a:lnTo>
                  <a:lnTo>
                    <a:pt x="4" y="532"/>
                  </a:lnTo>
                  <a:lnTo>
                    <a:pt x="4" y="532"/>
                  </a:lnTo>
                  <a:lnTo>
                    <a:pt x="6" y="498"/>
                  </a:lnTo>
                  <a:lnTo>
                    <a:pt x="8" y="466"/>
                  </a:lnTo>
                  <a:lnTo>
                    <a:pt x="8" y="399"/>
                  </a:lnTo>
                  <a:lnTo>
                    <a:pt x="6" y="267"/>
                  </a:lnTo>
                  <a:lnTo>
                    <a:pt x="6" y="267"/>
                  </a:lnTo>
                  <a:lnTo>
                    <a:pt x="7" y="237"/>
                  </a:lnTo>
                  <a:lnTo>
                    <a:pt x="8" y="205"/>
                  </a:lnTo>
                  <a:lnTo>
                    <a:pt x="12" y="145"/>
                  </a:lnTo>
                  <a:lnTo>
                    <a:pt x="17" y="84"/>
                  </a:lnTo>
                  <a:lnTo>
                    <a:pt x="19" y="54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20" y="17"/>
                  </a:lnTo>
                  <a:lnTo>
                    <a:pt x="21" y="13"/>
                  </a:lnTo>
                  <a:lnTo>
                    <a:pt x="24" y="9"/>
                  </a:lnTo>
                  <a:lnTo>
                    <a:pt x="27" y="7"/>
                  </a:lnTo>
                  <a:lnTo>
                    <a:pt x="29" y="4"/>
                  </a:lnTo>
                  <a:lnTo>
                    <a:pt x="33" y="1"/>
                  </a:lnTo>
                  <a:lnTo>
                    <a:pt x="42" y="0"/>
                  </a:lnTo>
                  <a:lnTo>
                    <a:pt x="50" y="1"/>
                  </a:lnTo>
                  <a:lnTo>
                    <a:pt x="54" y="4"/>
                  </a:lnTo>
                  <a:lnTo>
                    <a:pt x="58" y="7"/>
                  </a:lnTo>
                  <a:lnTo>
                    <a:pt x="61" y="9"/>
                  </a:lnTo>
                  <a:lnTo>
                    <a:pt x="63" y="13"/>
                  </a:lnTo>
                  <a:lnTo>
                    <a:pt x="64" y="17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54"/>
                  </a:lnTo>
                  <a:lnTo>
                    <a:pt x="63" y="84"/>
                  </a:lnTo>
                  <a:lnTo>
                    <a:pt x="59" y="145"/>
                  </a:lnTo>
                  <a:lnTo>
                    <a:pt x="54" y="205"/>
                  </a:lnTo>
                  <a:lnTo>
                    <a:pt x="51" y="267"/>
                  </a:lnTo>
                  <a:lnTo>
                    <a:pt x="51" y="267"/>
                  </a:lnTo>
                  <a:lnTo>
                    <a:pt x="51" y="334"/>
                  </a:lnTo>
                  <a:lnTo>
                    <a:pt x="53" y="399"/>
                  </a:lnTo>
                  <a:lnTo>
                    <a:pt x="53" y="466"/>
                  </a:lnTo>
                  <a:lnTo>
                    <a:pt x="51" y="498"/>
                  </a:lnTo>
                  <a:lnTo>
                    <a:pt x="50" y="532"/>
                  </a:lnTo>
                  <a:lnTo>
                    <a:pt x="50" y="532"/>
                  </a:lnTo>
                  <a:lnTo>
                    <a:pt x="47" y="562"/>
                  </a:lnTo>
                  <a:lnTo>
                    <a:pt x="47" y="594"/>
                  </a:lnTo>
                  <a:lnTo>
                    <a:pt x="49" y="655"/>
                  </a:lnTo>
                  <a:lnTo>
                    <a:pt x="51" y="715"/>
                  </a:lnTo>
                  <a:lnTo>
                    <a:pt x="53" y="747"/>
                  </a:lnTo>
                  <a:lnTo>
                    <a:pt x="54" y="777"/>
                  </a:lnTo>
                  <a:lnTo>
                    <a:pt x="54" y="777"/>
                  </a:lnTo>
                  <a:lnTo>
                    <a:pt x="51" y="816"/>
                  </a:lnTo>
                  <a:lnTo>
                    <a:pt x="49" y="872"/>
                  </a:lnTo>
                  <a:lnTo>
                    <a:pt x="46" y="927"/>
                  </a:lnTo>
                  <a:lnTo>
                    <a:pt x="46" y="949"/>
                  </a:lnTo>
                  <a:lnTo>
                    <a:pt x="47" y="966"/>
                  </a:lnTo>
                  <a:lnTo>
                    <a:pt x="47" y="966"/>
                  </a:lnTo>
                  <a:lnTo>
                    <a:pt x="49" y="994"/>
                  </a:lnTo>
                  <a:lnTo>
                    <a:pt x="50" y="1021"/>
                  </a:lnTo>
                  <a:lnTo>
                    <a:pt x="50" y="1076"/>
                  </a:lnTo>
                  <a:lnTo>
                    <a:pt x="50" y="1076"/>
                  </a:lnTo>
                  <a:lnTo>
                    <a:pt x="49" y="1082"/>
                  </a:lnTo>
                  <a:lnTo>
                    <a:pt x="47" y="1087"/>
                  </a:lnTo>
                  <a:lnTo>
                    <a:pt x="45" y="1091"/>
                  </a:lnTo>
                  <a:lnTo>
                    <a:pt x="42" y="1093"/>
                  </a:lnTo>
                  <a:lnTo>
                    <a:pt x="40" y="1096"/>
                  </a:lnTo>
                  <a:lnTo>
                    <a:pt x="36" y="1097"/>
                  </a:lnTo>
                  <a:lnTo>
                    <a:pt x="27" y="1099"/>
                  </a:lnTo>
                  <a:lnTo>
                    <a:pt x="19" y="1097"/>
                  </a:lnTo>
                  <a:lnTo>
                    <a:pt x="15" y="1096"/>
                  </a:lnTo>
                  <a:lnTo>
                    <a:pt x="11" y="1093"/>
                  </a:lnTo>
                  <a:lnTo>
                    <a:pt x="8" y="1091"/>
                  </a:lnTo>
                  <a:lnTo>
                    <a:pt x="6" y="1087"/>
                  </a:lnTo>
                  <a:lnTo>
                    <a:pt x="4" y="1082"/>
                  </a:lnTo>
                  <a:lnTo>
                    <a:pt x="4" y="1076"/>
                  </a:lnTo>
                  <a:lnTo>
                    <a:pt x="4" y="1076"/>
                  </a:lnTo>
                  <a:lnTo>
                    <a:pt x="3" y="1048"/>
                  </a:lnTo>
                  <a:lnTo>
                    <a:pt x="2" y="1017"/>
                  </a:lnTo>
                  <a:lnTo>
                    <a:pt x="0" y="987"/>
                  </a:lnTo>
                  <a:lnTo>
                    <a:pt x="0" y="959"/>
                  </a:lnTo>
                  <a:lnTo>
                    <a:pt x="0" y="959"/>
                  </a:lnTo>
                  <a:lnTo>
                    <a:pt x="2" y="921"/>
                  </a:lnTo>
                  <a:lnTo>
                    <a:pt x="4" y="867"/>
                  </a:lnTo>
                  <a:lnTo>
                    <a:pt x="7" y="815"/>
                  </a:lnTo>
                  <a:lnTo>
                    <a:pt x="8" y="777"/>
                  </a:lnTo>
                  <a:lnTo>
                    <a:pt x="8" y="777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0" name="Freeform 522"/>
            <p:cNvSpPr>
              <a:spLocks noEditPoints="1"/>
            </p:cNvSpPr>
            <p:nvPr>
              <p:custDataLst>
                <p:tags r:id="rId64"/>
              </p:custDataLst>
            </p:nvPr>
          </p:nvSpPr>
          <p:spPr bwMode="auto">
            <a:xfrm>
              <a:off x="3327401" y="1573213"/>
              <a:ext cx="307975" cy="87313"/>
            </a:xfrm>
            <a:custGeom>
              <a:avLst/>
              <a:gdLst/>
              <a:ahLst/>
              <a:cxnLst>
                <a:cxn ang="0">
                  <a:pos x="776" y="155"/>
                </a:cxn>
                <a:cxn ang="0">
                  <a:pos x="769" y="136"/>
                </a:cxn>
                <a:cxn ang="0">
                  <a:pos x="752" y="98"/>
                </a:cxn>
                <a:cxn ang="0">
                  <a:pos x="727" y="68"/>
                </a:cxn>
                <a:cxn ang="0">
                  <a:pos x="694" y="44"/>
                </a:cxn>
                <a:cxn ang="0">
                  <a:pos x="645" y="22"/>
                </a:cxn>
                <a:cxn ang="0">
                  <a:pos x="560" y="5"/>
                </a:cxn>
                <a:cxn ang="0">
                  <a:pos x="445" y="0"/>
                </a:cxn>
                <a:cxn ang="0">
                  <a:pos x="327" y="1"/>
                </a:cxn>
                <a:cxn ang="0">
                  <a:pos x="226" y="9"/>
                </a:cxn>
                <a:cxn ang="0">
                  <a:pos x="127" y="27"/>
                </a:cxn>
                <a:cxn ang="0">
                  <a:pos x="80" y="43"/>
                </a:cxn>
                <a:cxn ang="0">
                  <a:pos x="50" y="61"/>
                </a:cxn>
                <a:cxn ang="0">
                  <a:pos x="26" y="85"/>
                </a:cxn>
                <a:cxn ang="0">
                  <a:pos x="9" y="116"/>
                </a:cxn>
                <a:cxn ang="0">
                  <a:pos x="4" y="153"/>
                </a:cxn>
                <a:cxn ang="0">
                  <a:pos x="4" y="157"/>
                </a:cxn>
                <a:cxn ang="0">
                  <a:pos x="0" y="171"/>
                </a:cxn>
                <a:cxn ang="0">
                  <a:pos x="6" y="184"/>
                </a:cxn>
                <a:cxn ang="0">
                  <a:pos x="16" y="191"/>
                </a:cxn>
                <a:cxn ang="0">
                  <a:pos x="77" y="201"/>
                </a:cxn>
                <a:cxn ang="0">
                  <a:pos x="140" y="203"/>
                </a:cxn>
                <a:cxn ang="0">
                  <a:pos x="380" y="206"/>
                </a:cxn>
                <a:cxn ang="0">
                  <a:pos x="522" y="214"/>
                </a:cxn>
                <a:cxn ang="0">
                  <a:pos x="663" y="217"/>
                </a:cxn>
                <a:cxn ang="0">
                  <a:pos x="732" y="210"/>
                </a:cxn>
                <a:cxn ang="0">
                  <a:pos x="762" y="203"/>
                </a:cxn>
                <a:cxn ang="0">
                  <a:pos x="772" y="184"/>
                </a:cxn>
                <a:cxn ang="0">
                  <a:pos x="772" y="178"/>
                </a:cxn>
                <a:cxn ang="0">
                  <a:pos x="776" y="165"/>
                </a:cxn>
                <a:cxn ang="0">
                  <a:pos x="380" y="161"/>
                </a:cxn>
                <a:cxn ang="0">
                  <a:pos x="230" y="161"/>
                </a:cxn>
                <a:cxn ang="0">
                  <a:pos x="115" y="158"/>
                </a:cxn>
                <a:cxn ang="0">
                  <a:pos x="50" y="152"/>
                </a:cxn>
                <a:cxn ang="0">
                  <a:pos x="55" y="127"/>
                </a:cxn>
                <a:cxn ang="0">
                  <a:pos x="76" y="99"/>
                </a:cxn>
                <a:cxn ang="0">
                  <a:pos x="108" y="82"/>
                </a:cxn>
                <a:cxn ang="0">
                  <a:pos x="206" y="56"/>
                </a:cxn>
                <a:cxn ang="0">
                  <a:pos x="231" y="52"/>
                </a:cxn>
                <a:cxn ang="0">
                  <a:pos x="307" y="52"/>
                </a:cxn>
                <a:cxn ang="0">
                  <a:pos x="373" y="47"/>
                </a:cxn>
                <a:cxn ang="0">
                  <a:pos x="437" y="44"/>
                </a:cxn>
                <a:cxn ang="0">
                  <a:pos x="539" y="47"/>
                </a:cxn>
                <a:cxn ang="0">
                  <a:pos x="615" y="60"/>
                </a:cxn>
                <a:cxn ang="0">
                  <a:pos x="670" y="82"/>
                </a:cxn>
                <a:cxn ang="0">
                  <a:pos x="697" y="103"/>
                </a:cxn>
                <a:cxn ang="0">
                  <a:pos x="717" y="131"/>
                </a:cxn>
                <a:cxn ang="0">
                  <a:pos x="730" y="165"/>
                </a:cxn>
                <a:cxn ang="0">
                  <a:pos x="687" y="170"/>
                </a:cxn>
                <a:cxn ang="0">
                  <a:pos x="556" y="172"/>
                </a:cxn>
                <a:cxn ang="0">
                  <a:pos x="380" y="161"/>
                </a:cxn>
              </a:cxnLst>
              <a:rect l="0" t="0" r="r" b="b"/>
              <a:pathLst>
                <a:path w="776" h="218">
                  <a:moveTo>
                    <a:pt x="776" y="161"/>
                  </a:moveTo>
                  <a:lnTo>
                    <a:pt x="776" y="161"/>
                  </a:lnTo>
                  <a:lnTo>
                    <a:pt x="776" y="155"/>
                  </a:lnTo>
                  <a:lnTo>
                    <a:pt x="773" y="150"/>
                  </a:lnTo>
                  <a:lnTo>
                    <a:pt x="773" y="150"/>
                  </a:lnTo>
                  <a:lnTo>
                    <a:pt x="769" y="136"/>
                  </a:lnTo>
                  <a:lnTo>
                    <a:pt x="764" y="121"/>
                  </a:lnTo>
                  <a:lnTo>
                    <a:pt x="759" y="110"/>
                  </a:lnTo>
                  <a:lnTo>
                    <a:pt x="752" y="98"/>
                  </a:lnTo>
                  <a:lnTo>
                    <a:pt x="744" y="86"/>
                  </a:lnTo>
                  <a:lnTo>
                    <a:pt x="736" y="77"/>
                  </a:lnTo>
                  <a:lnTo>
                    <a:pt x="727" y="68"/>
                  </a:lnTo>
                  <a:lnTo>
                    <a:pt x="717" y="59"/>
                  </a:lnTo>
                  <a:lnTo>
                    <a:pt x="706" y="51"/>
                  </a:lnTo>
                  <a:lnTo>
                    <a:pt x="694" y="44"/>
                  </a:lnTo>
                  <a:lnTo>
                    <a:pt x="683" y="38"/>
                  </a:lnTo>
                  <a:lnTo>
                    <a:pt x="671" y="33"/>
                  </a:lnTo>
                  <a:lnTo>
                    <a:pt x="645" y="22"/>
                  </a:lnTo>
                  <a:lnTo>
                    <a:pt x="617" y="16"/>
                  </a:lnTo>
                  <a:lnTo>
                    <a:pt x="590" y="9"/>
                  </a:lnTo>
                  <a:lnTo>
                    <a:pt x="560" y="5"/>
                  </a:lnTo>
                  <a:lnTo>
                    <a:pt x="531" y="2"/>
                  </a:lnTo>
                  <a:lnTo>
                    <a:pt x="502" y="1"/>
                  </a:lnTo>
                  <a:lnTo>
                    <a:pt x="445" y="0"/>
                  </a:lnTo>
                  <a:lnTo>
                    <a:pt x="394" y="0"/>
                  </a:lnTo>
                  <a:lnTo>
                    <a:pt x="394" y="0"/>
                  </a:lnTo>
                  <a:lnTo>
                    <a:pt x="327" y="1"/>
                  </a:lnTo>
                  <a:lnTo>
                    <a:pt x="293" y="4"/>
                  </a:lnTo>
                  <a:lnTo>
                    <a:pt x="259" y="6"/>
                  </a:lnTo>
                  <a:lnTo>
                    <a:pt x="226" y="9"/>
                  </a:lnTo>
                  <a:lnTo>
                    <a:pt x="193" y="14"/>
                  </a:lnTo>
                  <a:lnTo>
                    <a:pt x="159" y="19"/>
                  </a:lnTo>
                  <a:lnTo>
                    <a:pt x="127" y="27"/>
                  </a:lnTo>
                  <a:lnTo>
                    <a:pt x="127" y="27"/>
                  </a:lnTo>
                  <a:lnTo>
                    <a:pt x="102" y="34"/>
                  </a:lnTo>
                  <a:lnTo>
                    <a:pt x="80" y="43"/>
                  </a:lnTo>
                  <a:lnTo>
                    <a:pt x="69" y="48"/>
                  </a:lnTo>
                  <a:lnTo>
                    <a:pt x="59" y="55"/>
                  </a:lnTo>
                  <a:lnTo>
                    <a:pt x="50" y="61"/>
                  </a:lnTo>
                  <a:lnTo>
                    <a:pt x="40" y="69"/>
                  </a:lnTo>
                  <a:lnTo>
                    <a:pt x="33" y="77"/>
                  </a:lnTo>
                  <a:lnTo>
                    <a:pt x="26" y="85"/>
                  </a:lnTo>
                  <a:lnTo>
                    <a:pt x="19" y="94"/>
                  </a:lnTo>
                  <a:lnTo>
                    <a:pt x="14" y="104"/>
                  </a:lnTo>
                  <a:lnTo>
                    <a:pt x="9" y="116"/>
                  </a:lnTo>
                  <a:lnTo>
                    <a:pt x="6" y="127"/>
                  </a:lnTo>
                  <a:lnTo>
                    <a:pt x="4" y="140"/>
                  </a:lnTo>
                  <a:lnTo>
                    <a:pt x="4" y="153"/>
                  </a:lnTo>
                  <a:lnTo>
                    <a:pt x="4" y="153"/>
                  </a:lnTo>
                  <a:lnTo>
                    <a:pt x="4" y="157"/>
                  </a:lnTo>
                  <a:lnTo>
                    <a:pt x="4" y="157"/>
                  </a:lnTo>
                  <a:lnTo>
                    <a:pt x="1" y="161"/>
                  </a:lnTo>
                  <a:lnTo>
                    <a:pt x="0" y="166"/>
                  </a:lnTo>
                  <a:lnTo>
                    <a:pt x="0" y="171"/>
                  </a:lnTo>
                  <a:lnTo>
                    <a:pt x="1" y="176"/>
                  </a:lnTo>
                  <a:lnTo>
                    <a:pt x="4" y="180"/>
                  </a:lnTo>
                  <a:lnTo>
                    <a:pt x="6" y="184"/>
                  </a:lnTo>
                  <a:lnTo>
                    <a:pt x="10" y="188"/>
                  </a:lnTo>
                  <a:lnTo>
                    <a:pt x="16" y="191"/>
                  </a:lnTo>
                  <a:lnTo>
                    <a:pt x="16" y="191"/>
                  </a:lnTo>
                  <a:lnTo>
                    <a:pt x="31" y="195"/>
                  </a:lnTo>
                  <a:lnTo>
                    <a:pt x="46" y="197"/>
                  </a:lnTo>
                  <a:lnTo>
                    <a:pt x="77" y="201"/>
                  </a:lnTo>
                  <a:lnTo>
                    <a:pt x="110" y="203"/>
                  </a:lnTo>
                  <a:lnTo>
                    <a:pt x="140" y="203"/>
                  </a:lnTo>
                  <a:lnTo>
                    <a:pt x="140" y="203"/>
                  </a:lnTo>
                  <a:lnTo>
                    <a:pt x="260" y="204"/>
                  </a:lnTo>
                  <a:lnTo>
                    <a:pt x="380" y="206"/>
                  </a:lnTo>
                  <a:lnTo>
                    <a:pt x="380" y="206"/>
                  </a:lnTo>
                  <a:lnTo>
                    <a:pt x="428" y="209"/>
                  </a:lnTo>
                  <a:lnTo>
                    <a:pt x="475" y="212"/>
                  </a:lnTo>
                  <a:lnTo>
                    <a:pt x="522" y="214"/>
                  </a:lnTo>
                  <a:lnTo>
                    <a:pt x="569" y="217"/>
                  </a:lnTo>
                  <a:lnTo>
                    <a:pt x="616" y="218"/>
                  </a:lnTo>
                  <a:lnTo>
                    <a:pt x="663" y="217"/>
                  </a:lnTo>
                  <a:lnTo>
                    <a:pt x="687" y="216"/>
                  </a:lnTo>
                  <a:lnTo>
                    <a:pt x="709" y="213"/>
                  </a:lnTo>
                  <a:lnTo>
                    <a:pt x="732" y="210"/>
                  </a:lnTo>
                  <a:lnTo>
                    <a:pt x="755" y="205"/>
                  </a:lnTo>
                  <a:lnTo>
                    <a:pt x="755" y="205"/>
                  </a:lnTo>
                  <a:lnTo>
                    <a:pt x="762" y="203"/>
                  </a:lnTo>
                  <a:lnTo>
                    <a:pt x="768" y="197"/>
                  </a:lnTo>
                  <a:lnTo>
                    <a:pt x="770" y="191"/>
                  </a:lnTo>
                  <a:lnTo>
                    <a:pt x="772" y="184"/>
                  </a:lnTo>
                  <a:lnTo>
                    <a:pt x="772" y="180"/>
                  </a:lnTo>
                  <a:lnTo>
                    <a:pt x="772" y="180"/>
                  </a:lnTo>
                  <a:lnTo>
                    <a:pt x="772" y="178"/>
                  </a:lnTo>
                  <a:lnTo>
                    <a:pt x="772" y="178"/>
                  </a:lnTo>
                  <a:lnTo>
                    <a:pt x="774" y="171"/>
                  </a:lnTo>
                  <a:lnTo>
                    <a:pt x="776" y="165"/>
                  </a:lnTo>
                  <a:lnTo>
                    <a:pt x="776" y="161"/>
                  </a:lnTo>
                  <a:close/>
                  <a:moveTo>
                    <a:pt x="380" y="161"/>
                  </a:moveTo>
                  <a:lnTo>
                    <a:pt x="380" y="161"/>
                  </a:lnTo>
                  <a:lnTo>
                    <a:pt x="331" y="161"/>
                  </a:lnTo>
                  <a:lnTo>
                    <a:pt x="281" y="161"/>
                  </a:lnTo>
                  <a:lnTo>
                    <a:pt x="230" y="161"/>
                  </a:lnTo>
                  <a:lnTo>
                    <a:pt x="180" y="161"/>
                  </a:lnTo>
                  <a:lnTo>
                    <a:pt x="180" y="161"/>
                  </a:lnTo>
                  <a:lnTo>
                    <a:pt x="115" y="158"/>
                  </a:lnTo>
                  <a:lnTo>
                    <a:pt x="81" y="157"/>
                  </a:lnTo>
                  <a:lnTo>
                    <a:pt x="65" y="154"/>
                  </a:lnTo>
                  <a:lnTo>
                    <a:pt x="50" y="152"/>
                  </a:lnTo>
                  <a:lnTo>
                    <a:pt x="50" y="152"/>
                  </a:lnTo>
                  <a:lnTo>
                    <a:pt x="51" y="138"/>
                  </a:lnTo>
                  <a:lnTo>
                    <a:pt x="55" y="127"/>
                  </a:lnTo>
                  <a:lnTo>
                    <a:pt x="60" y="116"/>
                  </a:lnTo>
                  <a:lnTo>
                    <a:pt x="68" y="108"/>
                  </a:lnTo>
                  <a:lnTo>
                    <a:pt x="76" y="99"/>
                  </a:lnTo>
                  <a:lnTo>
                    <a:pt x="86" y="93"/>
                  </a:lnTo>
                  <a:lnTo>
                    <a:pt x="97" y="87"/>
                  </a:lnTo>
                  <a:lnTo>
                    <a:pt x="108" y="82"/>
                  </a:lnTo>
                  <a:lnTo>
                    <a:pt x="133" y="73"/>
                  </a:lnTo>
                  <a:lnTo>
                    <a:pt x="159" y="67"/>
                  </a:lnTo>
                  <a:lnTo>
                    <a:pt x="206" y="56"/>
                  </a:lnTo>
                  <a:lnTo>
                    <a:pt x="206" y="56"/>
                  </a:lnTo>
                  <a:lnTo>
                    <a:pt x="218" y="53"/>
                  </a:lnTo>
                  <a:lnTo>
                    <a:pt x="231" y="52"/>
                  </a:lnTo>
                  <a:lnTo>
                    <a:pt x="256" y="51"/>
                  </a:lnTo>
                  <a:lnTo>
                    <a:pt x="307" y="52"/>
                  </a:lnTo>
                  <a:lnTo>
                    <a:pt x="307" y="52"/>
                  </a:lnTo>
                  <a:lnTo>
                    <a:pt x="328" y="51"/>
                  </a:lnTo>
                  <a:lnTo>
                    <a:pt x="350" y="50"/>
                  </a:lnTo>
                  <a:lnTo>
                    <a:pt x="373" y="47"/>
                  </a:lnTo>
                  <a:lnTo>
                    <a:pt x="394" y="46"/>
                  </a:lnTo>
                  <a:lnTo>
                    <a:pt x="394" y="46"/>
                  </a:lnTo>
                  <a:lnTo>
                    <a:pt x="437" y="44"/>
                  </a:lnTo>
                  <a:lnTo>
                    <a:pt x="486" y="44"/>
                  </a:lnTo>
                  <a:lnTo>
                    <a:pt x="513" y="44"/>
                  </a:lnTo>
                  <a:lnTo>
                    <a:pt x="539" y="47"/>
                  </a:lnTo>
                  <a:lnTo>
                    <a:pt x="565" y="50"/>
                  </a:lnTo>
                  <a:lnTo>
                    <a:pt x="590" y="53"/>
                  </a:lnTo>
                  <a:lnTo>
                    <a:pt x="615" y="60"/>
                  </a:lnTo>
                  <a:lnTo>
                    <a:pt x="638" y="68"/>
                  </a:lnTo>
                  <a:lnTo>
                    <a:pt x="659" y="77"/>
                  </a:lnTo>
                  <a:lnTo>
                    <a:pt x="670" y="82"/>
                  </a:lnTo>
                  <a:lnTo>
                    <a:pt x="679" y="89"/>
                  </a:lnTo>
                  <a:lnTo>
                    <a:pt x="688" y="95"/>
                  </a:lnTo>
                  <a:lnTo>
                    <a:pt x="697" y="103"/>
                  </a:lnTo>
                  <a:lnTo>
                    <a:pt x="704" y="112"/>
                  </a:lnTo>
                  <a:lnTo>
                    <a:pt x="711" y="120"/>
                  </a:lnTo>
                  <a:lnTo>
                    <a:pt x="717" y="131"/>
                  </a:lnTo>
                  <a:lnTo>
                    <a:pt x="722" y="141"/>
                  </a:lnTo>
                  <a:lnTo>
                    <a:pt x="726" y="152"/>
                  </a:lnTo>
                  <a:lnTo>
                    <a:pt x="730" y="165"/>
                  </a:lnTo>
                  <a:lnTo>
                    <a:pt x="730" y="165"/>
                  </a:lnTo>
                  <a:lnTo>
                    <a:pt x="709" y="167"/>
                  </a:lnTo>
                  <a:lnTo>
                    <a:pt x="687" y="170"/>
                  </a:lnTo>
                  <a:lnTo>
                    <a:pt x="643" y="172"/>
                  </a:lnTo>
                  <a:lnTo>
                    <a:pt x="600" y="174"/>
                  </a:lnTo>
                  <a:lnTo>
                    <a:pt x="556" y="172"/>
                  </a:lnTo>
                  <a:lnTo>
                    <a:pt x="511" y="170"/>
                  </a:lnTo>
                  <a:lnTo>
                    <a:pt x="467" y="167"/>
                  </a:lnTo>
                  <a:lnTo>
                    <a:pt x="380" y="161"/>
                  </a:lnTo>
                  <a:lnTo>
                    <a:pt x="380" y="16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3244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Equivalence Classes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D32032-DDF7-454C-8D26-EBFF538B9459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B0ADF9-5238-437D-879A-D86D5DE9E4FE}" type="slidenum">
              <a:rPr lang="en-US" altLang="zh-CN" sz="790"/>
              <a:pPr/>
              <a:t>3</a:t>
            </a:fld>
            <a:endParaRPr lang="en-US" altLang="zh-CN" sz="790"/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628775"/>
            <a:ext cx="7981315" cy="4351020"/>
          </a:xfrm>
        </p:spPr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The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equivalence class </a:t>
            </a:r>
            <a:r>
              <a:rPr lang="en-US" altLang="zh-CN" sz="2800" dirty="0">
                <a:ea typeface="宋体" panose="02010600030101010101" pitchFamily="2" charset="-122"/>
              </a:rPr>
              <a:t>of an element </a:t>
            </a: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l-GR" altLang="zh-CN" sz="2800" dirty="0">
                <a:solidFill>
                  <a:srgbClr val="263AF8"/>
                </a:solidFill>
              </a:rPr>
              <a:t>ϵ </a:t>
            </a:r>
            <a:r>
              <a:rPr lang="en-US" altLang="zh-CN" sz="2800" dirty="0">
                <a:solidFill>
                  <a:srgbClr val="263AF8"/>
                </a:solidFill>
              </a:rPr>
              <a:t>S</a:t>
            </a:r>
            <a:r>
              <a:rPr lang="en-US" altLang="zh-CN" sz="2800" dirty="0"/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is the subset of S of all elements related to </a:t>
            </a: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dirty="0">
                <a:ea typeface="宋体" panose="02010600030101010101" pitchFamily="2" charset="-122"/>
              </a:rPr>
              <a:t>.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</a:p>
          <a:p>
            <a:r>
              <a:rPr lang="en-US" altLang="zh-CN" sz="2800" dirty="0">
                <a:ea typeface="宋体" panose="02010600030101010101" pitchFamily="2" charset="-122"/>
              </a:rPr>
              <a:t>Different equivalence classes of S are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disjoint</a:t>
            </a: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.</a:t>
            </a:r>
          </a:p>
          <a:p>
            <a:pPr lvl="1" algn="just"/>
            <a:r>
              <a:rPr lang="en-US" altLang="zh-CN" sz="2400" dirty="0"/>
              <a:t>Every member of S appears in exactly one equivalence class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3600212" y="5063893"/>
            <a:ext cx="324036" cy="34087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椭圆 29"/>
          <p:cNvSpPr/>
          <p:nvPr/>
        </p:nvSpPr>
        <p:spPr>
          <a:xfrm>
            <a:off x="3182420" y="5556600"/>
            <a:ext cx="324036" cy="34087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椭圆 30"/>
          <p:cNvSpPr/>
          <p:nvPr/>
        </p:nvSpPr>
        <p:spPr>
          <a:xfrm>
            <a:off x="4052216" y="5556600"/>
            <a:ext cx="324036" cy="34087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2" name="椭圆 31"/>
          <p:cNvSpPr/>
          <p:nvPr/>
        </p:nvSpPr>
        <p:spPr>
          <a:xfrm>
            <a:off x="4842030" y="5285259"/>
            <a:ext cx="324036" cy="34087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3" name="椭圆 32"/>
          <p:cNvSpPr/>
          <p:nvPr/>
        </p:nvSpPr>
        <p:spPr>
          <a:xfrm>
            <a:off x="5452812" y="5285259"/>
            <a:ext cx="324036" cy="34087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4" name="直接连接符 3"/>
          <p:cNvCxnSpPr>
            <a:stCxn id="2" idx="3"/>
            <a:endCxn id="30" idx="7"/>
          </p:cNvCxnSpPr>
          <p:nvPr/>
        </p:nvCxnSpPr>
        <p:spPr>
          <a:xfrm flipH="1">
            <a:off x="3459002" y="5354846"/>
            <a:ext cx="188664" cy="2516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2" idx="5"/>
            <a:endCxn id="31" idx="1"/>
          </p:cNvCxnSpPr>
          <p:nvPr/>
        </p:nvCxnSpPr>
        <p:spPr>
          <a:xfrm>
            <a:off x="3876794" y="5354846"/>
            <a:ext cx="222876" cy="2516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30" idx="6"/>
            <a:endCxn id="31" idx="2"/>
          </p:cNvCxnSpPr>
          <p:nvPr/>
        </p:nvCxnSpPr>
        <p:spPr>
          <a:xfrm>
            <a:off x="3506456" y="5727036"/>
            <a:ext cx="5457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32" idx="6"/>
            <a:endCxn id="33" idx="2"/>
          </p:cNvCxnSpPr>
          <p:nvPr/>
        </p:nvCxnSpPr>
        <p:spPr>
          <a:xfrm>
            <a:off x="5166066" y="5455695"/>
            <a:ext cx="28674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4574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52095" y="693420"/>
            <a:ext cx="757428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Equivalence Problem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D32032-DDF7-454C-8D26-EBFF538B9459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B0ADF9-5238-437D-879A-D86D5DE9E4FE}" type="slidenum">
              <a:rPr lang="en-US" altLang="zh-CN" sz="790"/>
              <a:pPr/>
              <a:t>4</a:t>
            </a:fld>
            <a:endParaRPr lang="en-US" altLang="zh-CN" sz="790"/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628775"/>
            <a:ext cx="8047990" cy="4351020"/>
          </a:xfrm>
        </p:spPr>
        <p:txBody>
          <a:bodyPr>
            <a:noAutofit/>
          </a:bodyPr>
          <a:lstStyle/>
          <a:p>
            <a:r>
              <a:rPr lang="en-US" altLang="zh-CN" sz="2400" dirty="0">
                <a:ea typeface="宋体" panose="02010600030101010101" pitchFamily="2" charset="-122"/>
              </a:rPr>
              <a:t>Given an equivalence relation R, decide whether a pair of elements a, b </a:t>
            </a:r>
            <a:r>
              <a:rPr lang="el-GR" altLang="zh-CN" sz="2400" dirty="0"/>
              <a:t>ϵ </a:t>
            </a:r>
            <a:r>
              <a:rPr lang="en-US" altLang="zh-CN" sz="2400" dirty="0">
                <a:ea typeface="宋体" panose="02010600030101010101" pitchFamily="2" charset="-122"/>
              </a:rPr>
              <a:t>S is such that a R b.</a:t>
            </a:r>
          </a:p>
          <a:p>
            <a:pPr lvl="1"/>
            <a:endParaRPr lang="en-US" altLang="zh-CN" sz="1995" dirty="0"/>
          </a:p>
          <a:p>
            <a:r>
              <a:rPr lang="en-US" altLang="zh-CN" sz="2400" dirty="0"/>
              <a:t>Check whether a and b are in the </a:t>
            </a:r>
            <a:r>
              <a:rPr lang="en-US" altLang="zh-CN" sz="2400" dirty="0">
                <a:solidFill>
                  <a:srgbClr val="263AF8"/>
                </a:solidFill>
              </a:rPr>
              <a:t>same</a:t>
            </a:r>
            <a:r>
              <a:rPr lang="en-US" altLang="zh-CN" sz="2400" dirty="0"/>
              <a:t> equivalence class</a:t>
            </a:r>
          </a:p>
          <a:p>
            <a:r>
              <a:rPr lang="en-US" altLang="zh-CN" sz="2400" dirty="0"/>
              <a:t>Equivalence Problem</a:t>
            </a:r>
          </a:p>
          <a:p>
            <a:pPr lvl="1"/>
            <a:r>
              <a:rPr lang="en-US" altLang="zh-CN" sz="2000" dirty="0"/>
              <a:t>the problem of assigning the members of a set to equivalence classes.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4302125" y="2482215"/>
            <a:ext cx="323850" cy="819150"/>
          </a:xfrm>
          <a:prstGeom prst="downArrow">
            <a:avLst/>
          </a:prstGeom>
          <a:solidFill>
            <a:srgbClr val="263A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4574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52095" y="693420"/>
            <a:ext cx="757428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Dynamic Equivalence Problem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367AA3-4F97-44B8-BE02-40D7D3848B2D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126282-91A9-4D18-AC91-280C8E7FADE2}" type="slidenum">
              <a:rPr lang="en-US" altLang="zh-CN" sz="790"/>
              <a:pPr/>
              <a:t>5</a:t>
            </a:fld>
            <a:endParaRPr lang="en-US" altLang="zh-CN" sz="790"/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847" y="1541782"/>
            <a:ext cx="7886700" cy="4351337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Strategy</a:t>
            </a:r>
            <a:r>
              <a:rPr lang="zh-CN" altLang="en-US" sz="2800" dirty="0">
                <a:ea typeface="宋体" panose="02010600030101010101" pitchFamily="2" charset="-122"/>
              </a:rPr>
              <a:t>：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Starting with each element in a singleton set. These singleton sets are </a:t>
            </a:r>
            <a:r>
              <a:rPr lang="en-US" altLang="zh-CN" sz="2400" b="1" dirty="0"/>
              <a:t>disjoint.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two operations:</a:t>
            </a:r>
          </a:p>
          <a:p>
            <a:pPr lvl="2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Find</a:t>
            </a:r>
            <a:r>
              <a:rPr lang="en-US" altLang="zh-CN" sz="2000" dirty="0">
                <a:ea typeface="宋体" panose="02010600030101010101" pitchFamily="2" charset="-122"/>
              </a:rPr>
              <a:t> the equivalence class (set) of a given element</a:t>
            </a:r>
          </a:p>
          <a:p>
            <a:pPr lvl="2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Union</a:t>
            </a:r>
            <a:r>
              <a:rPr lang="en-US" altLang="zh-CN" sz="2000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of two sets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It is a </a:t>
            </a: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dynamic</a:t>
            </a:r>
            <a:r>
              <a:rPr lang="en-US" altLang="zh-CN" sz="2800" dirty="0">
                <a:ea typeface="宋体" panose="02010600030101010101" pitchFamily="2" charset="-122"/>
              </a:rPr>
              <a:t> (on-line) problem because the sets change during the operations and Find must be able to cope!</a:t>
            </a:r>
          </a:p>
        </p:txBody>
      </p:sp>
      <p:grpSp>
        <p:nvGrpSpPr>
          <p:cNvPr id="1277" name="组合 1276"/>
          <p:cNvGrpSpPr/>
          <p:nvPr/>
        </p:nvGrpSpPr>
        <p:grpSpPr>
          <a:xfrm>
            <a:off x="7876541" y="5286358"/>
            <a:ext cx="971551" cy="901701"/>
            <a:chOff x="3119438" y="984250"/>
            <a:chExt cx="728663" cy="676276"/>
          </a:xfrm>
          <a:solidFill>
            <a:schemeClr val="accent1">
              <a:lumMod val="75000"/>
              <a:alpha val="37000"/>
            </a:schemeClr>
          </a:solidFill>
        </p:grpSpPr>
        <p:sp>
          <p:nvSpPr>
            <p:cNvPr id="12751" name="Freeform 463"/>
            <p:cNvSpPr/>
            <p:nvPr>
              <p:custDataLst>
                <p:tags r:id="rId5"/>
              </p:custDataLst>
            </p:nvPr>
          </p:nvSpPr>
          <p:spPr bwMode="auto">
            <a:xfrm>
              <a:off x="3146426" y="1431925"/>
              <a:ext cx="17463" cy="26988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5" y="15"/>
                </a:cxn>
                <a:cxn ang="0">
                  <a:pos x="14" y="29"/>
                </a:cxn>
                <a:cxn ang="0">
                  <a:pos x="6" y="4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6"/>
                </a:cxn>
                <a:cxn ang="0">
                  <a:pos x="2" y="67"/>
                </a:cxn>
                <a:cxn ang="0">
                  <a:pos x="4" y="68"/>
                </a:cxn>
                <a:cxn ang="0">
                  <a:pos x="8" y="68"/>
                </a:cxn>
                <a:cxn ang="0">
                  <a:pos x="10" y="67"/>
                </a:cxn>
                <a:cxn ang="0">
                  <a:pos x="11" y="65"/>
                </a:cxn>
                <a:cxn ang="0">
                  <a:pos x="11" y="65"/>
                </a:cxn>
                <a:cxn ang="0">
                  <a:pos x="17" y="50"/>
                </a:cxn>
                <a:cxn ang="0">
                  <a:pos x="25" y="36"/>
                </a:cxn>
                <a:cxn ang="0">
                  <a:pos x="34" y="23"/>
                </a:cxn>
                <a:cxn ang="0">
                  <a:pos x="44" y="10"/>
                </a:cxn>
                <a:cxn ang="0">
                  <a:pos x="44" y="10"/>
                </a:cxn>
                <a:cxn ang="0">
                  <a:pos x="45" y="8"/>
                </a:cxn>
                <a:cxn ang="0">
                  <a:pos x="45" y="6"/>
                </a:cxn>
                <a:cxn ang="0">
                  <a:pos x="43" y="2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5" h="68">
                  <a:moveTo>
                    <a:pt x="35" y="2"/>
                  </a:moveTo>
                  <a:lnTo>
                    <a:pt x="35" y="2"/>
                  </a:lnTo>
                  <a:lnTo>
                    <a:pt x="25" y="15"/>
                  </a:lnTo>
                  <a:lnTo>
                    <a:pt x="14" y="29"/>
                  </a:lnTo>
                  <a:lnTo>
                    <a:pt x="6" y="4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6"/>
                  </a:lnTo>
                  <a:lnTo>
                    <a:pt x="2" y="67"/>
                  </a:lnTo>
                  <a:lnTo>
                    <a:pt x="4" y="68"/>
                  </a:lnTo>
                  <a:lnTo>
                    <a:pt x="8" y="68"/>
                  </a:lnTo>
                  <a:lnTo>
                    <a:pt x="10" y="67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7" y="50"/>
                  </a:lnTo>
                  <a:lnTo>
                    <a:pt x="25" y="36"/>
                  </a:lnTo>
                  <a:lnTo>
                    <a:pt x="34" y="23"/>
                  </a:lnTo>
                  <a:lnTo>
                    <a:pt x="44" y="10"/>
                  </a:lnTo>
                  <a:lnTo>
                    <a:pt x="44" y="10"/>
                  </a:lnTo>
                  <a:lnTo>
                    <a:pt x="45" y="8"/>
                  </a:lnTo>
                  <a:lnTo>
                    <a:pt x="45" y="6"/>
                  </a:lnTo>
                  <a:lnTo>
                    <a:pt x="43" y="2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2" name="Freeform 464"/>
            <p:cNvSpPr/>
            <p:nvPr>
              <p:custDataLst>
                <p:tags r:id="rId6"/>
              </p:custDataLst>
            </p:nvPr>
          </p:nvSpPr>
          <p:spPr bwMode="auto">
            <a:xfrm>
              <a:off x="3162301" y="1450975"/>
              <a:ext cx="23813" cy="33338"/>
            </a:xfrm>
            <a:custGeom>
              <a:avLst/>
              <a:gdLst/>
              <a:ahLst/>
              <a:cxnLst>
                <a:cxn ang="0">
                  <a:pos x="47" y="3"/>
                </a:cxn>
                <a:cxn ang="0">
                  <a:pos x="47" y="3"/>
                </a:cxn>
                <a:cxn ang="0">
                  <a:pos x="32" y="21"/>
                </a:cxn>
                <a:cxn ang="0">
                  <a:pos x="20" y="39"/>
                </a:cxn>
                <a:cxn ang="0">
                  <a:pos x="9" y="59"/>
                </a:cxn>
                <a:cxn ang="0">
                  <a:pos x="3" y="70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3"/>
                </a:cxn>
                <a:cxn ang="0">
                  <a:pos x="0" y="84"/>
                </a:cxn>
                <a:cxn ang="0">
                  <a:pos x="2" y="87"/>
                </a:cxn>
                <a:cxn ang="0">
                  <a:pos x="3" y="87"/>
                </a:cxn>
                <a:cxn ang="0">
                  <a:pos x="7" y="87"/>
                </a:cxn>
                <a:cxn ang="0">
                  <a:pos x="10" y="85"/>
                </a:cxn>
                <a:cxn ang="0">
                  <a:pos x="11" y="83"/>
                </a:cxn>
                <a:cxn ang="0">
                  <a:pos x="11" y="83"/>
                </a:cxn>
                <a:cxn ang="0">
                  <a:pos x="15" y="73"/>
                </a:cxn>
                <a:cxn ang="0">
                  <a:pos x="19" y="63"/>
                </a:cxn>
                <a:cxn ang="0">
                  <a:pos x="31" y="45"/>
                </a:cxn>
                <a:cxn ang="0">
                  <a:pos x="43" y="26"/>
                </a:cxn>
                <a:cxn ang="0">
                  <a:pos x="56" y="8"/>
                </a:cxn>
                <a:cxn ang="0">
                  <a:pos x="56" y="8"/>
                </a:cxn>
                <a:cxn ang="0">
                  <a:pos x="57" y="7"/>
                </a:cxn>
                <a:cxn ang="0">
                  <a:pos x="57" y="4"/>
                </a:cxn>
                <a:cxn ang="0">
                  <a:pos x="56" y="3"/>
                </a:cxn>
                <a:cxn ang="0">
                  <a:pos x="54" y="2"/>
                </a:cxn>
                <a:cxn ang="0">
                  <a:pos x="51" y="0"/>
                </a:cxn>
                <a:cxn ang="0">
                  <a:pos x="48" y="2"/>
                </a:cxn>
                <a:cxn ang="0">
                  <a:pos x="47" y="3"/>
                </a:cxn>
                <a:cxn ang="0">
                  <a:pos x="47" y="3"/>
                </a:cxn>
              </a:cxnLst>
              <a:rect l="0" t="0" r="r" b="b"/>
              <a:pathLst>
                <a:path w="57" h="87">
                  <a:moveTo>
                    <a:pt x="47" y="3"/>
                  </a:moveTo>
                  <a:lnTo>
                    <a:pt x="47" y="3"/>
                  </a:lnTo>
                  <a:lnTo>
                    <a:pt x="32" y="21"/>
                  </a:lnTo>
                  <a:lnTo>
                    <a:pt x="20" y="39"/>
                  </a:lnTo>
                  <a:lnTo>
                    <a:pt x="9" y="59"/>
                  </a:lnTo>
                  <a:lnTo>
                    <a:pt x="3" y="7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3"/>
                  </a:lnTo>
                  <a:lnTo>
                    <a:pt x="0" y="84"/>
                  </a:lnTo>
                  <a:lnTo>
                    <a:pt x="2" y="87"/>
                  </a:lnTo>
                  <a:lnTo>
                    <a:pt x="3" y="87"/>
                  </a:lnTo>
                  <a:lnTo>
                    <a:pt x="7" y="87"/>
                  </a:lnTo>
                  <a:lnTo>
                    <a:pt x="10" y="85"/>
                  </a:lnTo>
                  <a:lnTo>
                    <a:pt x="11" y="83"/>
                  </a:lnTo>
                  <a:lnTo>
                    <a:pt x="11" y="83"/>
                  </a:lnTo>
                  <a:lnTo>
                    <a:pt x="15" y="73"/>
                  </a:lnTo>
                  <a:lnTo>
                    <a:pt x="19" y="63"/>
                  </a:lnTo>
                  <a:lnTo>
                    <a:pt x="31" y="45"/>
                  </a:lnTo>
                  <a:lnTo>
                    <a:pt x="43" y="26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7" y="7"/>
                  </a:lnTo>
                  <a:lnTo>
                    <a:pt x="57" y="4"/>
                  </a:lnTo>
                  <a:lnTo>
                    <a:pt x="56" y="3"/>
                  </a:lnTo>
                  <a:lnTo>
                    <a:pt x="54" y="2"/>
                  </a:lnTo>
                  <a:lnTo>
                    <a:pt x="51" y="0"/>
                  </a:lnTo>
                  <a:lnTo>
                    <a:pt x="48" y="2"/>
                  </a:lnTo>
                  <a:lnTo>
                    <a:pt x="47" y="3"/>
                  </a:lnTo>
                  <a:lnTo>
                    <a:pt x="4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3" name="Freeform 465"/>
            <p:cNvSpPr/>
            <p:nvPr>
              <p:custDataLst>
                <p:tags r:id="rId7"/>
              </p:custDataLst>
            </p:nvPr>
          </p:nvSpPr>
          <p:spPr bwMode="auto">
            <a:xfrm>
              <a:off x="3192463" y="1466850"/>
              <a:ext cx="22225" cy="31750"/>
            </a:xfrm>
            <a:custGeom>
              <a:avLst/>
              <a:gdLst/>
              <a:ahLst/>
              <a:cxnLst>
                <a:cxn ang="0">
                  <a:pos x="42" y="5"/>
                </a:cxn>
                <a:cxn ang="0">
                  <a:pos x="42" y="5"/>
                </a:cxn>
                <a:cxn ang="0">
                  <a:pos x="40" y="14"/>
                </a:cxn>
                <a:cxn ang="0">
                  <a:pos x="36" y="22"/>
                </a:cxn>
                <a:cxn ang="0">
                  <a:pos x="30" y="30"/>
                </a:cxn>
                <a:cxn ang="0">
                  <a:pos x="25" y="38"/>
                </a:cxn>
                <a:cxn ang="0">
                  <a:pos x="25" y="38"/>
                </a:cxn>
                <a:cxn ang="0">
                  <a:pos x="20" y="46"/>
                </a:cxn>
                <a:cxn ang="0">
                  <a:pos x="13" y="55"/>
                </a:cxn>
                <a:cxn ang="0">
                  <a:pos x="2" y="71"/>
                </a:cxn>
                <a:cxn ang="0">
                  <a:pos x="2" y="71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2" y="77"/>
                </a:cxn>
                <a:cxn ang="0">
                  <a:pos x="3" y="79"/>
                </a:cxn>
                <a:cxn ang="0">
                  <a:pos x="7" y="80"/>
                </a:cxn>
                <a:cxn ang="0">
                  <a:pos x="10" y="79"/>
                </a:cxn>
                <a:cxn ang="0">
                  <a:pos x="11" y="77"/>
                </a:cxn>
                <a:cxn ang="0">
                  <a:pos x="11" y="77"/>
                </a:cxn>
                <a:cxn ang="0">
                  <a:pos x="25" y="58"/>
                </a:cxn>
                <a:cxn ang="0">
                  <a:pos x="38" y="37"/>
                </a:cxn>
                <a:cxn ang="0">
                  <a:pos x="38" y="37"/>
                </a:cxn>
                <a:cxn ang="0">
                  <a:pos x="48" y="22"/>
                </a:cxn>
                <a:cxn ang="0">
                  <a:pos x="51" y="14"/>
                </a:cxn>
                <a:cxn ang="0">
                  <a:pos x="54" y="5"/>
                </a:cxn>
                <a:cxn ang="0">
                  <a:pos x="54" y="5"/>
                </a:cxn>
                <a:cxn ang="0">
                  <a:pos x="54" y="3"/>
                </a:cxn>
                <a:cxn ang="0">
                  <a:pos x="53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1"/>
                </a:cxn>
                <a:cxn ang="0">
                  <a:pos x="44" y="3"/>
                </a:cxn>
                <a:cxn ang="0">
                  <a:pos x="42" y="5"/>
                </a:cxn>
                <a:cxn ang="0">
                  <a:pos x="42" y="5"/>
                </a:cxn>
              </a:cxnLst>
              <a:rect l="0" t="0" r="r" b="b"/>
              <a:pathLst>
                <a:path w="54" h="80">
                  <a:moveTo>
                    <a:pt x="42" y="5"/>
                  </a:moveTo>
                  <a:lnTo>
                    <a:pt x="42" y="5"/>
                  </a:lnTo>
                  <a:lnTo>
                    <a:pt x="40" y="14"/>
                  </a:lnTo>
                  <a:lnTo>
                    <a:pt x="36" y="22"/>
                  </a:lnTo>
                  <a:lnTo>
                    <a:pt x="30" y="30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20" y="46"/>
                  </a:lnTo>
                  <a:lnTo>
                    <a:pt x="13" y="55"/>
                  </a:lnTo>
                  <a:lnTo>
                    <a:pt x="2" y="71"/>
                  </a:lnTo>
                  <a:lnTo>
                    <a:pt x="2" y="71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2" y="77"/>
                  </a:lnTo>
                  <a:lnTo>
                    <a:pt x="3" y="79"/>
                  </a:lnTo>
                  <a:lnTo>
                    <a:pt x="7" y="80"/>
                  </a:lnTo>
                  <a:lnTo>
                    <a:pt x="10" y="79"/>
                  </a:lnTo>
                  <a:lnTo>
                    <a:pt x="11" y="77"/>
                  </a:lnTo>
                  <a:lnTo>
                    <a:pt x="11" y="77"/>
                  </a:lnTo>
                  <a:lnTo>
                    <a:pt x="25" y="58"/>
                  </a:lnTo>
                  <a:lnTo>
                    <a:pt x="38" y="37"/>
                  </a:lnTo>
                  <a:lnTo>
                    <a:pt x="38" y="37"/>
                  </a:lnTo>
                  <a:lnTo>
                    <a:pt x="48" y="22"/>
                  </a:lnTo>
                  <a:lnTo>
                    <a:pt x="51" y="14"/>
                  </a:lnTo>
                  <a:lnTo>
                    <a:pt x="54" y="5"/>
                  </a:lnTo>
                  <a:lnTo>
                    <a:pt x="54" y="5"/>
                  </a:lnTo>
                  <a:lnTo>
                    <a:pt x="54" y="3"/>
                  </a:lnTo>
                  <a:lnTo>
                    <a:pt x="53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1"/>
                  </a:lnTo>
                  <a:lnTo>
                    <a:pt x="44" y="3"/>
                  </a:lnTo>
                  <a:lnTo>
                    <a:pt x="42" y="5"/>
                  </a:lnTo>
                  <a:lnTo>
                    <a:pt x="4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4" name="Freeform 466"/>
            <p:cNvSpPr/>
            <p:nvPr>
              <p:custDataLst>
                <p:tags r:id="rId8"/>
              </p:custDataLst>
            </p:nvPr>
          </p:nvSpPr>
          <p:spPr bwMode="auto">
            <a:xfrm>
              <a:off x="3228976" y="1474788"/>
              <a:ext cx="14288" cy="25400"/>
            </a:xfrm>
            <a:custGeom>
              <a:avLst/>
              <a:gdLst/>
              <a:ahLst/>
              <a:cxnLst>
                <a:cxn ang="0">
                  <a:pos x="27" y="4"/>
                </a:cxn>
                <a:cxn ang="0">
                  <a:pos x="27" y="4"/>
                </a:cxn>
                <a:cxn ang="0">
                  <a:pos x="24" y="10"/>
                </a:cxn>
                <a:cxn ang="0">
                  <a:pos x="20" y="17"/>
                </a:cxn>
                <a:cxn ang="0">
                  <a:pos x="16" y="23"/>
                </a:cxn>
                <a:cxn ang="0">
                  <a:pos x="13" y="30"/>
                </a:cxn>
                <a:cxn ang="0">
                  <a:pos x="13" y="30"/>
                </a:cxn>
                <a:cxn ang="0">
                  <a:pos x="9" y="35"/>
                </a:cxn>
                <a:cxn ang="0">
                  <a:pos x="7" y="40"/>
                </a:cxn>
                <a:cxn ang="0">
                  <a:pos x="7" y="40"/>
                </a:cxn>
                <a:cxn ang="0">
                  <a:pos x="4" y="48"/>
                </a:cxn>
                <a:cxn ang="0">
                  <a:pos x="1" y="55"/>
                </a:cxn>
                <a:cxn ang="0">
                  <a:pos x="1" y="55"/>
                </a:cxn>
                <a:cxn ang="0">
                  <a:pos x="0" y="57"/>
                </a:cxn>
                <a:cxn ang="0">
                  <a:pos x="1" y="60"/>
                </a:cxn>
                <a:cxn ang="0">
                  <a:pos x="4" y="62"/>
                </a:cxn>
                <a:cxn ang="0">
                  <a:pos x="5" y="64"/>
                </a:cxn>
                <a:cxn ang="0">
                  <a:pos x="8" y="64"/>
                </a:cxn>
                <a:cxn ang="0">
                  <a:pos x="9" y="62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14" y="51"/>
                </a:cxn>
                <a:cxn ang="0">
                  <a:pos x="14" y="51"/>
                </a:cxn>
                <a:cxn ang="0">
                  <a:pos x="16" y="47"/>
                </a:cxn>
                <a:cxn ang="0">
                  <a:pos x="18" y="43"/>
                </a:cxn>
                <a:cxn ang="0">
                  <a:pos x="22" y="36"/>
                </a:cxn>
                <a:cxn ang="0">
                  <a:pos x="22" y="36"/>
                </a:cxn>
                <a:cxn ang="0">
                  <a:pos x="26" y="28"/>
                </a:cxn>
                <a:cxn ang="0">
                  <a:pos x="30" y="21"/>
                </a:cxn>
                <a:cxn ang="0">
                  <a:pos x="34" y="14"/>
                </a:cxn>
                <a:cxn ang="0">
                  <a:pos x="38" y="6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8" y="2"/>
                </a:cxn>
                <a:cxn ang="0">
                  <a:pos x="37" y="0"/>
                </a:cxn>
                <a:cxn ang="0">
                  <a:pos x="34" y="0"/>
                </a:cxn>
                <a:cxn ang="0">
                  <a:pos x="30" y="0"/>
                </a:cxn>
                <a:cxn ang="0">
                  <a:pos x="29" y="1"/>
                </a:cxn>
                <a:cxn ang="0">
                  <a:pos x="27" y="4"/>
                </a:cxn>
                <a:cxn ang="0">
                  <a:pos x="27" y="4"/>
                </a:cxn>
              </a:cxnLst>
              <a:rect l="0" t="0" r="r" b="b"/>
              <a:pathLst>
                <a:path w="38" h="64">
                  <a:moveTo>
                    <a:pt x="27" y="4"/>
                  </a:moveTo>
                  <a:lnTo>
                    <a:pt x="27" y="4"/>
                  </a:lnTo>
                  <a:lnTo>
                    <a:pt x="24" y="10"/>
                  </a:lnTo>
                  <a:lnTo>
                    <a:pt x="20" y="17"/>
                  </a:lnTo>
                  <a:lnTo>
                    <a:pt x="16" y="23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9" y="35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4" y="48"/>
                  </a:lnTo>
                  <a:lnTo>
                    <a:pt x="1" y="55"/>
                  </a:lnTo>
                  <a:lnTo>
                    <a:pt x="1" y="55"/>
                  </a:lnTo>
                  <a:lnTo>
                    <a:pt x="0" y="57"/>
                  </a:lnTo>
                  <a:lnTo>
                    <a:pt x="1" y="60"/>
                  </a:lnTo>
                  <a:lnTo>
                    <a:pt x="4" y="62"/>
                  </a:lnTo>
                  <a:lnTo>
                    <a:pt x="5" y="64"/>
                  </a:lnTo>
                  <a:lnTo>
                    <a:pt x="8" y="64"/>
                  </a:lnTo>
                  <a:lnTo>
                    <a:pt x="9" y="62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6" y="47"/>
                  </a:lnTo>
                  <a:lnTo>
                    <a:pt x="18" y="43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26" y="28"/>
                  </a:lnTo>
                  <a:lnTo>
                    <a:pt x="30" y="21"/>
                  </a:lnTo>
                  <a:lnTo>
                    <a:pt x="34" y="14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8" y="2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30" y="0"/>
                  </a:lnTo>
                  <a:lnTo>
                    <a:pt x="29" y="1"/>
                  </a:lnTo>
                  <a:lnTo>
                    <a:pt x="27" y="4"/>
                  </a:lnTo>
                  <a:lnTo>
                    <a:pt x="27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5" name="Freeform 467"/>
            <p:cNvSpPr/>
            <p:nvPr>
              <p:custDataLst>
                <p:tags r:id="rId9"/>
              </p:custDataLst>
            </p:nvPr>
          </p:nvSpPr>
          <p:spPr bwMode="auto">
            <a:xfrm>
              <a:off x="3262313" y="1473200"/>
              <a:ext cx="19050" cy="30163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0" y="20"/>
                </a:cxn>
                <a:cxn ang="0">
                  <a:pos x="19" y="36"/>
                </a:cxn>
                <a:cxn ang="0">
                  <a:pos x="10" y="51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1"/>
                </a:cxn>
                <a:cxn ang="0">
                  <a:pos x="0" y="74"/>
                </a:cxn>
                <a:cxn ang="0">
                  <a:pos x="2" y="76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19" y="58"/>
                </a:cxn>
                <a:cxn ang="0">
                  <a:pos x="30" y="42"/>
                </a:cxn>
                <a:cxn ang="0">
                  <a:pos x="39" y="25"/>
                </a:cxn>
                <a:cxn ang="0">
                  <a:pos x="48" y="10"/>
                </a:cxn>
                <a:cxn ang="0">
                  <a:pos x="48" y="10"/>
                </a:cxn>
                <a:cxn ang="0">
                  <a:pos x="49" y="7"/>
                </a:cxn>
                <a:cxn ang="0">
                  <a:pos x="49" y="4"/>
                </a:cxn>
                <a:cxn ang="0">
                  <a:pos x="45" y="2"/>
                </a:cxn>
                <a:cxn ang="0">
                  <a:pos x="42" y="0"/>
                </a:cxn>
                <a:cxn ang="0">
                  <a:pos x="40" y="2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49" h="78">
                  <a:moveTo>
                    <a:pt x="39" y="4"/>
                  </a:moveTo>
                  <a:lnTo>
                    <a:pt x="39" y="4"/>
                  </a:lnTo>
                  <a:lnTo>
                    <a:pt x="30" y="20"/>
                  </a:lnTo>
                  <a:lnTo>
                    <a:pt x="19" y="36"/>
                  </a:lnTo>
                  <a:lnTo>
                    <a:pt x="10" y="51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1"/>
                  </a:lnTo>
                  <a:lnTo>
                    <a:pt x="0" y="74"/>
                  </a:lnTo>
                  <a:lnTo>
                    <a:pt x="2" y="76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19" y="58"/>
                  </a:lnTo>
                  <a:lnTo>
                    <a:pt x="30" y="42"/>
                  </a:lnTo>
                  <a:lnTo>
                    <a:pt x="39" y="25"/>
                  </a:lnTo>
                  <a:lnTo>
                    <a:pt x="48" y="10"/>
                  </a:lnTo>
                  <a:lnTo>
                    <a:pt x="48" y="10"/>
                  </a:lnTo>
                  <a:lnTo>
                    <a:pt x="49" y="7"/>
                  </a:lnTo>
                  <a:lnTo>
                    <a:pt x="49" y="4"/>
                  </a:lnTo>
                  <a:lnTo>
                    <a:pt x="45" y="2"/>
                  </a:lnTo>
                  <a:lnTo>
                    <a:pt x="42" y="0"/>
                  </a:lnTo>
                  <a:lnTo>
                    <a:pt x="40" y="2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6" name="Freeform 468"/>
            <p:cNvSpPr/>
            <p:nvPr>
              <p:custDataLst>
                <p:tags r:id="rId10"/>
              </p:custDataLst>
            </p:nvPr>
          </p:nvSpPr>
          <p:spPr bwMode="auto">
            <a:xfrm>
              <a:off x="3298826" y="1471613"/>
              <a:ext cx="15875" cy="23813"/>
            </a:xfrm>
            <a:custGeom>
              <a:avLst/>
              <a:gdLst/>
              <a:ahLst/>
              <a:cxnLst>
                <a:cxn ang="0">
                  <a:pos x="32" y="3"/>
                </a:cxn>
                <a:cxn ang="0">
                  <a:pos x="32" y="3"/>
                </a:cxn>
                <a:cxn ang="0">
                  <a:pos x="25" y="17"/>
                </a:cxn>
                <a:cxn ang="0">
                  <a:pos x="17" y="28"/>
                </a:cxn>
                <a:cxn ang="0">
                  <a:pos x="8" y="40"/>
                </a:cxn>
                <a:cxn ang="0">
                  <a:pos x="0" y="52"/>
                </a:cxn>
                <a:cxn ang="0">
                  <a:pos x="0" y="52"/>
                </a:cxn>
                <a:cxn ang="0">
                  <a:pos x="0" y="54"/>
                </a:cxn>
                <a:cxn ang="0">
                  <a:pos x="0" y="57"/>
                </a:cxn>
                <a:cxn ang="0">
                  <a:pos x="3" y="60"/>
                </a:cxn>
                <a:cxn ang="0">
                  <a:pos x="7" y="61"/>
                </a:cxn>
                <a:cxn ang="0">
                  <a:pos x="9" y="60"/>
                </a:cxn>
                <a:cxn ang="0">
                  <a:pos x="11" y="58"/>
                </a:cxn>
                <a:cxn ang="0">
                  <a:pos x="11" y="58"/>
                </a:cxn>
                <a:cxn ang="0">
                  <a:pos x="19" y="45"/>
                </a:cxn>
                <a:cxn ang="0">
                  <a:pos x="26" y="34"/>
                </a:cxn>
                <a:cxn ang="0">
                  <a:pos x="34" y="22"/>
                </a:cxn>
                <a:cxn ang="0">
                  <a:pos x="41" y="9"/>
                </a:cxn>
                <a:cxn ang="0">
                  <a:pos x="41" y="9"/>
                </a:cxn>
                <a:cxn ang="0">
                  <a:pos x="42" y="6"/>
                </a:cxn>
                <a:cxn ang="0">
                  <a:pos x="41" y="3"/>
                </a:cxn>
                <a:cxn ang="0">
                  <a:pos x="38" y="1"/>
                </a:cxn>
                <a:cxn ang="0">
                  <a:pos x="37" y="0"/>
                </a:cxn>
                <a:cxn ang="0">
                  <a:pos x="34" y="0"/>
                </a:cxn>
                <a:cxn ang="0">
                  <a:pos x="33" y="1"/>
                </a:cxn>
                <a:cxn ang="0">
                  <a:pos x="32" y="3"/>
                </a:cxn>
                <a:cxn ang="0">
                  <a:pos x="32" y="3"/>
                </a:cxn>
              </a:cxnLst>
              <a:rect l="0" t="0" r="r" b="b"/>
              <a:pathLst>
                <a:path w="42" h="61">
                  <a:moveTo>
                    <a:pt x="32" y="3"/>
                  </a:moveTo>
                  <a:lnTo>
                    <a:pt x="32" y="3"/>
                  </a:lnTo>
                  <a:lnTo>
                    <a:pt x="25" y="17"/>
                  </a:lnTo>
                  <a:lnTo>
                    <a:pt x="17" y="28"/>
                  </a:lnTo>
                  <a:lnTo>
                    <a:pt x="8" y="40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0" y="57"/>
                  </a:lnTo>
                  <a:lnTo>
                    <a:pt x="3" y="60"/>
                  </a:lnTo>
                  <a:lnTo>
                    <a:pt x="7" y="61"/>
                  </a:lnTo>
                  <a:lnTo>
                    <a:pt x="9" y="60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9" y="45"/>
                  </a:lnTo>
                  <a:lnTo>
                    <a:pt x="26" y="34"/>
                  </a:lnTo>
                  <a:lnTo>
                    <a:pt x="34" y="22"/>
                  </a:lnTo>
                  <a:lnTo>
                    <a:pt x="41" y="9"/>
                  </a:lnTo>
                  <a:lnTo>
                    <a:pt x="41" y="9"/>
                  </a:lnTo>
                  <a:lnTo>
                    <a:pt x="42" y="6"/>
                  </a:lnTo>
                  <a:lnTo>
                    <a:pt x="41" y="3"/>
                  </a:lnTo>
                  <a:lnTo>
                    <a:pt x="38" y="1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33" y="1"/>
                  </a:lnTo>
                  <a:lnTo>
                    <a:pt x="32" y="3"/>
                  </a:lnTo>
                  <a:lnTo>
                    <a:pt x="3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7" name="Freeform 469"/>
            <p:cNvSpPr/>
            <p:nvPr>
              <p:custDataLst>
                <p:tags r:id="rId11"/>
              </p:custDataLst>
            </p:nvPr>
          </p:nvSpPr>
          <p:spPr bwMode="auto">
            <a:xfrm>
              <a:off x="3333751" y="1468438"/>
              <a:ext cx="12700" cy="23813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0"/>
                </a:cxn>
                <a:cxn ang="0">
                  <a:pos x="17" y="16"/>
                </a:cxn>
                <a:cxn ang="0">
                  <a:pos x="14" y="21"/>
                </a:cxn>
                <a:cxn ang="0">
                  <a:pos x="12" y="26"/>
                </a:cxn>
                <a:cxn ang="0">
                  <a:pos x="12" y="26"/>
                </a:cxn>
                <a:cxn ang="0">
                  <a:pos x="8" y="39"/>
                </a:cxn>
                <a:cxn ang="0">
                  <a:pos x="5" y="46"/>
                </a:cxn>
                <a:cxn ang="0">
                  <a:pos x="1" y="51"/>
                </a:cxn>
                <a:cxn ang="0">
                  <a:pos x="1" y="51"/>
                </a:cxn>
                <a:cxn ang="0">
                  <a:pos x="0" y="52"/>
                </a:cxn>
                <a:cxn ang="0">
                  <a:pos x="0" y="55"/>
                </a:cxn>
                <a:cxn ang="0">
                  <a:pos x="1" y="59"/>
                </a:cxn>
                <a:cxn ang="0">
                  <a:pos x="5" y="60"/>
                </a:cxn>
                <a:cxn ang="0">
                  <a:pos x="8" y="60"/>
                </a:cxn>
                <a:cxn ang="0">
                  <a:pos x="9" y="59"/>
                </a:cxn>
                <a:cxn ang="0">
                  <a:pos x="9" y="59"/>
                </a:cxn>
                <a:cxn ang="0">
                  <a:pos x="13" y="54"/>
                </a:cxn>
                <a:cxn ang="0">
                  <a:pos x="17" y="48"/>
                </a:cxn>
                <a:cxn ang="0">
                  <a:pos x="21" y="35"/>
                </a:cxn>
                <a:cxn ang="0">
                  <a:pos x="21" y="35"/>
                </a:cxn>
                <a:cxn ang="0">
                  <a:pos x="23" y="27"/>
                </a:cxn>
                <a:cxn ang="0">
                  <a:pos x="27" y="21"/>
                </a:cxn>
                <a:cxn ang="0">
                  <a:pos x="31" y="13"/>
                </a:cxn>
                <a:cxn ang="0">
                  <a:pos x="34" y="5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5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4" h="60">
                  <a:moveTo>
                    <a:pt x="22" y="5"/>
                  </a:moveTo>
                  <a:lnTo>
                    <a:pt x="22" y="5"/>
                  </a:lnTo>
                  <a:lnTo>
                    <a:pt x="21" y="10"/>
                  </a:lnTo>
                  <a:lnTo>
                    <a:pt x="17" y="16"/>
                  </a:lnTo>
                  <a:lnTo>
                    <a:pt x="14" y="21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8" y="39"/>
                  </a:lnTo>
                  <a:lnTo>
                    <a:pt x="5" y="46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0" y="52"/>
                  </a:lnTo>
                  <a:lnTo>
                    <a:pt x="0" y="55"/>
                  </a:lnTo>
                  <a:lnTo>
                    <a:pt x="1" y="59"/>
                  </a:lnTo>
                  <a:lnTo>
                    <a:pt x="5" y="60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54"/>
                  </a:lnTo>
                  <a:lnTo>
                    <a:pt x="17" y="48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3" y="27"/>
                  </a:lnTo>
                  <a:lnTo>
                    <a:pt x="27" y="21"/>
                  </a:lnTo>
                  <a:lnTo>
                    <a:pt x="31" y="13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8" name="Freeform 470"/>
            <p:cNvSpPr/>
            <p:nvPr>
              <p:custDataLst>
                <p:tags r:id="rId12"/>
              </p:custDataLst>
            </p:nvPr>
          </p:nvSpPr>
          <p:spPr bwMode="auto">
            <a:xfrm>
              <a:off x="3589338" y="1428750"/>
              <a:ext cx="19050" cy="22225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1" y="48"/>
                </a:cxn>
                <a:cxn ang="0">
                  <a:pos x="1" y="48"/>
                </a:cxn>
                <a:cxn ang="0">
                  <a:pos x="0" y="51"/>
                </a:cxn>
                <a:cxn ang="0">
                  <a:pos x="0" y="52"/>
                </a:cxn>
                <a:cxn ang="0">
                  <a:pos x="1" y="55"/>
                </a:cxn>
                <a:cxn ang="0">
                  <a:pos x="3" y="56"/>
                </a:cxn>
                <a:cxn ang="0">
                  <a:pos x="8" y="56"/>
                </a:cxn>
                <a:cxn ang="0">
                  <a:pos x="9" y="56"/>
                </a:cxn>
                <a:cxn ang="0">
                  <a:pos x="12" y="53"/>
                </a:cxn>
                <a:cxn ang="0">
                  <a:pos x="12" y="53"/>
                </a:cxn>
                <a:cxn ang="0">
                  <a:pos x="46" y="9"/>
                </a:cxn>
                <a:cxn ang="0">
                  <a:pos x="46" y="9"/>
                </a:cxn>
                <a:cxn ang="0">
                  <a:pos x="47" y="6"/>
                </a:cxn>
                <a:cxn ang="0">
                  <a:pos x="46" y="4"/>
                </a:cxn>
                <a:cxn ang="0">
                  <a:pos x="46" y="2"/>
                </a:cxn>
                <a:cxn ang="0">
                  <a:pos x="45" y="1"/>
                </a:cxn>
                <a:cxn ang="0">
                  <a:pos x="39" y="0"/>
                </a:cxn>
                <a:cxn ang="0">
                  <a:pos x="38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7" h="56">
                  <a:moveTo>
                    <a:pt x="35" y="2"/>
                  </a:moveTo>
                  <a:lnTo>
                    <a:pt x="35" y="2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0" y="51"/>
                  </a:lnTo>
                  <a:lnTo>
                    <a:pt x="0" y="52"/>
                  </a:lnTo>
                  <a:lnTo>
                    <a:pt x="1" y="55"/>
                  </a:lnTo>
                  <a:lnTo>
                    <a:pt x="3" y="56"/>
                  </a:lnTo>
                  <a:lnTo>
                    <a:pt x="8" y="56"/>
                  </a:lnTo>
                  <a:lnTo>
                    <a:pt x="9" y="56"/>
                  </a:lnTo>
                  <a:lnTo>
                    <a:pt x="12" y="53"/>
                  </a:lnTo>
                  <a:lnTo>
                    <a:pt x="12" y="53"/>
                  </a:lnTo>
                  <a:lnTo>
                    <a:pt x="46" y="9"/>
                  </a:lnTo>
                  <a:lnTo>
                    <a:pt x="46" y="9"/>
                  </a:lnTo>
                  <a:lnTo>
                    <a:pt x="47" y="6"/>
                  </a:lnTo>
                  <a:lnTo>
                    <a:pt x="46" y="4"/>
                  </a:lnTo>
                  <a:lnTo>
                    <a:pt x="46" y="2"/>
                  </a:lnTo>
                  <a:lnTo>
                    <a:pt x="45" y="1"/>
                  </a:lnTo>
                  <a:lnTo>
                    <a:pt x="39" y="0"/>
                  </a:lnTo>
                  <a:lnTo>
                    <a:pt x="38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59" name="Freeform 471"/>
            <p:cNvSpPr/>
            <p:nvPr>
              <p:custDataLst>
                <p:tags r:id="rId13"/>
              </p:custDataLst>
            </p:nvPr>
          </p:nvSpPr>
          <p:spPr bwMode="auto">
            <a:xfrm>
              <a:off x="3606801" y="1447800"/>
              <a:ext cx="22225" cy="30163"/>
            </a:xfrm>
            <a:custGeom>
              <a:avLst/>
              <a:gdLst/>
              <a:ahLst/>
              <a:cxnLst>
                <a:cxn ang="0">
                  <a:pos x="47" y="2"/>
                </a:cxn>
                <a:cxn ang="0">
                  <a:pos x="47" y="2"/>
                </a:cxn>
                <a:cxn ang="0">
                  <a:pos x="33" y="17"/>
                </a:cxn>
                <a:cxn ang="0">
                  <a:pos x="21" y="33"/>
                </a:cxn>
                <a:cxn ang="0">
                  <a:pos x="11" y="5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3" y="76"/>
                </a:cxn>
                <a:cxn ang="0">
                  <a:pos x="7" y="76"/>
                </a:cxn>
                <a:cxn ang="0">
                  <a:pos x="8" y="75"/>
                </a:cxn>
                <a:cxn ang="0">
                  <a:pos x="11" y="74"/>
                </a:cxn>
                <a:cxn ang="0">
                  <a:pos x="11" y="74"/>
                </a:cxn>
                <a:cxn ang="0">
                  <a:pos x="20" y="57"/>
                </a:cxn>
                <a:cxn ang="0">
                  <a:pos x="30" y="40"/>
                </a:cxn>
                <a:cxn ang="0">
                  <a:pos x="42" y="25"/>
                </a:cxn>
                <a:cxn ang="0">
                  <a:pos x="55" y="10"/>
                </a:cxn>
                <a:cxn ang="0">
                  <a:pos x="55" y="10"/>
                </a:cxn>
                <a:cxn ang="0">
                  <a:pos x="57" y="8"/>
                </a:cxn>
                <a:cxn ang="0">
                  <a:pos x="57" y="6"/>
                </a:cxn>
                <a:cxn ang="0">
                  <a:pos x="55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2"/>
                </a:cxn>
                <a:cxn ang="0">
                  <a:pos x="47" y="2"/>
                </a:cxn>
              </a:cxnLst>
              <a:rect l="0" t="0" r="r" b="b"/>
              <a:pathLst>
                <a:path w="57" h="76">
                  <a:moveTo>
                    <a:pt x="47" y="2"/>
                  </a:moveTo>
                  <a:lnTo>
                    <a:pt x="47" y="2"/>
                  </a:lnTo>
                  <a:lnTo>
                    <a:pt x="33" y="17"/>
                  </a:lnTo>
                  <a:lnTo>
                    <a:pt x="21" y="33"/>
                  </a:lnTo>
                  <a:lnTo>
                    <a:pt x="11" y="50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3" y="76"/>
                  </a:lnTo>
                  <a:lnTo>
                    <a:pt x="7" y="76"/>
                  </a:lnTo>
                  <a:lnTo>
                    <a:pt x="8" y="75"/>
                  </a:lnTo>
                  <a:lnTo>
                    <a:pt x="11" y="74"/>
                  </a:lnTo>
                  <a:lnTo>
                    <a:pt x="11" y="74"/>
                  </a:lnTo>
                  <a:lnTo>
                    <a:pt x="20" y="57"/>
                  </a:lnTo>
                  <a:lnTo>
                    <a:pt x="30" y="40"/>
                  </a:lnTo>
                  <a:lnTo>
                    <a:pt x="42" y="25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7" y="8"/>
                  </a:lnTo>
                  <a:lnTo>
                    <a:pt x="57" y="6"/>
                  </a:lnTo>
                  <a:lnTo>
                    <a:pt x="55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2"/>
                  </a:lnTo>
                  <a:lnTo>
                    <a:pt x="4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0" name="Freeform 472"/>
            <p:cNvSpPr/>
            <p:nvPr>
              <p:custDataLst>
                <p:tags r:id="rId14"/>
              </p:custDataLst>
            </p:nvPr>
          </p:nvSpPr>
          <p:spPr bwMode="auto">
            <a:xfrm>
              <a:off x="3629026" y="1465263"/>
              <a:ext cx="23813" cy="31750"/>
            </a:xfrm>
            <a:custGeom>
              <a:avLst/>
              <a:gdLst/>
              <a:ahLst/>
              <a:cxnLst>
                <a:cxn ang="0">
                  <a:pos x="47" y="3"/>
                </a:cxn>
                <a:cxn ang="0">
                  <a:pos x="47" y="3"/>
                </a:cxn>
                <a:cxn ang="0">
                  <a:pos x="22" y="37"/>
                </a:cxn>
                <a:cxn ang="0">
                  <a:pos x="11" y="54"/>
                </a:cxn>
                <a:cxn ang="0">
                  <a:pos x="1" y="71"/>
                </a:cxn>
                <a:cxn ang="0">
                  <a:pos x="1" y="71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3" y="79"/>
                </a:cxn>
                <a:cxn ang="0">
                  <a:pos x="7" y="80"/>
                </a:cxn>
                <a:cxn ang="0">
                  <a:pos x="9" y="79"/>
                </a:cxn>
                <a:cxn ang="0">
                  <a:pos x="10" y="77"/>
                </a:cxn>
                <a:cxn ang="0">
                  <a:pos x="10" y="77"/>
                </a:cxn>
                <a:cxn ang="0">
                  <a:pos x="20" y="59"/>
                </a:cxn>
                <a:cxn ang="0">
                  <a:pos x="32" y="42"/>
                </a:cxn>
                <a:cxn ang="0">
                  <a:pos x="56" y="8"/>
                </a:cxn>
                <a:cxn ang="0">
                  <a:pos x="56" y="8"/>
                </a:cxn>
                <a:cxn ang="0">
                  <a:pos x="57" y="7"/>
                </a:cxn>
                <a:cxn ang="0">
                  <a:pos x="57" y="4"/>
                </a:cxn>
                <a:cxn ang="0">
                  <a:pos x="56" y="3"/>
                </a:cxn>
                <a:cxn ang="0">
                  <a:pos x="54" y="1"/>
                </a:cxn>
                <a:cxn ang="0">
                  <a:pos x="51" y="0"/>
                </a:cxn>
                <a:cxn ang="0">
                  <a:pos x="48" y="1"/>
                </a:cxn>
                <a:cxn ang="0">
                  <a:pos x="47" y="3"/>
                </a:cxn>
                <a:cxn ang="0">
                  <a:pos x="47" y="3"/>
                </a:cxn>
              </a:cxnLst>
              <a:rect l="0" t="0" r="r" b="b"/>
              <a:pathLst>
                <a:path w="57" h="80">
                  <a:moveTo>
                    <a:pt x="47" y="3"/>
                  </a:moveTo>
                  <a:lnTo>
                    <a:pt x="47" y="3"/>
                  </a:lnTo>
                  <a:lnTo>
                    <a:pt x="22" y="37"/>
                  </a:lnTo>
                  <a:lnTo>
                    <a:pt x="11" y="54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3" y="79"/>
                  </a:lnTo>
                  <a:lnTo>
                    <a:pt x="7" y="80"/>
                  </a:lnTo>
                  <a:lnTo>
                    <a:pt x="9" y="79"/>
                  </a:lnTo>
                  <a:lnTo>
                    <a:pt x="10" y="77"/>
                  </a:lnTo>
                  <a:lnTo>
                    <a:pt x="10" y="77"/>
                  </a:lnTo>
                  <a:lnTo>
                    <a:pt x="20" y="59"/>
                  </a:lnTo>
                  <a:lnTo>
                    <a:pt x="32" y="42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7" y="7"/>
                  </a:lnTo>
                  <a:lnTo>
                    <a:pt x="57" y="4"/>
                  </a:lnTo>
                  <a:lnTo>
                    <a:pt x="56" y="3"/>
                  </a:lnTo>
                  <a:lnTo>
                    <a:pt x="54" y="1"/>
                  </a:lnTo>
                  <a:lnTo>
                    <a:pt x="51" y="0"/>
                  </a:lnTo>
                  <a:lnTo>
                    <a:pt x="48" y="1"/>
                  </a:lnTo>
                  <a:lnTo>
                    <a:pt x="47" y="3"/>
                  </a:lnTo>
                  <a:lnTo>
                    <a:pt x="4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1" name="Freeform 473"/>
            <p:cNvSpPr/>
            <p:nvPr>
              <p:custDataLst>
                <p:tags r:id="rId15"/>
              </p:custDataLst>
            </p:nvPr>
          </p:nvSpPr>
          <p:spPr bwMode="auto">
            <a:xfrm>
              <a:off x="3656013" y="1474788"/>
              <a:ext cx="20638" cy="28575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0" y="17"/>
                </a:cxn>
                <a:cxn ang="0">
                  <a:pos x="20" y="30"/>
                </a:cxn>
                <a:cxn ang="0">
                  <a:pos x="20" y="30"/>
                </a:cxn>
                <a:cxn ang="0">
                  <a:pos x="15" y="38"/>
                </a:cxn>
                <a:cxn ang="0">
                  <a:pos x="10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7"/>
                </a:cxn>
                <a:cxn ang="0">
                  <a:pos x="1" y="68"/>
                </a:cxn>
                <a:cxn ang="0">
                  <a:pos x="3" y="72"/>
                </a:cxn>
                <a:cxn ang="0">
                  <a:pos x="7" y="72"/>
                </a:cxn>
                <a:cxn ang="0">
                  <a:pos x="9" y="72"/>
                </a:cxn>
                <a:cxn ang="0">
                  <a:pos x="11" y="70"/>
                </a:cxn>
                <a:cxn ang="0">
                  <a:pos x="11" y="70"/>
                </a:cxn>
                <a:cxn ang="0">
                  <a:pos x="20" y="53"/>
                </a:cxn>
                <a:cxn ang="0">
                  <a:pos x="30" y="36"/>
                </a:cxn>
                <a:cxn ang="0">
                  <a:pos x="30" y="36"/>
                </a:cxn>
                <a:cxn ang="0">
                  <a:pos x="40" y="23"/>
                </a:cxn>
                <a:cxn ang="0">
                  <a:pos x="44" y="16"/>
                </a:cxn>
                <a:cxn ang="0">
                  <a:pos x="49" y="10"/>
                </a:cxn>
                <a:cxn ang="0">
                  <a:pos x="49" y="10"/>
                </a:cxn>
                <a:cxn ang="0">
                  <a:pos x="49" y="7"/>
                </a:cxn>
                <a:cxn ang="0">
                  <a:pos x="49" y="4"/>
                </a:cxn>
                <a:cxn ang="0">
                  <a:pos x="47" y="2"/>
                </a:cxn>
                <a:cxn ang="0">
                  <a:pos x="43" y="0"/>
                </a:cxn>
                <a:cxn ang="0">
                  <a:pos x="40" y="2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9" h="72">
                  <a:moveTo>
                    <a:pt x="39" y="3"/>
                  </a:moveTo>
                  <a:lnTo>
                    <a:pt x="39" y="3"/>
                  </a:lnTo>
                  <a:lnTo>
                    <a:pt x="30" y="17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15" y="38"/>
                  </a:lnTo>
                  <a:lnTo>
                    <a:pt x="10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1" y="68"/>
                  </a:lnTo>
                  <a:lnTo>
                    <a:pt x="3" y="72"/>
                  </a:lnTo>
                  <a:lnTo>
                    <a:pt x="7" y="72"/>
                  </a:lnTo>
                  <a:lnTo>
                    <a:pt x="9" y="72"/>
                  </a:lnTo>
                  <a:lnTo>
                    <a:pt x="11" y="70"/>
                  </a:lnTo>
                  <a:lnTo>
                    <a:pt x="11" y="70"/>
                  </a:lnTo>
                  <a:lnTo>
                    <a:pt x="20" y="53"/>
                  </a:lnTo>
                  <a:lnTo>
                    <a:pt x="30" y="36"/>
                  </a:lnTo>
                  <a:lnTo>
                    <a:pt x="30" y="36"/>
                  </a:lnTo>
                  <a:lnTo>
                    <a:pt x="40" y="23"/>
                  </a:lnTo>
                  <a:lnTo>
                    <a:pt x="44" y="16"/>
                  </a:lnTo>
                  <a:lnTo>
                    <a:pt x="49" y="10"/>
                  </a:lnTo>
                  <a:lnTo>
                    <a:pt x="49" y="10"/>
                  </a:lnTo>
                  <a:lnTo>
                    <a:pt x="49" y="7"/>
                  </a:lnTo>
                  <a:lnTo>
                    <a:pt x="49" y="4"/>
                  </a:lnTo>
                  <a:lnTo>
                    <a:pt x="47" y="2"/>
                  </a:lnTo>
                  <a:lnTo>
                    <a:pt x="43" y="0"/>
                  </a:lnTo>
                  <a:lnTo>
                    <a:pt x="40" y="2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2" name="Freeform 474"/>
            <p:cNvSpPr/>
            <p:nvPr>
              <p:custDataLst>
                <p:tags r:id="rId16"/>
              </p:custDataLst>
            </p:nvPr>
          </p:nvSpPr>
          <p:spPr bwMode="auto">
            <a:xfrm>
              <a:off x="3692526" y="1479550"/>
              <a:ext cx="22225" cy="26988"/>
            </a:xfrm>
            <a:custGeom>
              <a:avLst/>
              <a:gdLst/>
              <a:ahLst/>
              <a:cxnLst>
                <a:cxn ang="0">
                  <a:pos x="48" y="1"/>
                </a:cxn>
                <a:cxn ang="0">
                  <a:pos x="48" y="1"/>
                </a:cxn>
                <a:cxn ang="0">
                  <a:pos x="42" y="9"/>
                </a:cxn>
                <a:cxn ang="0">
                  <a:pos x="38" y="16"/>
                </a:cxn>
                <a:cxn ang="0">
                  <a:pos x="33" y="24"/>
                </a:cxn>
                <a:cxn ang="0">
                  <a:pos x="26" y="30"/>
                </a:cxn>
                <a:cxn ang="0">
                  <a:pos x="26" y="30"/>
                </a:cxn>
                <a:cxn ang="0">
                  <a:pos x="13" y="45"/>
                </a:cxn>
                <a:cxn ang="0">
                  <a:pos x="1" y="60"/>
                </a:cxn>
                <a:cxn ang="0">
                  <a:pos x="1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7" y="68"/>
                </a:cxn>
                <a:cxn ang="0">
                  <a:pos x="9" y="68"/>
                </a:cxn>
                <a:cxn ang="0">
                  <a:pos x="11" y="66"/>
                </a:cxn>
                <a:cxn ang="0">
                  <a:pos x="11" y="66"/>
                </a:cxn>
                <a:cxn ang="0">
                  <a:pos x="24" y="51"/>
                </a:cxn>
                <a:cxn ang="0">
                  <a:pos x="37" y="37"/>
                </a:cxn>
                <a:cxn ang="0">
                  <a:pos x="37" y="37"/>
                </a:cxn>
                <a:cxn ang="0">
                  <a:pos x="42" y="30"/>
                </a:cxn>
                <a:cxn ang="0">
                  <a:pos x="47" y="24"/>
                </a:cxn>
                <a:cxn ang="0">
                  <a:pos x="51" y="16"/>
                </a:cxn>
                <a:cxn ang="0">
                  <a:pos x="56" y="9"/>
                </a:cxn>
                <a:cxn ang="0">
                  <a:pos x="56" y="9"/>
                </a:cxn>
                <a:cxn ang="0">
                  <a:pos x="58" y="8"/>
                </a:cxn>
                <a:cxn ang="0">
                  <a:pos x="58" y="5"/>
                </a:cxn>
                <a:cxn ang="0">
                  <a:pos x="55" y="1"/>
                </a:cxn>
                <a:cxn ang="0">
                  <a:pos x="52" y="0"/>
                </a:cxn>
                <a:cxn ang="0">
                  <a:pos x="50" y="0"/>
                </a:cxn>
                <a:cxn ang="0">
                  <a:pos x="48" y="1"/>
                </a:cxn>
                <a:cxn ang="0">
                  <a:pos x="48" y="1"/>
                </a:cxn>
              </a:cxnLst>
              <a:rect l="0" t="0" r="r" b="b"/>
              <a:pathLst>
                <a:path w="58" h="68">
                  <a:moveTo>
                    <a:pt x="48" y="1"/>
                  </a:moveTo>
                  <a:lnTo>
                    <a:pt x="48" y="1"/>
                  </a:lnTo>
                  <a:lnTo>
                    <a:pt x="42" y="9"/>
                  </a:lnTo>
                  <a:lnTo>
                    <a:pt x="38" y="16"/>
                  </a:lnTo>
                  <a:lnTo>
                    <a:pt x="33" y="24"/>
                  </a:lnTo>
                  <a:lnTo>
                    <a:pt x="26" y="30"/>
                  </a:lnTo>
                  <a:lnTo>
                    <a:pt x="26" y="30"/>
                  </a:lnTo>
                  <a:lnTo>
                    <a:pt x="13" y="45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7" y="68"/>
                  </a:lnTo>
                  <a:lnTo>
                    <a:pt x="9" y="68"/>
                  </a:lnTo>
                  <a:lnTo>
                    <a:pt x="11" y="66"/>
                  </a:lnTo>
                  <a:lnTo>
                    <a:pt x="11" y="66"/>
                  </a:lnTo>
                  <a:lnTo>
                    <a:pt x="24" y="51"/>
                  </a:lnTo>
                  <a:lnTo>
                    <a:pt x="37" y="37"/>
                  </a:lnTo>
                  <a:lnTo>
                    <a:pt x="37" y="37"/>
                  </a:lnTo>
                  <a:lnTo>
                    <a:pt x="42" y="30"/>
                  </a:lnTo>
                  <a:lnTo>
                    <a:pt x="47" y="24"/>
                  </a:lnTo>
                  <a:lnTo>
                    <a:pt x="51" y="16"/>
                  </a:lnTo>
                  <a:lnTo>
                    <a:pt x="56" y="9"/>
                  </a:lnTo>
                  <a:lnTo>
                    <a:pt x="56" y="9"/>
                  </a:lnTo>
                  <a:lnTo>
                    <a:pt x="58" y="8"/>
                  </a:lnTo>
                  <a:lnTo>
                    <a:pt x="58" y="5"/>
                  </a:lnTo>
                  <a:lnTo>
                    <a:pt x="55" y="1"/>
                  </a:lnTo>
                  <a:lnTo>
                    <a:pt x="52" y="0"/>
                  </a:lnTo>
                  <a:lnTo>
                    <a:pt x="50" y="0"/>
                  </a:lnTo>
                  <a:lnTo>
                    <a:pt x="48" y="1"/>
                  </a:lnTo>
                  <a:lnTo>
                    <a:pt x="48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3" name="Freeform 475"/>
            <p:cNvSpPr/>
            <p:nvPr>
              <p:custDataLst>
                <p:tags r:id="rId17"/>
              </p:custDataLst>
            </p:nvPr>
          </p:nvSpPr>
          <p:spPr bwMode="auto">
            <a:xfrm>
              <a:off x="3725863" y="1477963"/>
              <a:ext cx="17463" cy="25400"/>
            </a:xfrm>
            <a:custGeom>
              <a:avLst/>
              <a:gdLst/>
              <a:ahLst/>
              <a:cxnLst>
                <a:cxn ang="0">
                  <a:pos x="36" y="2"/>
                </a:cxn>
                <a:cxn ang="0">
                  <a:pos x="36" y="2"/>
                </a:cxn>
                <a:cxn ang="0">
                  <a:pos x="26" y="15"/>
                </a:cxn>
                <a:cxn ang="0">
                  <a:pos x="17" y="28"/>
                </a:cxn>
                <a:cxn ang="0">
                  <a:pos x="9" y="42"/>
                </a:cxn>
                <a:cxn ang="0">
                  <a:pos x="1" y="56"/>
                </a:cxn>
                <a:cxn ang="0">
                  <a:pos x="1" y="56"/>
                </a:cxn>
                <a:cxn ang="0">
                  <a:pos x="0" y="59"/>
                </a:cxn>
                <a:cxn ang="0">
                  <a:pos x="1" y="62"/>
                </a:cxn>
                <a:cxn ang="0">
                  <a:pos x="4" y="64"/>
                </a:cxn>
                <a:cxn ang="0">
                  <a:pos x="8" y="66"/>
                </a:cxn>
                <a:cxn ang="0">
                  <a:pos x="9" y="64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8" y="49"/>
                </a:cxn>
                <a:cxn ang="0">
                  <a:pos x="26" y="34"/>
                </a:cxn>
                <a:cxn ang="0">
                  <a:pos x="34" y="22"/>
                </a:cxn>
                <a:cxn ang="0">
                  <a:pos x="44" y="11"/>
                </a:cxn>
                <a:cxn ang="0">
                  <a:pos x="44" y="11"/>
                </a:cxn>
                <a:cxn ang="0">
                  <a:pos x="46" y="8"/>
                </a:cxn>
                <a:cxn ang="0">
                  <a:pos x="46" y="5"/>
                </a:cxn>
                <a:cxn ang="0">
                  <a:pos x="44" y="2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6" y="2"/>
                </a:cxn>
                <a:cxn ang="0">
                  <a:pos x="36" y="2"/>
                </a:cxn>
              </a:cxnLst>
              <a:rect l="0" t="0" r="r" b="b"/>
              <a:pathLst>
                <a:path w="46" h="66">
                  <a:moveTo>
                    <a:pt x="36" y="2"/>
                  </a:moveTo>
                  <a:lnTo>
                    <a:pt x="36" y="2"/>
                  </a:lnTo>
                  <a:lnTo>
                    <a:pt x="26" y="15"/>
                  </a:lnTo>
                  <a:lnTo>
                    <a:pt x="17" y="28"/>
                  </a:lnTo>
                  <a:lnTo>
                    <a:pt x="9" y="42"/>
                  </a:lnTo>
                  <a:lnTo>
                    <a:pt x="1" y="56"/>
                  </a:lnTo>
                  <a:lnTo>
                    <a:pt x="1" y="56"/>
                  </a:lnTo>
                  <a:lnTo>
                    <a:pt x="0" y="59"/>
                  </a:lnTo>
                  <a:lnTo>
                    <a:pt x="1" y="62"/>
                  </a:lnTo>
                  <a:lnTo>
                    <a:pt x="4" y="64"/>
                  </a:lnTo>
                  <a:lnTo>
                    <a:pt x="8" y="66"/>
                  </a:lnTo>
                  <a:lnTo>
                    <a:pt x="9" y="64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8" y="49"/>
                  </a:lnTo>
                  <a:lnTo>
                    <a:pt x="26" y="34"/>
                  </a:lnTo>
                  <a:lnTo>
                    <a:pt x="34" y="22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6" y="8"/>
                  </a:lnTo>
                  <a:lnTo>
                    <a:pt x="46" y="5"/>
                  </a:lnTo>
                  <a:lnTo>
                    <a:pt x="44" y="2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6" y="2"/>
                  </a:lnTo>
                  <a:lnTo>
                    <a:pt x="36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4" name="Freeform 476"/>
            <p:cNvSpPr/>
            <p:nvPr>
              <p:custDataLst>
                <p:tags r:id="rId18"/>
              </p:custDataLst>
            </p:nvPr>
          </p:nvSpPr>
          <p:spPr bwMode="auto">
            <a:xfrm>
              <a:off x="3767138" y="1474788"/>
              <a:ext cx="12700" cy="22225"/>
            </a:xfrm>
            <a:custGeom>
              <a:avLst/>
              <a:gdLst/>
              <a:ahLst/>
              <a:cxnLst>
                <a:cxn ang="0">
                  <a:pos x="24" y="3"/>
                </a:cxn>
                <a:cxn ang="0">
                  <a:pos x="24" y="3"/>
                </a:cxn>
                <a:cxn ang="0">
                  <a:pos x="13" y="27"/>
                </a:cxn>
                <a:cxn ang="0">
                  <a:pos x="8" y="38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0" y="51"/>
                </a:cxn>
                <a:cxn ang="0">
                  <a:pos x="0" y="54"/>
                </a:cxn>
                <a:cxn ang="0">
                  <a:pos x="1" y="55"/>
                </a:cxn>
                <a:cxn ang="0">
                  <a:pos x="3" y="57"/>
                </a:cxn>
                <a:cxn ang="0">
                  <a:pos x="7" y="58"/>
                </a:cxn>
                <a:cxn ang="0">
                  <a:pos x="9" y="57"/>
                </a:cxn>
                <a:cxn ang="0">
                  <a:pos x="11" y="55"/>
                </a:cxn>
                <a:cxn ang="0">
                  <a:pos x="11" y="55"/>
                </a:cxn>
                <a:cxn ang="0">
                  <a:pos x="17" y="44"/>
                </a:cxn>
                <a:cxn ang="0">
                  <a:pos x="24" y="33"/>
                </a:cxn>
                <a:cxn ang="0">
                  <a:pos x="33" y="10"/>
                </a:cxn>
                <a:cxn ang="0">
                  <a:pos x="33" y="10"/>
                </a:cxn>
                <a:cxn ang="0">
                  <a:pos x="34" y="7"/>
                </a:cxn>
                <a:cxn ang="0">
                  <a:pos x="34" y="4"/>
                </a:cxn>
                <a:cxn ang="0">
                  <a:pos x="32" y="2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5" y="2"/>
                </a:cxn>
                <a:cxn ang="0">
                  <a:pos x="24" y="3"/>
                </a:cxn>
                <a:cxn ang="0">
                  <a:pos x="24" y="3"/>
                </a:cxn>
              </a:cxnLst>
              <a:rect l="0" t="0" r="r" b="b"/>
              <a:pathLst>
                <a:path w="34" h="58">
                  <a:moveTo>
                    <a:pt x="24" y="3"/>
                  </a:moveTo>
                  <a:lnTo>
                    <a:pt x="24" y="3"/>
                  </a:lnTo>
                  <a:lnTo>
                    <a:pt x="13" y="27"/>
                  </a:lnTo>
                  <a:lnTo>
                    <a:pt x="8" y="38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1"/>
                  </a:lnTo>
                  <a:lnTo>
                    <a:pt x="0" y="54"/>
                  </a:lnTo>
                  <a:lnTo>
                    <a:pt x="1" y="55"/>
                  </a:lnTo>
                  <a:lnTo>
                    <a:pt x="3" y="57"/>
                  </a:lnTo>
                  <a:lnTo>
                    <a:pt x="7" y="58"/>
                  </a:lnTo>
                  <a:lnTo>
                    <a:pt x="9" y="57"/>
                  </a:lnTo>
                  <a:lnTo>
                    <a:pt x="11" y="55"/>
                  </a:lnTo>
                  <a:lnTo>
                    <a:pt x="11" y="55"/>
                  </a:lnTo>
                  <a:lnTo>
                    <a:pt x="17" y="44"/>
                  </a:lnTo>
                  <a:lnTo>
                    <a:pt x="24" y="33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4" y="7"/>
                  </a:lnTo>
                  <a:lnTo>
                    <a:pt x="34" y="4"/>
                  </a:lnTo>
                  <a:lnTo>
                    <a:pt x="32" y="2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5" y="2"/>
                  </a:lnTo>
                  <a:lnTo>
                    <a:pt x="24" y="3"/>
                  </a:lnTo>
                  <a:lnTo>
                    <a:pt x="24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5" name="Freeform 477"/>
            <p:cNvSpPr/>
            <p:nvPr>
              <p:custDataLst>
                <p:tags r:id="rId19"/>
              </p:custDataLst>
            </p:nvPr>
          </p:nvSpPr>
          <p:spPr bwMode="auto">
            <a:xfrm>
              <a:off x="3354388" y="1589088"/>
              <a:ext cx="44450" cy="55563"/>
            </a:xfrm>
            <a:custGeom>
              <a:avLst/>
              <a:gdLst/>
              <a:ahLst/>
              <a:cxnLst>
                <a:cxn ang="0">
                  <a:pos x="99" y="3"/>
                </a:cxn>
                <a:cxn ang="0">
                  <a:pos x="99" y="3"/>
                </a:cxn>
                <a:cxn ang="0">
                  <a:pos x="71" y="29"/>
                </a:cxn>
                <a:cxn ang="0">
                  <a:pos x="58" y="44"/>
                </a:cxn>
                <a:cxn ang="0">
                  <a:pos x="47" y="58"/>
                </a:cxn>
                <a:cxn ang="0">
                  <a:pos x="47" y="58"/>
                </a:cxn>
                <a:cxn ang="0">
                  <a:pos x="34" y="76"/>
                </a:cxn>
                <a:cxn ang="0">
                  <a:pos x="22" y="95"/>
                </a:cxn>
                <a:cxn ang="0">
                  <a:pos x="0" y="134"/>
                </a:cxn>
                <a:cxn ang="0">
                  <a:pos x="0" y="134"/>
                </a:cxn>
                <a:cxn ang="0">
                  <a:pos x="0" y="135"/>
                </a:cxn>
                <a:cxn ang="0">
                  <a:pos x="0" y="138"/>
                </a:cxn>
                <a:cxn ang="0">
                  <a:pos x="2" y="140"/>
                </a:cxn>
                <a:cxn ang="0">
                  <a:pos x="6" y="142"/>
                </a:cxn>
                <a:cxn ang="0">
                  <a:pos x="7" y="140"/>
                </a:cxn>
                <a:cxn ang="0">
                  <a:pos x="10" y="139"/>
                </a:cxn>
                <a:cxn ang="0">
                  <a:pos x="10" y="139"/>
                </a:cxn>
                <a:cxn ang="0">
                  <a:pos x="27" y="108"/>
                </a:cxn>
                <a:cxn ang="0">
                  <a:pos x="36" y="92"/>
                </a:cxn>
                <a:cxn ang="0">
                  <a:pos x="47" y="78"/>
                </a:cxn>
                <a:cxn ang="0">
                  <a:pos x="47" y="78"/>
                </a:cxn>
                <a:cxn ang="0">
                  <a:pos x="61" y="59"/>
                </a:cxn>
                <a:cxn ang="0">
                  <a:pos x="75" y="42"/>
                </a:cxn>
                <a:cxn ang="0">
                  <a:pos x="108" y="11"/>
                </a:cxn>
                <a:cxn ang="0">
                  <a:pos x="108" y="11"/>
                </a:cxn>
                <a:cxn ang="0">
                  <a:pos x="109" y="8"/>
                </a:cxn>
                <a:cxn ang="0">
                  <a:pos x="109" y="7"/>
                </a:cxn>
                <a:cxn ang="0">
                  <a:pos x="108" y="3"/>
                </a:cxn>
                <a:cxn ang="0">
                  <a:pos x="104" y="0"/>
                </a:cxn>
                <a:cxn ang="0">
                  <a:pos x="102" y="2"/>
                </a:cxn>
                <a:cxn ang="0">
                  <a:pos x="99" y="3"/>
                </a:cxn>
                <a:cxn ang="0">
                  <a:pos x="99" y="3"/>
                </a:cxn>
              </a:cxnLst>
              <a:rect l="0" t="0" r="r" b="b"/>
              <a:pathLst>
                <a:path w="109" h="142">
                  <a:moveTo>
                    <a:pt x="99" y="3"/>
                  </a:moveTo>
                  <a:lnTo>
                    <a:pt x="99" y="3"/>
                  </a:lnTo>
                  <a:lnTo>
                    <a:pt x="71" y="29"/>
                  </a:lnTo>
                  <a:lnTo>
                    <a:pt x="58" y="44"/>
                  </a:lnTo>
                  <a:lnTo>
                    <a:pt x="47" y="58"/>
                  </a:lnTo>
                  <a:lnTo>
                    <a:pt x="47" y="58"/>
                  </a:lnTo>
                  <a:lnTo>
                    <a:pt x="34" y="76"/>
                  </a:lnTo>
                  <a:lnTo>
                    <a:pt x="22" y="95"/>
                  </a:lnTo>
                  <a:lnTo>
                    <a:pt x="0" y="134"/>
                  </a:lnTo>
                  <a:lnTo>
                    <a:pt x="0" y="134"/>
                  </a:lnTo>
                  <a:lnTo>
                    <a:pt x="0" y="135"/>
                  </a:lnTo>
                  <a:lnTo>
                    <a:pt x="0" y="138"/>
                  </a:lnTo>
                  <a:lnTo>
                    <a:pt x="2" y="140"/>
                  </a:lnTo>
                  <a:lnTo>
                    <a:pt x="6" y="142"/>
                  </a:lnTo>
                  <a:lnTo>
                    <a:pt x="7" y="140"/>
                  </a:lnTo>
                  <a:lnTo>
                    <a:pt x="10" y="139"/>
                  </a:lnTo>
                  <a:lnTo>
                    <a:pt x="10" y="139"/>
                  </a:lnTo>
                  <a:lnTo>
                    <a:pt x="27" y="108"/>
                  </a:lnTo>
                  <a:lnTo>
                    <a:pt x="36" y="92"/>
                  </a:lnTo>
                  <a:lnTo>
                    <a:pt x="47" y="78"/>
                  </a:lnTo>
                  <a:lnTo>
                    <a:pt x="47" y="78"/>
                  </a:lnTo>
                  <a:lnTo>
                    <a:pt x="61" y="59"/>
                  </a:lnTo>
                  <a:lnTo>
                    <a:pt x="75" y="42"/>
                  </a:lnTo>
                  <a:lnTo>
                    <a:pt x="108" y="11"/>
                  </a:lnTo>
                  <a:lnTo>
                    <a:pt x="108" y="11"/>
                  </a:lnTo>
                  <a:lnTo>
                    <a:pt x="109" y="8"/>
                  </a:lnTo>
                  <a:lnTo>
                    <a:pt x="109" y="7"/>
                  </a:lnTo>
                  <a:lnTo>
                    <a:pt x="108" y="3"/>
                  </a:lnTo>
                  <a:lnTo>
                    <a:pt x="104" y="0"/>
                  </a:lnTo>
                  <a:lnTo>
                    <a:pt x="102" y="2"/>
                  </a:lnTo>
                  <a:lnTo>
                    <a:pt x="99" y="3"/>
                  </a:lnTo>
                  <a:lnTo>
                    <a:pt x="9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6" name="Freeform 478"/>
            <p:cNvSpPr/>
            <p:nvPr>
              <p:custDataLst>
                <p:tags r:id="rId20"/>
              </p:custDataLst>
            </p:nvPr>
          </p:nvSpPr>
          <p:spPr bwMode="auto">
            <a:xfrm>
              <a:off x="3382963" y="1584325"/>
              <a:ext cx="50800" cy="63500"/>
            </a:xfrm>
            <a:custGeom>
              <a:avLst/>
              <a:gdLst/>
              <a:ahLst/>
              <a:cxnLst>
                <a:cxn ang="0">
                  <a:pos x="120" y="3"/>
                </a:cxn>
                <a:cxn ang="0">
                  <a:pos x="120" y="3"/>
                </a:cxn>
                <a:cxn ang="0">
                  <a:pos x="88" y="43"/>
                </a:cxn>
                <a:cxn ang="0">
                  <a:pos x="58" y="82"/>
                </a:cxn>
                <a:cxn ang="0">
                  <a:pos x="58" y="82"/>
                </a:cxn>
                <a:cxn ang="0">
                  <a:pos x="44" y="101"/>
                </a:cxn>
                <a:cxn ang="0">
                  <a:pos x="29" y="119"/>
                </a:cxn>
                <a:cxn ang="0">
                  <a:pos x="15" y="136"/>
                </a:cxn>
                <a:cxn ang="0">
                  <a:pos x="0" y="154"/>
                </a:cxn>
                <a:cxn ang="0">
                  <a:pos x="0" y="154"/>
                </a:cxn>
                <a:cxn ang="0">
                  <a:pos x="0" y="157"/>
                </a:cxn>
                <a:cxn ang="0">
                  <a:pos x="0" y="160"/>
                </a:cxn>
                <a:cxn ang="0">
                  <a:pos x="2" y="161"/>
                </a:cxn>
                <a:cxn ang="0">
                  <a:pos x="3" y="162"/>
                </a:cxn>
                <a:cxn ang="0">
                  <a:pos x="7" y="163"/>
                </a:cxn>
                <a:cxn ang="0">
                  <a:pos x="10" y="162"/>
                </a:cxn>
                <a:cxn ang="0">
                  <a:pos x="11" y="161"/>
                </a:cxn>
                <a:cxn ang="0">
                  <a:pos x="11" y="161"/>
                </a:cxn>
                <a:cxn ang="0">
                  <a:pos x="24" y="144"/>
                </a:cxn>
                <a:cxn ang="0">
                  <a:pos x="37" y="128"/>
                </a:cxn>
                <a:cxn ang="0">
                  <a:pos x="50" y="112"/>
                </a:cxn>
                <a:cxn ang="0">
                  <a:pos x="63" y="97"/>
                </a:cxn>
                <a:cxn ang="0">
                  <a:pos x="63" y="97"/>
                </a:cxn>
                <a:cxn ang="0">
                  <a:pos x="79" y="73"/>
                </a:cxn>
                <a:cxn ang="0">
                  <a:pos x="96" y="52"/>
                </a:cxn>
                <a:cxn ang="0">
                  <a:pos x="129" y="8"/>
                </a:cxn>
                <a:cxn ang="0">
                  <a:pos x="129" y="8"/>
                </a:cxn>
                <a:cxn ang="0">
                  <a:pos x="130" y="7"/>
                </a:cxn>
                <a:cxn ang="0">
                  <a:pos x="130" y="4"/>
                </a:cxn>
                <a:cxn ang="0">
                  <a:pos x="129" y="3"/>
                </a:cxn>
                <a:cxn ang="0">
                  <a:pos x="127" y="1"/>
                </a:cxn>
                <a:cxn ang="0">
                  <a:pos x="123" y="0"/>
                </a:cxn>
                <a:cxn ang="0">
                  <a:pos x="121" y="1"/>
                </a:cxn>
                <a:cxn ang="0">
                  <a:pos x="120" y="3"/>
                </a:cxn>
                <a:cxn ang="0">
                  <a:pos x="120" y="3"/>
                </a:cxn>
              </a:cxnLst>
              <a:rect l="0" t="0" r="r" b="b"/>
              <a:pathLst>
                <a:path w="130" h="163">
                  <a:moveTo>
                    <a:pt x="120" y="3"/>
                  </a:moveTo>
                  <a:lnTo>
                    <a:pt x="120" y="3"/>
                  </a:lnTo>
                  <a:lnTo>
                    <a:pt x="88" y="43"/>
                  </a:lnTo>
                  <a:lnTo>
                    <a:pt x="58" y="82"/>
                  </a:lnTo>
                  <a:lnTo>
                    <a:pt x="58" y="82"/>
                  </a:lnTo>
                  <a:lnTo>
                    <a:pt x="44" y="101"/>
                  </a:lnTo>
                  <a:lnTo>
                    <a:pt x="29" y="119"/>
                  </a:lnTo>
                  <a:lnTo>
                    <a:pt x="15" y="136"/>
                  </a:lnTo>
                  <a:lnTo>
                    <a:pt x="0" y="154"/>
                  </a:lnTo>
                  <a:lnTo>
                    <a:pt x="0" y="154"/>
                  </a:lnTo>
                  <a:lnTo>
                    <a:pt x="0" y="157"/>
                  </a:lnTo>
                  <a:lnTo>
                    <a:pt x="0" y="160"/>
                  </a:lnTo>
                  <a:lnTo>
                    <a:pt x="2" y="161"/>
                  </a:lnTo>
                  <a:lnTo>
                    <a:pt x="3" y="162"/>
                  </a:lnTo>
                  <a:lnTo>
                    <a:pt x="7" y="163"/>
                  </a:lnTo>
                  <a:lnTo>
                    <a:pt x="10" y="162"/>
                  </a:lnTo>
                  <a:lnTo>
                    <a:pt x="11" y="161"/>
                  </a:lnTo>
                  <a:lnTo>
                    <a:pt x="11" y="161"/>
                  </a:lnTo>
                  <a:lnTo>
                    <a:pt x="24" y="144"/>
                  </a:lnTo>
                  <a:lnTo>
                    <a:pt x="37" y="128"/>
                  </a:lnTo>
                  <a:lnTo>
                    <a:pt x="50" y="112"/>
                  </a:lnTo>
                  <a:lnTo>
                    <a:pt x="63" y="97"/>
                  </a:lnTo>
                  <a:lnTo>
                    <a:pt x="63" y="97"/>
                  </a:lnTo>
                  <a:lnTo>
                    <a:pt x="79" y="73"/>
                  </a:lnTo>
                  <a:lnTo>
                    <a:pt x="96" y="52"/>
                  </a:lnTo>
                  <a:lnTo>
                    <a:pt x="129" y="8"/>
                  </a:lnTo>
                  <a:lnTo>
                    <a:pt x="129" y="8"/>
                  </a:lnTo>
                  <a:lnTo>
                    <a:pt x="130" y="7"/>
                  </a:lnTo>
                  <a:lnTo>
                    <a:pt x="130" y="4"/>
                  </a:lnTo>
                  <a:lnTo>
                    <a:pt x="129" y="3"/>
                  </a:lnTo>
                  <a:lnTo>
                    <a:pt x="127" y="1"/>
                  </a:lnTo>
                  <a:lnTo>
                    <a:pt x="123" y="0"/>
                  </a:lnTo>
                  <a:lnTo>
                    <a:pt x="121" y="1"/>
                  </a:lnTo>
                  <a:lnTo>
                    <a:pt x="120" y="3"/>
                  </a:lnTo>
                  <a:lnTo>
                    <a:pt x="12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7" name="Freeform 479"/>
            <p:cNvSpPr/>
            <p:nvPr>
              <p:custDataLst>
                <p:tags r:id="rId21"/>
              </p:custDataLst>
            </p:nvPr>
          </p:nvSpPr>
          <p:spPr bwMode="auto">
            <a:xfrm>
              <a:off x="3424238" y="1584325"/>
              <a:ext cx="50800" cy="61913"/>
            </a:xfrm>
            <a:custGeom>
              <a:avLst/>
              <a:gdLst/>
              <a:ahLst/>
              <a:cxnLst>
                <a:cxn ang="0">
                  <a:pos x="120" y="1"/>
                </a:cxn>
                <a:cxn ang="0">
                  <a:pos x="120" y="1"/>
                </a:cxn>
                <a:cxn ang="0">
                  <a:pos x="105" y="18"/>
                </a:cxn>
                <a:cxn ang="0">
                  <a:pos x="91" y="35"/>
                </a:cxn>
                <a:cxn ang="0">
                  <a:pos x="66" y="72"/>
                </a:cxn>
                <a:cxn ang="0">
                  <a:pos x="66" y="72"/>
                </a:cxn>
                <a:cxn ang="0">
                  <a:pos x="51" y="92"/>
                </a:cxn>
                <a:cxn ang="0">
                  <a:pos x="34" y="111"/>
                </a:cxn>
                <a:cxn ang="0">
                  <a:pos x="17" y="131"/>
                </a:cxn>
                <a:cxn ang="0">
                  <a:pos x="1" y="150"/>
                </a:cxn>
                <a:cxn ang="0">
                  <a:pos x="1" y="150"/>
                </a:cxn>
                <a:cxn ang="0">
                  <a:pos x="0" y="153"/>
                </a:cxn>
                <a:cxn ang="0">
                  <a:pos x="0" y="156"/>
                </a:cxn>
                <a:cxn ang="0">
                  <a:pos x="1" y="157"/>
                </a:cxn>
                <a:cxn ang="0">
                  <a:pos x="2" y="158"/>
                </a:cxn>
                <a:cxn ang="0">
                  <a:pos x="7" y="160"/>
                </a:cxn>
                <a:cxn ang="0">
                  <a:pos x="9" y="158"/>
                </a:cxn>
                <a:cxn ang="0">
                  <a:pos x="11" y="157"/>
                </a:cxn>
                <a:cxn ang="0">
                  <a:pos x="11" y="157"/>
                </a:cxn>
                <a:cxn ang="0">
                  <a:pos x="24" y="139"/>
                </a:cxn>
                <a:cxn ang="0">
                  <a:pos x="39" y="120"/>
                </a:cxn>
                <a:cxn ang="0">
                  <a:pos x="69" y="86"/>
                </a:cxn>
                <a:cxn ang="0">
                  <a:pos x="69" y="86"/>
                </a:cxn>
                <a:cxn ang="0">
                  <a:pos x="83" y="67"/>
                </a:cxn>
                <a:cxn ang="0">
                  <a:pos x="98" y="47"/>
                </a:cxn>
                <a:cxn ang="0">
                  <a:pos x="112" y="27"/>
                </a:cxn>
                <a:cxn ang="0">
                  <a:pos x="128" y="9"/>
                </a:cxn>
                <a:cxn ang="0">
                  <a:pos x="128" y="9"/>
                </a:cxn>
                <a:cxn ang="0">
                  <a:pos x="129" y="8"/>
                </a:cxn>
                <a:cxn ang="0">
                  <a:pos x="129" y="5"/>
                </a:cxn>
                <a:cxn ang="0">
                  <a:pos x="128" y="1"/>
                </a:cxn>
                <a:cxn ang="0">
                  <a:pos x="124" y="0"/>
                </a:cxn>
                <a:cxn ang="0">
                  <a:pos x="121" y="0"/>
                </a:cxn>
                <a:cxn ang="0">
                  <a:pos x="120" y="1"/>
                </a:cxn>
                <a:cxn ang="0">
                  <a:pos x="120" y="1"/>
                </a:cxn>
              </a:cxnLst>
              <a:rect l="0" t="0" r="r" b="b"/>
              <a:pathLst>
                <a:path w="129" h="160">
                  <a:moveTo>
                    <a:pt x="120" y="1"/>
                  </a:moveTo>
                  <a:lnTo>
                    <a:pt x="120" y="1"/>
                  </a:lnTo>
                  <a:lnTo>
                    <a:pt x="105" y="18"/>
                  </a:lnTo>
                  <a:lnTo>
                    <a:pt x="91" y="35"/>
                  </a:lnTo>
                  <a:lnTo>
                    <a:pt x="66" y="72"/>
                  </a:lnTo>
                  <a:lnTo>
                    <a:pt x="66" y="72"/>
                  </a:lnTo>
                  <a:lnTo>
                    <a:pt x="51" y="92"/>
                  </a:lnTo>
                  <a:lnTo>
                    <a:pt x="34" y="111"/>
                  </a:lnTo>
                  <a:lnTo>
                    <a:pt x="17" y="131"/>
                  </a:lnTo>
                  <a:lnTo>
                    <a:pt x="1" y="150"/>
                  </a:lnTo>
                  <a:lnTo>
                    <a:pt x="1" y="150"/>
                  </a:lnTo>
                  <a:lnTo>
                    <a:pt x="0" y="153"/>
                  </a:lnTo>
                  <a:lnTo>
                    <a:pt x="0" y="156"/>
                  </a:lnTo>
                  <a:lnTo>
                    <a:pt x="1" y="157"/>
                  </a:lnTo>
                  <a:lnTo>
                    <a:pt x="2" y="158"/>
                  </a:lnTo>
                  <a:lnTo>
                    <a:pt x="7" y="160"/>
                  </a:lnTo>
                  <a:lnTo>
                    <a:pt x="9" y="158"/>
                  </a:lnTo>
                  <a:lnTo>
                    <a:pt x="11" y="157"/>
                  </a:lnTo>
                  <a:lnTo>
                    <a:pt x="11" y="157"/>
                  </a:lnTo>
                  <a:lnTo>
                    <a:pt x="24" y="139"/>
                  </a:lnTo>
                  <a:lnTo>
                    <a:pt x="39" y="120"/>
                  </a:lnTo>
                  <a:lnTo>
                    <a:pt x="69" y="86"/>
                  </a:lnTo>
                  <a:lnTo>
                    <a:pt x="69" y="86"/>
                  </a:lnTo>
                  <a:lnTo>
                    <a:pt x="83" y="67"/>
                  </a:lnTo>
                  <a:lnTo>
                    <a:pt x="98" y="47"/>
                  </a:lnTo>
                  <a:lnTo>
                    <a:pt x="112" y="27"/>
                  </a:lnTo>
                  <a:lnTo>
                    <a:pt x="128" y="9"/>
                  </a:lnTo>
                  <a:lnTo>
                    <a:pt x="128" y="9"/>
                  </a:lnTo>
                  <a:lnTo>
                    <a:pt x="129" y="8"/>
                  </a:lnTo>
                  <a:lnTo>
                    <a:pt x="129" y="5"/>
                  </a:lnTo>
                  <a:lnTo>
                    <a:pt x="128" y="1"/>
                  </a:lnTo>
                  <a:lnTo>
                    <a:pt x="124" y="0"/>
                  </a:lnTo>
                  <a:lnTo>
                    <a:pt x="121" y="0"/>
                  </a:lnTo>
                  <a:lnTo>
                    <a:pt x="120" y="1"/>
                  </a:lnTo>
                  <a:lnTo>
                    <a:pt x="12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8" name="Freeform 480"/>
            <p:cNvSpPr/>
            <p:nvPr>
              <p:custDataLst>
                <p:tags r:id="rId22"/>
              </p:custDataLst>
            </p:nvPr>
          </p:nvSpPr>
          <p:spPr bwMode="auto">
            <a:xfrm>
              <a:off x="3465513" y="1581150"/>
              <a:ext cx="46038" cy="55563"/>
            </a:xfrm>
            <a:custGeom>
              <a:avLst/>
              <a:gdLst/>
              <a:ahLst/>
              <a:cxnLst>
                <a:cxn ang="0">
                  <a:pos x="104" y="1"/>
                </a:cxn>
                <a:cxn ang="0">
                  <a:pos x="104" y="1"/>
                </a:cxn>
                <a:cxn ang="0">
                  <a:pos x="93" y="13"/>
                </a:cxn>
                <a:cxn ang="0">
                  <a:pos x="82" y="26"/>
                </a:cxn>
                <a:cxn ang="0">
                  <a:pos x="63" y="54"/>
                </a:cxn>
                <a:cxn ang="0">
                  <a:pos x="63" y="54"/>
                </a:cxn>
                <a:cxn ang="0">
                  <a:pos x="32" y="93"/>
                </a:cxn>
                <a:cxn ang="0">
                  <a:pos x="1" y="131"/>
                </a:cxn>
                <a:cxn ang="0">
                  <a:pos x="1" y="131"/>
                </a:cxn>
                <a:cxn ang="0">
                  <a:pos x="0" y="134"/>
                </a:cxn>
                <a:cxn ang="0">
                  <a:pos x="0" y="136"/>
                </a:cxn>
                <a:cxn ang="0">
                  <a:pos x="2" y="140"/>
                </a:cxn>
                <a:cxn ang="0">
                  <a:pos x="4" y="140"/>
                </a:cxn>
                <a:cxn ang="0">
                  <a:pos x="5" y="141"/>
                </a:cxn>
                <a:cxn ang="0">
                  <a:pos x="8" y="141"/>
                </a:cxn>
                <a:cxn ang="0">
                  <a:pos x="9" y="139"/>
                </a:cxn>
                <a:cxn ang="0">
                  <a:pos x="9" y="139"/>
                </a:cxn>
                <a:cxn ang="0">
                  <a:pos x="32" y="110"/>
                </a:cxn>
                <a:cxn ang="0">
                  <a:pos x="56" y="81"/>
                </a:cxn>
                <a:cxn ang="0">
                  <a:pos x="56" y="81"/>
                </a:cxn>
                <a:cxn ang="0">
                  <a:pos x="82" y="45"/>
                </a:cxn>
                <a:cxn ang="0">
                  <a:pos x="97" y="26"/>
                </a:cxn>
                <a:cxn ang="0">
                  <a:pos x="104" y="17"/>
                </a:cxn>
                <a:cxn ang="0">
                  <a:pos x="112" y="9"/>
                </a:cxn>
                <a:cxn ang="0">
                  <a:pos x="112" y="9"/>
                </a:cxn>
                <a:cxn ang="0">
                  <a:pos x="114" y="8"/>
                </a:cxn>
                <a:cxn ang="0">
                  <a:pos x="114" y="5"/>
                </a:cxn>
                <a:cxn ang="0">
                  <a:pos x="114" y="4"/>
                </a:cxn>
                <a:cxn ang="0">
                  <a:pos x="112" y="3"/>
                </a:cxn>
                <a:cxn ang="0">
                  <a:pos x="108" y="0"/>
                </a:cxn>
                <a:cxn ang="0">
                  <a:pos x="106" y="0"/>
                </a:cxn>
                <a:cxn ang="0">
                  <a:pos x="104" y="1"/>
                </a:cxn>
                <a:cxn ang="0">
                  <a:pos x="104" y="1"/>
                </a:cxn>
              </a:cxnLst>
              <a:rect l="0" t="0" r="r" b="b"/>
              <a:pathLst>
                <a:path w="114" h="141">
                  <a:moveTo>
                    <a:pt x="104" y="1"/>
                  </a:moveTo>
                  <a:lnTo>
                    <a:pt x="104" y="1"/>
                  </a:lnTo>
                  <a:lnTo>
                    <a:pt x="93" y="13"/>
                  </a:lnTo>
                  <a:lnTo>
                    <a:pt x="82" y="26"/>
                  </a:lnTo>
                  <a:lnTo>
                    <a:pt x="63" y="54"/>
                  </a:lnTo>
                  <a:lnTo>
                    <a:pt x="63" y="54"/>
                  </a:lnTo>
                  <a:lnTo>
                    <a:pt x="32" y="93"/>
                  </a:lnTo>
                  <a:lnTo>
                    <a:pt x="1" y="131"/>
                  </a:lnTo>
                  <a:lnTo>
                    <a:pt x="1" y="131"/>
                  </a:lnTo>
                  <a:lnTo>
                    <a:pt x="0" y="134"/>
                  </a:lnTo>
                  <a:lnTo>
                    <a:pt x="0" y="136"/>
                  </a:lnTo>
                  <a:lnTo>
                    <a:pt x="2" y="140"/>
                  </a:lnTo>
                  <a:lnTo>
                    <a:pt x="4" y="140"/>
                  </a:lnTo>
                  <a:lnTo>
                    <a:pt x="5" y="141"/>
                  </a:lnTo>
                  <a:lnTo>
                    <a:pt x="8" y="141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32" y="110"/>
                  </a:lnTo>
                  <a:lnTo>
                    <a:pt x="56" y="81"/>
                  </a:lnTo>
                  <a:lnTo>
                    <a:pt x="56" y="81"/>
                  </a:lnTo>
                  <a:lnTo>
                    <a:pt x="82" y="45"/>
                  </a:lnTo>
                  <a:lnTo>
                    <a:pt x="97" y="26"/>
                  </a:lnTo>
                  <a:lnTo>
                    <a:pt x="104" y="17"/>
                  </a:lnTo>
                  <a:lnTo>
                    <a:pt x="112" y="9"/>
                  </a:lnTo>
                  <a:lnTo>
                    <a:pt x="112" y="9"/>
                  </a:lnTo>
                  <a:lnTo>
                    <a:pt x="114" y="8"/>
                  </a:lnTo>
                  <a:lnTo>
                    <a:pt x="114" y="5"/>
                  </a:lnTo>
                  <a:lnTo>
                    <a:pt x="114" y="4"/>
                  </a:lnTo>
                  <a:lnTo>
                    <a:pt x="112" y="3"/>
                  </a:lnTo>
                  <a:lnTo>
                    <a:pt x="108" y="0"/>
                  </a:lnTo>
                  <a:lnTo>
                    <a:pt x="106" y="0"/>
                  </a:lnTo>
                  <a:lnTo>
                    <a:pt x="104" y="1"/>
                  </a:lnTo>
                  <a:lnTo>
                    <a:pt x="10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69" name="Freeform 481"/>
            <p:cNvSpPr/>
            <p:nvPr>
              <p:custDataLst>
                <p:tags r:id="rId23"/>
              </p:custDataLst>
            </p:nvPr>
          </p:nvSpPr>
          <p:spPr bwMode="auto">
            <a:xfrm>
              <a:off x="3509963" y="1582738"/>
              <a:ext cx="38100" cy="63500"/>
            </a:xfrm>
            <a:custGeom>
              <a:avLst/>
              <a:gdLst/>
              <a:ahLst/>
              <a:cxnLst>
                <a:cxn ang="0">
                  <a:pos x="85" y="3"/>
                </a:cxn>
                <a:cxn ang="0">
                  <a:pos x="85" y="3"/>
                </a:cxn>
                <a:cxn ang="0">
                  <a:pos x="44" y="80"/>
                </a:cxn>
                <a:cxn ang="0">
                  <a:pos x="23" y="118"/>
                </a:cxn>
                <a:cxn ang="0">
                  <a:pos x="1" y="154"/>
                </a:cxn>
                <a:cxn ang="0">
                  <a:pos x="1" y="154"/>
                </a:cxn>
                <a:cxn ang="0">
                  <a:pos x="0" y="157"/>
                </a:cxn>
                <a:cxn ang="0">
                  <a:pos x="0" y="160"/>
                </a:cxn>
                <a:cxn ang="0">
                  <a:pos x="2" y="162"/>
                </a:cxn>
                <a:cxn ang="0">
                  <a:pos x="8" y="164"/>
                </a:cxn>
                <a:cxn ang="0">
                  <a:pos x="9" y="162"/>
                </a:cxn>
                <a:cxn ang="0">
                  <a:pos x="10" y="161"/>
                </a:cxn>
                <a:cxn ang="0">
                  <a:pos x="10" y="161"/>
                </a:cxn>
                <a:cxn ang="0">
                  <a:pos x="32" y="123"/>
                </a:cxn>
                <a:cxn ang="0">
                  <a:pos x="53" y="85"/>
                </a:cxn>
                <a:cxn ang="0">
                  <a:pos x="94" y="8"/>
                </a:cxn>
                <a:cxn ang="0">
                  <a:pos x="94" y="8"/>
                </a:cxn>
                <a:cxn ang="0">
                  <a:pos x="95" y="7"/>
                </a:cxn>
                <a:cxn ang="0">
                  <a:pos x="95" y="4"/>
                </a:cxn>
                <a:cxn ang="0">
                  <a:pos x="93" y="1"/>
                </a:cxn>
                <a:cxn ang="0">
                  <a:pos x="89" y="0"/>
                </a:cxn>
                <a:cxn ang="0">
                  <a:pos x="86" y="1"/>
                </a:cxn>
                <a:cxn ang="0">
                  <a:pos x="85" y="3"/>
                </a:cxn>
                <a:cxn ang="0">
                  <a:pos x="85" y="3"/>
                </a:cxn>
              </a:cxnLst>
              <a:rect l="0" t="0" r="r" b="b"/>
              <a:pathLst>
                <a:path w="95" h="164">
                  <a:moveTo>
                    <a:pt x="85" y="3"/>
                  </a:moveTo>
                  <a:lnTo>
                    <a:pt x="85" y="3"/>
                  </a:lnTo>
                  <a:lnTo>
                    <a:pt x="44" y="80"/>
                  </a:lnTo>
                  <a:lnTo>
                    <a:pt x="23" y="118"/>
                  </a:lnTo>
                  <a:lnTo>
                    <a:pt x="1" y="154"/>
                  </a:lnTo>
                  <a:lnTo>
                    <a:pt x="1" y="154"/>
                  </a:lnTo>
                  <a:lnTo>
                    <a:pt x="0" y="157"/>
                  </a:lnTo>
                  <a:lnTo>
                    <a:pt x="0" y="160"/>
                  </a:lnTo>
                  <a:lnTo>
                    <a:pt x="2" y="162"/>
                  </a:lnTo>
                  <a:lnTo>
                    <a:pt x="8" y="164"/>
                  </a:lnTo>
                  <a:lnTo>
                    <a:pt x="9" y="162"/>
                  </a:lnTo>
                  <a:lnTo>
                    <a:pt x="10" y="161"/>
                  </a:lnTo>
                  <a:lnTo>
                    <a:pt x="10" y="161"/>
                  </a:lnTo>
                  <a:lnTo>
                    <a:pt x="32" y="123"/>
                  </a:lnTo>
                  <a:lnTo>
                    <a:pt x="53" y="85"/>
                  </a:lnTo>
                  <a:lnTo>
                    <a:pt x="94" y="8"/>
                  </a:lnTo>
                  <a:lnTo>
                    <a:pt x="94" y="8"/>
                  </a:lnTo>
                  <a:lnTo>
                    <a:pt x="95" y="7"/>
                  </a:lnTo>
                  <a:lnTo>
                    <a:pt x="95" y="4"/>
                  </a:lnTo>
                  <a:lnTo>
                    <a:pt x="93" y="1"/>
                  </a:lnTo>
                  <a:lnTo>
                    <a:pt x="89" y="0"/>
                  </a:lnTo>
                  <a:lnTo>
                    <a:pt x="86" y="1"/>
                  </a:lnTo>
                  <a:lnTo>
                    <a:pt x="85" y="3"/>
                  </a:lnTo>
                  <a:lnTo>
                    <a:pt x="85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0" name="Freeform 482"/>
            <p:cNvSpPr/>
            <p:nvPr>
              <p:custDataLst>
                <p:tags r:id="rId24"/>
              </p:custDataLst>
            </p:nvPr>
          </p:nvSpPr>
          <p:spPr bwMode="auto">
            <a:xfrm>
              <a:off x="3546476" y="1597025"/>
              <a:ext cx="31750" cy="50800"/>
            </a:xfrm>
            <a:custGeom>
              <a:avLst/>
              <a:gdLst/>
              <a:ahLst/>
              <a:cxnLst>
                <a:cxn ang="0">
                  <a:pos x="71" y="1"/>
                </a:cxn>
                <a:cxn ang="0">
                  <a:pos x="71" y="1"/>
                </a:cxn>
                <a:cxn ang="0">
                  <a:pos x="50" y="30"/>
                </a:cxn>
                <a:cxn ang="0">
                  <a:pos x="33" y="59"/>
                </a:cxn>
                <a:cxn ang="0">
                  <a:pos x="16" y="89"/>
                </a:cxn>
                <a:cxn ang="0">
                  <a:pos x="2" y="120"/>
                </a:cxn>
                <a:cxn ang="0">
                  <a:pos x="2" y="120"/>
                </a:cxn>
                <a:cxn ang="0">
                  <a:pos x="0" y="123"/>
                </a:cxn>
                <a:cxn ang="0">
                  <a:pos x="2" y="126"/>
                </a:cxn>
                <a:cxn ang="0">
                  <a:pos x="4" y="128"/>
                </a:cxn>
                <a:cxn ang="0">
                  <a:pos x="5" y="129"/>
                </a:cxn>
                <a:cxn ang="0">
                  <a:pos x="8" y="129"/>
                </a:cxn>
                <a:cxn ang="0">
                  <a:pos x="9" y="128"/>
                </a:cxn>
                <a:cxn ang="0">
                  <a:pos x="11" y="127"/>
                </a:cxn>
                <a:cxn ang="0">
                  <a:pos x="11" y="127"/>
                </a:cxn>
                <a:cxn ang="0">
                  <a:pos x="25" y="95"/>
                </a:cxn>
                <a:cxn ang="0">
                  <a:pos x="41" y="67"/>
                </a:cxn>
                <a:cxn ang="0">
                  <a:pos x="59" y="38"/>
                </a:cxn>
                <a:cxn ang="0">
                  <a:pos x="79" y="9"/>
                </a:cxn>
                <a:cxn ang="0">
                  <a:pos x="79" y="9"/>
                </a:cxn>
                <a:cxn ang="0">
                  <a:pos x="80" y="8"/>
                </a:cxn>
                <a:cxn ang="0">
                  <a:pos x="80" y="5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5" y="0"/>
                </a:cxn>
                <a:cxn ang="0">
                  <a:pos x="72" y="0"/>
                </a:cxn>
                <a:cxn ang="0">
                  <a:pos x="71" y="1"/>
                </a:cxn>
                <a:cxn ang="0">
                  <a:pos x="71" y="1"/>
                </a:cxn>
              </a:cxnLst>
              <a:rect l="0" t="0" r="r" b="b"/>
              <a:pathLst>
                <a:path w="80" h="129">
                  <a:moveTo>
                    <a:pt x="71" y="1"/>
                  </a:moveTo>
                  <a:lnTo>
                    <a:pt x="71" y="1"/>
                  </a:lnTo>
                  <a:lnTo>
                    <a:pt x="50" y="30"/>
                  </a:lnTo>
                  <a:lnTo>
                    <a:pt x="33" y="59"/>
                  </a:lnTo>
                  <a:lnTo>
                    <a:pt x="16" y="89"/>
                  </a:lnTo>
                  <a:lnTo>
                    <a:pt x="2" y="120"/>
                  </a:lnTo>
                  <a:lnTo>
                    <a:pt x="2" y="120"/>
                  </a:lnTo>
                  <a:lnTo>
                    <a:pt x="0" y="123"/>
                  </a:lnTo>
                  <a:lnTo>
                    <a:pt x="2" y="126"/>
                  </a:lnTo>
                  <a:lnTo>
                    <a:pt x="4" y="128"/>
                  </a:lnTo>
                  <a:lnTo>
                    <a:pt x="5" y="129"/>
                  </a:lnTo>
                  <a:lnTo>
                    <a:pt x="8" y="129"/>
                  </a:lnTo>
                  <a:lnTo>
                    <a:pt x="9" y="128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25" y="95"/>
                  </a:lnTo>
                  <a:lnTo>
                    <a:pt x="41" y="67"/>
                  </a:lnTo>
                  <a:lnTo>
                    <a:pt x="59" y="38"/>
                  </a:lnTo>
                  <a:lnTo>
                    <a:pt x="79" y="9"/>
                  </a:lnTo>
                  <a:lnTo>
                    <a:pt x="79" y="9"/>
                  </a:lnTo>
                  <a:lnTo>
                    <a:pt x="80" y="8"/>
                  </a:lnTo>
                  <a:lnTo>
                    <a:pt x="80" y="5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5" y="0"/>
                  </a:lnTo>
                  <a:lnTo>
                    <a:pt x="72" y="0"/>
                  </a:lnTo>
                  <a:lnTo>
                    <a:pt x="71" y="1"/>
                  </a:lnTo>
                  <a:lnTo>
                    <a:pt x="71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1" name="Freeform 483"/>
            <p:cNvSpPr/>
            <p:nvPr>
              <p:custDataLst>
                <p:tags r:id="rId25"/>
              </p:custDataLst>
            </p:nvPr>
          </p:nvSpPr>
          <p:spPr bwMode="auto">
            <a:xfrm>
              <a:off x="3581401" y="1608138"/>
              <a:ext cx="15875" cy="39688"/>
            </a:xfrm>
            <a:custGeom>
              <a:avLst/>
              <a:gdLst/>
              <a:ahLst/>
              <a:cxnLst>
                <a:cxn ang="0">
                  <a:pos x="30" y="6"/>
                </a:cxn>
                <a:cxn ang="0">
                  <a:pos x="30" y="6"/>
                </a:cxn>
                <a:cxn ang="0">
                  <a:pos x="29" y="17"/>
                </a:cxn>
                <a:cxn ang="0">
                  <a:pos x="25" y="29"/>
                </a:cxn>
                <a:cxn ang="0">
                  <a:pos x="17" y="53"/>
                </a:cxn>
                <a:cxn ang="0">
                  <a:pos x="17" y="53"/>
                </a:cxn>
                <a:cxn ang="0">
                  <a:pos x="10" y="74"/>
                </a:cxn>
                <a:cxn ang="0">
                  <a:pos x="6" y="84"/>
                </a:cxn>
                <a:cxn ang="0">
                  <a:pos x="1" y="93"/>
                </a:cxn>
                <a:cxn ang="0">
                  <a:pos x="1" y="93"/>
                </a:cxn>
                <a:cxn ang="0">
                  <a:pos x="0" y="96"/>
                </a:cxn>
                <a:cxn ang="0">
                  <a:pos x="0" y="99"/>
                </a:cxn>
                <a:cxn ang="0">
                  <a:pos x="2" y="101"/>
                </a:cxn>
                <a:cxn ang="0">
                  <a:pos x="6" y="102"/>
                </a:cxn>
                <a:cxn ang="0">
                  <a:pos x="9" y="101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6" y="89"/>
                </a:cxn>
                <a:cxn ang="0">
                  <a:pos x="21" y="78"/>
                </a:cxn>
                <a:cxn ang="0">
                  <a:pos x="29" y="55"/>
                </a:cxn>
                <a:cxn ang="0">
                  <a:pos x="29" y="55"/>
                </a:cxn>
                <a:cxn ang="0">
                  <a:pos x="36" y="31"/>
                </a:cxn>
                <a:cxn ang="0">
                  <a:pos x="40" y="19"/>
                </a:cxn>
                <a:cxn ang="0">
                  <a:pos x="42" y="6"/>
                </a:cxn>
                <a:cxn ang="0">
                  <a:pos x="42" y="6"/>
                </a:cxn>
                <a:cxn ang="0">
                  <a:pos x="42" y="3"/>
                </a:cxn>
                <a:cxn ang="0">
                  <a:pos x="40" y="2"/>
                </a:cxn>
                <a:cxn ang="0">
                  <a:pos x="36" y="0"/>
                </a:cxn>
                <a:cxn ang="0">
                  <a:pos x="33" y="2"/>
                </a:cxn>
                <a:cxn ang="0">
                  <a:pos x="31" y="3"/>
                </a:cxn>
                <a:cxn ang="0">
                  <a:pos x="30" y="6"/>
                </a:cxn>
                <a:cxn ang="0">
                  <a:pos x="30" y="6"/>
                </a:cxn>
              </a:cxnLst>
              <a:rect l="0" t="0" r="r" b="b"/>
              <a:pathLst>
                <a:path w="42" h="102">
                  <a:moveTo>
                    <a:pt x="30" y="6"/>
                  </a:moveTo>
                  <a:lnTo>
                    <a:pt x="30" y="6"/>
                  </a:lnTo>
                  <a:lnTo>
                    <a:pt x="29" y="17"/>
                  </a:lnTo>
                  <a:lnTo>
                    <a:pt x="25" y="29"/>
                  </a:lnTo>
                  <a:lnTo>
                    <a:pt x="17" y="53"/>
                  </a:lnTo>
                  <a:lnTo>
                    <a:pt x="17" y="53"/>
                  </a:lnTo>
                  <a:lnTo>
                    <a:pt x="10" y="74"/>
                  </a:lnTo>
                  <a:lnTo>
                    <a:pt x="6" y="84"/>
                  </a:lnTo>
                  <a:lnTo>
                    <a:pt x="1" y="93"/>
                  </a:lnTo>
                  <a:lnTo>
                    <a:pt x="1" y="93"/>
                  </a:lnTo>
                  <a:lnTo>
                    <a:pt x="0" y="96"/>
                  </a:lnTo>
                  <a:lnTo>
                    <a:pt x="0" y="99"/>
                  </a:lnTo>
                  <a:lnTo>
                    <a:pt x="2" y="101"/>
                  </a:lnTo>
                  <a:lnTo>
                    <a:pt x="6" y="102"/>
                  </a:lnTo>
                  <a:lnTo>
                    <a:pt x="9" y="101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6" y="89"/>
                  </a:lnTo>
                  <a:lnTo>
                    <a:pt x="21" y="78"/>
                  </a:lnTo>
                  <a:lnTo>
                    <a:pt x="29" y="55"/>
                  </a:lnTo>
                  <a:lnTo>
                    <a:pt x="29" y="55"/>
                  </a:lnTo>
                  <a:lnTo>
                    <a:pt x="36" y="31"/>
                  </a:lnTo>
                  <a:lnTo>
                    <a:pt x="40" y="19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3"/>
                  </a:lnTo>
                  <a:lnTo>
                    <a:pt x="40" y="2"/>
                  </a:lnTo>
                  <a:lnTo>
                    <a:pt x="36" y="0"/>
                  </a:lnTo>
                  <a:lnTo>
                    <a:pt x="33" y="2"/>
                  </a:lnTo>
                  <a:lnTo>
                    <a:pt x="31" y="3"/>
                  </a:lnTo>
                  <a:lnTo>
                    <a:pt x="30" y="6"/>
                  </a:lnTo>
                  <a:lnTo>
                    <a:pt x="30" y="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2" name="Freeform 484"/>
            <p:cNvSpPr/>
            <p:nvPr>
              <p:custDataLst>
                <p:tags r:id="rId26"/>
              </p:custDataLst>
            </p:nvPr>
          </p:nvSpPr>
          <p:spPr bwMode="auto">
            <a:xfrm>
              <a:off x="3214688" y="1146175"/>
              <a:ext cx="12700" cy="30163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11" y="37"/>
                </a:cxn>
                <a:cxn ang="0">
                  <a:pos x="4" y="53"/>
                </a:cxn>
                <a:cxn ang="0">
                  <a:pos x="0" y="70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1" y="73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1" y="75"/>
                </a:cxn>
                <a:cxn ang="0">
                  <a:pos x="11" y="72"/>
                </a:cxn>
                <a:cxn ang="0">
                  <a:pos x="11" y="72"/>
                </a:cxn>
                <a:cxn ang="0">
                  <a:pos x="16" y="55"/>
                </a:cxn>
                <a:cxn ang="0">
                  <a:pos x="21" y="39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0" y="0"/>
                </a:cxn>
                <a:cxn ang="0">
                  <a:pos x="26" y="2"/>
                </a:cxn>
                <a:cxn ang="0">
                  <a:pos x="25" y="3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4" h="76">
                  <a:moveTo>
                    <a:pt x="24" y="4"/>
                  </a:moveTo>
                  <a:lnTo>
                    <a:pt x="24" y="4"/>
                  </a:lnTo>
                  <a:lnTo>
                    <a:pt x="11" y="37"/>
                  </a:lnTo>
                  <a:lnTo>
                    <a:pt x="4" y="53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1" y="73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1" y="75"/>
                  </a:lnTo>
                  <a:lnTo>
                    <a:pt x="11" y="72"/>
                  </a:lnTo>
                  <a:lnTo>
                    <a:pt x="11" y="72"/>
                  </a:lnTo>
                  <a:lnTo>
                    <a:pt x="16" y="55"/>
                  </a:lnTo>
                  <a:lnTo>
                    <a:pt x="21" y="39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0" y="0"/>
                  </a:lnTo>
                  <a:lnTo>
                    <a:pt x="26" y="2"/>
                  </a:lnTo>
                  <a:lnTo>
                    <a:pt x="25" y="3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3" name="Freeform 485"/>
            <p:cNvSpPr/>
            <p:nvPr>
              <p:custDataLst>
                <p:tags r:id="rId27"/>
              </p:custDataLst>
            </p:nvPr>
          </p:nvSpPr>
          <p:spPr bwMode="auto">
            <a:xfrm>
              <a:off x="3240088" y="1150938"/>
              <a:ext cx="20638" cy="28575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46" y="0"/>
                </a:cxn>
                <a:cxn ang="0">
                  <a:pos x="39" y="7"/>
                </a:cxn>
                <a:cxn ang="0">
                  <a:pos x="34" y="13"/>
                </a:cxn>
                <a:cxn ang="0">
                  <a:pos x="30" y="21"/>
                </a:cxn>
                <a:cxn ang="0">
                  <a:pos x="26" y="29"/>
                </a:cxn>
                <a:cxn ang="0">
                  <a:pos x="26" y="29"/>
                </a:cxn>
                <a:cxn ang="0">
                  <a:pos x="13" y="47"/>
                </a:cxn>
                <a:cxn ang="0">
                  <a:pos x="1" y="67"/>
                </a:cxn>
                <a:cxn ang="0">
                  <a:pos x="1" y="67"/>
                </a:cxn>
                <a:cxn ang="0">
                  <a:pos x="0" y="69"/>
                </a:cxn>
                <a:cxn ang="0">
                  <a:pos x="1" y="72"/>
                </a:cxn>
                <a:cxn ang="0">
                  <a:pos x="4" y="75"/>
                </a:cxn>
                <a:cxn ang="0">
                  <a:pos x="8" y="76"/>
                </a:cxn>
                <a:cxn ang="0">
                  <a:pos x="9" y="75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21" y="56"/>
                </a:cxn>
                <a:cxn ang="0">
                  <a:pos x="32" y="41"/>
                </a:cxn>
                <a:cxn ang="0">
                  <a:pos x="32" y="41"/>
                </a:cxn>
                <a:cxn ang="0">
                  <a:pos x="35" y="33"/>
                </a:cxn>
                <a:cxn ang="0">
                  <a:pos x="41" y="24"/>
                </a:cxn>
                <a:cxn ang="0">
                  <a:pos x="45" y="16"/>
                </a:cxn>
                <a:cxn ang="0">
                  <a:pos x="47" y="13"/>
                </a:cxn>
                <a:cxn ang="0">
                  <a:pos x="51" y="10"/>
                </a:cxn>
                <a:cxn ang="0">
                  <a:pos x="51" y="10"/>
                </a:cxn>
                <a:cxn ang="0">
                  <a:pos x="52" y="9"/>
                </a:cxn>
                <a:cxn ang="0">
                  <a:pos x="54" y="7"/>
                </a:cxn>
                <a:cxn ang="0">
                  <a:pos x="52" y="3"/>
                </a:cxn>
                <a:cxn ang="0">
                  <a:pos x="50" y="0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54" h="76">
                  <a:moveTo>
                    <a:pt x="46" y="0"/>
                  </a:moveTo>
                  <a:lnTo>
                    <a:pt x="46" y="0"/>
                  </a:lnTo>
                  <a:lnTo>
                    <a:pt x="39" y="7"/>
                  </a:lnTo>
                  <a:lnTo>
                    <a:pt x="34" y="13"/>
                  </a:lnTo>
                  <a:lnTo>
                    <a:pt x="30" y="21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13" y="47"/>
                  </a:lnTo>
                  <a:lnTo>
                    <a:pt x="1" y="67"/>
                  </a:lnTo>
                  <a:lnTo>
                    <a:pt x="1" y="67"/>
                  </a:lnTo>
                  <a:lnTo>
                    <a:pt x="0" y="69"/>
                  </a:lnTo>
                  <a:lnTo>
                    <a:pt x="1" y="72"/>
                  </a:lnTo>
                  <a:lnTo>
                    <a:pt x="4" y="75"/>
                  </a:lnTo>
                  <a:lnTo>
                    <a:pt x="8" y="76"/>
                  </a:lnTo>
                  <a:lnTo>
                    <a:pt x="9" y="75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21" y="56"/>
                  </a:lnTo>
                  <a:lnTo>
                    <a:pt x="32" y="41"/>
                  </a:lnTo>
                  <a:lnTo>
                    <a:pt x="32" y="41"/>
                  </a:lnTo>
                  <a:lnTo>
                    <a:pt x="35" y="33"/>
                  </a:lnTo>
                  <a:lnTo>
                    <a:pt x="41" y="24"/>
                  </a:lnTo>
                  <a:lnTo>
                    <a:pt x="45" y="16"/>
                  </a:lnTo>
                  <a:lnTo>
                    <a:pt x="47" y="13"/>
                  </a:lnTo>
                  <a:lnTo>
                    <a:pt x="51" y="10"/>
                  </a:lnTo>
                  <a:lnTo>
                    <a:pt x="51" y="10"/>
                  </a:lnTo>
                  <a:lnTo>
                    <a:pt x="52" y="9"/>
                  </a:lnTo>
                  <a:lnTo>
                    <a:pt x="54" y="7"/>
                  </a:lnTo>
                  <a:lnTo>
                    <a:pt x="52" y="3"/>
                  </a:lnTo>
                  <a:lnTo>
                    <a:pt x="50" y="0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4" name="Freeform 486"/>
            <p:cNvSpPr/>
            <p:nvPr>
              <p:custDataLst>
                <p:tags r:id="rId28"/>
              </p:custDataLst>
            </p:nvPr>
          </p:nvSpPr>
          <p:spPr bwMode="auto">
            <a:xfrm>
              <a:off x="3273426" y="1149350"/>
              <a:ext cx="12700" cy="23813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3"/>
                </a:cxn>
                <a:cxn ang="0">
                  <a:pos x="18" y="20"/>
                </a:cxn>
                <a:cxn ang="0">
                  <a:pos x="9" y="33"/>
                </a:cxn>
                <a:cxn ang="0">
                  <a:pos x="9" y="33"/>
                </a:cxn>
                <a:cxn ang="0">
                  <a:pos x="4" y="42"/>
                </a:cxn>
                <a:cxn ang="0">
                  <a:pos x="0" y="52"/>
                </a:cxn>
                <a:cxn ang="0">
                  <a:pos x="0" y="52"/>
                </a:cxn>
                <a:cxn ang="0">
                  <a:pos x="0" y="55"/>
                </a:cxn>
                <a:cxn ang="0">
                  <a:pos x="0" y="56"/>
                </a:cxn>
                <a:cxn ang="0">
                  <a:pos x="3" y="60"/>
                </a:cxn>
                <a:cxn ang="0">
                  <a:pos x="4" y="60"/>
                </a:cxn>
                <a:cxn ang="0">
                  <a:pos x="7" y="60"/>
                </a:cxn>
                <a:cxn ang="0">
                  <a:pos x="8" y="60"/>
                </a:cxn>
                <a:cxn ang="0">
                  <a:pos x="11" y="58"/>
                </a:cxn>
                <a:cxn ang="0">
                  <a:pos x="11" y="58"/>
                </a:cxn>
                <a:cxn ang="0">
                  <a:pos x="16" y="45"/>
                </a:cxn>
                <a:cxn ang="0">
                  <a:pos x="20" y="38"/>
                </a:cxn>
                <a:cxn ang="0">
                  <a:pos x="24" y="33"/>
                </a:cxn>
                <a:cxn ang="0">
                  <a:pos x="24" y="33"/>
                </a:cxn>
                <a:cxn ang="0">
                  <a:pos x="28" y="26"/>
                </a:cxn>
                <a:cxn ang="0">
                  <a:pos x="32" y="20"/>
                </a:cxn>
                <a:cxn ang="0">
                  <a:pos x="33" y="12"/>
                </a:cxn>
                <a:cxn ang="0">
                  <a:pos x="34" y="5"/>
                </a:cxn>
                <a:cxn ang="0">
                  <a:pos x="34" y="5"/>
                </a:cxn>
                <a:cxn ang="0">
                  <a:pos x="33" y="3"/>
                </a:cxn>
                <a:cxn ang="0">
                  <a:pos x="32" y="1"/>
                </a:cxn>
                <a:cxn ang="0">
                  <a:pos x="29" y="0"/>
                </a:cxn>
                <a:cxn ang="0">
                  <a:pos x="24" y="1"/>
                </a:cxn>
                <a:cxn ang="0">
                  <a:pos x="22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4" h="60">
                  <a:moveTo>
                    <a:pt x="22" y="5"/>
                  </a:moveTo>
                  <a:lnTo>
                    <a:pt x="22" y="5"/>
                  </a:lnTo>
                  <a:lnTo>
                    <a:pt x="21" y="13"/>
                  </a:lnTo>
                  <a:lnTo>
                    <a:pt x="18" y="20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4" y="42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5"/>
                  </a:lnTo>
                  <a:lnTo>
                    <a:pt x="0" y="56"/>
                  </a:lnTo>
                  <a:lnTo>
                    <a:pt x="3" y="60"/>
                  </a:lnTo>
                  <a:lnTo>
                    <a:pt x="4" y="60"/>
                  </a:lnTo>
                  <a:lnTo>
                    <a:pt x="7" y="60"/>
                  </a:lnTo>
                  <a:lnTo>
                    <a:pt x="8" y="60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6" y="45"/>
                  </a:lnTo>
                  <a:lnTo>
                    <a:pt x="20" y="38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8" y="26"/>
                  </a:lnTo>
                  <a:lnTo>
                    <a:pt x="32" y="20"/>
                  </a:lnTo>
                  <a:lnTo>
                    <a:pt x="33" y="12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3" y="3"/>
                  </a:lnTo>
                  <a:lnTo>
                    <a:pt x="32" y="1"/>
                  </a:lnTo>
                  <a:lnTo>
                    <a:pt x="29" y="0"/>
                  </a:lnTo>
                  <a:lnTo>
                    <a:pt x="24" y="1"/>
                  </a:lnTo>
                  <a:lnTo>
                    <a:pt x="22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5" name="Freeform 487"/>
            <p:cNvSpPr/>
            <p:nvPr>
              <p:custDataLst>
                <p:tags r:id="rId29"/>
              </p:custDataLst>
            </p:nvPr>
          </p:nvSpPr>
          <p:spPr bwMode="auto">
            <a:xfrm>
              <a:off x="3379788" y="1117600"/>
              <a:ext cx="12700" cy="15875"/>
            </a:xfrm>
            <a:custGeom>
              <a:avLst/>
              <a:gdLst/>
              <a:ahLst/>
              <a:cxnLst>
                <a:cxn ang="0">
                  <a:pos x="19" y="6"/>
                </a:cxn>
                <a:cxn ang="0">
                  <a:pos x="19" y="6"/>
                </a:cxn>
                <a:cxn ang="0">
                  <a:pos x="18" y="9"/>
                </a:cxn>
                <a:cxn ang="0">
                  <a:pos x="15" y="12"/>
                </a:cxn>
                <a:cxn ang="0">
                  <a:pos x="11" y="19"/>
                </a:cxn>
                <a:cxn ang="0">
                  <a:pos x="11" y="19"/>
                </a:cxn>
                <a:cxn ang="0">
                  <a:pos x="5" y="25"/>
                </a:cxn>
                <a:cxn ang="0">
                  <a:pos x="1" y="33"/>
                </a:cxn>
                <a:cxn ang="0">
                  <a:pos x="1" y="33"/>
                </a:cxn>
                <a:cxn ang="0">
                  <a:pos x="0" y="36"/>
                </a:cxn>
                <a:cxn ang="0">
                  <a:pos x="0" y="38"/>
                </a:cxn>
                <a:cxn ang="0">
                  <a:pos x="2" y="41"/>
                </a:cxn>
                <a:cxn ang="0">
                  <a:pos x="6" y="42"/>
                </a:cxn>
                <a:cxn ang="0">
                  <a:pos x="9" y="41"/>
                </a:cxn>
                <a:cxn ang="0">
                  <a:pos x="10" y="40"/>
                </a:cxn>
                <a:cxn ang="0">
                  <a:pos x="10" y="40"/>
                </a:cxn>
                <a:cxn ang="0">
                  <a:pos x="15" y="30"/>
                </a:cxn>
                <a:cxn ang="0">
                  <a:pos x="22" y="23"/>
                </a:cxn>
                <a:cxn ang="0">
                  <a:pos x="27" y="15"/>
                </a:cxn>
                <a:cxn ang="0">
                  <a:pos x="30" y="11"/>
                </a:cxn>
                <a:cxn ang="0">
                  <a:pos x="30" y="6"/>
                </a:cxn>
                <a:cxn ang="0">
                  <a:pos x="30" y="6"/>
                </a:cxn>
                <a:cxn ang="0">
                  <a:pos x="30" y="3"/>
                </a:cxn>
                <a:cxn ang="0">
                  <a:pos x="28" y="2"/>
                </a:cxn>
                <a:cxn ang="0">
                  <a:pos x="24" y="0"/>
                </a:cxn>
                <a:cxn ang="0">
                  <a:pos x="21" y="2"/>
                </a:cxn>
                <a:cxn ang="0">
                  <a:pos x="19" y="3"/>
                </a:cxn>
                <a:cxn ang="0">
                  <a:pos x="19" y="6"/>
                </a:cxn>
                <a:cxn ang="0">
                  <a:pos x="19" y="6"/>
                </a:cxn>
              </a:cxnLst>
              <a:rect l="0" t="0" r="r" b="b"/>
              <a:pathLst>
                <a:path w="30" h="42">
                  <a:moveTo>
                    <a:pt x="19" y="6"/>
                  </a:moveTo>
                  <a:lnTo>
                    <a:pt x="19" y="6"/>
                  </a:lnTo>
                  <a:lnTo>
                    <a:pt x="18" y="9"/>
                  </a:lnTo>
                  <a:lnTo>
                    <a:pt x="15" y="12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5" y="25"/>
                  </a:lnTo>
                  <a:lnTo>
                    <a:pt x="1" y="33"/>
                  </a:lnTo>
                  <a:lnTo>
                    <a:pt x="1" y="33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2" y="41"/>
                  </a:lnTo>
                  <a:lnTo>
                    <a:pt x="6" y="42"/>
                  </a:lnTo>
                  <a:lnTo>
                    <a:pt x="9" y="41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15" y="30"/>
                  </a:lnTo>
                  <a:lnTo>
                    <a:pt x="22" y="23"/>
                  </a:lnTo>
                  <a:lnTo>
                    <a:pt x="27" y="15"/>
                  </a:lnTo>
                  <a:lnTo>
                    <a:pt x="30" y="11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3"/>
                  </a:lnTo>
                  <a:lnTo>
                    <a:pt x="28" y="2"/>
                  </a:lnTo>
                  <a:lnTo>
                    <a:pt x="24" y="0"/>
                  </a:lnTo>
                  <a:lnTo>
                    <a:pt x="21" y="2"/>
                  </a:lnTo>
                  <a:lnTo>
                    <a:pt x="19" y="3"/>
                  </a:lnTo>
                  <a:lnTo>
                    <a:pt x="19" y="6"/>
                  </a:lnTo>
                  <a:lnTo>
                    <a:pt x="19" y="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6" name="Freeform 488"/>
            <p:cNvSpPr/>
            <p:nvPr>
              <p:custDataLst>
                <p:tags r:id="rId30"/>
              </p:custDataLst>
            </p:nvPr>
          </p:nvSpPr>
          <p:spPr bwMode="auto">
            <a:xfrm>
              <a:off x="3406776" y="1123950"/>
              <a:ext cx="14288" cy="19050"/>
            </a:xfrm>
            <a:custGeom>
              <a:avLst/>
              <a:gdLst/>
              <a:ahLst/>
              <a:cxnLst>
                <a:cxn ang="0">
                  <a:pos x="23" y="1"/>
                </a:cxn>
                <a:cxn ang="0">
                  <a:pos x="23" y="1"/>
                </a:cxn>
                <a:cxn ang="0">
                  <a:pos x="17" y="10"/>
                </a:cxn>
                <a:cxn ang="0">
                  <a:pos x="9" y="20"/>
                </a:cxn>
                <a:cxn ang="0">
                  <a:pos x="4" y="29"/>
                </a:cxn>
                <a:cxn ang="0">
                  <a:pos x="1" y="34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1" y="42"/>
                </a:cxn>
                <a:cxn ang="0">
                  <a:pos x="2" y="43"/>
                </a:cxn>
                <a:cxn ang="0">
                  <a:pos x="5" y="44"/>
                </a:cxn>
                <a:cxn ang="0">
                  <a:pos x="10" y="43"/>
                </a:cxn>
                <a:cxn ang="0">
                  <a:pos x="11" y="42"/>
                </a:cxn>
                <a:cxn ang="0">
                  <a:pos x="11" y="39"/>
                </a:cxn>
                <a:cxn ang="0">
                  <a:pos x="11" y="39"/>
                </a:cxn>
                <a:cxn ang="0">
                  <a:pos x="13" y="34"/>
                </a:cxn>
                <a:cxn ang="0">
                  <a:pos x="15" y="30"/>
                </a:cxn>
                <a:cxn ang="0">
                  <a:pos x="21" y="23"/>
                </a:cxn>
                <a:cxn ang="0">
                  <a:pos x="21" y="23"/>
                </a:cxn>
                <a:cxn ang="0">
                  <a:pos x="27" y="16"/>
                </a:cxn>
                <a:cxn ang="0">
                  <a:pos x="34" y="8"/>
                </a:cxn>
                <a:cxn ang="0">
                  <a:pos x="34" y="8"/>
                </a:cxn>
                <a:cxn ang="0">
                  <a:pos x="35" y="5"/>
                </a:cxn>
                <a:cxn ang="0">
                  <a:pos x="35" y="4"/>
                </a:cxn>
                <a:cxn ang="0">
                  <a:pos x="34" y="1"/>
                </a:cxn>
                <a:cxn ang="0">
                  <a:pos x="32" y="0"/>
                </a:cxn>
                <a:cxn ang="0">
                  <a:pos x="27" y="0"/>
                </a:cxn>
                <a:cxn ang="0">
                  <a:pos x="26" y="0"/>
                </a:cxn>
                <a:cxn ang="0">
                  <a:pos x="23" y="1"/>
                </a:cxn>
                <a:cxn ang="0">
                  <a:pos x="23" y="1"/>
                </a:cxn>
              </a:cxnLst>
              <a:rect l="0" t="0" r="r" b="b"/>
              <a:pathLst>
                <a:path w="35" h="44">
                  <a:moveTo>
                    <a:pt x="23" y="1"/>
                  </a:moveTo>
                  <a:lnTo>
                    <a:pt x="23" y="1"/>
                  </a:lnTo>
                  <a:lnTo>
                    <a:pt x="17" y="10"/>
                  </a:lnTo>
                  <a:lnTo>
                    <a:pt x="9" y="20"/>
                  </a:lnTo>
                  <a:lnTo>
                    <a:pt x="4" y="29"/>
                  </a:lnTo>
                  <a:lnTo>
                    <a:pt x="1" y="34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1" y="42"/>
                  </a:lnTo>
                  <a:lnTo>
                    <a:pt x="2" y="43"/>
                  </a:lnTo>
                  <a:lnTo>
                    <a:pt x="5" y="44"/>
                  </a:lnTo>
                  <a:lnTo>
                    <a:pt x="10" y="43"/>
                  </a:lnTo>
                  <a:lnTo>
                    <a:pt x="11" y="42"/>
                  </a:lnTo>
                  <a:lnTo>
                    <a:pt x="11" y="39"/>
                  </a:lnTo>
                  <a:lnTo>
                    <a:pt x="11" y="39"/>
                  </a:lnTo>
                  <a:lnTo>
                    <a:pt x="13" y="34"/>
                  </a:lnTo>
                  <a:lnTo>
                    <a:pt x="15" y="30"/>
                  </a:lnTo>
                  <a:lnTo>
                    <a:pt x="21" y="23"/>
                  </a:lnTo>
                  <a:lnTo>
                    <a:pt x="21" y="23"/>
                  </a:lnTo>
                  <a:lnTo>
                    <a:pt x="27" y="16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35" y="5"/>
                  </a:lnTo>
                  <a:lnTo>
                    <a:pt x="35" y="4"/>
                  </a:lnTo>
                  <a:lnTo>
                    <a:pt x="34" y="1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3" y="1"/>
                  </a:lnTo>
                  <a:lnTo>
                    <a:pt x="2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7" name="Freeform 489"/>
            <p:cNvSpPr/>
            <p:nvPr>
              <p:custDataLst>
                <p:tags r:id="rId31"/>
              </p:custDataLst>
            </p:nvPr>
          </p:nvSpPr>
          <p:spPr bwMode="auto">
            <a:xfrm>
              <a:off x="3440113" y="1130300"/>
              <a:ext cx="14288" cy="23813"/>
            </a:xfrm>
            <a:custGeom>
              <a:avLst/>
              <a:gdLst/>
              <a:ahLst/>
              <a:cxnLst>
                <a:cxn ang="0">
                  <a:pos x="24" y="3"/>
                </a:cxn>
                <a:cxn ang="0">
                  <a:pos x="24" y="3"/>
                </a:cxn>
                <a:cxn ang="0">
                  <a:pos x="2" y="53"/>
                </a:cxn>
                <a:cxn ang="0">
                  <a:pos x="2" y="53"/>
                </a:cxn>
                <a:cxn ang="0">
                  <a:pos x="0" y="55"/>
                </a:cxn>
                <a:cxn ang="0">
                  <a:pos x="2" y="57"/>
                </a:cxn>
                <a:cxn ang="0">
                  <a:pos x="4" y="60"/>
                </a:cxn>
                <a:cxn ang="0">
                  <a:pos x="6" y="60"/>
                </a:cxn>
                <a:cxn ang="0">
                  <a:pos x="8" y="60"/>
                </a:cxn>
                <a:cxn ang="0">
                  <a:pos x="10" y="60"/>
                </a:cxn>
                <a:cxn ang="0">
                  <a:pos x="12" y="58"/>
                </a:cxn>
                <a:cxn ang="0">
                  <a:pos x="12" y="58"/>
                </a:cxn>
                <a:cxn ang="0">
                  <a:pos x="34" y="8"/>
                </a:cxn>
                <a:cxn ang="0">
                  <a:pos x="34" y="8"/>
                </a:cxn>
                <a:cxn ang="0">
                  <a:pos x="34" y="7"/>
                </a:cxn>
                <a:cxn ang="0">
                  <a:pos x="34" y="4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2"/>
                </a:cxn>
                <a:cxn ang="0">
                  <a:pos x="24" y="3"/>
                </a:cxn>
                <a:cxn ang="0">
                  <a:pos x="24" y="3"/>
                </a:cxn>
              </a:cxnLst>
              <a:rect l="0" t="0" r="r" b="b"/>
              <a:pathLst>
                <a:path w="34" h="60">
                  <a:moveTo>
                    <a:pt x="24" y="3"/>
                  </a:moveTo>
                  <a:lnTo>
                    <a:pt x="24" y="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0" y="55"/>
                  </a:lnTo>
                  <a:lnTo>
                    <a:pt x="2" y="57"/>
                  </a:lnTo>
                  <a:lnTo>
                    <a:pt x="4" y="60"/>
                  </a:lnTo>
                  <a:lnTo>
                    <a:pt x="6" y="60"/>
                  </a:lnTo>
                  <a:lnTo>
                    <a:pt x="8" y="60"/>
                  </a:lnTo>
                  <a:lnTo>
                    <a:pt x="10" y="60"/>
                  </a:lnTo>
                  <a:lnTo>
                    <a:pt x="12" y="58"/>
                  </a:lnTo>
                  <a:lnTo>
                    <a:pt x="12" y="58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34" y="7"/>
                  </a:lnTo>
                  <a:lnTo>
                    <a:pt x="34" y="4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2"/>
                  </a:lnTo>
                  <a:lnTo>
                    <a:pt x="24" y="3"/>
                  </a:lnTo>
                  <a:lnTo>
                    <a:pt x="24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8" name="Freeform 490"/>
            <p:cNvSpPr/>
            <p:nvPr>
              <p:custDataLst>
                <p:tags r:id="rId32"/>
              </p:custDataLst>
            </p:nvPr>
          </p:nvSpPr>
          <p:spPr bwMode="auto">
            <a:xfrm>
              <a:off x="3463926" y="1141413"/>
              <a:ext cx="15875" cy="26988"/>
            </a:xfrm>
            <a:custGeom>
              <a:avLst/>
              <a:gdLst/>
              <a:ahLst/>
              <a:cxnLst>
                <a:cxn ang="0">
                  <a:pos x="27" y="3"/>
                </a:cxn>
                <a:cxn ang="0">
                  <a:pos x="27" y="3"/>
                </a:cxn>
                <a:cxn ang="0">
                  <a:pos x="23" y="12"/>
                </a:cxn>
                <a:cxn ang="0">
                  <a:pos x="21" y="21"/>
                </a:cxn>
                <a:cxn ang="0">
                  <a:pos x="17" y="31"/>
                </a:cxn>
                <a:cxn ang="0">
                  <a:pos x="12" y="38"/>
                </a:cxn>
                <a:cxn ang="0">
                  <a:pos x="12" y="38"/>
                </a:cxn>
                <a:cxn ang="0">
                  <a:pos x="8" y="44"/>
                </a:cxn>
                <a:cxn ang="0">
                  <a:pos x="4" y="50"/>
                </a:cxn>
                <a:cxn ang="0">
                  <a:pos x="1" y="57"/>
                </a:cxn>
                <a:cxn ang="0">
                  <a:pos x="0" y="63"/>
                </a:cxn>
                <a:cxn ang="0">
                  <a:pos x="0" y="63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2" y="68"/>
                </a:cxn>
                <a:cxn ang="0">
                  <a:pos x="5" y="68"/>
                </a:cxn>
                <a:cxn ang="0">
                  <a:pos x="9" y="67"/>
                </a:cxn>
                <a:cxn ang="0">
                  <a:pos x="10" y="66"/>
                </a:cxn>
                <a:cxn ang="0">
                  <a:pos x="12" y="63"/>
                </a:cxn>
                <a:cxn ang="0">
                  <a:pos x="12" y="63"/>
                </a:cxn>
                <a:cxn ang="0">
                  <a:pos x="13" y="57"/>
                </a:cxn>
                <a:cxn ang="0">
                  <a:pos x="17" y="51"/>
                </a:cxn>
                <a:cxn ang="0">
                  <a:pos x="22" y="45"/>
                </a:cxn>
                <a:cxn ang="0">
                  <a:pos x="26" y="40"/>
                </a:cxn>
                <a:cxn ang="0">
                  <a:pos x="26" y="40"/>
                </a:cxn>
                <a:cxn ang="0">
                  <a:pos x="29" y="33"/>
                </a:cxn>
                <a:cxn ang="0">
                  <a:pos x="31" y="25"/>
                </a:cxn>
                <a:cxn ang="0">
                  <a:pos x="34" y="17"/>
                </a:cxn>
                <a:cxn ang="0">
                  <a:pos x="36" y="10"/>
                </a:cxn>
                <a:cxn ang="0">
                  <a:pos x="36" y="10"/>
                </a:cxn>
                <a:cxn ang="0">
                  <a:pos x="38" y="7"/>
                </a:cxn>
                <a:cxn ang="0">
                  <a:pos x="38" y="4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0" y="0"/>
                </a:cxn>
                <a:cxn ang="0">
                  <a:pos x="29" y="2"/>
                </a:cxn>
                <a:cxn ang="0">
                  <a:pos x="27" y="3"/>
                </a:cxn>
                <a:cxn ang="0">
                  <a:pos x="27" y="3"/>
                </a:cxn>
              </a:cxnLst>
              <a:rect l="0" t="0" r="r" b="b"/>
              <a:pathLst>
                <a:path w="38" h="68">
                  <a:moveTo>
                    <a:pt x="27" y="3"/>
                  </a:moveTo>
                  <a:lnTo>
                    <a:pt x="27" y="3"/>
                  </a:lnTo>
                  <a:lnTo>
                    <a:pt x="23" y="12"/>
                  </a:lnTo>
                  <a:lnTo>
                    <a:pt x="21" y="21"/>
                  </a:lnTo>
                  <a:lnTo>
                    <a:pt x="17" y="31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8" y="44"/>
                  </a:lnTo>
                  <a:lnTo>
                    <a:pt x="4" y="50"/>
                  </a:lnTo>
                  <a:lnTo>
                    <a:pt x="1" y="57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2" y="68"/>
                  </a:lnTo>
                  <a:lnTo>
                    <a:pt x="5" y="68"/>
                  </a:lnTo>
                  <a:lnTo>
                    <a:pt x="9" y="67"/>
                  </a:lnTo>
                  <a:lnTo>
                    <a:pt x="10" y="66"/>
                  </a:lnTo>
                  <a:lnTo>
                    <a:pt x="12" y="63"/>
                  </a:lnTo>
                  <a:lnTo>
                    <a:pt x="12" y="63"/>
                  </a:lnTo>
                  <a:lnTo>
                    <a:pt x="13" y="57"/>
                  </a:lnTo>
                  <a:lnTo>
                    <a:pt x="17" y="51"/>
                  </a:lnTo>
                  <a:lnTo>
                    <a:pt x="22" y="45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9" y="33"/>
                  </a:lnTo>
                  <a:lnTo>
                    <a:pt x="31" y="25"/>
                  </a:lnTo>
                  <a:lnTo>
                    <a:pt x="34" y="17"/>
                  </a:lnTo>
                  <a:lnTo>
                    <a:pt x="36" y="10"/>
                  </a:lnTo>
                  <a:lnTo>
                    <a:pt x="36" y="10"/>
                  </a:lnTo>
                  <a:lnTo>
                    <a:pt x="38" y="7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7" y="3"/>
                  </a:lnTo>
                  <a:lnTo>
                    <a:pt x="2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79" name="Freeform 491"/>
            <p:cNvSpPr/>
            <p:nvPr>
              <p:custDataLst>
                <p:tags r:id="rId33"/>
              </p:custDataLst>
            </p:nvPr>
          </p:nvSpPr>
          <p:spPr bwMode="auto">
            <a:xfrm>
              <a:off x="3489326" y="1144588"/>
              <a:ext cx="14288" cy="22225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7" y="15"/>
                </a:cxn>
                <a:cxn ang="0">
                  <a:pos x="9" y="26"/>
                </a:cxn>
                <a:cxn ang="0">
                  <a:pos x="4" y="38"/>
                </a:cxn>
                <a:cxn ang="0">
                  <a:pos x="1" y="45"/>
                </a:cxn>
                <a:cxn ang="0">
                  <a:pos x="0" y="51"/>
                </a:cxn>
                <a:cxn ang="0">
                  <a:pos x="0" y="51"/>
                </a:cxn>
                <a:cxn ang="0">
                  <a:pos x="1" y="54"/>
                </a:cxn>
                <a:cxn ang="0">
                  <a:pos x="3" y="57"/>
                </a:cxn>
                <a:cxn ang="0">
                  <a:pos x="6" y="58"/>
                </a:cxn>
                <a:cxn ang="0">
                  <a:pos x="10" y="57"/>
                </a:cxn>
                <a:cxn ang="0">
                  <a:pos x="12" y="54"/>
                </a:cxn>
                <a:cxn ang="0">
                  <a:pos x="12" y="51"/>
                </a:cxn>
                <a:cxn ang="0">
                  <a:pos x="12" y="51"/>
                </a:cxn>
                <a:cxn ang="0">
                  <a:pos x="13" y="46"/>
                </a:cxn>
                <a:cxn ang="0">
                  <a:pos x="14" y="41"/>
                </a:cxn>
                <a:cxn ang="0">
                  <a:pos x="21" y="29"/>
                </a:cxn>
                <a:cxn ang="0">
                  <a:pos x="27" y="19"/>
                </a:cxn>
                <a:cxn ang="0">
                  <a:pos x="34" y="9"/>
                </a:cxn>
                <a:cxn ang="0">
                  <a:pos x="34" y="9"/>
                </a:cxn>
                <a:cxn ang="0">
                  <a:pos x="35" y="7"/>
                </a:cxn>
                <a:cxn ang="0">
                  <a:pos x="34" y="4"/>
                </a:cxn>
                <a:cxn ang="0">
                  <a:pos x="31" y="2"/>
                </a:cxn>
                <a:cxn ang="0">
                  <a:pos x="27" y="0"/>
                </a:cxn>
                <a:cxn ang="0">
                  <a:pos x="26" y="2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5" h="58">
                  <a:moveTo>
                    <a:pt x="23" y="3"/>
                  </a:moveTo>
                  <a:lnTo>
                    <a:pt x="23" y="3"/>
                  </a:lnTo>
                  <a:lnTo>
                    <a:pt x="17" y="15"/>
                  </a:lnTo>
                  <a:lnTo>
                    <a:pt x="9" y="26"/>
                  </a:lnTo>
                  <a:lnTo>
                    <a:pt x="4" y="38"/>
                  </a:lnTo>
                  <a:lnTo>
                    <a:pt x="1" y="45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6" y="58"/>
                  </a:lnTo>
                  <a:lnTo>
                    <a:pt x="10" y="57"/>
                  </a:lnTo>
                  <a:lnTo>
                    <a:pt x="12" y="54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3" y="46"/>
                  </a:lnTo>
                  <a:lnTo>
                    <a:pt x="14" y="41"/>
                  </a:lnTo>
                  <a:lnTo>
                    <a:pt x="21" y="29"/>
                  </a:lnTo>
                  <a:lnTo>
                    <a:pt x="27" y="19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5" y="7"/>
                  </a:lnTo>
                  <a:lnTo>
                    <a:pt x="34" y="4"/>
                  </a:lnTo>
                  <a:lnTo>
                    <a:pt x="31" y="2"/>
                  </a:lnTo>
                  <a:lnTo>
                    <a:pt x="27" y="0"/>
                  </a:lnTo>
                  <a:lnTo>
                    <a:pt x="26" y="2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0" name="Freeform 492"/>
            <p:cNvSpPr/>
            <p:nvPr>
              <p:custDataLst>
                <p:tags r:id="rId34"/>
              </p:custDataLst>
            </p:nvPr>
          </p:nvSpPr>
          <p:spPr bwMode="auto">
            <a:xfrm>
              <a:off x="3517901" y="1138238"/>
              <a:ext cx="9525" cy="12700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16" y="4"/>
                </a:cxn>
                <a:cxn ang="0">
                  <a:pos x="8" y="14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0" y="28"/>
                </a:cxn>
                <a:cxn ang="0">
                  <a:pos x="0" y="31"/>
                </a:cxn>
                <a:cxn ang="0">
                  <a:pos x="3" y="34"/>
                </a:cxn>
                <a:cxn ang="0">
                  <a:pos x="7" y="35"/>
                </a:cxn>
                <a:cxn ang="0">
                  <a:pos x="9" y="34"/>
                </a:cxn>
                <a:cxn ang="0">
                  <a:pos x="11" y="31"/>
                </a:cxn>
                <a:cxn ang="0">
                  <a:pos x="11" y="31"/>
                </a:cxn>
                <a:cxn ang="0">
                  <a:pos x="19" y="21"/>
                </a:cxn>
                <a:cxn ang="0">
                  <a:pos x="26" y="9"/>
                </a:cxn>
                <a:cxn ang="0">
                  <a:pos x="26" y="9"/>
                </a:cxn>
                <a:cxn ang="0">
                  <a:pos x="26" y="6"/>
                </a:cxn>
                <a:cxn ang="0">
                  <a:pos x="26" y="5"/>
                </a:cxn>
                <a:cxn ang="0">
                  <a:pos x="24" y="1"/>
                </a:cxn>
                <a:cxn ang="0">
                  <a:pos x="20" y="0"/>
                </a:cxn>
                <a:cxn ang="0">
                  <a:pos x="17" y="1"/>
                </a:cxn>
                <a:cxn ang="0">
                  <a:pos x="16" y="4"/>
                </a:cxn>
                <a:cxn ang="0">
                  <a:pos x="16" y="4"/>
                </a:cxn>
              </a:cxnLst>
              <a:rect l="0" t="0" r="r" b="b"/>
              <a:pathLst>
                <a:path w="26" h="35">
                  <a:moveTo>
                    <a:pt x="16" y="4"/>
                  </a:moveTo>
                  <a:lnTo>
                    <a:pt x="16" y="4"/>
                  </a:lnTo>
                  <a:lnTo>
                    <a:pt x="8" y="1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31"/>
                  </a:lnTo>
                  <a:lnTo>
                    <a:pt x="3" y="34"/>
                  </a:lnTo>
                  <a:lnTo>
                    <a:pt x="7" y="35"/>
                  </a:lnTo>
                  <a:lnTo>
                    <a:pt x="9" y="34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9" y="21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6" y="5"/>
                  </a:lnTo>
                  <a:lnTo>
                    <a:pt x="24" y="1"/>
                  </a:lnTo>
                  <a:lnTo>
                    <a:pt x="20" y="0"/>
                  </a:lnTo>
                  <a:lnTo>
                    <a:pt x="17" y="1"/>
                  </a:lnTo>
                  <a:lnTo>
                    <a:pt x="16" y="4"/>
                  </a:lnTo>
                  <a:lnTo>
                    <a:pt x="1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1" name="Freeform 493"/>
            <p:cNvSpPr/>
            <p:nvPr>
              <p:custDataLst>
                <p:tags r:id="rId35"/>
              </p:custDataLst>
            </p:nvPr>
          </p:nvSpPr>
          <p:spPr bwMode="auto">
            <a:xfrm>
              <a:off x="3608388" y="1120775"/>
              <a:ext cx="14288" cy="17463"/>
            </a:xfrm>
            <a:custGeom>
              <a:avLst/>
              <a:gdLst/>
              <a:ahLst/>
              <a:cxnLst>
                <a:cxn ang="0">
                  <a:pos x="25" y="2"/>
                </a:cxn>
                <a:cxn ang="0">
                  <a:pos x="25" y="2"/>
                </a:cxn>
                <a:cxn ang="0">
                  <a:pos x="18" y="9"/>
                </a:cxn>
                <a:cxn ang="0">
                  <a:pos x="13" y="17"/>
                </a:cxn>
                <a:cxn ang="0">
                  <a:pos x="8" y="25"/>
                </a:cxn>
                <a:cxn ang="0">
                  <a:pos x="2" y="32"/>
                </a:cxn>
                <a:cxn ang="0">
                  <a:pos x="2" y="32"/>
                </a:cxn>
                <a:cxn ang="0">
                  <a:pos x="1" y="35"/>
                </a:cxn>
                <a:cxn ang="0">
                  <a:pos x="0" y="36"/>
                </a:cxn>
                <a:cxn ang="0">
                  <a:pos x="2" y="40"/>
                </a:cxn>
                <a:cxn ang="0">
                  <a:pos x="6" y="42"/>
                </a:cxn>
                <a:cxn ang="0">
                  <a:pos x="8" y="42"/>
                </a:cxn>
                <a:cxn ang="0">
                  <a:pos x="10" y="40"/>
                </a:cxn>
                <a:cxn ang="0">
                  <a:pos x="10" y="40"/>
                </a:cxn>
                <a:cxn ang="0">
                  <a:pos x="16" y="34"/>
                </a:cxn>
                <a:cxn ang="0">
                  <a:pos x="22" y="26"/>
                </a:cxn>
                <a:cxn ang="0">
                  <a:pos x="27" y="17"/>
                </a:cxn>
                <a:cxn ang="0">
                  <a:pos x="33" y="10"/>
                </a:cxn>
                <a:cxn ang="0">
                  <a:pos x="33" y="10"/>
                </a:cxn>
                <a:cxn ang="0">
                  <a:pos x="34" y="8"/>
                </a:cxn>
                <a:cxn ang="0">
                  <a:pos x="35" y="6"/>
                </a:cxn>
                <a:cxn ang="0">
                  <a:pos x="33" y="2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5" y="2"/>
                </a:cxn>
                <a:cxn ang="0">
                  <a:pos x="25" y="2"/>
                </a:cxn>
              </a:cxnLst>
              <a:rect l="0" t="0" r="r" b="b"/>
              <a:pathLst>
                <a:path w="35" h="42">
                  <a:moveTo>
                    <a:pt x="25" y="2"/>
                  </a:moveTo>
                  <a:lnTo>
                    <a:pt x="25" y="2"/>
                  </a:lnTo>
                  <a:lnTo>
                    <a:pt x="18" y="9"/>
                  </a:lnTo>
                  <a:lnTo>
                    <a:pt x="13" y="17"/>
                  </a:lnTo>
                  <a:lnTo>
                    <a:pt x="8" y="25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1" y="35"/>
                  </a:lnTo>
                  <a:lnTo>
                    <a:pt x="0" y="36"/>
                  </a:lnTo>
                  <a:lnTo>
                    <a:pt x="2" y="40"/>
                  </a:lnTo>
                  <a:lnTo>
                    <a:pt x="6" y="42"/>
                  </a:lnTo>
                  <a:lnTo>
                    <a:pt x="8" y="42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16" y="34"/>
                  </a:lnTo>
                  <a:lnTo>
                    <a:pt x="22" y="26"/>
                  </a:lnTo>
                  <a:lnTo>
                    <a:pt x="27" y="17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4" y="8"/>
                  </a:lnTo>
                  <a:lnTo>
                    <a:pt x="35" y="6"/>
                  </a:lnTo>
                  <a:lnTo>
                    <a:pt x="33" y="2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5" y="2"/>
                  </a:lnTo>
                  <a:lnTo>
                    <a:pt x="2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2" name="Freeform 494"/>
            <p:cNvSpPr/>
            <p:nvPr>
              <p:custDataLst>
                <p:tags r:id="rId36"/>
              </p:custDataLst>
            </p:nvPr>
          </p:nvSpPr>
          <p:spPr bwMode="auto">
            <a:xfrm>
              <a:off x="3640138" y="1130300"/>
              <a:ext cx="9525" cy="17463"/>
            </a:xfrm>
            <a:custGeom>
              <a:avLst/>
              <a:gdLst/>
              <a:ahLst/>
              <a:cxnLst>
                <a:cxn ang="0">
                  <a:pos x="10" y="6"/>
                </a:cxn>
                <a:cxn ang="0">
                  <a:pos x="10" y="6"/>
                </a:cxn>
                <a:cxn ang="0">
                  <a:pos x="9" y="13"/>
                </a:cxn>
                <a:cxn ang="0">
                  <a:pos x="7" y="20"/>
                </a:cxn>
                <a:cxn ang="0">
                  <a:pos x="0" y="33"/>
                </a:cxn>
                <a:cxn ang="0">
                  <a:pos x="0" y="33"/>
                </a:cxn>
                <a:cxn ang="0">
                  <a:pos x="0" y="36"/>
                </a:cxn>
                <a:cxn ang="0">
                  <a:pos x="0" y="38"/>
                </a:cxn>
                <a:cxn ang="0">
                  <a:pos x="3" y="41"/>
                </a:cxn>
                <a:cxn ang="0">
                  <a:pos x="7" y="42"/>
                </a:cxn>
                <a:cxn ang="0">
                  <a:pos x="8" y="41"/>
                </a:cxn>
                <a:cxn ang="0">
                  <a:pos x="10" y="40"/>
                </a:cxn>
                <a:cxn ang="0">
                  <a:pos x="10" y="40"/>
                </a:cxn>
                <a:cxn ang="0">
                  <a:pos x="18" y="23"/>
                </a:cxn>
                <a:cxn ang="0">
                  <a:pos x="21" y="15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3"/>
                </a:cxn>
                <a:cxn ang="0">
                  <a:pos x="21" y="2"/>
                </a:cxn>
                <a:cxn ang="0">
                  <a:pos x="17" y="0"/>
                </a:cxn>
                <a:cxn ang="0">
                  <a:pos x="13" y="2"/>
                </a:cxn>
                <a:cxn ang="0">
                  <a:pos x="12" y="3"/>
                </a:cxn>
                <a:cxn ang="0">
                  <a:pos x="10" y="6"/>
                </a:cxn>
                <a:cxn ang="0">
                  <a:pos x="10" y="6"/>
                </a:cxn>
              </a:cxnLst>
              <a:rect l="0" t="0" r="r" b="b"/>
              <a:pathLst>
                <a:path w="22" h="42">
                  <a:moveTo>
                    <a:pt x="10" y="6"/>
                  </a:moveTo>
                  <a:lnTo>
                    <a:pt x="10" y="6"/>
                  </a:lnTo>
                  <a:lnTo>
                    <a:pt x="9" y="13"/>
                  </a:lnTo>
                  <a:lnTo>
                    <a:pt x="7" y="20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3" y="41"/>
                  </a:lnTo>
                  <a:lnTo>
                    <a:pt x="7" y="42"/>
                  </a:lnTo>
                  <a:lnTo>
                    <a:pt x="8" y="41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18" y="23"/>
                  </a:lnTo>
                  <a:lnTo>
                    <a:pt x="21" y="15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3" y="2"/>
                  </a:lnTo>
                  <a:lnTo>
                    <a:pt x="12" y="3"/>
                  </a:lnTo>
                  <a:lnTo>
                    <a:pt x="10" y="6"/>
                  </a:lnTo>
                  <a:lnTo>
                    <a:pt x="10" y="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3" name="Freeform 495"/>
            <p:cNvSpPr/>
            <p:nvPr>
              <p:custDataLst>
                <p:tags r:id="rId37"/>
              </p:custDataLst>
            </p:nvPr>
          </p:nvSpPr>
          <p:spPr bwMode="auto">
            <a:xfrm>
              <a:off x="3662363" y="1141413"/>
              <a:ext cx="14288" cy="23813"/>
            </a:xfrm>
            <a:custGeom>
              <a:avLst/>
              <a:gdLst/>
              <a:ahLst/>
              <a:cxnLst>
                <a:cxn ang="0">
                  <a:pos x="24" y="7"/>
                </a:cxn>
                <a:cxn ang="0">
                  <a:pos x="24" y="7"/>
                </a:cxn>
                <a:cxn ang="0">
                  <a:pos x="22" y="14"/>
                </a:cxn>
                <a:cxn ang="0">
                  <a:pos x="19" y="19"/>
                </a:cxn>
                <a:cxn ang="0">
                  <a:pos x="12" y="31"/>
                </a:cxn>
                <a:cxn ang="0">
                  <a:pos x="12" y="31"/>
                </a:cxn>
                <a:cxn ang="0">
                  <a:pos x="5" y="42"/>
                </a:cxn>
                <a:cxn ang="0">
                  <a:pos x="0" y="54"/>
                </a:cxn>
                <a:cxn ang="0">
                  <a:pos x="0" y="54"/>
                </a:cxn>
                <a:cxn ang="0">
                  <a:pos x="0" y="57"/>
                </a:cxn>
                <a:cxn ang="0">
                  <a:pos x="2" y="59"/>
                </a:cxn>
                <a:cxn ang="0">
                  <a:pos x="5" y="62"/>
                </a:cxn>
                <a:cxn ang="0">
                  <a:pos x="9" y="61"/>
                </a:cxn>
                <a:cxn ang="0">
                  <a:pos x="11" y="59"/>
                </a:cxn>
                <a:cxn ang="0">
                  <a:pos x="12" y="58"/>
                </a:cxn>
                <a:cxn ang="0">
                  <a:pos x="12" y="58"/>
                </a:cxn>
                <a:cxn ang="0">
                  <a:pos x="13" y="50"/>
                </a:cxn>
                <a:cxn ang="0">
                  <a:pos x="17" y="45"/>
                </a:cxn>
                <a:cxn ang="0">
                  <a:pos x="24" y="32"/>
                </a:cxn>
                <a:cxn ang="0">
                  <a:pos x="32" y="20"/>
                </a:cxn>
                <a:cxn ang="0">
                  <a:pos x="33" y="1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4"/>
                </a:cxn>
                <a:cxn ang="0">
                  <a:pos x="33" y="2"/>
                </a:cxn>
                <a:cxn ang="0">
                  <a:pos x="29" y="0"/>
                </a:cxn>
                <a:cxn ang="0">
                  <a:pos x="25" y="2"/>
                </a:cxn>
                <a:cxn ang="0">
                  <a:pos x="24" y="4"/>
                </a:cxn>
                <a:cxn ang="0">
                  <a:pos x="24" y="7"/>
                </a:cxn>
                <a:cxn ang="0">
                  <a:pos x="24" y="7"/>
                </a:cxn>
              </a:cxnLst>
              <a:rect l="0" t="0" r="r" b="b"/>
              <a:pathLst>
                <a:path w="34" h="62">
                  <a:moveTo>
                    <a:pt x="24" y="7"/>
                  </a:moveTo>
                  <a:lnTo>
                    <a:pt x="24" y="7"/>
                  </a:lnTo>
                  <a:lnTo>
                    <a:pt x="22" y="14"/>
                  </a:lnTo>
                  <a:lnTo>
                    <a:pt x="19" y="19"/>
                  </a:lnTo>
                  <a:lnTo>
                    <a:pt x="12" y="31"/>
                  </a:lnTo>
                  <a:lnTo>
                    <a:pt x="12" y="31"/>
                  </a:lnTo>
                  <a:lnTo>
                    <a:pt x="5" y="42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57"/>
                  </a:lnTo>
                  <a:lnTo>
                    <a:pt x="2" y="59"/>
                  </a:lnTo>
                  <a:lnTo>
                    <a:pt x="5" y="62"/>
                  </a:lnTo>
                  <a:lnTo>
                    <a:pt x="9" y="61"/>
                  </a:lnTo>
                  <a:lnTo>
                    <a:pt x="11" y="59"/>
                  </a:lnTo>
                  <a:lnTo>
                    <a:pt x="12" y="58"/>
                  </a:lnTo>
                  <a:lnTo>
                    <a:pt x="12" y="58"/>
                  </a:lnTo>
                  <a:lnTo>
                    <a:pt x="13" y="50"/>
                  </a:lnTo>
                  <a:lnTo>
                    <a:pt x="17" y="45"/>
                  </a:lnTo>
                  <a:lnTo>
                    <a:pt x="24" y="32"/>
                  </a:lnTo>
                  <a:lnTo>
                    <a:pt x="32" y="20"/>
                  </a:lnTo>
                  <a:lnTo>
                    <a:pt x="33" y="1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4"/>
                  </a:lnTo>
                  <a:lnTo>
                    <a:pt x="33" y="2"/>
                  </a:lnTo>
                  <a:lnTo>
                    <a:pt x="29" y="0"/>
                  </a:lnTo>
                  <a:lnTo>
                    <a:pt x="25" y="2"/>
                  </a:lnTo>
                  <a:lnTo>
                    <a:pt x="24" y="4"/>
                  </a:lnTo>
                  <a:lnTo>
                    <a:pt x="24" y="7"/>
                  </a:lnTo>
                  <a:lnTo>
                    <a:pt x="24" y="7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4" name="Freeform 496"/>
            <p:cNvSpPr/>
            <p:nvPr>
              <p:custDataLst>
                <p:tags r:id="rId38"/>
              </p:custDataLst>
            </p:nvPr>
          </p:nvSpPr>
          <p:spPr bwMode="auto">
            <a:xfrm>
              <a:off x="3681413" y="1150938"/>
              <a:ext cx="15875" cy="25400"/>
            </a:xfrm>
            <a:custGeom>
              <a:avLst/>
              <a:gdLst/>
              <a:ahLst/>
              <a:cxnLst>
                <a:cxn ang="0">
                  <a:pos x="29" y="1"/>
                </a:cxn>
                <a:cxn ang="0">
                  <a:pos x="29" y="1"/>
                </a:cxn>
                <a:cxn ang="0">
                  <a:pos x="22" y="6"/>
                </a:cxn>
                <a:cxn ang="0">
                  <a:pos x="18" y="12"/>
                </a:cxn>
                <a:cxn ang="0">
                  <a:pos x="12" y="25"/>
                </a:cxn>
                <a:cxn ang="0">
                  <a:pos x="6" y="38"/>
                </a:cxn>
                <a:cxn ang="0">
                  <a:pos x="1" y="52"/>
                </a:cxn>
                <a:cxn ang="0">
                  <a:pos x="1" y="52"/>
                </a:cxn>
                <a:cxn ang="0">
                  <a:pos x="0" y="54"/>
                </a:cxn>
                <a:cxn ang="0">
                  <a:pos x="0" y="56"/>
                </a:cxn>
                <a:cxn ang="0">
                  <a:pos x="3" y="60"/>
                </a:cxn>
                <a:cxn ang="0">
                  <a:pos x="5" y="60"/>
                </a:cxn>
                <a:cxn ang="0">
                  <a:pos x="8" y="60"/>
                </a:cxn>
                <a:cxn ang="0">
                  <a:pos x="9" y="59"/>
                </a:cxn>
                <a:cxn ang="0">
                  <a:pos x="10" y="57"/>
                </a:cxn>
                <a:cxn ang="0">
                  <a:pos x="10" y="57"/>
                </a:cxn>
                <a:cxn ang="0">
                  <a:pos x="16" y="44"/>
                </a:cxn>
                <a:cxn ang="0">
                  <a:pos x="21" y="31"/>
                </a:cxn>
                <a:cxn ang="0">
                  <a:pos x="27" y="20"/>
                </a:cxn>
                <a:cxn ang="0">
                  <a:pos x="31" y="14"/>
                </a:cxn>
                <a:cxn ang="0">
                  <a:pos x="37" y="9"/>
                </a:cxn>
                <a:cxn ang="0">
                  <a:pos x="37" y="9"/>
                </a:cxn>
                <a:cxn ang="0">
                  <a:pos x="38" y="8"/>
                </a:cxn>
                <a:cxn ang="0">
                  <a:pos x="38" y="5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3" y="0"/>
                </a:cxn>
                <a:cxn ang="0">
                  <a:pos x="30" y="0"/>
                </a:cxn>
                <a:cxn ang="0">
                  <a:pos x="29" y="1"/>
                </a:cxn>
                <a:cxn ang="0">
                  <a:pos x="29" y="1"/>
                </a:cxn>
              </a:cxnLst>
              <a:rect l="0" t="0" r="r" b="b"/>
              <a:pathLst>
                <a:path w="38" h="60">
                  <a:moveTo>
                    <a:pt x="29" y="1"/>
                  </a:moveTo>
                  <a:lnTo>
                    <a:pt x="29" y="1"/>
                  </a:lnTo>
                  <a:lnTo>
                    <a:pt x="22" y="6"/>
                  </a:lnTo>
                  <a:lnTo>
                    <a:pt x="18" y="12"/>
                  </a:lnTo>
                  <a:lnTo>
                    <a:pt x="12" y="25"/>
                  </a:lnTo>
                  <a:lnTo>
                    <a:pt x="6" y="38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3" y="60"/>
                  </a:lnTo>
                  <a:lnTo>
                    <a:pt x="5" y="60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16" y="44"/>
                  </a:lnTo>
                  <a:lnTo>
                    <a:pt x="21" y="31"/>
                  </a:lnTo>
                  <a:lnTo>
                    <a:pt x="27" y="20"/>
                  </a:lnTo>
                  <a:lnTo>
                    <a:pt x="31" y="14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38" y="5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5" name="Freeform 497"/>
            <p:cNvSpPr/>
            <p:nvPr>
              <p:custDataLst>
                <p:tags r:id="rId39"/>
              </p:custDataLst>
            </p:nvPr>
          </p:nvSpPr>
          <p:spPr bwMode="auto">
            <a:xfrm>
              <a:off x="3708401" y="1157288"/>
              <a:ext cx="9525" cy="19050"/>
            </a:xfrm>
            <a:custGeom>
              <a:avLst/>
              <a:gdLst/>
              <a:ahLst/>
              <a:cxnLst>
                <a:cxn ang="0">
                  <a:pos x="16" y="7"/>
                </a:cxn>
                <a:cxn ang="0">
                  <a:pos x="16" y="7"/>
                </a:cxn>
                <a:cxn ang="0">
                  <a:pos x="14" y="11"/>
                </a:cxn>
                <a:cxn ang="0">
                  <a:pos x="12" y="15"/>
                </a:cxn>
                <a:cxn ang="0">
                  <a:pos x="7" y="23"/>
                </a:cxn>
                <a:cxn ang="0">
                  <a:pos x="7" y="23"/>
                </a:cxn>
                <a:cxn ang="0">
                  <a:pos x="3" y="32"/>
                </a:cxn>
                <a:cxn ang="0">
                  <a:pos x="1" y="36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1" y="43"/>
                </a:cxn>
                <a:cxn ang="0">
                  <a:pos x="3" y="45"/>
                </a:cxn>
                <a:cxn ang="0">
                  <a:pos x="7" y="46"/>
                </a:cxn>
                <a:cxn ang="0">
                  <a:pos x="10" y="45"/>
                </a:cxn>
                <a:cxn ang="0">
                  <a:pos x="12" y="43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3" y="36"/>
                </a:cxn>
                <a:cxn ang="0">
                  <a:pos x="16" y="30"/>
                </a:cxn>
                <a:cxn ang="0">
                  <a:pos x="21" y="23"/>
                </a:cxn>
                <a:cxn ang="0">
                  <a:pos x="21" y="23"/>
                </a:cxn>
                <a:cxn ang="0">
                  <a:pos x="24" y="19"/>
                </a:cxn>
                <a:cxn ang="0">
                  <a:pos x="26" y="15"/>
                </a:cxn>
                <a:cxn ang="0">
                  <a:pos x="28" y="7"/>
                </a:cxn>
                <a:cxn ang="0">
                  <a:pos x="28" y="7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2" y="0"/>
                </a:cxn>
                <a:cxn ang="0">
                  <a:pos x="18" y="2"/>
                </a:cxn>
                <a:cxn ang="0">
                  <a:pos x="17" y="4"/>
                </a:cxn>
                <a:cxn ang="0">
                  <a:pos x="16" y="7"/>
                </a:cxn>
                <a:cxn ang="0">
                  <a:pos x="16" y="7"/>
                </a:cxn>
              </a:cxnLst>
              <a:rect l="0" t="0" r="r" b="b"/>
              <a:pathLst>
                <a:path w="28" h="46">
                  <a:moveTo>
                    <a:pt x="16" y="7"/>
                  </a:moveTo>
                  <a:lnTo>
                    <a:pt x="16" y="7"/>
                  </a:lnTo>
                  <a:lnTo>
                    <a:pt x="14" y="11"/>
                  </a:lnTo>
                  <a:lnTo>
                    <a:pt x="12" y="15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3" y="32"/>
                  </a:lnTo>
                  <a:lnTo>
                    <a:pt x="1" y="36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1" y="43"/>
                  </a:lnTo>
                  <a:lnTo>
                    <a:pt x="3" y="45"/>
                  </a:lnTo>
                  <a:lnTo>
                    <a:pt x="7" y="46"/>
                  </a:lnTo>
                  <a:lnTo>
                    <a:pt x="10" y="45"/>
                  </a:lnTo>
                  <a:lnTo>
                    <a:pt x="12" y="43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3" y="36"/>
                  </a:lnTo>
                  <a:lnTo>
                    <a:pt x="16" y="30"/>
                  </a:lnTo>
                  <a:lnTo>
                    <a:pt x="21" y="23"/>
                  </a:lnTo>
                  <a:lnTo>
                    <a:pt x="21" y="23"/>
                  </a:lnTo>
                  <a:lnTo>
                    <a:pt x="24" y="19"/>
                  </a:lnTo>
                  <a:lnTo>
                    <a:pt x="26" y="15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2" y="0"/>
                  </a:lnTo>
                  <a:lnTo>
                    <a:pt x="18" y="2"/>
                  </a:lnTo>
                  <a:lnTo>
                    <a:pt x="17" y="4"/>
                  </a:lnTo>
                  <a:lnTo>
                    <a:pt x="16" y="7"/>
                  </a:lnTo>
                  <a:lnTo>
                    <a:pt x="16" y="7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6" name="Freeform 498"/>
            <p:cNvSpPr/>
            <p:nvPr>
              <p:custDataLst>
                <p:tags r:id="rId40"/>
              </p:custDataLst>
            </p:nvPr>
          </p:nvSpPr>
          <p:spPr bwMode="auto">
            <a:xfrm>
              <a:off x="3736976" y="1157288"/>
              <a:ext cx="7938" cy="17463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11" y="7"/>
                </a:cxn>
                <a:cxn ang="0">
                  <a:pos x="9" y="13"/>
                </a:cxn>
                <a:cxn ang="0">
                  <a:pos x="7" y="20"/>
                </a:cxn>
                <a:cxn ang="0">
                  <a:pos x="0" y="34"/>
                </a:cxn>
                <a:cxn ang="0">
                  <a:pos x="0" y="34"/>
                </a:cxn>
                <a:cxn ang="0">
                  <a:pos x="0" y="37"/>
                </a:cxn>
                <a:cxn ang="0">
                  <a:pos x="0" y="38"/>
                </a:cxn>
                <a:cxn ang="0">
                  <a:pos x="3" y="42"/>
                </a:cxn>
                <a:cxn ang="0">
                  <a:pos x="7" y="42"/>
                </a:cxn>
                <a:cxn ang="0">
                  <a:pos x="9" y="42"/>
                </a:cxn>
                <a:cxn ang="0">
                  <a:pos x="11" y="40"/>
                </a:cxn>
                <a:cxn ang="0">
                  <a:pos x="11" y="40"/>
                </a:cxn>
                <a:cxn ang="0">
                  <a:pos x="19" y="24"/>
                </a:cxn>
                <a:cxn ang="0">
                  <a:pos x="21" y="15"/>
                </a:cxn>
                <a:cxn ang="0">
                  <a:pos x="23" y="7"/>
                </a:cxn>
                <a:cxn ang="0">
                  <a:pos x="23" y="7"/>
                </a:cxn>
                <a:cxn ang="0">
                  <a:pos x="23" y="4"/>
                </a:cxn>
                <a:cxn ang="0">
                  <a:pos x="21" y="2"/>
                </a:cxn>
                <a:cxn ang="0">
                  <a:pos x="17" y="0"/>
                </a:cxn>
                <a:cxn ang="0">
                  <a:pos x="13" y="2"/>
                </a:cxn>
                <a:cxn ang="0">
                  <a:pos x="12" y="4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23" h="42">
                  <a:moveTo>
                    <a:pt x="11" y="7"/>
                  </a:moveTo>
                  <a:lnTo>
                    <a:pt x="11" y="7"/>
                  </a:lnTo>
                  <a:lnTo>
                    <a:pt x="9" y="13"/>
                  </a:lnTo>
                  <a:lnTo>
                    <a:pt x="7" y="2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38"/>
                  </a:lnTo>
                  <a:lnTo>
                    <a:pt x="3" y="42"/>
                  </a:lnTo>
                  <a:lnTo>
                    <a:pt x="7" y="42"/>
                  </a:lnTo>
                  <a:lnTo>
                    <a:pt x="9" y="42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9" y="24"/>
                  </a:lnTo>
                  <a:lnTo>
                    <a:pt x="21" y="15"/>
                  </a:lnTo>
                  <a:lnTo>
                    <a:pt x="23" y="7"/>
                  </a:lnTo>
                  <a:lnTo>
                    <a:pt x="23" y="7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3" y="2"/>
                  </a:lnTo>
                  <a:lnTo>
                    <a:pt x="12" y="4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7" name="Freeform 499"/>
            <p:cNvSpPr/>
            <p:nvPr>
              <p:custDataLst>
                <p:tags r:id="rId41"/>
              </p:custDataLst>
            </p:nvPr>
          </p:nvSpPr>
          <p:spPr bwMode="auto">
            <a:xfrm>
              <a:off x="3435351" y="1001713"/>
              <a:ext cx="53975" cy="57150"/>
            </a:xfrm>
            <a:custGeom>
              <a:avLst/>
              <a:gdLst/>
              <a:ahLst/>
              <a:cxnLst>
                <a:cxn ang="0">
                  <a:pos x="122" y="3"/>
                </a:cxn>
                <a:cxn ang="0">
                  <a:pos x="122" y="3"/>
                </a:cxn>
                <a:cxn ang="0">
                  <a:pos x="116" y="11"/>
                </a:cxn>
                <a:cxn ang="0">
                  <a:pos x="108" y="17"/>
                </a:cxn>
                <a:cxn ang="0">
                  <a:pos x="94" y="30"/>
                </a:cxn>
                <a:cxn ang="0">
                  <a:pos x="57" y="67"/>
                </a:cxn>
                <a:cxn ang="0">
                  <a:pos x="57" y="67"/>
                </a:cxn>
                <a:cxn ang="0">
                  <a:pos x="42" y="83"/>
                </a:cxn>
                <a:cxn ang="0">
                  <a:pos x="25" y="100"/>
                </a:cxn>
                <a:cxn ang="0">
                  <a:pos x="17" y="108"/>
                </a:cxn>
                <a:cxn ang="0">
                  <a:pos x="10" y="117"/>
                </a:cxn>
                <a:cxn ang="0">
                  <a:pos x="4" y="127"/>
                </a:cxn>
                <a:cxn ang="0">
                  <a:pos x="0" y="138"/>
                </a:cxn>
                <a:cxn ang="0">
                  <a:pos x="0" y="138"/>
                </a:cxn>
                <a:cxn ang="0">
                  <a:pos x="0" y="139"/>
                </a:cxn>
                <a:cxn ang="0">
                  <a:pos x="0" y="142"/>
                </a:cxn>
                <a:cxn ang="0">
                  <a:pos x="1" y="143"/>
                </a:cxn>
                <a:cxn ang="0">
                  <a:pos x="4" y="144"/>
                </a:cxn>
                <a:cxn ang="0">
                  <a:pos x="8" y="143"/>
                </a:cxn>
                <a:cxn ang="0">
                  <a:pos x="9" y="143"/>
                </a:cxn>
                <a:cxn ang="0">
                  <a:pos x="10" y="140"/>
                </a:cxn>
                <a:cxn ang="0">
                  <a:pos x="10" y="140"/>
                </a:cxn>
                <a:cxn ang="0">
                  <a:pos x="16" y="128"/>
                </a:cxn>
                <a:cxn ang="0">
                  <a:pos x="23" y="118"/>
                </a:cxn>
                <a:cxn ang="0">
                  <a:pos x="31" y="108"/>
                </a:cxn>
                <a:cxn ang="0">
                  <a:pos x="40" y="98"/>
                </a:cxn>
                <a:cxn ang="0">
                  <a:pos x="60" y="79"/>
                </a:cxn>
                <a:cxn ang="0">
                  <a:pos x="78" y="62"/>
                </a:cxn>
                <a:cxn ang="0">
                  <a:pos x="78" y="62"/>
                </a:cxn>
                <a:cxn ang="0">
                  <a:pos x="93" y="49"/>
                </a:cxn>
                <a:cxn ang="0">
                  <a:pos x="107" y="36"/>
                </a:cxn>
                <a:cxn ang="0">
                  <a:pos x="120" y="23"/>
                </a:cxn>
                <a:cxn ang="0">
                  <a:pos x="127" y="16"/>
                </a:cxn>
                <a:cxn ang="0">
                  <a:pos x="132" y="8"/>
                </a:cxn>
                <a:cxn ang="0">
                  <a:pos x="132" y="8"/>
                </a:cxn>
                <a:cxn ang="0">
                  <a:pos x="133" y="6"/>
                </a:cxn>
                <a:cxn ang="0">
                  <a:pos x="132" y="4"/>
                </a:cxn>
                <a:cxn ang="0">
                  <a:pos x="129" y="0"/>
                </a:cxn>
                <a:cxn ang="0">
                  <a:pos x="125" y="0"/>
                </a:cxn>
                <a:cxn ang="0">
                  <a:pos x="124" y="0"/>
                </a:cxn>
                <a:cxn ang="0">
                  <a:pos x="122" y="3"/>
                </a:cxn>
                <a:cxn ang="0">
                  <a:pos x="122" y="3"/>
                </a:cxn>
              </a:cxnLst>
              <a:rect l="0" t="0" r="r" b="b"/>
              <a:pathLst>
                <a:path w="133" h="144">
                  <a:moveTo>
                    <a:pt x="122" y="3"/>
                  </a:moveTo>
                  <a:lnTo>
                    <a:pt x="122" y="3"/>
                  </a:lnTo>
                  <a:lnTo>
                    <a:pt x="116" y="11"/>
                  </a:lnTo>
                  <a:lnTo>
                    <a:pt x="108" y="17"/>
                  </a:lnTo>
                  <a:lnTo>
                    <a:pt x="94" y="30"/>
                  </a:lnTo>
                  <a:lnTo>
                    <a:pt x="57" y="67"/>
                  </a:lnTo>
                  <a:lnTo>
                    <a:pt x="57" y="67"/>
                  </a:lnTo>
                  <a:lnTo>
                    <a:pt x="42" y="83"/>
                  </a:lnTo>
                  <a:lnTo>
                    <a:pt x="25" y="100"/>
                  </a:lnTo>
                  <a:lnTo>
                    <a:pt x="17" y="108"/>
                  </a:lnTo>
                  <a:lnTo>
                    <a:pt x="10" y="117"/>
                  </a:lnTo>
                  <a:lnTo>
                    <a:pt x="4" y="127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0" y="139"/>
                  </a:lnTo>
                  <a:lnTo>
                    <a:pt x="0" y="142"/>
                  </a:lnTo>
                  <a:lnTo>
                    <a:pt x="1" y="143"/>
                  </a:lnTo>
                  <a:lnTo>
                    <a:pt x="4" y="144"/>
                  </a:lnTo>
                  <a:lnTo>
                    <a:pt x="8" y="143"/>
                  </a:lnTo>
                  <a:lnTo>
                    <a:pt x="9" y="143"/>
                  </a:lnTo>
                  <a:lnTo>
                    <a:pt x="10" y="140"/>
                  </a:lnTo>
                  <a:lnTo>
                    <a:pt x="10" y="140"/>
                  </a:lnTo>
                  <a:lnTo>
                    <a:pt x="16" y="128"/>
                  </a:lnTo>
                  <a:lnTo>
                    <a:pt x="23" y="118"/>
                  </a:lnTo>
                  <a:lnTo>
                    <a:pt x="31" y="108"/>
                  </a:lnTo>
                  <a:lnTo>
                    <a:pt x="40" y="98"/>
                  </a:lnTo>
                  <a:lnTo>
                    <a:pt x="60" y="79"/>
                  </a:lnTo>
                  <a:lnTo>
                    <a:pt x="78" y="62"/>
                  </a:lnTo>
                  <a:lnTo>
                    <a:pt x="78" y="62"/>
                  </a:lnTo>
                  <a:lnTo>
                    <a:pt x="93" y="49"/>
                  </a:lnTo>
                  <a:lnTo>
                    <a:pt x="107" y="36"/>
                  </a:lnTo>
                  <a:lnTo>
                    <a:pt x="120" y="23"/>
                  </a:lnTo>
                  <a:lnTo>
                    <a:pt x="127" y="16"/>
                  </a:lnTo>
                  <a:lnTo>
                    <a:pt x="132" y="8"/>
                  </a:lnTo>
                  <a:lnTo>
                    <a:pt x="132" y="8"/>
                  </a:lnTo>
                  <a:lnTo>
                    <a:pt x="133" y="6"/>
                  </a:lnTo>
                  <a:lnTo>
                    <a:pt x="132" y="4"/>
                  </a:lnTo>
                  <a:lnTo>
                    <a:pt x="129" y="0"/>
                  </a:lnTo>
                  <a:lnTo>
                    <a:pt x="125" y="0"/>
                  </a:lnTo>
                  <a:lnTo>
                    <a:pt x="124" y="0"/>
                  </a:lnTo>
                  <a:lnTo>
                    <a:pt x="122" y="3"/>
                  </a:lnTo>
                  <a:lnTo>
                    <a:pt x="12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8" name="Freeform 500"/>
            <p:cNvSpPr/>
            <p:nvPr>
              <p:custDataLst>
                <p:tags r:id="rId42"/>
              </p:custDataLst>
            </p:nvPr>
          </p:nvSpPr>
          <p:spPr bwMode="auto">
            <a:xfrm>
              <a:off x="3441701" y="1014413"/>
              <a:ext cx="69850" cy="73025"/>
            </a:xfrm>
            <a:custGeom>
              <a:avLst/>
              <a:gdLst/>
              <a:ahLst/>
              <a:cxnLst>
                <a:cxn ang="0">
                  <a:pos x="168" y="0"/>
                </a:cxn>
                <a:cxn ang="0">
                  <a:pos x="168" y="0"/>
                </a:cxn>
                <a:cxn ang="0">
                  <a:pos x="159" y="7"/>
                </a:cxn>
                <a:cxn ang="0">
                  <a:pos x="151" y="13"/>
                </a:cxn>
                <a:cxn ang="0">
                  <a:pos x="136" y="28"/>
                </a:cxn>
                <a:cxn ang="0">
                  <a:pos x="136" y="28"/>
                </a:cxn>
                <a:cxn ang="0">
                  <a:pos x="113" y="53"/>
                </a:cxn>
                <a:cxn ang="0">
                  <a:pos x="91" y="78"/>
                </a:cxn>
                <a:cxn ang="0">
                  <a:pos x="91" y="78"/>
                </a:cxn>
                <a:cxn ang="0">
                  <a:pos x="47" y="129"/>
                </a:cxn>
                <a:cxn ang="0">
                  <a:pos x="25" y="153"/>
                </a:cxn>
                <a:cxn ang="0">
                  <a:pos x="3" y="177"/>
                </a:cxn>
                <a:cxn ang="0">
                  <a:pos x="3" y="177"/>
                </a:cxn>
                <a:cxn ang="0">
                  <a:pos x="2" y="180"/>
                </a:cxn>
                <a:cxn ang="0">
                  <a:pos x="0" y="181"/>
                </a:cxn>
                <a:cxn ang="0">
                  <a:pos x="3" y="185"/>
                </a:cxn>
                <a:cxn ang="0">
                  <a:pos x="7" y="186"/>
                </a:cxn>
                <a:cxn ang="0">
                  <a:pos x="8" y="186"/>
                </a:cxn>
                <a:cxn ang="0">
                  <a:pos x="11" y="185"/>
                </a:cxn>
                <a:cxn ang="0">
                  <a:pos x="11" y="185"/>
                </a:cxn>
                <a:cxn ang="0">
                  <a:pos x="32" y="163"/>
                </a:cxn>
                <a:cxn ang="0">
                  <a:pos x="51" y="140"/>
                </a:cxn>
                <a:cxn ang="0">
                  <a:pos x="91" y="95"/>
                </a:cxn>
                <a:cxn ang="0">
                  <a:pos x="91" y="95"/>
                </a:cxn>
                <a:cxn ang="0">
                  <a:pos x="110" y="72"/>
                </a:cxn>
                <a:cxn ang="0">
                  <a:pos x="130" y="50"/>
                </a:cxn>
                <a:cxn ang="0">
                  <a:pos x="130" y="50"/>
                </a:cxn>
                <a:cxn ang="0">
                  <a:pos x="149" y="29"/>
                </a:cxn>
                <a:cxn ang="0">
                  <a:pos x="161" y="19"/>
                </a:cxn>
                <a:cxn ang="0">
                  <a:pos x="166" y="15"/>
                </a:cxn>
                <a:cxn ang="0">
                  <a:pos x="173" y="11"/>
                </a:cxn>
                <a:cxn ang="0">
                  <a:pos x="173" y="11"/>
                </a:cxn>
                <a:cxn ang="0">
                  <a:pos x="174" y="10"/>
                </a:cxn>
                <a:cxn ang="0">
                  <a:pos x="176" y="7"/>
                </a:cxn>
                <a:cxn ang="0">
                  <a:pos x="176" y="6"/>
                </a:cxn>
                <a:cxn ang="0">
                  <a:pos x="176" y="3"/>
                </a:cxn>
                <a:cxn ang="0">
                  <a:pos x="172" y="0"/>
                </a:cxn>
                <a:cxn ang="0">
                  <a:pos x="169" y="0"/>
                </a:cxn>
                <a:cxn ang="0">
                  <a:pos x="168" y="0"/>
                </a:cxn>
                <a:cxn ang="0">
                  <a:pos x="168" y="0"/>
                </a:cxn>
              </a:cxnLst>
              <a:rect l="0" t="0" r="r" b="b"/>
              <a:pathLst>
                <a:path w="176" h="186">
                  <a:moveTo>
                    <a:pt x="168" y="0"/>
                  </a:moveTo>
                  <a:lnTo>
                    <a:pt x="168" y="0"/>
                  </a:lnTo>
                  <a:lnTo>
                    <a:pt x="159" y="7"/>
                  </a:lnTo>
                  <a:lnTo>
                    <a:pt x="151" y="13"/>
                  </a:lnTo>
                  <a:lnTo>
                    <a:pt x="136" y="28"/>
                  </a:lnTo>
                  <a:lnTo>
                    <a:pt x="136" y="28"/>
                  </a:lnTo>
                  <a:lnTo>
                    <a:pt x="113" y="53"/>
                  </a:lnTo>
                  <a:lnTo>
                    <a:pt x="91" y="78"/>
                  </a:lnTo>
                  <a:lnTo>
                    <a:pt x="91" y="78"/>
                  </a:lnTo>
                  <a:lnTo>
                    <a:pt x="47" y="129"/>
                  </a:lnTo>
                  <a:lnTo>
                    <a:pt x="25" y="153"/>
                  </a:lnTo>
                  <a:lnTo>
                    <a:pt x="3" y="177"/>
                  </a:lnTo>
                  <a:lnTo>
                    <a:pt x="3" y="177"/>
                  </a:lnTo>
                  <a:lnTo>
                    <a:pt x="2" y="180"/>
                  </a:lnTo>
                  <a:lnTo>
                    <a:pt x="0" y="181"/>
                  </a:lnTo>
                  <a:lnTo>
                    <a:pt x="3" y="185"/>
                  </a:lnTo>
                  <a:lnTo>
                    <a:pt x="7" y="186"/>
                  </a:lnTo>
                  <a:lnTo>
                    <a:pt x="8" y="186"/>
                  </a:lnTo>
                  <a:lnTo>
                    <a:pt x="11" y="185"/>
                  </a:lnTo>
                  <a:lnTo>
                    <a:pt x="11" y="185"/>
                  </a:lnTo>
                  <a:lnTo>
                    <a:pt x="32" y="163"/>
                  </a:lnTo>
                  <a:lnTo>
                    <a:pt x="51" y="140"/>
                  </a:lnTo>
                  <a:lnTo>
                    <a:pt x="91" y="95"/>
                  </a:lnTo>
                  <a:lnTo>
                    <a:pt x="91" y="95"/>
                  </a:lnTo>
                  <a:lnTo>
                    <a:pt x="110" y="72"/>
                  </a:lnTo>
                  <a:lnTo>
                    <a:pt x="130" y="50"/>
                  </a:lnTo>
                  <a:lnTo>
                    <a:pt x="130" y="50"/>
                  </a:lnTo>
                  <a:lnTo>
                    <a:pt x="149" y="29"/>
                  </a:lnTo>
                  <a:lnTo>
                    <a:pt x="161" y="19"/>
                  </a:lnTo>
                  <a:lnTo>
                    <a:pt x="166" y="15"/>
                  </a:lnTo>
                  <a:lnTo>
                    <a:pt x="173" y="11"/>
                  </a:lnTo>
                  <a:lnTo>
                    <a:pt x="173" y="11"/>
                  </a:lnTo>
                  <a:lnTo>
                    <a:pt x="174" y="10"/>
                  </a:lnTo>
                  <a:lnTo>
                    <a:pt x="176" y="7"/>
                  </a:lnTo>
                  <a:lnTo>
                    <a:pt x="176" y="6"/>
                  </a:lnTo>
                  <a:lnTo>
                    <a:pt x="176" y="3"/>
                  </a:lnTo>
                  <a:lnTo>
                    <a:pt x="172" y="0"/>
                  </a:lnTo>
                  <a:lnTo>
                    <a:pt x="169" y="0"/>
                  </a:lnTo>
                  <a:lnTo>
                    <a:pt x="168" y="0"/>
                  </a:lnTo>
                  <a:lnTo>
                    <a:pt x="16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89" name="Freeform 501"/>
            <p:cNvSpPr/>
            <p:nvPr>
              <p:custDataLst>
                <p:tags r:id="rId43"/>
              </p:custDataLst>
            </p:nvPr>
          </p:nvSpPr>
          <p:spPr bwMode="auto">
            <a:xfrm>
              <a:off x="3465513" y="1044575"/>
              <a:ext cx="50800" cy="57150"/>
            </a:xfrm>
            <a:custGeom>
              <a:avLst/>
              <a:gdLst/>
              <a:ahLst/>
              <a:cxnLst>
                <a:cxn ang="0">
                  <a:pos x="115" y="2"/>
                </a:cxn>
                <a:cxn ang="0">
                  <a:pos x="115" y="2"/>
                </a:cxn>
                <a:cxn ang="0">
                  <a:pos x="86" y="34"/>
                </a:cxn>
                <a:cxn ang="0">
                  <a:pos x="57" y="67"/>
                </a:cxn>
                <a:cxn ang="0">
                  <a:pos x="1" y="135"/>
                </a:cxn>
                <a:cxn ang="0">
                  <a:pos x="1" y="135"/>
                </a:cxn>
                <a:cxn ang="0">
                  <a:pos x="0" y="138"/>
                </a:cxn>
                <a:cxn ang="0">
                  <a:pos x="0" y="140"/>
                </a:cxn>
                <a:cxn ang="0">
                  <a:pos x="2" y="143"/>
                </a:cxn>
                <a:cxn ang="0">
                  <a:pos x="4" y="144"/>
                </a:cxn>
                <a:cxn ang="0">
                  <a:pos x="5" y="145"/>
                </a:cxn>
                <a:cxn ang="0">
                  <a:pos x="8" y="144"/>
                </a:cxn>
                <a:cxn ang="0">
                  <a:pos x="9" y="143"/>
                </a:cxn>
                <a:cxn ang="0">
                  <a:pos x="9" y="143"/>
                </a:cxn>
                <a:cxn ang="0">
                  <a:pos x="65" y="75"/>
                </a:cxn>
                <a:cxn ang="0">
                  <a:pos x="94" y="42"/>
                </a:cxn>
                <a:cxn ang="0">
                  <a:pos x="124" y="9"/>
                </a:cxn>
                <a:cxn ang="0">
                  <a:pos x="124" y="9"/>
                </a:cxn>
                <a:cxn ang="0">
                  <a:pos x="125" y="8"/>
                </a:cxn>
                <a:cxn ang="0">
                  <a:pos x="125" y="5"/>
                </a:cxn>
                <a:cxn ang="0">
                  <a:pos x="123" y="2"/>
                </a:cxn>
                <a:cxn ang="0">
                  <a:pos x="120" y="0"/>
                </a:cxn>
                <a:cxn ang="0">
                  <a:pos x="118" y="0"/>
                </a:cxn>
                <a:cxn ang="0">
                  <a:pos x="115" y="2"/>
                </a:cxn>
                <a:cxn ang="0">
                  <a:pos x="115" y="2"/>
                </a:cxn>
              </a:cxnLst>
              <a:rect l="0" t="0" r="r" b="b"/>
              <a:pathLst>
                <a:path w="125" h="145">
                  <a:moveTo>
                    <a:pt x="115" y="2"/>
                  </a:moveTo>
                  <a:lnTo>
                    <a:pt x="115" y="2"/>
                  </a:lnTo>
                  <a:lnTo>
                    <a:pt x="86" y="34"/>
                  </a:lnTo>
                  <a:lnTo>
                    <a:pt x="57" y="67"/>
                  </a:lnTo>
                  <a:lnTo>
                    <a:pt x="1" y="135"/>
                  </a:lnTo>
                  <a:lnTo>
                    <a:pt x="1" y="135"/>
                  </a:lnTo>
                  <a:lnTo>
                    <a:pt x="0" y="138"/>
                  </a:lnTo>
                  <a:lnTo>
                    <a:pt x="0" y="140"/>
                  </a:lnTo>
                  <a:lnTo>
                    <a:pt x="2" y="143"/>
                  </a:lnTo>
                  <a:lnTo>
                    <a:pt x="4" y="144"/>
                  </a:lnTo>
                  <a:lnTo>
                    <a:pt x="5" y="145"/>
                  </a:lnTo>
                  <a:lnTo>
                    <a:pt x="8" y="144"/>
                  </a:lnTo>
                  <a:lnTo>
                    <a:pt x="9" y="143"/>
                  </a:lnTo>
                  <a:lnTo>
                    <a:pt x="9" y="143"/>
                  </a:lnTo>
                  <a:lnTo>
                    <a:pt x="65" y="75"/>
                  </a:lnTo>
                  <a:lnTo>
                    <a:pt x="94" y="42"/>
                  </a:lnTo>
                  <a:lnTo>
                    <a:pt x="124" y="9"/>
                  </a:lnTo>
                  <a:lnTo>
                    <a:pt x="124" y="9"/>
                  </a:lnTo>
                  <a:lnTo>
                    <a:pt x="125" y="8"/>
                  </a:lnTo>
                  <a:lnTo>
                    <a:pt x="125" y="5"/>
                  </a:lnTo>
                  <a:lnTo>
                    <a:pt x="123" y="2"/>
                  </a:lnTo>
                  <a:lnTo>
                    <a:pt x="120" y="0"/>
                  </a:lnTo>
                  <a:lnTo>
                    <a:pt x="118" y="0"/>
                  </a:lnTo>
                  <a:lnTo>
                    <a:pt x="115" y="2"/>
                  </a:lnTo>
                  <a:lnTo>
                    <a:pt x="11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0" name="Freeform 502"/>
            <p:cNvSpPr/>
            <p:nvPr>
              <p:custDataLst>
                <p:tags r:id="rId44"/>
              </p:custDataLst>
            </p:nvPr>
          </p:nvSpPr>
          <p:spPr bwMode="auto">
            <a:xfrm>
              <a:off x="3430588" y="1176338"/>
              <a:ext cx="38100" cy="52388"/>
            </a:xfrm>
            <a:custGeom>
              <a:avLst/>
              <a:gdLst/>
              <a:ahLst/>
              <a:cxnLst>
                <a:cxn ang="0">
                  <a:pos x="89" y="1"/>
                </a:cxn>
                <a:cxn ang="0">
                  <a:pos x="89" y="1"/>
                </a:cxn>
                <a:cxn ang="0">
                  <a:pos x="64" y="33"/>
                </a:cxn>
                <a:cxn ang="0">
                  <a:pos x="39" y="64"/>
                </a:cxn>
                <a:cxn ang="0">
                  <a:pos x="39" y="64"/>
                </a:cxn>
                <a:cxn ang="0">
                  <a:pos x="17" y="94"/>
                </a:cxn>
                <a:cxn ang="0">
                  <a:pos x="8" y="110"/>
                </a:cxn>
                <a:cxn ang="0">
                  <a:pos x="4" y="118"/>
                </a:cxn>
                <a:cxn ang="0">
                  <a:pos x="0" y="126"/>
                </a:cxn>
                <a:cxn ang="0">
                  <a:pos x="0" y="126"/>
                </a:cxn>
                <a:cxn ang="0">
                  <a:pos x="0" y="128"/>
                </a:cxn>
                <a:cxn ang="0">
                  <a:pos x="2" y="131"/>
                </a:cxn>
                <a:cxn ang="0">
                  <a:pos x="4" y="133"/>
                </a:cxn>
                <a:cxn ang="0">
                  <a:pos x="8" y="132"/>
                </a:cxn>
                <a:cxn ang="0">
                  <a:pos x="11" y="131"/>
                </a:cxn>
                <a:cxn ang="0">
                  <a:pos x="12" y="130"/>
                </a:cxn>
                <a:cxn ang="0">
                  <a:pos x="12" y="130"/>
                </a:cxn>
                <a:cxn ang="0">
                  <a:pos x="15" y="122"/>
                </a:cxn>
                <a:cxn ang="0">
                  <a:pos x="17" y="115"/>
                </a:cxn>
                <a:cxn ang="0">
                  <a:pos x="26" y="102"/>
                </a:cxn>
                <a:cxn ang="0">
                  <a:pos x="36" y="90"/>
                </a:cxn>
                <a:cxn ang="0">
                  <a:pos x="45" y="77"/>
                </a:cxn>
                <a:cxn ang="0">
                  <a:pos x="45" y="77"/>
                </a:cxn>
                <a:cxn ang="0">
                  <a:pos x="58" y="60"/>
                </a:cxn>
                <a:cxn ang="0">
                  <a:pos x="71" y="43"/>
                </a:cxn>
                <a:cxn ang="0">
                  <a:pos x="97" y="11"/>
                </a:cxn>
                <a:cxn ang="0">
                  <a:pos x="97" y="11"/>
                </a:cxn>
                <a:cxn ang="0">
                  <a:pos x="98" y="8"/>
                </a:cxn>
                <a:cxn ang="0">
                  <a:pos x="98" y="5"/>
                </a:cxn>
                <a:cxn ang="0">
                  <a:pos x="97" y="1"/>
                </a:cxn>
                <a:cxn ang="0">
                  <a:pos x="96" y="0"/>
                </a:cxn>
                <a:cxn ang="0">
                  <a:pos x="93" y="0"/>
                </a:cxn>
                <a:cxn ang="0">
                  <a:pos x="92" y="0"/>
                </a:cxn>
                <a:cxn ang="0">
                  <a:pos x="89" y="1"/>
                </a:cxn>
                <a:cxn ang="0">
                  <a:pos x="89" y="1"/>
                </a:cxn>
              </a:cxnLst>
              <a:rect l="0" t="0" r="r" b="b"/>
              <a:pathLst>
                <a:path w="98" h="133">
                  <a:moveTo>
                    <a:pt x="89" y="1"/>
                  </a:moveTo>
                  <a:lnTo>
                    <a:pt x="89" y="1"/>
                  </a:lnTo>
                  <a:lnTo>
                    <a:pt x="64" y="33"/>
                  </a:lnTo>
                  <a:lnTo>
                    <a:pt x="39" y="64"/>
                  </a:lnTo>
                  <a:lnTo>
                    <a:pt x="39" y="64"/>
                  </a:lnTo>
                  <a:lnTo>
                    <a:pt x="17" y="94"/>
                  </a:lnTo>
                  <a:lnTo>
                    <a:pt x="8" y="110"/>
                  </a:lnTo>
                  <a:lnTo>
                    <a:pt x="4" y="118"/>
                  </a:lnTo>
                  <a:lnTo>
                    <a:pt x="0" y="126"/>
                  </a:lnTo>
                  <a:lnTo>
                    <a:pt x="0" y="126"/>
                  </a:lnTo>
                  <a:lnTo>
                    <a:pt x="0" y="128"/>
                  </a:lnTo>
                  <a:lnTo>
                    <a:pt x="2" y="131"/>
                  </a:lnTo>
                  <a:lnTo>
                    <a:pt x="4" y="133"/>
                  </a:lnTo>
                  <a:lnTo>
                    <a:pt x="8" y="132"/>
                  </a:lnTo>
                  <a:lnTo>
                    <a:pt x="11" y="131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15" y="122"/>
                  </a:lnTo>
                  <a:lnTo>
                    <a:pt x="17" y="115"/>
                  </a:lnTo>
                  <a:lnTo>
                    <a:pt x="26" y="102"/>
                  </a:lnTo>
                  <a:lnTo>
                    <a:pt x="36" y="90"/>
                  </a:lnTo>
                  <a:lnTo>
                    <a:pt x="45" y="77"/>
                  </a:lnTo>
                  <a:lnTo>
                    <a:pt x="45" y="77"/>
                  </a:lnTo>
                  <a:lnTo>
                    <a:pt x="58" y="60"/>
                  </a:lnTo>
                  <a:lnTo>
                    <a:pt x="71" y="43"/>
                  </a:lnTo>
                  <a:lnTo>
                    <a:pt x="97" y="11"/>
                  </a:lnTo>
                  <a:lnTo>
                    <a:pt x="97" y="11"/>
                  </a:lnTo>
                  <a:lnTo>
                    <a:pt x="98" y="8"/>
                  </a:lnTo>
                  <a:lnTo>
                    <a:pt x="98" y="5"/>
                  </a:lnTo>
                  <a:lnTo>
                    <a:pt x="97" y="1"/>
                  </a:lnTo>
                  <a:lnTo>
                    <a:pt x="96" y="0"/>
                  </a:lnTo>
                  <a:lnTo>
                    <a:pt x="93" y="0"/>
                  </a:lnTo>
                  <a:lnTo>
                    <a:pt x="92" y="0"/>
                  </a:lnTo>
                  <a:lnTo>
                    <a:pt x="89" y="1"/>
                  </a:lnTo>
                  <a:lnTo>
                    <a:pt x="89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1" name="Freeform 503"/>
            <p:cNvSpPr/>
            <p:nvPr>
              <p:custDataLst>
                <p:tags r:id="rId45"/>
              </p:custDataLst>
            </p:nvPr>
          </p:nvSpPr>
          <p:spPr bwMode="auto">
            <a:xfrm>
              <a:off x="3443288" y="1169988"/>
              <a:ext cx="65088" cy="79375"/>
            </a:xfrm>
            <a:custGeom>
              <a:avLst/>
              <a:gdLst/>
              <a:ahLst/>
              <a:cxnLst>
                <a:cxn ang="0">
                  <a:pos x="155" y="3"/>
                </a:cxn>
                <a:cxn ang="0">
                  <a:pos x="155" y="3"/>
                </a:cxn>
                <a:cxn ang="0">
                  <a:pos x="135" y="27"/>
                </a:cxn>
                <a:cxn ang="0">
                  <a:pos x="115" y="50"/>
                </a:cxn>
                <a:cxn ang="0">
                  <a:pos x="75" y="96"/>
                </a:cxn>
                <a:cxn ang="0">
                  <a:pos x="55" y="119"/>
                </a:cxn>
                <a:cxn ang="0">
                  <a:pos x="36" y="143"/>
                </a:cxn>
                <a:cxn ang="0">
                  <a:pos x="17" y="168"/>
                </a:cxn>
                <a:cxn ang="0">
                  <a:pos x="2" y="194"/>
                </a:cxn>
                <a:cxn ang="0">
                  <a:pos x="2" y="194"/>
                </a:cxn>
                <a:cxn ang="0">
                  <a:pos x="0" y="197"/>
                </a:cxn>
                <a:cxn ang="0">
                  <a:pos x="0" y="199"/>
                </a:cxn>
                <a:cxn ang="0">
                  <a:pos x="3" y="202"/>
                </a:cxn>
                <a:cxn ang="0">
                  <a:pos x="8" y="203"/>
                </a:cxn>
                <a:cxn ang="0">
                  <a:pos x="9" y="202"/>
                </a:cxn>
                <a:cxn ang="0">
                  <a:pos x="11" y="200"/>
                </a:cxn>
                <a:cxn ang="0">
                  <a:pos x="11" y="200"/>
                </a:cxn>
                <a:cxn ang="0">
                  <a:pos x="28" y="174"/>
                </a:cxn>
                <a:cxn ang="0">
                  <a:pos x="45" y="149"/>
                </a:cxn>
                <a:cxn ang="0">
                  <a:pos x="64" y="126"/>
                </a:cxn>
                <a:cxn ang="0">
                  <a:pos x="84" y="102"/>
                </a:cxn>
                <a:cxn ang="0">
                  <a:pos x="123" y="57"/>
                </a:cxn>
                <a:cxn ang="0">
                  <a:pos x="144" y="34"/>
                </a:cxn>
                <a:cxn ang="0">
                  <a:pos x="162" y="11"/>
                </a:cxn>
                <a:cxn ang="0">
                  <a:pos x="162" y="11"/>
                </a:cxn>
                <a:cxn ang="0">
                  <a:pos x="164" y="8"/>
                </a:cxn>
                <a:cxn ang="0">
                  <a:pos x="164" y="7"/>
                </a:cxn>
                <a:cxn ang="0">
                  <a:pos x="162" y="3"/>
                </a:cxn>
                <a:cxn ang="0">
                  <a:pos x="160" y="2"/>
                </a:cxn>
                <a:cxn ang="0">
                  <a:pos x="158" y="0"/>
                </a:cxn>
                <a:cxn ang="0">
                  <a:pos x="156" y="2"/>
                </a:cxn>
                <a:cxn ang="0">
                  <a:pos x="155" y="3"/>
                </a:cxn>
                <a:cxn ang="0">
                  <a:pos x="155" y="3"/>
                </a:cxn>
              </a:cxnLst>
              <a:rect l="0" t="0" r="r" b="b"/>
              <a:pathLst>
                <a:path w="164" h="203">
                  <a:moveTo>
                    <a:pt x="155" y="3"/>
                  </a:moveTo>
                  <a:lnTo>
                    <a:pt x="155" y="3"/>
                  </a:lnTo>
                  <a:lnTo>
                    <a:pt x="135" y="27"/>
                  </a:lnTo>
                  <a:lnTo>
                    <a:pt x="115" y="50"/>
                  </a:lnTo>
                  <a:lnTo>
                    <a:pt x="75" y="96"/>
                  </a:lnTo>
                  <a:lnTo>
                    <a:pt x="55" y="119"/>
                  </a:lnTo>
                  <a:lnTo>
                    <a:pt x="36" y="143"/>
                  </a:lnTo>
                  <a:lnTo>
                    <a:pt x="17" y="168"/>
                  </a:lnTo>
                  <a:lnTo>
                    <a:pt x="2" y="194"/>
                  </a:lnTo>
                  <a:lnTo>
                    <a:pt x="2" y="194"/>
                  </a:lnTo>
                  <a:lnTo>
                    <a:pt x="0" y="197"/>
                  </a:lnTo>
                  <a:lnTo>
                    <a:pt x="0" y="199"/>
                  </a:lnTo>
                  <a:lnTo>
                    <a:pt x="3" y="202"/>
                  </a:lnTo>
                  <a:lnTo>
                    <a:pt x="8" y="203"/>
                  </a:lnTo>
                  <a:lnTo>
                    <a:pt x="9" y="202"/>
                  </a:lnTo>
                  <a:lnTo>
                    <a:pt x="11" y="200"/>
                  </a:lnTo>
                  <a:lnTo>
                    <a:pt x="11" y="200"/>
                  </a:lnTo>
                  <a:lnTo>
                    <a:pt x="28" y="174"/>
                  </a:lnTo>
                  <a:lnTo>
                    <a:pt x="45" y="149"/>
                  </a:lnTo>
                  <a:lnTo>
                    <a:pt x="64" y="126"/>
                  </a:lnTo>
                  <a:lnTo>
                    <a:pt x="84" y="102"/>
                  </a:lnTo>
                  <a:lnTo>
                    <a:pt x="123" y="57"/>
                  </a:lnTo>
                  <a:lnTo>
                    <a:pt x="144" y="34"/>
                  </a:lnTo>
                  <a:lnTo>
                    <a:pt x="162" y="11"/>
                  </a:lnTo>
                  <a:lnTo>
                    <a:pt x="162" y="11"/>
                  </a:lnTo>
                  <a:lnTo>
                    <a:pt x="164" y="8"/>
                  </a:lnTo>
                  <a:lnTo>
                    <a:pt x="164" y="7"/>
                  </a:lnTo>
                  <a:lnTo>
                    <a:pt x="162" y="3"/>
                  </a:lnTo>
                  <a:lnTo>
                    <a:pt x="160" y="2"/>
                  </a:lnTo>
                  <a:lnTo>
                    <a:pt x="158" y="0"/>
                  </a:lnTo>
                  <a:lnTo>
                    <a:pt x="156" y="2"/>
                  </a:lnTo>
                  <a:lnTo>
                    <a:pt x="155" y="3"/>
                  </a:lnTo>
                  <a:lnTo>
                    <a:pt x="155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2" name="Freeform 504"/>
            <p:cNvSpPr/>
            <p:nvPr>
              <p:custDataLst>
                <p:tags r:id="rId46"/>
              </p:custDataLst>
            </p:nvPr>
          </p:nvSpPr>
          <p:spPr bwMode="auto">
            <a:xfrm>
              <a:off x="3446463" y="1190625"/>
              <a:ext cx="82550" cy="96838"/>
            </a:xfrm>
            <a:custGeom>
              <a:avLst/>
              <a:gdLst/>
              <a:ahLst/>
              <a:cxnLst>
                <a:cxn ang="0">
                  <a:pos x="202" y="1"/>
                </a:cxn>
                <a:cxn ang="0">
                  <a:pos x="202" y="1"/>
                </a:cxn>
                <a:cxn ang="0">
                  <a:pos x="173" y="24"/>
                </a:cxn>
                <a:cxn ang="0">
                  <a:pos x="145" y="50"/>
                </a:cxn>
                <a:cxn ang="0">
                  <a:pos x="119" y="77"/>
                </a:cxn>
                <a:cxn ang="0">
                  <a:pos x="107" y="92"/>
                </a:cxn>
                <a:cxn ang="0">
                  <a:pos x="96" y="106"/>
                </a:cxn>
                <a:cxn ang="0">
                  <a:pos x="96" y="106"/>
                </a:cxn>
                <a:cxn ang="0">
                  <a:pos x="84" y="122"/>
                </a:cxn>
                <a:cxn ang="0">
                  <a:pos x="71" y="137"/>
                </a:cxn>
                <a:cxn ang="0">
                  <a:pos x="45" y="169"/>
                </a:cxn>
                <a:cxn ang="0">
                  <a:pos x="33" y="184"/>
                </a:cxn>
                <a:cxn ang="0">
                  <a:pos x="21" y="200"/>
                </a:cxn>
                <a:cxn ang="0">
                  <a:pos x="11" y="217"/>
                </a:cxn>
                <a:cxn ang="0">
                  <a:pos x="1" y="235"/>
                </a:cxn>
                <a:cxn ang="0">
                  <a:pos x="1" y="235"/>
                </a:cxn>
                <a:cxn ang="0">
                  <a:pos x="0" y="238"/>
                </a:cxn>
                <a:cxn ang="0">
                  <a:pos x="0" y="239"/>
                </a:cxn>
                <a:cxn ang="0">
                  <a:pos x="4" y="243"/>
                </a:cxn>
                <a:cxn ang="0">
                  <a:pos x="5" y="245"/>
                </a:cxn>
                <a:cxn ang="0">
                  <a:pos x="8" y="245"/>
                </a:cxn>
                <a:cxn ang="0">
                  <a:pos x="9" y="243"/>
                </a:cxn>
                <a:cxn ang="0">
                  <a:pos x="11" y="241"/>
                </a:cxn>
                <a:cxn ang="0">
                  <a:pos x="11" y="241"/>
                </a:cxn>
                <a:cxn ang="0">
                  <a:pos x="18" y="225"/>
                </a:cxn>
                <a:cxn ang="0">
                  <a:pos x="28" y="211"/>
                </a:cxn>
                <a:cxn ang="0">
                  <a:pos x="38" y="196"/>
                </a:cxn>
                <a:cxn ang="0">
                  <a:pos x="50" y="182"/>
                </a:cxn>
                <a:cxn ang="0">
                  <a:pos x="72" y="156"/>
                </a:cxn>
                <a:cxn ang="0">
                  <a:pos x="94" y="128"/>
                </a:cxn>
                <a:cxn ang="0">
                  <a:pos x="94" y="128"/>
                </a:cxn>
                <a:cxn ang="0">
                  <a:pos x="119" y="95"/>
                </a:cxn>
                <a:cxn ang="0">
                  <a:pos x="147" y="65"/>
                </a:cxn>
                <a:cxn ang="0">
                  <a:pos x="175" y="37"/>
                </a:cxn>
                <a:cxn ang="0">
                  <a:pos x="191" y="24"/>
                </a:cxn>
                <a:cxn ang="0">
                  <a:pos x="207" y="10"/>
                </a:cxn>
                <a:cxn ang="0">
                  <a:pos x="207" y="10"/>
                </a:cxn>
                <a:cxn ang="0">
                  <a:pos x="208" y="9"/>
                </a:cxn>
                <a:cxn ang="0">
                  <a:pos x="209" y="7"/>
                </a:cxn>
                <a:cxn ang="0">
                  <a:pos x="208" y="3"/>
                </a:cxn>
                <a:cxn ang="0">
                  <a:pos x="207" y="1"/>
                </a:cxn>
                <a:cxn ang="0">
                  <a:pos x="205" y="0"/>
                </a:cxn>
                <a:cxn ang="0">
                  <a:pos x="203" y="0"/>
                </a:cxn>
                <a:cxn ang="0">
                  <a:pos x="202" y="1"/>
                </a:cxn>
                <a:cxn ang="0">
                  <a:pos x="202" y="1"/>
                </a:cxn>
              </a:cxnLst>
              <a:rect l="0" t="0" r="r" b="b"/>
              <a:pathLst>
                <a:path w="209" h="245">
                  <a:moveTo>
                    <a:pt x="202" y="1"/>
                  </a:moveTo>
                  <a:lnTo>
                    <a:pt x="202" y="1"/>
                  </a:lnTo>
                  <a:lnTo>
                    <a:pt x="173" y="24"/>
                  </a:lnTo>
                  <a:lnTo>
                    <a:pt x="145" y="50"/>
                  </a:lnTo>
                  <a:lnTo>
                    <a:pt x="119" y="77"/>
                  </a:lnTo>
                  <a:lnTo>
                    <a:pt x="107" y="92"/>
                  </a:lnTo>
                  <a:lnTo>
                    <a:pt x="96" y="106"/>
                  </a:lnTo>
                  <a:lnTo>
                    <a:pt x="96" y="106"/>
                  </a:lnTo>
                  <a:lnTo>
                    <a:pt x="84" y="122"/>
                  </a:lnTo>
                  <a:lnTo>
                    <a:pt x="71" y="137"/>
                  </a:lnTo>
                  <a:lnTo>
                    <a:pt x="45" y="169"/>
                  </a:lnTo>
                  <a:lnTo>
                    <a:pt x="33" y="184"/>
                  </a:lnTo>
                  <a:lnTo>
                    <a:pt x="21" y="200"/>
                  </a:lnTo>
                  <a:lnTo>
                    <a:pt x="11" y="217"/>
                  </a:lnTo>
                  <a:lnTo>
                    <a:pt x="1" y="235"/>
                  </a:lnTo>
                  <a:lnTo>
                    <a:pt x="1" y="235"/>
                  </a:lnTo>
                  <a:lnTo>
                    <a:pt x="0" y="238"/>
                  </a:lnTo>
                  <a:lnTo>
                    <a:pt x="0" y="239"/>
                  </a:lnTo>
                  <a:lnTo>
                    <a:pt x="4" y="243"/>
                  </a:lnTo>
                  <a:lnTo>
                    <a:pt x="5" y="245"/>
                  </a:lnTo>
                  <a:lnTo>
                    <a:pt x="8" y="245"/>
                  </a:lnTo>
                  <a:lnTo>
                    <a:pt x="9" y="243"/>
                  </a:lnTo>
                  <a:lnTo>
                    <a:pt x="11" y="241"/>
                  </a:lnTo>
                  <a:lnTo>
                    <a:pt x="11" y="241"/>
                  </a:lnTo>
                  <a:lnTo>
                    <a:pt x="18" y="225"/>
                  </a:lnTo>
                  <a:lnTo>
                    <a:pt x="28" y="211"/>
                  </a:lnTo>
                  <a:lnTo>
                    <a:pt x="38" y="196"/>
                  </a:lnTo>
                  <a:lnTo>
                    <a:pt x="50" y="182"/>
                  </a:lnTo>
                  <a:lnTo>
                    <a:pt x="72" y="156"/>
                  </a:lnTo>
                  <a:lnTo>
                    <a:pt x="94" y="128"/>
                  </a:lnTo>
                  <a:lnTo>
                    <a:pt x="94" y="128"/>
                  </a:lnTo>
                  <a:lnTo>
                    <a:pt x="119" y="95"/>
                  </a:lnTo>
                  <a:lnTo>
                    <a:pt x="147" y="65"/>
                  </a:lnTo>
                  <a:lnTo>
                    <a:pt x="175" y="37"/>
                  </a:lnTo>
                  <a:lnTo>
                    <a:pt x="191" y="24"/>
                  </a:lnTo>
                  <a:lnTo>
                    <a:pt x="207" y="10"/>
                  </a:lnTo>
                  <a:lnTo>
                    <a:pt x="207" y="10"/>
                  </a:lnTo>
                  <a:lnTo>
                    <a:pt x="208" y="9"/>
                  </a:lnTo>
                  <a:lnTo>
                    <a:pt x="209" y="7"/>
                  </a:lnTo>
                  <a:lnTo>
                    <a:pt x="208" y="3"/>
                  </a:lnTo>
                  <a:lnTo>
                    <a:pt x="207" y="1"/>
                  </a:lnTo>
                  <a:lnTo>
                    <a:pt x="205" y="0"/>
                  </a:lnTo>
                  <a:lnTo>
                    <a:pt x="203" y="0"/>
                  </a:lnTo>
                  <a:lnTo>
                    <a:pt x="202" y="1"/>
                  </a:lnTo>
                  <a:lnTo>
                    <a:pt x="20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3" name="Freeform 505"/>
            <p:cNvSpPr/>
            <p:nvPr>
              <p:custDataLst>
                <p:tags r:id="rId47"/>
              </p:custDataLst>
            </p:nvPr>
          </p:nvSpPr>
          <p:spPr bwMode="auto">
            <a:xfrm>
              <a:off x="3448051" y="1246188"/>
              <a:ext cx="66675" cy="82550"/>
            </a:xfrm>
            <a:custGeom>
              <a:avLst/>
              <a:gdLst/>
              <a:ahLst/>
              <a:cxnLst>
                <a:cxn ang="0">
                  <a:pos x="157" y="3"/>
                </a:cxn>
                <a:cxn ang="0">
                  <a:pos x="157" y="3"/>
                </a:cxn>
                <a:cxn ang="0">
                  <a:pos x="136" y="32"/>
                </a:cxn>
                <a:cxn ang="0">
                  <a:pos x="115" y="60"/>
                </a:cxn>
                <a:cxn ang="0">
                  <a:pos x="94" y="89"/>
                </a:cxn>
                <a:cxn ang="0">
                  <a:pos x="84" y="102"/>
                </a:cxn>
                <a:cxn ang="0">
                  <a:pos x="71" y="115"/>
                </a:cxn>
                <a:cxn ang="0">
                  <a:pos x="71" y="115"/>
                </a:cxn>
                <a:cxn ang="0">
                  <a:pos x="52" y="134"/>
                </a:cxn>
                <a:cxn ang="0">
                  <a:pos x="34" y="155"/>
                </a:cxn>
                <a:cxn ang="0">
                  <a:pos x="16" y="176"/>
                </a:cxn>
                <a:cxn ang="0">
                  <a:pos x="8" y="186"/>
                </a:cxn>
                <a:cxn ang="0">
                  <a:pos x="1" y="196"/>
                </a:cxn>
                <a:cxn ang="0">
                  <a:pos x="1" y="196"/>
                </a:cxn>
                <a:cxn ang="0">
                  <a:pos x="0" y="199"/>
                </a:cxn>
                <a:cxn ang="0">
                  <a:pos x="0" y="202"/>
                </a:cxn>
                <a:cxn ang="0">
                  <a:pos x="3" y="204"/>
                </a:cxn>
                <a:cxn ang="0">
                  <a:pos x="7" y="206"/>
                </a:cxn>
                <a:cxn ang="0">
                  <a:pos x="9" y="204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20" y="190"/>
                </a:cxn>
                <a:cxn ang="0">
                  <a:pos x="29" y="178"/>
                </a:cxn>
                <a:cxn ang="0">
                  <a:pos x="50" y="155"/>
                </a:cxn>
                <a:cxn ang="0">
                  <a:pos x="72" y="131"/>
                </a:cxn>
                <a:cxn ang="0">
                  <a:pos x="93" y="109"/>
                </a:cxn>
                <a:cxn ang="0">
                  <a:pos x="93" y="109"/>
                </a:cxn>
                <a:cxn ang="0">
                  <a:pos x="112" y="84"/>
                </a:cxn>
                <a:cxn ang="0">
                  <a:pos x="131" y="59"/>
                </a:cxn>
                <a:cxn ang="0">
                  <a:pos x="148" y="34"/>
                </a:cxn>
                <a:cxn ang="0">
                  <a:pos x="166" y="8"/>
                </a:cxn>
                <a:cxn ang="0">
                  <a:pos x="166" y="8"/>
                </a:cxn>
                <a:cxn ang="0">
                  <a:pos x="167" y="7"/>
                </a:cxn>
                <a:cxn ang="0">
                  <a:pos x="167" y="4"/>
                </a:cxn>
                <a:cxn ang="0">
                  <a:pos x="166" y="3"/>
                </a:cxn>
                <a:cxn ang="0">
                  <a:pos x="165" y="2"/>
                </a:cxn>
                <a:cxn ang="0">
                  <a:pos x="161" y="0"/>
                </a:cxn>
                <a:cxn ang="0">
                  <a:pos x="158" y="2"/>
                </a:cxn>
                <a:cxn ang="0">
                  <a:pos x="157" y="3"/>
                </a:cxn>
                <a:cxn ang="0">
                  <a:pos x="157" y="3"/>
                </a:cxn>
              </a:cxnLst>
              <a:rect l="0" t="0" r="r" b="b"/>
              <a:pathLst>
                <a:path w="167" h="206">
                  <a:moveTo>
                    <a:pt x="157" y="3"/>
                  </a:moveTo>
                  <a:lnTo>
                    <a:pt x="157" y="3"/>
                  </a:lnTo>
                  <a:lnTo>
                    <a:pt x="136" y="32"/>
                  </a:lnTo>
                  <a:lnTo>
                    <a:pt x="115" y="60"/>
                  </a:lnTo>
                  <a:lnTo>
                    <a:pt x="94" y="89"/>
                  </a:lnTo>
                  <a:lnTo>
                    <a:pt x="84" y="102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52" y="134"/>
                  </a:lnTo>
                  <a:lnTo>
                    <a:pt x="34" y="155"/>
                  </a:lnTo>
                  <a:lnTo>
                    <a:pt x="16" y="176"/>
                  </a:lnTo>
                  <a:lnTo>
                    <a:pt x="8" y="186"/>
                  </a:lnTo>
                  <a:lnTo>
                    <a:pt x="1" y="196"/>
                  </a:lnTo>
                  <a:lnTo>
                    <a:pt x="1" y="196"/>
                  </a:lnTo>
                  <a:lnTo>
                    <a:pt x="0" y="199"/>
                  </a:lnTo>
                  <a:lnTo>
                    <a:pt x="0" y="202"/>
                  </a:lnTo>
                  <a:lnTo>
                    <a:pt x="3" y="204"/>
                  </a:lnTo>
                  <a:lnTo>
                    <a:pt x="7" y="206"/>
                  </a:lnTo>
                  <a:lnTo>
                    <a:pt x="9" y="204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20" y="190"/>
                  </a:lnTo>
                  <a:lnTo>
                    <a:pt x="29" y="178"/>
                  </a:lnTo>
                  <a:lnTo>
                    <a:pt x="50" y="155"/>
                  </a:lnTo>
                  <a:lnTo>
                    <a:pt x="72" y="131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112" y="84"/>
                  </a:lnTo>
                  <a:lnTo>
                    <a:pt x="131" y="59"/>
                  </a:lnTo>
                  <a:lnTo>
                    <a:pt x="148" y="34"/>
                  </a:lnTo>
                  <a:lnTo>
                    <a:pt x="166" y="8"/>
                  </a:lnTo>
                  <a:lnTo>
                    <a:pt x="166" y="8"/>
                  </a:lnTo>
                  <a:lnTo>
                    <a:pt x="167" y="7"/>
                  </a:lnTo>
                  <a:lnTo>
                    <a:pt x="167" y="4"/>
                  </a:lnTo>
                  <a:lnTo>
                    <a:pt x="166" y="3"/>
                  </a:lnTo>
                  <a:lnTo>
                    <a:pt x="165" y="2"/>
                  </a:lnTo>
                  <a:lnTo>
                    <a:pt x="161" y="0"/>
                  </a:lnTo>
                  <a:lnTo>
                    <a:pt x="158" y="2"/>
                  </a:lnTo>
                  <a:lnTo>
                    <a:pt x="157" y="3"/>
                  </a:lnTo>
                  <a:lnTo>
                    <a:pt x="15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4" name="Freeform 506"/>
            <p:cNvSpPr/>
            <p:nvPr>
              <p:custDataLst>
                <p:tags r:id="rId48"/>
              </p:custDataLst>
            </p:nvPr>
          </p:nvSpPr>
          <p:spPr bwMode="auto">
            <a:xfrm>
              <a:off x="3448051" y="1282700"/>
              <a:ext cx="73025" cy="90488"/>
            </a:xfrm>
            <a:custGeom>
              <a:avLst/>
              <a:gdLst/>
              <a:ahLst/>
              <a:cxnLst>
                <a:cxn ang="0">
                  <a:pos x="177" y="1"/>
                </a:cxn>
                <a:cxn ang="0">
                  <a:pos x="177" y="1"/>
                </a:cxn>
                <a:cxn ang="0">
                  <a:pos x="152" y="29"/>
                </a:cxn>
                <a:cxn ang="0">
                  <a:pos x="128" y="57"/>
                </a:cxn>
                <a:cxn ang="0">
                  <a:pos x="81" y="115"/>
                </a:cxn>
                <a:cxn ang="0">
                  <a:pos x="81" y="115"/>
                </a:cxn>
                <a:cxn ang="0">
                  <a:pos x="43" y="165"/>
                </a:cxn>
                <a:cxn ang="0">
                  <a:pos x="43" y="165"/>
                </a:cxn>
                <a:cxn ang="0">
                  <a:pos x="21" y="192"/>
                </a:cxn>
                <a:cxn ang="0">
                  <a:pos x="10" y="205"/>
                </a:cxn>
                <a:cxn ang="0">
                  <a:pos x="1" y="220"/>
                </a:cxn>
                <a:cxn ang="0">
                  <a:pos x="1" y="220"/>
                </a:cxn>
                <a:cxn ang="0">
                  <a:pos x="0" y="222"/>
                </a:cxn>
                <a:cxn ang="0">
                  <a:pos x="0" y="223"/>
                </a:cxn>
                <a:cxn ang="0">
                  <a:pos x="3" y="227"/>
                </a:cxn>
                <a:cxn ang="0">
                  <a:pos x="7" y="227"/>
                </a:cxn>
                <a:cxn ang="0">
                  <a:pos x="9" y="227"/>
                </a:cxn>
                <a:cxn ang="0">
                  <a:pos x="10" y="225"/>
                </a:cxn>
                <a:cxn ang="0">
                  <a:pos x="10" y="225"/>
                </a:cxn>
                <a:cxn ang="0">
                  <a:pos x="18" y="213"/>
                </a:cxn>
                <a:cxn ang="0">
                  <a:pos x="29" y="201"/>
                </a:cxn>
                <a:cxn ang="0">
                  <a:pos x="38" y="191"/>
                </a:cxn>
                <a:cxn ang="0">
                  <a:pos x="47" y="179"/>
                </a:cxn>
                <a:cxn ang="0">
                  <a:pos x="47" y="179"/>
                </a:cxn>
                <a:cxn ang="0">
                  <a:pos x="71" y="146"/>
                </a:cxn>
                <a:cxn ang="0">
                  <a:pos x="95" y="116"/>
                </a:cxn>
                <a:cxn ang="0">
                  <a:pos x="95" y="116"/>
                </a:cxn>
                <a:cxn ang="0">
                  <a:pos x="139" y="61"/>
                </a:cxn>
                <a:cxn ang="0">
                  <a:pos x="161" y="35"/>
                </a:cxn>
                <a:cxn ang="0">
                  <a:pos x="184" y="9"/>
                </a:cxn>
                <a:cxn ang="0">
                  <a:pos x="184" y="9"/>
                </a:cxn>
                <a:cxn ang="0">
                  <a:pos x="186" y="8"/>
                </a:cxn>
                <a:cxn ang="0">
                  <a:pos x="186" y="5"/>
                </a:cxn>
                <a:cxn ang="0">
                  <a:pos x="184" y="1"/>
                </a:cxn>
                <a:cxn ang="0">
                  <a:pos x="181" y="0"/>
                </a:cxn>
                <a:cxn ang="0">
                  <a:pos x="179" y="0"/>
                </a:cxn>
                <a:cxn ang="0">
                  <a:pos x="177" y="1"/>
                </a:cxn>
                <a:cxn ang="0">
                  <a:pos x="177" y="1"/>
                </a:cxn>
              </a:cxnLst>
              <a:rect l="0" t="0" r="r" b="b"/>
              <a:pathLst>
                <a:path w="186" h="227">
                  <a:moveTo>
                    <a:pt x="177" y="1"/>
                  </a:moveTo>
                  <a:lnTo>
                    <a:pt x="177" y="1"/>
                  </a:lnTo>
                  <a:lnTo>
                    <a:pt x="152" y="29"/>
                  </a:lnTo>
                  <a:lnTo>
                    <a:pt x="128" y="57"/>
                  </a:lnTo>
                  <a:lnTo>
                    <a:pt x="81" y="115"/>
                  </a:lnTo>
                  <a:lnTo>
                    <a:pt x="81" y="115"/>
                  </a:lnTo>
                  <a:lnTo>
                    <a:pt x="43" y="165"/>
                  </a:lnTo>
                  <a:lnTo>
                    <a:pt x="43" y="165"/>
                  </a:lnTo>
                  <a:lnTo>
                    <a:pt x="21" y="192"/>
                  </a:lnTo>
                  <a:lnTo>
                    <a:pt x="10" y="205"/>
                  </a:lnTo>
                  <a:lnTo>
                    <a:pt x="1" y="220"/>
                  </a:lnTo>
                  <a:lnTo>
                    <a:pt x="1" y="220"/>
                  </a:lnTo>
                  <a:lnTo>
                    <a:pt x="0" y="222"/>
                  </a:lnTo>
                  <a:lnTo>
                    <a:pt x="0" y="223"/>
                  </a:lnTo>
                  <a:lnTo>
                    <a:pt x="3" y="227"/>
                  </a:lnTo>
                  <a:lnTo>
                    <a:pt x="7" y="227"/>
                  </a:lnTo>
                  <a:lnTo>
                    <a:pt x="9" y="227"/>
                  </a:lnTo>
                  <a:lnTo>
                    <a:pt x="10" y="225"/>
                  </a:lnTo>
                  <a:lnTo>
                    <a:pt x="10" y="225"/>
                  </a:lnTo>
                  <a:lnTo>
                    <a:pt x="18" y="213"/>
                  </a:lnTo>
                  <a:lnTo>
                    <a:pt x="29" y="201"/>
                  </a:lnTo>
                  <a:lnTo>
                    <a:pt x="38" y="191"/>
                  </a:lnTo>
                  <a:lnTo>
                    <a:pt x="47" y="179"/>
                  </a:lnTo>
                  <a:lnTo>
                    <a:pt x="47" y="179"/>
                  </a:lnTo>
                  <a:lnTo>
                    <a:pt x="71" y="146"/>
                  </a:lnTo>
                  <a:lnTo>
                    <a:pt x="95" y="116"/>
                  </a:lnTo>
                  <a:lnTo>
                    <a:pt x="95" y="116"/>
                  </a:lnTo>
                  <a:lnTo>
                    <a:pt x="139" y="61"/>
                  </a:lnTo>
                  <a:lnTo>
                    <a:pt x="161" y="35"/>
                  </a:lnTo>
                  <a:lnTo>
                    <a:pt x="184" y="9"/>
                  </a:lnTo>
                  <a:lnTo>
                    <a:pt x="184" y="9"/>
                  </a:lnTo>
                  <a:lnTo>
                    <a:pt x="186" y="8"/>
                  </a:lnTo>
                  <a:lnTo>
                    <a:pt x="186" y="5"/>
                  </a:lnTo>
                  <a:lnTo>
                    <a:pt x="184" y="1"/>
                  </a:lnTo>
                  <a:lnTo>
                    <a:pt x="181" y="0"/>
                  </a:lnTo>
                  <a:lnTo>
                    <a:pt x="179" y="0"/>
                  </a:lnTo>
                  <a:lnTo>
                    <a:pt x="177" y="1"/>
                  </a:lnTo>
                  <a:lnTo>
                    <a:pt x="177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5" name="Freeform 507"/>
            <p:cNvSpPr/>
            <p:nvPr>
              <p:custDataLst>
                <p:tags r:id="rId49"/>
              </p:custDataLst>
            </p:nvPr>
          </p:nvSpPr>
          <p:spPr bwMode="auto">
            <a:xfrm>
              <a:off x="3452813" y="1331913"/>
              <a:ext cx="65088" cy="82550"/>
            </a:xfrm>
            <a:custGeom>
              <a:avLst/>
              <a:gdLst/>
              <a:ahLst/>
              <a:cxnLst>
                <a:cxn ang="0">
                  <a:pos x="153" y="2"/>
                </a:cxn>
                <a:cxn ang="0">
                  <a:pos x="153" y="2"/>
                </a:cxn>
                <a:cxn ang="0">
                  <a:pos x="63" y="116"/>
                </a:cxn>
                <a:cxn ang="0">
                  <a:pos x="63" y="116"/>
                </a:cxn>
                <a:cxn ang="0">
                  <a:pos x="44" y="136"/>
                </a:cxn>
                <a:cxn ang="0">
                  <a:pos x="27" y="157"/>
                </a:cxn>
                <a:cxn ang="0">
                  <a:pos x="19" y="168"/>
                </a:cxn>
                <a:cxn ang="0">
                  <a:pos x="12" y="178"/>
                </a:cxn>
                <a:cxn ang="0">
                  <a:pos x="5" y="190"/>
                </a:cxn>
                <a:cxn ang="0">
                  <a:pos x="0" y="202"/>
                </a:cxn>
                <a:cxn ang="0">
                  <a:pos x="0" y="202"/>
                </a:cxn>
                <a:cxn ang="0">
                  <a:pos x="0" y="204"/>
                </a:cxn>
                <a:cxn ang="0">
                  <a:pos x="0" y="207"/>
                </a:cxn>
                <a:cxn ang="0">
                  <a:pos x="1" y="208"/>
                </a:cxn>
                <a:cxn ang="0">
                  <a:pos x="4" y="208"/>
                </a:cxn>
                <a:cxn ang="0">
                  <a:pos x="8" y="208"/>
                </a:cxn>
                <a:cxn ang="0">
                  <a:pos x="9" y="207"/>
                </a:cxn>
                <a:cxn ang="0">
                  <a:pos x="10" y="206"/>
                </a:cxn>
                <a:cxn ang="0">
                  <a:pos x="10" y="206"/>
                </a:cxn>
                <a:cxn ang="0">
                  <a:pos x="17" y="191"/>
                </a:cxn>
                <a:cxn ang="0">
                  <a:pos x="25" y="178"/>
                </a:cxn>
                <a:cxn ang="0">
                  <a:pos x="34" y="167"/>
                </a:cxn>
                <a:cxn ang="0">
                  <a:pos x="43" y="153"/>
                </a:cxn>
                <a:cxn ang="0">
                  <a:pos x="64" y="130"/>
                </a:cxn>
                <a:cxn ang="0">
                  <a:pos x="83" y="106"/>
                </a:cxn>
                <a:cxn ang="0">
                  <a:pos x="83" y="106"/>
                </a:cxn>
                <a:cxn ang="0">
                  <a:pos x="162" y="10"/>
                </a:cxn>
                <a:cxn ang="0">
                  <a:pos x="162" y="10"/>
                </a:cxn>
                <a:cxn ang="0">
                  <a:pos x="162" y="8"/>
                </a:cxn>
                <a:cxn ang="0">
                  <a:pos x="163" y="6"/>
                </a:cxn>
                <a:cxn ang="0">
                  <a:pos x="161" y="2"/>
                </a:cxn>
                <a:cxn ang="0">
                  <a:pos x="159" y="0"/>
                </a:cxn>
                <a:cxn ang="0">
                  <a:pos x="157" y="0"/>
                </a:cxn>
                <a:cxn ang="0">
                  <a:pos x="155" y="0"/>
                </a:cxn>
                <a:cxn ang="0">
                  <a:pos x="153" y="2"/>
                </a:cxn>
                <a:cxn ang="0">
                  <a:pos x="153" y="2"/>
                </a:cxn>
              </a:cxnLst>
              <a:rect l="0" t="0" r="r" b="b"/>
              <a:pathLst>
                <a:path w="163" h="208">
                  <a:moveTo>
                    <a:pt x="153" y="2"/>
                  </a:moveTo>
                  <a:lnTo>
                    <a:pt x="153" y="2"/>
                  </a:lnTo>
                  <a:lnTo>
                    <a:pt x="63" y="116"/>
                  </a:lnTo>
                  <a:lnTo>
                    <a:pt x="63" y="116"/>
                  </a:lnTo>
                  <a:lnTo>
                    <a:pt x="44" y="136"/>
                  </a:lnTo>
                  <a:lnTo>
                    <a:pt x="27" y="157"/>
                  </a:lnTo>
                  <a:lnTo>
                    <a:pt x="19" y="168"/>
                  </a:lnTo>
                  <a:lnTo>
                    <a:pt x="12" y="178"/>
                  </a:lnTo>
                  <a:lnTo>
                    <a:pt x="5" y="190"/>
                  </a:lnTo>
                  <a:lnTo>
                    <a:pt x="0" y="202"/>
                  </a:lnTo>
                  <a:lnTo>
                    <a:pt x="0" y="202"/>
                  </a:lnTo>
                  <a:lnTo>
                    <a:pt x="0" y="204"/>
                  </a:lnTo>
                  <a:lnTo>
                    <a:pt x="0" y="207"/>
                  </a:lnTo>
                  <a:lnTo>
                    <a:pt x="1" y="208"/>
                  </a:lnTo>
                  <a:lnTo>
                    <a:pt x="4" y="208"/>
                  </a:lnTo>
                  <a:lnTo>
                    <a:pt x="8" y="208"/>
                  </a:lnTo>
                  <a:lnTo>
                    <a:pt x="9" y="207"/>
                  </a:lnTo>
                  <a:lnTo>
                    <a:pt x="10" y="206"/>
                  </a:lnTo>
                  <a:lnTo>
                    <a:pt x="10" y="206"/>
                  </a:lnTo>
                  <a:lnTo>
                    <a:pt x="17" y="191"/>
                  </a:lnTo>
                  <a:lnTo>
                    <a:pt x="25" y="178"/>
                  </a:lnTo>
                  <a:lnTo>
                    <a:pt x="34" y="167"/>
                  </a:lnTo>
                  <a:lnTo>
                    <a:pt x="43" y="153"/>
                  </a:lnTo>
                  <a:lnTo>
                    <a:pt x="64" y="130"/>
                  </a:lnTo>
                  <a:lnTo>
                    <a:pt x="83" y="106"/>
                  </a:lnTo>
                  <a:lnTo>
                    <a:pt x="83" y="106"/>
                  </a:lnTo>
                  <a:lnTo>
                    <a:pt x="162" y="10"/>
                  </a:lnTo>
                  <a:lnTo>
                    <a:pt x="162" y="10"/>
                  </a:lnTo>
                  <a:lnTo>
                    <a:pt x="162" y="8"/>
                  </a:lnTo>
                  <a:lnTo>
                    <a:pt x="163" y="6"/>
                  </a:lnTo>
                  <a:lnTo>
                    <a:pt x="161" y="2"/>
                  </a:lnTo>
                  <a:lnTo>
                    <a:pt x="159" y="0"/>
                  </a:lnTo>
                  <a:lnTo>
                    <a:pt x="157" y="0"/>
                  </a:lnTo>
                  <a:lnTo>
                    <a:pt x="155" y="0"/>
                  </a:lnTo>
                  <a:lnTo>
                    <a:pt x="153" y="2"/>
                  </a:lnTo>
                  <a:lnTo>
                    <a:pt x="15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6" name="Freeform 508"/>
            <p:cNvSpPr/>
            <p:nvPr>
              <p:custDataLst>
                <p:tags r:id="rId50"/>
              </p:custDataLst>
            </p:nvPr>
          </p:nvSpPr>
          <p:spPr bwMode="auto">
            <a:xfrm>
              <a:off x="3446463" y="1387475"/>
              <a:ext cx="68263" cy="82550"/>
            </a:xfrm>
            <a:custGeom>
              <a:avLst/>
              <a:gdLst/>
              <a:ahLst/>
              <a:cxnLst>
                <a:cxn ang="0">
                  <a:pos x="162" y="3"/>
                </a:cxn>
                <a:cxn ang="0">
                  <a:pos x="162" y="3"/>
                </a:cxn>
                <a:cxn ang="0">
                  <a:pos x="120" y="51"/>
                </a:cxn>
                <a:cxn ang="0">
                  <a:pos x="80" y="101"/>
                </a:cxn>
                <a:cxn ang="0">
                  <a:pos x="39" y="151"/>
                </a:cxn>
                <a:cxn ang="0">
                  <a:pos x="1" y="202"/>
                </a:cxn>
                <a:cxn ang="0">
                  <a:pos x="1" y="202"/>
                </a:cxn>
                <a:cxn ang="0">
                  <a:pos x="0" y="204"/>
                </a:cxn>
                <a:cxn ang="0">
                  <a:pos x="0" y="206"/>
                </a:cxn>
                <a:cxn ang="0">
                  <a:pos x="1" y="208"/>
                </a:cxn>
                <a:cxn ang="0">
                  <a:pos x="3" y="210"/>
                </a:cxn>
                <a:cxn ang="0">
                  <a:pos x="7" y="210"/>
                </a:cxn>
                <a:cxn ang="0">
                  <a:pos x="9" y="210"/>
                </a:cxn>
                <a:cxn ang="0">
                  <a:pos x="11" y="207"/>
                </a:cxn>
                <a:cxn ang="0">
                  <a:pos x="11" y="207"/>
                </a:cxn>
                <a:cxn ang="0">
                  <a:pos x="50" y="157"/>
                </a:cxn>
                <a:cxn ang="0">
                  <a:pos x="89" y="108"/>
                </a:cxn>
                <a:cxn ang="0">
                  <a:pos x="128" y="59"/>
                </a:cxn>
                <a:cxn ang="0">
                  <a:pos x="170" y="11"/>
                </a:cxn>
                <a:cxn ang="0">
                  <a:pos x="170" y="11"/>
                </a:cxn>
                <a:cxn ang="0">
                  <a:pos x="171" y="8"/>
                </a:cxn>
                <a:cxn ang="0">
                  <a:pos x="171" y="7"/>
                </a:cxn>
                <a:cxn ang="0">
                  <a:pos x="169" y="3"/>
                </a:cxn>
                <a:cxn ang="0">
                  <a:pos x="166" y="0"/>
                </a:cxn>
                <a:cxn ang="0">
                  <a:pos x="164" y="2"/>
                </a:cxn>
                <a:cxn ang="0">
                  <a:pos x="162" y="3"/>
                </a:cxn>
                <a:cxn ang="0">
                  <a:pos x="162" y="3"/>
                </a:cxn>
              </a:cxnLst>
              <a:rect l="0" t="0" r="r" b="b"/>
              <a:pathLst>
                <a:path w="171" h="210">
                  <a:moveTo>
                    <a:pt x="162" y="3"/>
                  </a:moveTo>
                  <a:lnTo>
                    <a:pt x="162" y="3"/>
                  </a:lnTo>
                  <a:lnTo>
                    <a:pt x="120" y="51"/>
                  </a:lnTo>
                  <a:lnTo>
                    <a:pt x="80" y="101"/>
                  </a:lnTo>
                  <a:lnTo>
                    <a:pt x="39" y="151"/>
                  </a:lnTo>
                  <a:lnTo>
                    <a:pt x="1" y="202"/>
                  </a:lnTo>
                  <a:lnTo>
                    <a:pt x="1" y="202"/>
                  </a:lnTo>
                  <a:lnTo>
                    <a:pt x="0" y="204"/>
                  </a:lnTo>
                  <a:lnTo>
                    <a:pt x="0" y="206"/>
                  </a:lnTo>
                  <a:lnTo>
                    <a:pt x="1" y="208"/>
                  </a:lnTo>
                  <a:lnTo>
                    <a:pt x="3" y="210"/>
                  </a:lnTo>
                  <a:lnTo>
                    <a:pt x="7" y="210"/>
                  </a:lnTo>
                  <a:lnTo>
                    <a:pt x="9" y="210"/>
                  </a:lnTo>
                  <a:lnTo>
                    <a:pt x="11" y="207"/>
                  </a:lnTo>
                  <a:lnTo>
                    <a:pt x="11" y="207"/>
                  </a:lnTo>
                  <a:lnTo>
                    <a:pt x="50" y="157"/>
                  </a:lnTo>
                  <a:lnTo>
                    <a:pt x="89" y="108"/>
                  </a:lnTo>
                  <a:lnTo>
                    <a:pt x="128" y="59"/>
                  </a:lnTo>
                  <a:lnTo>
                    <a:pt x="170" y="11"/>
                  </a:lnTo>
                  <a:lnTo>
                    <a:pt x="170" y="11"/>
                  </a:lnTo>
                  <a:lnTo>
                    <a:pt x="171" y="8"/>
                  </a:lnTo>
                  <a:lnTo>
                    <a:pt x="171" y="7"/>
                  </a:lnTo>
                  <a:lnTo>
                    <a:pt x="169" y="3"/>
                  </a:lnTo>
                  <a:lnTo>
                    <a:pt x="166" y="0"/>
                  </a:lnTo>
                  <a:lnTo>
                    <a:pt x="164" y="2"/>
                  </a:lnTo>
                  <a:lnTo>
                    <a:pt x="162" y="3"/>
                  </a:lnTo>
                  <a:lnTo>
                    <a:pt x="16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7" name="Freeform 509"/>
            <p:cNvSpPr/>
            <p:nvPr>
              <p:custDataLst>
                <p:tags r:id="rId51"/>
              </p:custDataLst>
            </p:nvPr>
          </p:nvSpPr>
          <p:spPr bwMode="auto">
            <a:xfrm>
              <a:off x="3433763" y="1431925"/>
              <a:ext cx="76200" cy="93663"/>
            </a:xfrm>
            <a:custGeom>
              <a:avLst/>
              <a:gdLst/>
              <a:ahLst/>
              <a:cxnLst>
                <a:cxn ang="0">
                  <a:pos x="183" y="3"/>
                </a:cxn>
                <a:cxn ang="0">
                  <a:pos x="183" y="3"/>
                </a:cxn>
                <a:cxn ang="0">
                  <a:pos x="174" y="16"/>
                </a:cxn>
                <a:cxn ang="0">
                  <a:pos x="162" y="28"/>
                </a:cxn>
                <a:cxn ang="0">
                  <a:pos x="139" y="51"/>
                </a:cxn>
                <a:cxn ang="0">
                  <a:pos x="139" y="51"/>
                </a:cxn>
                <a:cxn ang="0">
                  <a:pos x="115" y="78"/>
                </a:cxn>
                <a:cxn ang="0">
                  <a:pos x="92" y="106"/>
                </a:cxn>
                <a:cxn ang="0">
                  <a:pos x="92" y="106"/>
                </a:cxn>
                <a:cxn ang="0">
                  <a:pos x="68" y="135"/>
                </a:cxn>
                <a:cxn ang="0">
                  <a:pos x="43" y="165"/>
                </a:cxn>
                <a:cxn ang="0">
                  <a:pos x="31" y="180"/>
                </a:cxn>
                <a:cxn ang="0">
                  <a:pos x="21" y="194"/>
                </a:cxn>
                <a:cxn ang="0">
                  <a:pos x="11" y="211"/>
                </a:cxn>
                <a:cxn ang="0">
                  <a:pos x="0" y="228"/>
                </a:cxn>
                <a:cxn ang="0">
                  <a:pos x="0" y="228"/>
                </a:cxn>
                <a:cxn ang="0">
                  <a:pos x="0" y="231"/>
                </a:cxn>
                <a:cxn ang="0">
                  <a:pos x="0" y="232"/>
                </a:cxn>
                <a:cxn ang="0">
                  <a:pos x="3" y="236"/>
                </a:cxn>
                <a:cxn ang="0">
                  <a:pos x="7" y="236"/>
                </a:cxn>
                <a:cxn ang="0">
                  <a:pos x="9" y="236"/>
                </a:cxn>
                <a:cxn ang="0">
                  <a:pos x="11" y="233"/>
                </a:cxn>
                <a:cxn ang="0">
                  <a:pos x="11" y="233"/>
                </a:cxn>
                <a:cxn ang="0">
                  <a:pos x="20" y="218"/>
                </a:cxn>
                <a:cxn ang="0">
                  <a:pos x="29" y="202"/>
                </a:cxn>
                <a:cxn ang="0">
                  <a:pos x="39" y="187"/>
                </a:cxn>
                <a:cxn ang="0">
                  <a:pos x="51" y="174"/>
                </a:cxn>
                <a:cxn ang="0">
                  <a:pos x="73" y="147"/>
                </a:cxn>
                <a:cxn ang="0">
                  <a:pos x="96" y="119"/>
                </a:cxn>
                <a:cxn ang="0">
                  <a:pos x="96" y="119"/>
                </a:cxn>
                <a:cxn ang="0">
                  <a:pos x="110" y="102"/>
                </a:cxn>
                <a:cxn ang="0">
                  <a:pos x="124" y="84"/>
                </a:cxn>
                <a:cxn ang="0">
                  <a:pos x="154" y="51"/>
                </a:cxn>
                <a:cxn ang="0">
                  <a:pos x="154" y="51"/>
                </a:cxn>
                <a:cxn ang="0">
                  <a:pos x="175" y="32"/>
                </a:cxn>
                <a:cxn ang="0">
                  <a:pos x="184" y="21"/>
                </a:cxn>
                <a:cxn ang="0">
                  <a:pos x="194" y="8"/>
                </a:cxn>
                <a:cxn ang="0">
                  <a:pos x="194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2"/>
                </a:cxn>
                <a:cxn ang="0">
                  <a:pos x="187" y="0"/>
                </a:cxn>
                <a:cxn ang="0">
                  <a:pos x="184" y="2"/>
                </a:cxn>
                <a:cxn ang="0">
                  <a:pos x="183" y="3"/>
                </a:cxn>
                <a:cxn ang="0">
                  <a:pos x="183" y="3"/>
                </a:cxn>
              </a:cxnLst>
              <a:rect l="0" t="0" r="r" b="b"/>
              <a:pathLst>
                <a:path w="194" h="236">
                  <a:moveTo>
                    <a:pt x="183" y="3"/>
                  </a:moveTo>
                  <a:lnTo>
                    <a:pt x="183" y="3"/>
                  </a:lnTo>
                  <a:lnTo>
                    <a:pt x="174" y="16"/>
                  </a:lnTo>
                  <a:lnTo>
                    <a:pt x="162" y="28"/>
                  </a:lnTo>
                  <a:lnTo>
                    <a:pt x="139" y="51"/>
                  </a:lnTo>
                  <a:lnTo>
                    <a:pt x="139" y="51"/>
                  </a:lnTo>
                  <a:lnTo>
                    <a:pt x="115" y="78"/>
                  </a:lnTo>
                  <a:lnTo>
                    <a:pt x="92" y="106"/>
                  </a:lnTo>
                  <a:lnTo>
                    <a:pt x="92" y="106"/>
                  </a:lnTo>
                  <a:lnTo>
                    <a:pt x="68" y="135"/>
                  </a:lnTo>
                  <a:lnTo>
                    <a:pt x="43" y="165"/>
                  </a:lnTo>
                  <a:lnTo>
                    <a:pt x="31" y="180"/>
                  </a:lnTo>
                  <a:lnTo>
                    <a:pt x="21" y="194"/>
                  </a:lnTo>
                  <a:lnTo>
                    <a:pt x="11" y="211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0" y="231"/>
                  </a:lnTo>
                  <a:lnTo>
                    <a:pt x="0" y="232"/>
                  </a:lnTo>
                  <a:lnTo>
                    <a:pt x="3" y="236"/>
                  </a:lnTo>
                  <a:lnTo>
                    <a:pt x="7" y="236"/>
                  </a:lnTo>
                  <a:lnTo>
                    <a:pt x="9" y="236"/>
                  </a:lnTo>
                  <a:lnTo>
                    <a:pt x="11" y="233"/>
                  </a:lnTo>
                  <a:lnTo>
                    <a:pt x="11" y="233"/>
                  </a:lnTo>
                  <a:lnTo>
                    <a:pt x="20" y="218"/>
                  </a:lnTo>
                  <a:lnTo>
                    <a:pt x="29" y="202"/>
                  </a:lnTo>
                  <a:lnTo>
                    <a:pt x="39" y="187"/>
                  </a:lnTo>
                  <a:lnTo>
                    <a:pt x="51" y="174"/>
                  </a:lnTo>
                  <a:lnTo>
                    <a:pt x="73" y="147"/>
                  </a:lnTo>
                  <a:lnTo>
                    <a:pt x="96" y="119"/>
                  </a:lnTo>
                  <a:lnTo>
                    <a:pt x="96" y="119"/>
                  </a:lnTo>
                  <a:lnTo>
                    <a:pt x="110" y="102"/>
                  </a:lnTo>
                  <a:lnTo>
                    <a:pt x="124" y="84"/>
                  </a:lnTo>
                  <a:lnTo>
                    <a:pt x="154" y="51"/>
                  </a:lnTo>
                  <a:lnTo>
                    <a:pt x="154" y="51"/>
                  </a:lnTo>
                  <a:lnTo>
                    <a:pt x="175" y="32"/>
                  </a:lnTo>
                  <a:lnTo>
                    <a:pt x="184" y="21"/>
                  </a:lnTo>
                  <a:lnTo>
                    <a:pt x="194" y="8"/>
                  </a:lnTo>
                  <a:lnTo>
                    <a:pt x="194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2"/>
                  </a:lnTo>
                  <a:lnTo>
                    <a:pt x="187" y="0"/>
                  </a:lnTo>
                  <a:lnTo>
                    <a:pt x="184" y="2"/>
                  </a:lnTo>
                  <a:lnTo>
                    <a:pt x="183" y="3"/>
                  </a:lnTo>
                  <a:lnTo>
                    <a:pt x="183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8" name="Freeform 510"/>
            <p:cNvSpPr/>
            <p:nvPr>
              <p:custDataLst>
                <p:tags r:id="rId52"/>
              </p:custDataLst>
            </p:nvPr>
          </p:nvSpPr>
          <p:spPr bwMode="auto">
            <a:xfrm>
              <a:off x="3438526" y="1466850"/>
              <a:ext cx="76200" cy="87313"/>
            </a:xfrm>
            <a:custGeom>
              <a:avLst/>
              <a:gdLst/>
              <a:ahLst/>
              <a:cxnLst>
                <a:cxn ang="0">
                  <a:pos x="179" y="3"/>
                </a:cxn>
                <a:cxn ang="0">
                  <a:pos x="179" y="3"/>
                </a:cxn>
                <a:cxn ang="0">
                  <a:pos x="158" y="37"/>
                </a:cxn>
                <a:cxn ang="0">
                  <a:pos x="136" y="69"/>
                </a:cxn>
                <a:cxn ang="0">
                  <a:pos x="112" y="101"/>
                </a:cxn>
                <a:cxn ang="0">
                  <a:pos x="99" y="116"/>
                </a:cxn>
                <a:cxn ang="0">
                  <a:pos x="86" y="132"/>
                </a:cxn>
                <a:cxn ang="0">
                  <a:pos x="86" y="132"/>
                </a:cxn>
                <a:cxn ang="0">
                  <a:pos x="74" y="144"/>
                </a:cxn>
                <a:cxn ang="0">
                  <a:pos x="61" y="156"/>
                </a:cxn>
                <a:cxn ang="0">
                  <a:pos x="34" y="177"/>
                </a:cxn>
                <a:cxn ang="0">
                  <a:pos x="34" y="177"/>
                </a:cxn>
                <a:cxn ang="0">
                  <a:pos x="23" y="183"/>
                </a:cxn>
                <a:cxn ang="0">
                  <a:pos x="14" y="190"/>
                </a:cxn>
                <a:cxn ang="0">
                  <a:pos x="6" y="198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1"/>
                </a:cxn>
                <a:cxn ang="0">
                  <a:pos x="0" y="213"/>
                </a:cxn>
                <a:cxn ang="0">
                  <a:pos x="2" y="216"/>
                </a:cxn>
                <a:cxn ang="0">
                  <a:pos x="6" y="217"/>
                </a:cxn>
                <a:cxn ang="0">
                  <a:pos x="8" y="216"/>
                </a:cxn>
                <a:cxn ang="0">
                  <a:pos x="10" y="213"/>
                </a:cxn>
                <a:cxn ang="0">
                  <a:pos x="10" y="213"/>
                </a:cxn>
                <a:cxn ang="0">
                  <a:pos x="14" y="208"/>
                </a:cxn>
                <a:cxn ang="0">
                  <a:pos x="19" y="201"/>
                </a:cxn>
                <a:cxn ang="0">
                  <a:pos x="31" y="191"/>
                </a:cxn>
                <a:cxn ang="0">
                  <a:pos x="44" y="182"/>
                </a:cxn>
                <a:cxn ang="0">
                  <a:pos x="57" y="173"/>
                </a:cxn>
                <a:cxn ang="0">
                  <a:pos x="57" y="173"/>
                </a:cxn>
                <a:cxn ang="0">
                  <a:pos x="70" y="162"/>
                </a:cxn>
                <a:cxn ang="0">
                  <a:pos x="83" y="150"/>
                </a:cxn>
                <a:cxn ang="0">
                  <a:pos x="95" y="139"/>
                </a:cxn>
                <a:cxn ang="0">
                  <a:pos x="106" y="127"/>
                </a:cxn>
                <a:cxn ang="0">
                  <a:pos x="106" y="127"/>
                </a:cxn>
                <a:cxn ang="0">
                  <a:pos x="129" y="98"/>
                </a:cxn>
                <a:cxn ang="0">
                  <a:pos x="150" y="69"/>
                </a:cxn>
                <a:cxn ang="0">
                  <a:pos x="170" y="39"/>
                </a:cxn>
                <a:cxn ang="0">
                  <a:pos x="188" y="8"/>
                </a:cxn>
                <a:cxn ang="0">
                  <a:pos x="188" y="8"/>
                </a:cxn>
                <a:cxn ang="0">
                  <a:pos x="189" y="7"/>
                </a:cxn>
                <a:cxn ang="0">
                  <a:pos x="189" y="4"/>
                </a:cxn>
                <a:cxn ang="0">
                  <a:pos x="187" y="0"/>
                </a:cxn>
                <a:cxn ang="0">
                  <a:pos x="183" y="0"/>
                </a:cxn>
                <a:cxn ang="0">
                  <a:pos x="180" y="1"/>
                </a:cxn>
                <a:cxn ang="0">
                  <a:pos x="179" y="3"/>
                </a:cxn>
                <a:cxn ang="0">
                  <a:pos x="179" y="3"/>
                </a:cxn>
              </a:cxnLst>
              <a:rect l="0" t="0" r="r" b="b"/>
              <a:pathLst>
                <a:path w="189" h="217">
                  <a:moveTo>
                    <a:pt x="179" y="3"/>
                  </a:moveTo>
                  <a:lnTo>
                    <a:pt x="179" y="3"/>
                  </a:lnTo>
                  <a:lnTo>
                    <a:pt x="158" y="37"/>
                  </a:lnTo>
                  <a:lnTo>
                    <a:pt x="136" y="69"/>
                  </a:lnTo>
                  <a:lnTo>
                    <a:pt x="112" y="101"/>
                  </a:lnTo>
                  <a:lnTo>
                    <a:pt x="99" y="116"/>
                  </a:lnTo>
                  <a:lnTo>
                    <a:pt x="86" y="132"/>
                  </a:lnTo>
                  <a:lnTo>
                    <a:pt x="86" y="132"/>
                  </a:lnTo>
                  <a:lnTo>
                    <a:pt x="74" y="144"/>
                  </a:lnTo>
                  <a:lnTo>
                    <a:pt x="61" y="156"/>
                  </a:lnTo>
                  <a:lnTo>
                    <a:pt x="34" y="177"/>
                  </a:lnTo>
                  <a:lnTo>
                    <a:pt x="34" y="177"/>
                  </a:lnTo>
                  <a:lnTo>
                    <a:pt x="23" y="183"/>
                  </a:lnTo>
                  <a:lnTo>
                    <a:pt x="14" y="190"/>
                  </a:lnTo>
                  <a:lnTo>
                    <a:pt x="6" y="198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1"/>
                  </a:lnTo>
                  <a:lnTo>
                    <a:pt x="0" y="213"/>
                  </a:lnTo>
                  <a:lnTo>
                    <a:pt x="2" y="216"/>
                  </a:lnTo>
                  <a:lnTo>
                    <a:pt x="6" y="217"/>
                  </a:lnTo>
                  <a:lnTo>
                    <a:pt x="8" y="216"/>
                  </a:lnTo>
                  <a:lnTo>
                    <a:pt x="10" y="213"/>
                  </a:lnTo>
                  <a:lnTo>
                    <a:pt x="10" y="213"/>
                  </a:lnTo>
                  <a:lnTo>
                    <a:pt x="14" y="208"/>
                  </a:lnTo>
                  <a:lnTo>
                    <a:pt x="19" y="201"/>
                  </a:lnTo>
                  <a:lnTo>
                    <a:pt x="31" y="191"/>
                  </a:lnTo>
                  <a:lnTo>
                    <a:pt x="44" y="182"/>
                  </a:lnTo>
                  <a:lnTo>
                    <a:pt x="57" y="173"/>
                  </a:lnTo>
                  <a:lnTo>
                    <a:pt x="57" y="173"/>
                  </a:lnTo>
                  <a:lnTo>
                    <a:pt x="70" y="162"/>
                  </a:lnTo>
                  <a:lnTo>
                    <a:pt x="83" y="150"/>
                  </a:lnTo>
                  <a:lnTo>
                    <a:pt x="95" y="139"/>
                  </a:lnTo>
                  <a:lnTo>
                    <a:pt x="106" y="127"/>
                  </a:lnTo>
                  <a:lnTo>
                    <a:pt x="106" y="127"/>
                  </a:lnTo>
                  <a:lnTo>
                    <a:pt x="129" y="98"/>
                  </a:lnTo>
                  <a:lnTo>
                    <a:pt x="150" y="69"/>
                  </a:lnTo>
                  <a:lnTo>
                    <a:pt x="170" y="39"/>
                  </a:lnTo>
                  <a:lnTo>
                    <a:pt x="188" y="8"/>
                  </a:lnTo>
                  <a:lnTo>
                    <a:pt x="188" y="8"/>
                  </a:lnTo>
                  <a:lnTo>
                    <a:pt x="189" y="7"/>
                  </a:lnTo>
                  <a:lnTo>
                    <a:pt x="189" y="4"/>
                  </a:lnTo>
                  <a:lnTo>
                    <a:pt x="187" y="0"/>
                  </a:lnTo>
                  <a:lnTo>
                    <a:pt x="183" y="0"/>
                  </a:lnTo>
                  <a:lnTo>
                    <a:pt x="180" y="1"/>
                  </a:lnTo>
                  <a:lnTo>
                    <a:pt x="179" y="3"/>
                  </a:lnTo>
                  <a:lnTo>
                    <a:pt x="17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99" name="Freeform 511"/>
            <p:cNvSpPr/>
            <p:nvPr>
              <p:custDataLst>
                <p:tags r:id="rId53"/>
              </p:custDataLst>
            </p:nvPr>
          </p:nvSpPr>
          <p:spPr bwMode="auto">
            <a:xfrm>
              <a:off x="3465513" y="1516063"/>
              <a:ext cx="52388" cy="65088"/>
            </a:xfrm>
            <a:custGeom>
              <a:avLst/>
              <a:gdLst/>
              <a:ahLst/>
              <a:cxnLst>
                <a:cxn ang="0">
                  <a:pos x="119" y="1"/>
                </a:cxn>
                <a:cxn ang="0">
                  <a:pos x="119" y="1"/>
                </a:cxn>
                <a:cxn ang="0">
                  <a:pos x="85" y="34"/>
                </a:cxn>
                <a:cxn ang="0">
                  <a:pos x="68" y="51"/>
                </a:cxn>
                <a:cxn ang="0">
                  <a:pos x="52" y="69"/>
                </a:cxn>
                <a:cxn ang="0">
                  <a:pos x="52" y="69"/>
                </a:cxn>
                <a:cxn ang="0">
                  <a:pos x="38" y="90"/>
                </a:cxn>
                <a:cxn ang="0">
                  <a:pos x="25" y="111"/>
                </a:cxn>
                <a:cxn ang="0">
                  <a:pos x="12" y="132"/>
                </a:cxn>
                <a:cxn ang="0">
                  <a:pos x="0" y="154"/>
                </a:cxn>
                <a:cxn ang="0">
                  <a:pos x="0" y="154"/>
                </a:cxn>
                <a:cxn ang="0">
                  <a:pos x="0" y="157"/>
                </a:cxn>
                <a:cxn ang="0">
                  <a:pos x="0" y="159"/>
                </a:cxn>
                <a:cxn ang="0">
                  <a:pos x="2" y="162"/>
                </a:cxn>
                <a:cxn ang="0">
                  <a:pos x="5" y="163"/>
                </a:cxn>
                <a:cxn ang="0">
                  <a:pos x="8" y="163"/>
                </a:cxn>
                <a:cxn ang="0">
                  <a:pos x="9" y="162"/>
                </a:cxn>
                <a:cxn ang="0">
                  <a:pos x="10" y="161"/>
                </a:cxn>
                <a:cxn ang="0">
                  <a:pos x="10" y="161"/>
                </a:cxn>
                <a:cxn ang="0">
                  <a:pos x="21" y="140"/>
                </a:cxn>
                <a:cxn ang="0">
                  <a:pos x="31" y="120"/>
                </a:cxn>
                <a:cxn ang="0">
                  <a:pos x="43" y="102"/>
                </a:cxn>
                <a:cxn ang="0">
                  <a:pos x="57" y="83"/>
                </a:cxn>
                <a:cxn ang="0">
                  <a:pos x="57" y="83"/>
                </a:cxn>
                <a:cxn ang="0">
                  <a:pos x="73" y="62"/>
                </a:cxn>
                <a:cxn ang="0">
                  <a:pos x="90" y="44"/>
                </a:cxn>
                <a:cxn ang="0">
                  <a:pos x="128" y="9"/>
                </a:cxn>
                <a:cxn ang="0">
                  <a:pos x="128" y="9"/>
                </a:cxn>
                <a:cxn ang="0">
                  <a:pos x="129" y="8"/>
                </a:cxn>
                <a:cxn ang="0">
                  <a:pos x="129" y="5"/>
                </a:cxn>
                <a:cxn ang="0">
                  <a:pos x="127" y="1"/>
                </a:cxn>
                <a:cxn ang="0">
                  <a:pos x="124" y="0"/>
                </a:cxn>
                <a:cxn ang="0">
                  <a:pos x="121" y="0"/>
                </a:cxn>
                <a:cxn ang="0">
                  <a:pos x="119" y="1"/>
                </a:cxn>
                <a:cxn ang="0">
                  <a:pos x="119" y="1"/>
                </a:cxn>
              </a:cxnLst>
              <a:rect l="0" t="0" r="r" b="b"/>
              <a:pathLst>
                <a:path w="129" h="163">
                  <a:moveTo>
                    <a:pt x="119" y="1"/>
                  </a:moveTo>
                  <a:lnTo>
                    <a:pt x="119" y="1"/>
                  </a:lnTo>
                  <a:lnTo>
                    <a:pt x="85" y="34"/>
                  </a:lnTo>
                  <a:lnTo>
                    <a:pt x="68" y="51"/>
                  </a:lnTo>
                  <a:lnTo>
                    <a:pt x="52" y="69"/>
                  </a:lnTo>
                  <a:lnTo>
                    <a:pt x="52" y="69"/>
                  </a:lnTo>
                  <a:lnTo>
                    <a:pt x="38" y="90"/>
                  </a:lnTo>
                  <a:lnTo>
                    <a:pt x="25" y="111"/>
                  </a:lnTo>
                  <a:lnTo>
                    <a:pt x="12" y="132"/>
                  </a:lnTo>
                  <a:lnTo>
                    <a:pt x="0" y="154"/>
                  </a:lnTo>
                  <a:lnTo>
                    <a:pt x="0" y="154"/>
                  </a:lnTo>
                  <a:lnTo>
                    <a:pt x="0" y="157"/>
                  </a:lnTo>
                  <a:lnTo>
                    <a:pt x="0" y="159"/>
                  </a:lnTo>
                  <a:lnTo>
                    <a:pt x="2" y="162"/>
                  </a:lnTo>
                  <a:lnTo>
                    <a:pt x="5" y="163"/>
                  </a:lnTo>
                  <a:lnTo>
                    <a:pt x="8" y="163"/>
                  </a:lnTo>
                  <a:lnTo>
                    <a:pt x="9" y="162"/>
                  </a:lnTo>
                  <a:lnTo>
                    <a:pt x="10" y="161"/>
                  </a:lnTo>
                  <a:lnTo>
                    <a:pt x="10" y="161"/>
                  </a:lnTo>
                  <a:lnTo>
                    <a:pt x="21" y="140"/>
                  </a:lnTo>
                  <a:lnTo>
                    <a:pt x="31" y="120"/>
                  </a:lnTo>
                  <a:lnTo>
                    <a:pt x="43" y="102"/>
                  </a:lnTo>
                  <a:lnTo>
                    <a:pt x="57" y="83"/>
                  </a:lnTo>
                  <a:lnTo>
                    <a:pt x="57" y="83"/>
                  </a:lnTo>
                  <a:lnTo>
                    <a:pt x="73" y="62"/>
                  </a:lnTo>
                  <a:lnTo>
                    <a:pt x="90" y="44"/>
                  </a:lnTo>
                  <a:lnTo>
                    <a:pt x="128" y="9"/>
                  </a:lnTo>
                  <a:lnTo>
                    <a:pt x="128" y="9"/>
                  </a:lnTo>
                  <a:lnTo>
                    <a:pt x="129" y="8"/>
                  </a:lnTo>
                  <a:lnTo>
                    <a:pt x="129" y="5"/>
                  </a:lnTo>
                  <a:lnTo>
                    <a:pt x="127" y="1"/>
                  </a:lnTo>
                  <a:lnTo>
                    <a:pt x="124" y="0"/>
                  </a:lnTo>
                  <a:lnTo>
                    <a:pt x="121" y="0"/>
                  </a:lnTo>
                  <a:lnTo>
                    <a:pt x="119" y="1"/>
                  </a:lnTo>
                  <a:lnTo>
                    <a:pt x="119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0" name="Freeform 512"/>
            <p:cNvSpPr>
              <a:spLocks noEditPoints="1"/>
            </p:cNvSpPr>
            <p:nvPr>
              <p:custDataLst>
                <p:tags r:id="rId54"/>
              </p:custDataLst>
            </p:nvPr>
          </p:nvSpPr>
          <p:spPr bwMode="auto">
            <a:xfrm>
              <a:off x="3119438" y="1393825"/>
              <a:ext cx="277813" cy="128588"/>
            </a:xfrm>
            <a:custGeom>
              <a:avLst/>
              <a:gdLst/>
              <a:ahLst/>
              <a:cxnLst>
                <a:cxn ang="0">
                  <a:pos x="661" y="10"/>
                </a:cxn>
                <a:cxn ang="0">
                  <a:pos x="647" y="6"/>
                </a:cxn>
                <a:cxn ang="0">
                  <a:pos x="256" y="6"/>
                </a:cxn>
                <a:cxn ang="0">
                  <a:pos x="24" y="0"/>
                </a:cxn>
                <a:cxn ang="0">
                  <a:pos x="13" y="1"/>
                </a:cxn>
                <a:cxn ang="0">
                  <a:pos x="4" y="10"/>
                </a:cxn>
                <a:cxn ang="0">
                  <a:pos x="1" y="23"/>
                </a:cxn>
                <a:cxn ang="0">
                  <a:pos x="3" y="65"/>
                </a:cxn>
                <a:cxn ang="0">
                  <a:pos x="14" y="129"/>
                </a:cxn>
                <a:cxn ang="0">
                  <a:pos x="31" y="171"/>
                </a:cxn>
                <a:cxn ang="0">
                  <a:pos x="56" y="210"/>
                </a:cxn>
                <a:cxn ang="0">
                  <a:pos x="92" y="247"/>
                </a:cxn>
                <a:cxn ang="0">
                  <a:pos x="119" y="268"/>
                </a:cxn>
                <a:cxn ang="0">
                  <a:pos x="162" y="291"/>
                </a:cxn>
                <a:cxn ang="0">
                  <a:pos x="226" y="311"/>
                </a:cxn>
                <a:cxn ang="0">
                  <a:pos x="326" y="321"/>
                </a:cxn>
                <a:cxn ang="0">
                  <a:pos x="391" y="319"/>
                </a:cxn>
                <a:cxn ang="0">
                  <a:pos x="492" y="307"/>
                </a:cxn>
                <a:cxn ang="0">
                  <a:pos x="570" y="281"/>
                </a:cxn>
                <a:cxn ang="0">
                  <a:pos x="615" y="256"/>
                </a:cxn>
                <a:cxn ang="0">
                  <a:pos x="642" y="235"/>
                </a:cxn>
                <a:cxn ang="0">
                  <a:pos x="670" y="197"/>
                </a:cxn>
                <a:cxn ang="0">
                  <a:pos x="685" y="155"/>
                </a:cxn>
                <a:cxn ang="0">
                  <a:pos x="696" y="94"/>
                </a:cxn>
                <a:cxn ang="0">
                  <a:pos x="700" y="22"/>
                </a:cxn>
                <a:cxn ang="0">
                  <a:pos x="688" y="9"/>
                </a:cxn>
                <a:cxn ang="0">
                  <a:pos x="668" y="10"/>
                </a:cxn>
                <a:cxn ang="0">
                  <a:pos x="579" y="226"/>
                </a:cxn>
                <a:cxn ang="0">
                  <a:pos x="556" y="239"/>
                </a:cxn>
                <a:cxn ang="0">
                  <a:pos x="481" y="264"/>
                </a:cxn>
                <a:cxn ang="0">
                  <a:pos x="375" y="274"/>
                </a:cxn>
                <a:cxn ang="0">
                  <a:pos x="322" y="274"/>
                </a:cxn>
                <a:cxn ang="0">
                  <a:pos x="242" y="266"/>
                </a:cxn>
                <a:cxn ang="0">
                  <a:pos x="165" y="243"/>
                </a:cxn>
                <a:cxn ang="0">
                  <a:pos x="136" y="229"/>
                </a:cxn>
                <a:cxn ang="0">
                  <a:pos x="102" y="198"/>
                </a:cxn>
                <a:cxn ang="0">
                  <a:pos x="77" y="162"/>
                </a:cxn>
                <a:cxn ang="0">
                  <a:pos x="60" y="120"/>
                </a:cxn>
                <a:cxn ang="0">
                  <a:pos x="47" y="45"/>
                </a:cxn>
                <a:cxn ang="0">
                  <a:pos x="182" y="49"/>
                </a:cxn>
                <a:cxn ang="0">
                  <a:pos x="647" y="52"/>
                </a:cxn>
                <a:cxn ang="0">
                  <a:pos x="653" y="52"/>
                </a:cxn>
                <a:cxn ang="0">
                  <a:pos x="645" y="125"/>
                </a:cxn>
                <a:cxn ang="0">
                  <a:pos x="629" y="170"/>
                </a:cxn>
                <a:cxn ang="0">
                  <a:pos x="610" y="200"/>
                </a:cxn>
                <a:cxn ang="0">
                  <a:pos x="579" y="226"/>
                </a:cxn>
              </a:cxnLst>
              <a:rect l="0" t="0" r="r" b="b"/>
              <a:pathLst>
                <a:path w="700" h="321">
                  <a:moveTo>
                    <a:pt x="663" y="13"/>
                  </a:moveTo>
                  <a:lnTo>
                    <a:pt x="663" y="13"/>
                  </a:lnTo>
                  <a:lnTo>
                    <a:pt x="661" y="10"/>
                  </a:lnTo>
                  <a:lnTo>
                    <a:pt x="657" y="9"/>
                  </a:lnTo>
                  <a:lnTo>
                    <a:pt x="651" y="8"/>
                  </a:lnTo>
                  <a:lnTo>
                    <a:pt x="647" y="6"/>
                  </a:lnTo>
                  <a:lnTo>
                    <a:pt x="335" y="6"/>
                  </a:lnTo>
                  <a:lnTo>
                    <a:pt x="335" y="6"/>
                  </a:lnTo>
                  <a:lnTo>
                    <a:pt x="256" y="6"/>
                  </a:lnTo>
                  <a:lnTo>
                    <a:pt x="179" y="4"/>
                  </a:lnTo>
                  <a:lnTo>
                    <a:pt x="101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7" y="0"/>
                  </a:lnTo>
                  <a:lnTo>
                    <a:pt x="13" y="1"/>
                  </a:lnTo>
                  <a:lnTo>
                    <a:pt x="9" y="4"/>
                  </a:lnTo>
                  <a:lnTo>
                    <a:pt x="7" y="6"/>
                  </a:lnTo>
                  <a:lnTo>
                    <a:pt x="4" y="10"/>
                  </a:lnTo>
                  <a:lnTo>
                    <a:pt x="3" y="14"/>
                  </a:lnTo>
                  <a:lnTo>
                    <a:pt x="1" y="23"/>
                  </a:lnTo>
                  <a:lnTo>
                    <a:pt x="1" y="23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3" y="65"/>
                  </a:lnTo>
                  <a:lnTo>
                    <a:pt x="7" y="98"/>
                  </a:lnTo>
                  <a:lnTo>
                    <a:pt x="10" y="113"/>
                  </a:lnTo>
                  <a:lnTo>
                    <a:pt x="14" y="129"/>
                  </a:lnTo>
                  <a:lnTo>
                    <a:pt x="20" y="144"/>
                  </a:lnTo>
                  <a:lnTo>
                    <a:pt x="25" y="158"/>
                  </a:lnTo>
                  <a:lnTo>
                    <a:pt x="31" y="171"/>
                  </a:lnTo>
                  <a:lnTo>
                    <a:pt x="39" y="185"/>
                  </a:lnTo>
                  <a:lnTo>
                    <a:pt x="47" y="198"/>
                  </a:lnTo>
                  <a:lnTo>
                    <a:pt x="56" y="210"/>
                  </a:lnTo>
                  <a:lnTo>
                    <a:pt x="67" y="223"/>
                  </a:lnTo>
                  <a:lnTo>
                    <a:pt x="78" y="235"/>
                  </a:lnTo>
                  <a:lnTo>
                    <a:pt x="92" y="247"/>
                  </a:lnTo>
                  <a:lnTo>
                    <a:pt x="106" y="259"/>
                  </a:lnTo>
                  <a:lnTo>
                    <a:pt x="106" y="259"/>
                  </a:lnTo>
                  <a:lnTo>
                    <a:pt x="119" y="268"/>
                  </a:lnTo>
                  <a:lnTo>
                    <a:pt x="132" y="277"/>
                  </a:lnTo>
                  <a:lnTo>
                    <a:pt x="146" y="285"/>
                  </a:lnTo>
                  <a:lnTo>
                    <a:pt x="162" y="291"/>
                  </a:lnTo>
                  <a:lnTo>
                    <a:pt x="178" y="298"/>
                  </a:lnTo>
                  <a:lnTo>
                    <a:pt x="194" y="303"/>
                  </a:lnTo>
                  <a:lnTo>
                    <a:pt x="226" y="311"/>
                  </a:lnTo>
                  <a:lnTo>
                    <a:pt x="259" y="317"/>
                  </a:lnTo>
                  <a:lnTo>
                    <a:pt x="293" y="320"/>
                  </a:lnTo>
                  <a:lnTo>
                    <a:pt x="326" y="321"/>
                  </a:lnTo>
                  <a:lnTo>
                    <a:pt x="358" y="321"/>
                  </a:lnTo>
                  <a:lnTo>
                    <a:pt x="358" y="321"/>
                  </a:lnTo>
                  <a:lnTo>
                    <a:pt x="391" y="319"/>
                  </a:lnTo>
                  <a:lnTo>
                    <a:pt x="425" y="316"/>
                  </a:lnTo>
                  <a:lnTo>
                    <a:pt x="459" y="312"/>
                  </a:lnTo>
                  <a:lnTo>
                    <a:pt x="492" y="307"/>
                  </a:lnTo>
                  <a:lnTo>
                    <a:pt x="523" y="298"/>
                  </a:lnTo>
                  <a:lnTo>
                    <a:pt x="555" y="287"/>
                  </a:lnTo>
                  <a:lnTo>
                    <a:pt x="570" y="281"/>
                  </a:lnTo>
                  <a:lnTo>
                    <a:pt x="586" y="274"/>
                  </a:lnTo>
                  <a:lnTo>
                    <a:pt x="600" y="265"/>
                  </a:lnTo>
                  <a:lnTo>
                    <a:pt x="615" y="256"/>
                  </a:lnTo>
                  <a:lnTo>
                    <a:pt x="615" y="256"/>
                  </a:lnTo>
                  <a:lnTo>
                    <a:pt x="629" y="246"/>
                  </a:lnTo>
                  <a:lnTo>
                    <a:pt x="642" y="235"/>
                  </a:lnTo>
                  <a:lnTo>
                    <a:pt x="653" y="223"/>
                  </a:lnTo>
                  <a:lnTo>
                    <a:pt x="662" y="210"/>
                  </a:lnTo>
                  <a:lnTo>
                    <a:pt x="670" y="197"/>
                  </a:lnTo>
                  <a:lnTo>
                    <a:pt x="676" y="184"/>
                  </a:lnTo>
                  <a:lnTo>
                    <a:pt x="681" y="170"/>
                  </a:lnTo>
                  <a:lnTo>
                    <a:pt x="685" y="155"/>
                  </a:lnTo>
                  <a:lnTo>
                    <a:pt x="689" y="141"/>
                  </a:lnTo>
                  <a:lnTo>
                    <a:pt x="692" y="125"/>
                  </a:lnTo>
                  <a:lnTo>
                    <a:pt x="696" y="94"/>
                  </a:lnTo>
                  <a:lnTo>
                    <a:pt x="700" y="30"/>
                  </a:lnTo>
                  <a:lnTo>
                    <a:pt x="700" y="30"/>
                  </a:lnTo>
                  <a:lnTo>
                    <a:pt x="700" y="22"/>
                  </a:lnTo>
                  <a:lnTo>
                    <a:pt x="697" y="17"/>
                  </a:lnTo>
                  <a:lnTo>
                    <a:pt x="693" y="11"/>
                  </a:lnTo>
                  <a:lnTo>
                    <a:pt x="688" y="9"/>
                  </a:lnTo>
                  <a:lnTo>
                    <a:pt x="681" y="8"/>
                  </a:lnTo>
                  <a:lnTo>
                    <a:pt x="675" y="8"/>
                  </a:lnTo>
                  <a:lnTo>
                    <a:pt x="668" y="10"/>
                  </a:lnTo>
                  <a:lnTo>
                    <a:pt x="663" y="13"/>
                  </a:lnTo>
                  <a:lnTo>
                    <a:pt x="663" y="13"/>
                  </a:lnTo>
                  <a:close/>
                  <a:moveTo>
                    <a:pt x="579" y="226"/>
                  </a:moveTo>
                  <a:lnTo>
                    <a:pt x="579" y="226"/>
                  </a:lnTo>
                  <a:lnTo>
                    <a:pt x="568" y="232"/>
                  </a:lnTo>
                  <a:lnTo>
                    <a:pt x="556" y="239"/>
                  </a:lnTo>
                  <a:lnTo>
                    <a:pt x="532" y="249"/>
                  </a:lnTo>
                  <a:lnTo>
                    <a:pt x="506" y="257"/>
                  </a:lnTo>
                  <a:lnTo>
                    <a:pt x="481" y="264"/>
                  </a:lnTo>
                  <a:lnTo>
                    <a:pt x="455" y="268"/>
                  </a:lnTo>
                  <a:lnTo>
                    <a:pt x="428" y="270"/>
                  </a:lnTo>
                  <a:lnTo>
                    <a:pt x="375" y="274"/>
                  </a:lnTo>
                  <a:lnTo>
                    <a:pt x="375" y="274"/>
                  </a:lnTo>
                  <a:lnTo>
                    <a:pt x="349" y="274"/>
                  </a:lnTo>
                  <a:lnTo>
                    <a:pt x="322" y="274"/>
                  </a:lnTo>
                  <a:lnTo>
                    <a:pt x="296" y="273"/>
                  </a:lnTo>
                  <a:lnTo>
                    <a:pt x="268" y="270"/>
                  </a:lnTo>
                  <a:lnTo>
                    <a:pt x="242" y="266"/>
                  </a:lnTo>
                  <a:lnTo>
                    <a:pt x="216" y="261"/>
                  </a:lnTo>
                  <a:lnTo>
                    <a:pt x="190" y="253"/>
                  </a:lnTo>
                  <a:lnTo>
                    <a:pt x="165" y="243"/>
                  </a:lnTo>
                  <a:lnTo>
                    <a:pt x="165" y="243"/>
                  </a:lnTo>
                  <a:lnTo>
                    <a:pt x="150" y="236"/>
                  </a:lnTo>
                  <a:lnTo>
                    <a:pt x="136" y="229"/>
                  </a:lnTo>
                  <a:lnTo>
                    <a:pt x="124" y="219"/>
                  </a:lnTo>
                  <a:lnTo>
                    <a:pt x="112" y="209"/>
                  </a:lnTo>
                  <a:lnTo>
                    <a:pt x="102" y="198"/>
                  </a:lnTo>
                  <a:lnTo>
                    <a:pt x="93" y="187"/>
                  </a:lnTo>
                  <a:lnTo>
                    <a:pt x="84" y="175"/>
                  </a:lnTo>
                  <a:lnTo>
                    <a:pt x="77" y="162"/>
                  </a:lnTo>
                  <a:lnTo>
                    <a:pt x="71" y="149"/>
                  </a:lnTo>
                  <a:lnTo>
                    <a:pt x="64" y="134"/>
                  </a:lnTo>
                  <a:lnTo>
                    <a:pt x="60" y="120"/>
                  </a:lnTo>
                  <a:lnTo>
                    <a:pt x="56" y="106"/>
                  </a:lnTo>
                  <a:lnTo>
                    <a:pt x="50" y="76"/>
                  </a:lnTo>
                  <a:lnTo>
                    <a:pt x="47" y="45"/>
                  </a:lnTo>
                  <a:lnTo>
                    <a:pt x="47" y="45"/>
                  </a:lnTo>
                  <a:lnTo>
                    <a:pt x="114" y="47"/>
                  </a:lnTo>
                  <a:lnTo>
                    <a:pt x="182" y="49"/>
                  </a:lnTo>
                  <a:lnTo>
                    <a:pt x="249" y="52"/>
                  </a:lnTo>
                  <a:lnTo>
                    <a:pt x="317" y="52"/>
                  </a:lnTo>
                  <a:lnTo>
                    <a:pt x="647" y="52"/>
                  </a:lnTo>
                  <a:lnTo>
                    <a:pt x="647" y="52"/>
                  </a:lnTo>
                  <a:lnTo>
                    <a:pt x="653" y="52"/>
                  </a:lnTo>
                  <a:lnTo>
                    <a:pt x="653" y="52"/>
                  </a:lnTo>
                  <a:lnTo>
                    <a:pt x="651" y="77"/>
                  </a:lnTo>
                  <a:lnTo>
                    <a:pt x="649" y="102"/>
                  </a:lnTo>
                  <a:lnTo>
                    <a:pt x="645" y="125"/>
                  </a:lnTo>
                  <a:lnTo>
                    <a:pt x="638" y="149"/>
                  </a:lnTo>
                  <a:lnTo>
                    <a:pt x="634" y="159"/>
                  </a:lnTo>
                  <a:lnTo>
                    <a:pt x="629" y="170"/>
                  </a:lnTo>
                  <a:lnTo>
                    <a:pt x="624" y="180"/>
                  </a:lnTo>
                  <a:lnTo>
                    <a:pt x="616" y="191"/>
                  </a:lnTo>
                  <a:lnTo>
                    <a:pt x="610" y="200"/>
                  </a:lnTo>
                  <a:lnTo>
                    <a:pt x="600" y="209"/>
                  </a:lnTo>
                  <a:lnTo>
                    <a:pt x="590" y="218"/>
                  </a:lnTo>
                  <a:lnTo>
                    <a:pt x="579" y="226"/>
                  </a:lnTo>
                  <a:lnTo>
                    <a:pt x="579" y="22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1" name="Freeform 513"/>
            <p:cNvSpPr>
              <a:spLocks noEditPoints="1"/>
            </p:cNvSpPr>
            <p:nvPr>
              <p:custDataLst>
                <p:tags r:id="rId55"/>
              </p:custDataLst>
            </p:nvPr>
          </p:nvSpPr>
          <p:spPr bwMode="auto">
            <a:xfrm>
              <a:off x="3570288" y="1393825"/>
              <a:ext cx="277813" cy="128588"/>
            </a:xfrm>
            <a:custGeom>
              <a:avLst/>
              <a:gdLst/>
              <a:ahLst/>
              <a:cxnLst>
                <a:cxn ang="0">
                  <a:pos x="661" y="10"/>
                </a:cxn>
                <a:cxn ang="0">
                  <a:pos x="648" y="6"/>
                </a:cxn>
                <a:cxn ang="0">
                  <a:pos x="258" y="6"/>
                </a:cxn>
                <a:cxn ang="0">
                  <a:pos x="24" y="0"/>
                </a:cxn>
                <a:cxn ang="0">
                  <a:pos x="13" y="1"/>
                </a:cxn>
                <a:cxn ang="0">
                  <a:pos x="4" y="10"/>
                </a:cxn>
                <a:cxn ang="0">
                  <a:pos x="1" y="23"/>
                </a:cxn>
                <a:cxn ang="0">
                  <a:pos x="3" y="65"/>
                </a:cxn>
                <a:cxn ang="0">
                  <a:pos x="14" y="129"/>
                </a:cxn>
                <a:cxn ang="0">
                  <a:pos x="31" y="171"/>
                </a:cxn>
                <a:cxn ang="0">
                  <a:pos x="56" y="210"/>
                </a:cxn>
                <a:cxn ang="0">
                  <a:pos x="92" y="247"/>
                </a:cxn>
                <a:cxn ang="0">
                  <a:pos x="119" y="268"/>
                </a:cxn>
                <a:cxn ang="0">
                  <a:pos x="162" y="291"/>
                </a:cxn>
                <a:cxn ang="0">
                  <a:pos x="226" y="311"/>
                </a:cxn>
                <a:cxn ang="0">
                  <a:pos x="326" y="321"/>
                </a:cxn>
                <a:cxn ang="0">
                  <a:pos x="393" y="319"/>
                </a:cxn>
                <a:cxn ang="0">
                  <a:pos x="492" y="307"/>
                </a:cxn>
                <a:cxn ang="0">
                  <a:pos x="570" y="281"/>
                </a:cxn>
                <a:cxn ang="0">
                  <a:pos x="615" y="256"/>
                </a:cxn>
                <a:cxn ang="0">
                  <a:pos x="642" y="235"/>
                </a:cxn>
                <a:cxn ang="0">
                  <a:pos x="670" y="197"/>
                </a:cxn>
                <a:cxn ang="0">
                  <a:pos x="686" y="155"/>
                </a:cxn>
                <a:cxn ang="0">
                  <a:pos x="696" y="94"/>
                </a:cxn>
                <a:cxn ang="0">
                  <a:pos x="700" y="22"/>
                </a:cxn>
                <a:cxn ang="0">
                  <a:pos x="688" y="9"/>
                </a:cxn>
                <a:cxn ang="0">
                  <a:pos x="669" y="10"/>
                </a:cxn>
                <a:cxn ang="0">
                  <a:pos x="580" y="226"/>
                </a:cxn>
                <a:cxn ang="0">
                  <a:pos x="556" y="239"/>
                </a:cxn>
                <a:cxn ang="0">
                  <a:pos x="481" y="264"/>
                </a:cxn>
                <a:cxn ang="0">
                  <a:pos x="376" y="274"/>
                </a:cxn>
                <a:cxn ang="0">
                  <a:pos x="322" y="274"/>
                </a:cxn>
                <a:cxn ang="0">
                  <a:pos x="242" y="266"/>
                </a:cxn>
                <a:cxn ang="0">
                  <a:pos x="165" y="243"/>
                </a:cxn>
                <a:cxn ang="0">
                  <a:pos x="136" y="229"/>
                </a:cxn>
                <a:cxn ang="0">
                  <a:pos x="102" y="198"/>
                </a:cxn>
                <a:cxn ang="0">
                  <a:pos x="77" y="162"/>
                </a:cxn>
                <a:cxn ang="0">
                  <a:pos x="60" y="120"/>
                </a:cxn>
                <a:cxn ang="0">
                  <a:pos x="47" y="45"/>
                </a:cxn>
                <a:cxn ang="0">
                  <a:pos x="182" y="49"/>
                </a:cxn>
                <a:cxn ang="0">
                  <a:pos x="648" y="52"/>
                </a:cxn>
                <a:cxn ang="0">
                  <a:pos x="653" y="52"/>
                </a:cxn>
                <a:cxn ang="0">
                  <a:pos x="645" y="125"/>
                </a:cxn>
                <a:cxn ang="0">
                  <a:pos x="629" y="170"/>
                </a:cxn>
                <a:cxn ang="0">
                  <a:pos x="610" y="200"/>
                </a:cxn>
                <a:cxn ang="0">
                  <a:pos x="580" y="226"/>
                </a:cxn>
              </a:cxnLst>
              <a:rect l="0" t="0" r="r" b="b"/>
              <a:pathLst>
                <a:path w="701" h="321">
                  <a:moveTo>
                    <a:pt x="663" y="13"/>
                  </a:moveTo>
                  <a:lnTo>
                    <a:pt x="663" y="13"/>
                  </a:lnTo>
                  <a:lnTo>
                    <a:pt x="661" y="10"/>
                  </a:lnTo>
                  <a:lnTo>
                    <a:pt x="657" y="9"/>
                  </a:lnTo>
                  <a:lnTo>
                    <a:pt x="653" y="8"/>
                  </a:lnTo>
                  <a:lnTo>
                    <a:pt x="648" y="6"/>
                  </a:lnTo>
                  <a:lnTo>
                    <a:pt x="335" y="6"/>
                  </a:lnTo>
                  <a:lnTo>
                    <a:pt x="335" y="6"/>
                  </a:lnTo>
                  <a:lnTo>
                    <a:pt x="258" y="6"/>
                  </a:lnTo>
                  <a:lnTo>
                    <a:pt x="179" y="4"/>
                  </a:lnTo>
                  <a:lnTo>
                    <a:pt x="101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3" y="1"/>
                  </a:lnTo>
                  <a:lnTo>
                    <a:pt x="9" y="4"/>
                  </a:lnTo>
                  <a:lnTo>
                    <a:pt x="7" y="6"/>
                  </a:lnTo>
                  <a:lnTo>
                    <a:pt x="4" y="10"/>
                  </a:lnTo>
                  <a:lnTo>
                    <a:pt x="3" y="14"/>
                  </a:lnTo>
                  <a:lnTo>
                    <a:pt x="1" y="23"/>
                  </a:lnTo>
                  <a:lnTo>
                    <a:pt x="1" y="23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3" y="65"/>
                  </a:lnTo>
                  <a:lnTo>
                    <a:pt x="7" y="98"/>
                  </a:lnTo>
                  <a:lnTo>
                    <a:pt x="11" y="113"/>
                  </a:lnTo>
                  <a:lnTo>
                    <a:pt x="14" y="129"/>
                  </a:lnTo>
                  <a:lnTo>
                    <a:pt x="20" y="144"/>
                  </a:lnTo>
                  <a:lnTo>
                    <a:pt x="25" y="158"/>
                  </a:lnTo>
                  <a:lnTo>
                    <a:pt x="31" y="171"/>
                  </a:lnTo>
                  <a:lnTo>
                    <a:pt x="39" y="185"/>
                  </a:lnTo>
                  <a:lnTo>
                    <a:pt x="47" y="198"/>
                  </a:lnTo>
                  <a:lnTo>
                    <a:pt x="56" y="210"/>
                  </a:lnTo>
                  <a:lnTo>
                    <a:pt x="67" y="223"/>
                  </a:lnTo>
                  <a:lnTo>
                    <a:pt x="79" y="235"/>
                  </a:lnTo>
                  <a:lnTo>
                    <a:pt x="92" y="247"/>
                  </a:lnTo>
                  <a:lnTo>
                    <a:pt x="106" y="259"/>
                  </a:lnTo>
                  <a:lnTo>
                    <a:pt x="106" y="259"/>
                  </a:lnTo>
                  <a:lnTo>
                    <a:pt x="119" y="268"/>
                  </a:lnTo>
                  <a:lnTo>
                    <a:pt x="132" y="277"/>
                  </a:lnTo>
                  <a:lnTo>
                    <a:pt x="147" y="285"/>
                  </a:lnTo>
                  <a:lnTo>
                    <a:pt x="162" y="291"/>
                  </a:lnTo>
                  <a:lnTo>
                    <a:pt x="178" y="298"/>
                  </a:lnTo>
                  <a:lnTo>
                    <a:pt x="194" y="303"/>
                  </a:lnTo>
                  <a:lnTo>
                    <a:pt x="226" y="311"/>
                  </a:lnTo>
                  <a:lnTo>
                    <a:pt x="259" y="317"/>
                  </a:lnTo>
                  <a:lnTo>
                    <a:pt x="293" y="320"/>
                  </a:lnTo>
                  <a:lnTo>
                    <a:pt x="326" y="321"/>
                  </a:lnTo>
                  <a:lnTo>
                    <a:pt x="358" y="321"/>
                  </a:lnTo>
                  <a:lnTo>
                    <a:pt x="358" y="321"/>
                  </a:lnTo>
                  <a:lnTo>
                    <a:pt x="393" y="319"/>
                  </a:lnTo>
                  <a:lnTo>
                    <a:pt x="425" y="316"/>
                  </a:lnTo>
                  <a:lnTo>
                    <a:pt x="459" y="312"/>
                  </a:lnTo>
                  <a:lnTo>
                    <a:pt x="492" y="307"/>
                  </a:lnTo>
                  <a:lnTo>
                    <a:pt x="523" y="298"/>
                  </a:lnTo>
                  <a:lnTo>
                    <a:pt x="555" y="287"/>
                  </a:lnTo>
                  <a:lnTo>
                    <a:pt x="570" y="281"/>
                  </a:lnTo>
                  <a:lnTo>
                    <a:pt x="586" y="274"/>
                  </a:lnTo>
                  <a:lnTo>
                    <a:pt x="600" y="265"/>
                  </a:lnTo>
                  <a:lnTo>
                    <a:pt x="615" y="256"/>
                  </a:lnTo>
                  <a:lnTo>
                    <a:pt x="615" y="256"/>
                  </a:lnTo>
                  <a:lnTo>
                    <a:pt x="629" y="246"/>
                  </a:lnTo>
                  <a:lnTo>
                    <a:pt x="642" y="235"/>
                  </a:lnTo>
                  <a:lnTo>
                    <a:pt x="653" y="223"/>
                  </a:lnTo>
                  <a:lnTo>
                    <a:pt x="662" y="210"/>
                  </a:lnTo>
                  <a:lnTo>
                    <a:pt x="670" y="197"/>
                  </a:lnTo>
                  <a:lnTo>
                    <a:pt x="676" y="184"/>
                  </a:lnTo>
                  <a:lnTo>
                    <a:pt x="682" y="170"/>
                  </a:lnTo>
                  <a:lnTo>
                    <a:pt x="686" y="155"/>
                  </a:lnTo>
                  <a:lnTo>
                    <a:pt x="689" y="141"/>
                  </a:lnTo>
                  <a:lnTo>
                    <a:pt x="692" y="125"/>
                  </a:lnTo>
                  <a:lnTo>
                    <a:pt x="696" y="94"/>
                  </a:lnTo>
                  <a:lnTo>
                    <a:pt x="701" y="30"/>
                  </a:lnTo>
                  <a:lnTo>
                    <a:pt x="701" y="30"/>
                  </a:lnTo>
                  <a:lnTo>
                    <a:pt x="700" y="22"/>
                  </a:lnTo>
                  <a:lnTo>
                    <a:pt x="697" y="17"/>
                  </a:lnTo>
                  <a:lnTo>
                    <a:pt x="693" y="11"/>
                  </a:lnTo>
                  <a:lnTo>
                    <a:pt x="688" y="9"/>
                  </a:lnTo>
                  <a:lnTo>
                    <a:pt x="682" y="8"/>
                  </a:lnTo>
                  <a:lnTo>
                    <a:pt x="675" y="8"/>
                  </a:lnTo>
                  <a:lnTo>
                    <a:pt x="669" y="10"/>
                  </a:lnTo>
                  <a:lnTo>
                    <a:pt x="663" y="13"/>
                  </a:lnTo>
                  <a:lnTo>
                    <a:pt x="663" y="13"/>
                  </a:lnTo>
                  <a:close/>
                  <a:moveTo>
                    <a:pt x="580" y="226"/>
                  </a:moveTo>
                  <a:lnTo>
                    <a:pt x="580" y="226"/>
                  </a:lnTo>
                  <a:lnTo>
                    <a:pt x="568" y="232"/>
                  </a:lnTo>
                  <a:lnTo>
                    <a:pt x="556" y="239"/>
                  </a:lnTo>
                  <a:lnTo>
                    <a:pt x="532" y="249"/>
                  </a:lnTo>
                  <a:lnTo>
                    <a:pt x="506" y="257"/>
                  </a:lnTo>
                  <a:lnTo>
                    <a:pt x="481" y="264"/>
                  </a:lnTo>
                  <a:lnTo>
                    <a:pt x="455" y="268"/>
                  </a:lnTo>
                  <a:lnTo>
                    <a:pt x="428" y="270"/>
                  </a:lnTo>
                  <a:lnTo>
                    <a:pt x="376" y="274"/>
                  </a:lnTo>
                  <a:lnTo>
                    <a:pt x="376" y="274"/>
                  </a:lnTo>
                  <a:lnTo>
                    <a:pt x="349" y="274"/>
                  </a:lnTo>
                  <a:lnTo>
                    <a:pt x="322" y="274"/>
                  </a:lnTo>
                  <a:lnTo>
                    <a:pt x="296" y="273"/>
                  </a:lnTo>
                  <a:lnTo>
                    <a:pt x="268" y="270"/>
                  </a:lnTo>
                  <a:lnTo>
                    <a:pt x="242" y="266"/>
                  </a:lnTo>
                  <a:lnTo>
                    <a:pt x="216" y="261"/>
                  </a:lnTo>
                  <a:lnTo>
                    <a:pt x="191" y="253"/>
                  </a:lnTo>
                  <a:lnTo>
                    <a:pt x="165" y="243"/>
                  </a:lnTo>
                  <a:lnTo>
                    <a:pt x="165" y="243"/>
                  </a:lnTo>
                  <a:lnTo>
                    <a:pt x="151" y="236"/>
                  </a:lnTo>
                  <a:lnTo>
                    <a:pt x="136" y="229"/>
                  </a:lnTo>
                  <a:lnTo>
                    <a:pt x="124" y="219"/>
                  </a:lnTo>
                  <a:lnTo>
                    <a:pt x="113" y="209"/>
                  </a:lnTo>
                  <a:lnTo>
                    <a:pt x="102" y="198"/>
                  </a:lnTo>
                  <a:lnTo>
                    <a:pt x="93" y="187"/>
                  </a:lnTo>
                  <a:lnTo>
                    <a:pt x="85" y="175"/>
                  </a:lnTo>
                  <a:lnTo>
                    <a:pt x="77" y="162"/>
                  </a:lnTo>
                  <a:lnTo>
                    <a:pt x="71" y="149"/>
                  </a:lnTo>
                  <a:lnTo>
                    <a:pt x="65" y="134"/>
                  </a:lnTo>
                  <a:lnTo>
                    <a:pt x="60" y="120"/>
                  </a:lnTo>
                  <a:lnTo>
                    <a:pt x="56" y="106"/>
                  </a:lnTo>
                  <a:lnTo>
                    <a:pt x="50" y="76"/>
                  </a:lnTo>
                  <a:lnTo>
                    <a:pt x="47" y="45"/>
                  </a:lnTo>
                  <a:lnTo>
                    <a:pt x="47" y="45"/>
                  </a:lnTo>
                  <a:lnTo>
                    <a:pt x="114" y="47"/>
                  </a:lnTo>
                  <a:lnTo>
                    <a:pt x="182" y="49"/>
                  </a:lnTo>
                  <a:lnTo>
                    <a:pt x="250" y="52"/>
                  </a:lnTo>
                  <a:lnTo>
                    <a:pt x="317" y="52"/>
                  </a:lnTo>
                  <a:lnTo>
                    <a:pt x="648" y="52"/>
                  </a:lnTo>
                  <a:lnTo>
                    <a:pt x="648" y="52"/>
                  </a:lnTo>
                  <a:lnTo>
                    <a:pt x="653" y="52"/>
                  </a:lnTo>
                  <a:lnTo>
                    <a:pt x="653" y="52"/>
                  </a:lnTo>
                  <a:lnTo>
                    <a:pt x="652" y="77"/>
                  </a:lnTo>
                  <a:lnTo>
                    <a:pt x="649" y="102"/>
                  </a:lnTo>
                  <a:lnTo>
                    <a:pt x="645" y="125"/>
                  </a:lnTo>
                  <a:lnTo>
                    <a:pt x="638" y="149"/>
                  </a:lnTo>
                  <a:lnTo>
                    <a:pt x="635" y="159"/>
                  </a:lnTo>
                  <a:lnTo>
                    <a:pt x="629" y="170"/>
                  </a:lnTo>
                  <a:lnTo>
                    <a:pt x="624" y="180"/>
                  </a:lnTo>
                  <a:lnTo>
                    <a:pt x="617" y="191"/>
                  </a:lnTo>
                  <a:lnTo>
                    <a:pt x="610" y="200"/>
                  </a:lnTo>
                  <a:lnTo>
                    <a:pt x="600" y="209"/>
                  </a:lnTo>
                  <a:lnTo>
                    <a:pt x="590" y="218"/>
                  </a:lnTo>
                  <a:lnTo>
                    <a:pt x="580" y="226"/>
                  </a:lnTo>
                  <a:lnTo>
                    <a:pt x="580" y="22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2" name="Freeform 514"/>
            <p:cNvSpPr>
              <a:spLocks noEditPoints="1"/>
            </p:cNvSpPr>
            <p:nvPr>
              <p:custDataLst>
                <p:tags r:id="rId56"/>
              </p:custDataLst>
            </p:nvPr>
          </p:nvSpPr>
          <p:spPr bwMode="auto">
            <a:xfrm>
              <a:off x="3187701" y="1065213"/>
              <a:ext cx="587375" cy="128588"/>
            </a:xfrm>
            <a:custGeom>
              <a:avLst/>
              <a:gdLst/>
              <a:ahLst/>
              <a:cxnLst>
                <a:cxn ang="0">
                  <a:pos x="1383" y="117"/>
                </a:cxn>
                <a:cxn ang="0">
                  <a:pos x="1313" y="106"/>
                </a:cxn>
                <a:cxn ang="0">
                  <a:pos x="1176" y="26"/>
                </a:cxn>
                <a:cxn ang="0">
                  <a:pos x="1078" y="2"/>
                </a:cxn>
                <a:cxn ang="0">
                  <a:pos x="969" y="17"/>
                </a:cxn>
                <a:cxn ang="0">
                  <a:pos x="862" y="60"/>
                </a:cxn>
                <a:cxn ang="0">
                  <a:pos x="700" y="75"/>
                </a:cxn>
                <a:cxn ang="0">
                  <a:pos x="581" y="47"/>
                </a:cxn>
                <a:cxn ang="0">
                  <a:pos x="453" y="4"/>
                </a:cxn>
                <a:cxn ang="0">
                  <a:pos x="348" y="9"/>
                </a:cxn>
                <a:cxn ang="0">
                  <a:pos x="230" y="72"/>
                </a:cxn>
                <a:cxn ang="0">
                  <a:pos x="148" y="110"/>
                </a:cxn>
                <a:cxn ang="0">
                  <a:pos x="48" y="127"/>
                </a:cxn>
                <a:cxn ang="0">
                  <a:pos x="1" y="194"/>
                </a:cxn>
                <a:cxn ang="0">
                  <a:pos x="33" y="280"/>
                </a:cxn>
                <a:cxn ang="0">
                  <a:pos x="146" y="327"/>
                </a:cxn>
                <a:cxn ang="0">
                  <a:pos x="271" y="293"/>
                </a:cxn>
                <a:cxn ang="0">
                  <a:pos x="415" y="213"/>
                </a:cxn>
                <a:cxn ang="0">
                  <a:pos x="502" y="207"/>
                </a:cxn>
                <a:cxn ang="0">
                  <a:pos x="636" y="268"/>
                </a:cxn>
                <a:cxn ang="0">
                  <a:pos x="739" y="296"/>
                </a:cxn>
                <a:cxn ang="0">
                  <a:pos x="820" y="277"/>
                </a:cxn>
                <a:cxn ang="0">
                  <a:pos x="960" y="211"/>
                </a:cxn>
                <a:cxn ang="0">
                  <a:pos x="1049" y="209"/>
                </a:cxn>
                <a:cxn ang="0">
                  <a:pos x="1207" y="293"/>
                </a:cxn>
                <a:cxn ang="0">
                  <a:pos x="1313" y="327"/>
                </a:cxn>
                <a:cxn ang="0">
                  <a:pos x="1431" y="293"/>
                </a:cxn>
                <a:cxn ang="0">
                  <a:pos x="1477" y="208"/>
                </a:cxn>
                <a:cxn ang="0">
                  <a:pos x="1415" y="245"/>
                </a:cxn>
                <a:cxn ang="0">
                  <a:pos x="1321" y="284"/>
                </a:cxn>
                <a:cxn ang="0">
                  <a:pos x="1260" y="270"/>
                </a:cxn>
                <a:cxn ang="0">
                  <a:pos x="1074" y="166"/>
                </a:cxn>
                <a:cxn ang="0">
                  <a:pos x="963" y="165"/>
                </a:cxn>
                <a:cxn ang="0">
                  <a:pos x="777" y="246"/>
                </a:cxn>
                <a:cxn ang="0">
                  <a:pos x="761" y="250"/>
                </a:cxn>
                <a:cxn ang="0">
                  <a:pos x="717" y="253"/>
                </a:cxn>
                <a:cxn ang="0">
                  <a:pos x="591" y="195"/>
                </a:cxn>
                <a:cxn ang="0">
                  <a:pos x="433" y="161"/>
                </a:cxn>
                <a:cxn ang="0">
                  <a:pos x="322" y="206"/>
                </a:cxn>
                <a:cxn ang="0">
                  <a:pos x="188" y="281"/>
                </a:cxn>
                <a:cxn ang="0">
                  <a:pos x="97" y="270"/>
                </a:cxn>
                <a:cxn ang="0">
                  <a:pos x="47" y="221"/>
                </a:cxn>
                <a:cxn ang="0">
                  <a:pos x="61" y="178"/>
                </a:cxn>
                <a:cxn ang="0">
                  <a:pos x="161" y="161"/>
                </a:cxn>
                <a:cxn ang="0">
                  <a:pos x="192" y="144"/>
                </a:cxn>
                <a:cxn ang="0">
                  <a:pos x="309" y="75"/>
                </a:cxn>
                <a:cxn ang="0">
                  <a:pos x="433" y="47"/>
                </a:cxn>
                <a:cxn ang="0">
                  <a:pos x="572" y="94"/>
                </a:cxn>
                <a:cxn ang="0">
                  <a:pos x="725" y="122"/>
                </a:cxn>
                <a:cxn ang="0">
                  <a:pos x="747" y="122"/>
                </a:cxn>
                <a:cxn ang="0">
                  <a:pos x="872" y="106"/>
                </a:cxn>
                <a:cxn ang="0">
                  <a:pos x="1020" y="50"/>
                </a:cxn>
                <a:cxn ang="0">
                  <a:pos x="1129" y="59"/>
                </a:cxn>
                <a:cxn ang="0">
                  <a:pos x="1249" y="126"/>
                </a:cxn>
                <a:cxn ang="0">
                  <a:pos x="1309" y="160"/>
                </a:cxn>
                <a:cxn ang="0">
                  <a:pos x="1400" y="169"/>
                </a:cxn>
                <a:cxn ang="0">
                  <a:pos x="1432" y="209"/>
                </a:cxn>
                <a:cxn ang="0">
                  <a:pos x="1415" y="245"/>
                </a:cxn>
              </a:cxnLst>
              <a:rect l="0" t="0" r="r" b="b"/>
              <a:pathLst>
                <a:path w="1477" h="327">
                  <a:moveTo>
                    <a:pt x="1455" y="144"/>
                  </a:moveTo>
                  <a:lnTo>
                    <a:pt x="1455" y="144"/>
                  </a:lnTo>
                  <a:lnTo>
                    <a:pt x="1443" y="135"/>
                  </a:lnTo>
                  <a:lnTo>
                    <a:pt x="1430" y="127"/>
                  </a:lnTo>
                  <a:lnTo>
                    <a:pt x="1415" y="122"/>
                  </a:lnTo>
                  <a:lnTo>
                    <a:pt x="1400" y="119"/>
                  </a:lnTo>
                  <a:lnTo>
                    <a:pt x="1383" y="117"/>
                  </a:lnTo>
                  <a:lnTo>
                    <a:pt x="1367" y="115"/>
                  </a:lnTo>
                  <a:lnTo>
                    <a:pt x="1336" y="115"/>
                  </a:lnTo>
                  <a:lnTo>
                    <a:pt x="1336" y="115"/>
                  </a:lnTo>
                  <a:lnTo>
                    <a:pt x="1330" y="110"/>
                  </a:lnTo>
                  <a:lnTo>
                    <a:pt x="1322" y="107"/>
                  </a:lnTo>
                  <a:lnTo>
                    <a:pt x="1322" y="107"/>
                  </a:lnTo>
                  <a:lnTo>
                    <a:pt x="1313" y="106"/>
                  </a:lnTo>
                  <a:lnTo>
                    <a:pt x="1303" y="102"/>
                  </a:lnTo>
                  <a:lnTo>
                    <a:pt x="1284" y="94"/>
                  </a:lnTo>
                  <a:lnTo>
                    <a:pt x="1266" y="84"/>
                  </a:lnTo>
                  <a:lnTo>
                    <a:pt x="1248" y="72"/>
                  </a:lnTo>
                  <a:lnTo>
                    <a:pt x="1211" y="49"/>
                  </a:lnTo>
                  <a:lnTo>
                    <a:pt x="1194" y="37"/>
                  </a:lnTo>
                  <a:lnTo>
                    <a:pt x="1176" y="26"/>
                  </a:lnTo>
                  <a:lnTo>
                    <a:pt x="1176" y="26"/>
                  </a:lnTo>
                  <a:lnTo>
                    <a:pt x="1162" y="21"/>
                  </a:lnTo>
                  <a:lnTo>
                    <a:pt x="1146" y="15"/>
                  </a:lnTo>
                  <a:lnTo>
                    <a:pt x="1129" y="9"/>
                  </a:lnTo>
                  <a:lnTo>
                    <a:pt x="1112" y="5"/>
                  </a:lnTo>
                  <a:lnTo>
                    <a:pt x="1095" y="3"/>
                  </a:lnTo>
                  <a:lnTo>
                    <a:pt x="1078" y="2"/>
                  </a:lnTo>
                  <a:lnTo>
                    <a:pt x="1061" y="0"/>
                  </a:lnTo>
                  <a:lnTo>
                    <a:pt x="1045" y="2"/>
                  </a:lnTo>
                  <a:lnTo>
                    <a:pt x="1045" y="2"/>
                  </a:lnTo>
                  <a:lnTo>
                    <a:pt x="1025" y="4"/>
                  </a:lnTo>
                  <a:lnTo>
                    <a:pt x="1006" y="8"/>
                  </a:lnTo>
                  <a:lnTo>
                    <a:pt x="988" y="12"/>
                  </a:lnTo>
                  <a:lnTo>
                    <a:pt x="969" y="17"/>
                  </a:lnTo>
                  <a:lnTo>
                    <a:pt x="951" y="24"/>
                  </a:lnTo>
                  <a:lnTo>
                    <a:pt x="933" y="30"/>
                  </a:lnTo>
                  <a:lnTo>
                    <a:pt x="914" y="38"/>
                  </a:lnTo>
                  <a:lnTo>
                    <a:pt x="897" y="47"/>
                  </a:lnTo>
                  <a:lnTo>
                    <a:pt x="897" y="47"/>
                  </a:lnTo>
                  <a:lnTo>
                    <a:pt x="880" y="55"/>
                  </a:lnTo>
                  <a:lnTo>
                    <a:pt x="862" y="60"/>
                  </a:lnTo>
                  <a:lnTo>
                    <a:pt x="842" y="66"/>
                  </a:lnTo>
                  <a:lnTo>
                    <a:pt x="821" y="70"/>
                  </a:lnTo>
                  <a:lnTo>
                    <a:pt x="799" y="72"/>
                  </a:lnTo>
                  <a:lnTo>
                    <a:pt x="778" y="75"/>
                  </a:lnTo>
                  <a:lnTo>
                    <a:pt x="739" y="76"/>
                  </a:lnTo>
                  <a:lnTo>
                    <a:pt x="739" y="76"/>
                  </a:lnTo>
                  <a:lnTo>
                    <a:pt x="700" y="75"/>
                  </a:lnTo>
                  <a:lnTo>
                    <a:pt x="678" y="72"/>
                  </a:lnTo>
                  <a:lnTo>
                    <a:pt x="657" y="70"/>
                  </a:lnTo>
                  <a:lnTo>
                    <a:pt x="636" y="66"/>
                  </a:lnTo>
                  <a:lnTo>
                    <a:pt x="615" y="60"/>
                  </a:lnTo>
                  <a:lnTo>
                    <a:pt x="596" y="55"/>
                  </a:lnTo>
                  <a:lnTo>
                    <a:pt x="581" y="47"/>
                  </a:lnTo>
                  <a:lnTo>
                    <a:pt x="581" y="47"/>
                  </a:lnTo>
                  <a:lnTo>
                    <a:pt x="564" y="38"/>
                  </a:lnTo>
                  <a:lnTo>
                    <a:pt x="545" y="30"/>
                  </a:lnTo>
                  <a:lnTo>
                    <a:pt x="527" y="24"/>
                  </a:lnTo>
                  <a:lnTo>
                    <a:pt x="509" y="17"/>
                  </a:lnTo>
                  <a:lnTo>
                    <a:pt x="490" y="12"/>
                  </a:lnTo>
                  <a:lnTo>
                    <a:pt x="471" y="8"/>
                  </a:lnTo>
                  <a:lnTo>
                    <a:pt x="453" y="4"/>
                  </a:lnTo>
                  <a:lnTo>
                    <a:pt x="433" y="2"/>
                  </a:lnTo>
                  <a:lnTo>
                    <a:pt x="433" y="2"/>
                  </a:lnTo>
                  <a:lnTo>
                    <a:pt x="417" y="0"/>
                  </a:lnTo>
                  <a:lnTo>
                    <a:pt x="400" y="2"/>
                  </a:lnTo>
                  <a:lnTo>
                    <a:pt x="383" y="3"/>
                  </a:lnTo>
                  <a:lnTo>
                    <a:pt x="365" y="5"/>
                  </a:lnTo>
                  <a:lnTo>
                    <a:pt x="348" y="9"/>
                  </a:lnTo>
                  <a:lnTo>
                    <a:pt x="332" y="15"/>
                  </a:lnTo>
                  <a:lnTo>
                    <a:pt x="317" y="21"/>
                  </a:lnTo>
                  <a:lnTo>
                    <a:pt x="302" y="26"/>
                  </a:lnTo>
                  <a:lnTo>
                    <a:pt x="302" y="26"/>
                  </a:lnTo>
                  <a:lnTo>
                    <a:pt x="284" y="37"/>
                  </a:lnTo>
                  <a:lnTo>
                    <a:pt x="265" y="49"/>
                  </a:lnTo>
                  <a:lnTo>
                    <a:pt x="230" y="72"/>
                  </a:lnTo>
                  <a:lnTo>
                    <a:pt x="212" y="84"/>
                  </a:lnTo>
                  <a:lnTo>
                    <a:pt x="194" y="94"/>
                  </a:lnTo>
                  <a:lnTo>
                    <a:pt x="174" y="102"/>
                  </a:lnTo>
                  <a:lnTo>
                    <a:pt x="165" y="106"/>
                  </a:lnTo>
                  <a:lnTo>
                    <a:pt x="154" y="107"/>
                  </a:lnTo>
                  <a:lnTo>
                    <a:pt x="154" y="107"/>
                  </a:lnTo>
                  <a:lnTo>
                    <a:pt x="148" y="110"/>
                  </a:lnTo>
                  <a:lnTo>
                    <a:pt x="143" y="115"/>
                  </a:lnTo>
                  <a:lnTo>
                    <a:pt x="143" y="115"/>
                  </a:lnTo>
                  <a:lnTo>
                    <a:pt x="111" y="115"/>
                  </a:lnTo>
                  <a:lnTo>
                    <a:pt x="94" y="117"/>
                  </a:lnTo>
                  <a:lnTo>
                    <a:pt x="78" y="119"/>
                  </a:lnTo>
                  <a:lnTo>
                    <a:pt x="63" y="122"/>
                  </a:lnTo>
                  <a:lnTo>
                    <a:pt x="48" y="127"/>
                  </a:lnTo>
                  <a:lnTo>
                    <a:pt x="35" y="135"/>
                  </a:lnTo>
                  <a:lnTo>
                    <a:pt x="23" y="144"/>
                  </a:lnTo>
                  <a:lnTo>
                    <a:pt x="23" y="144"/>
                  </a:lnTo>
                  <a:lnTo>
                    <a:pt x="16" y="155"/>
                  </a:lnTo>
                  <a:lnTo>
                    <a:pt x="9" y="166"/>
                  </a:lnTo>
                  <a:lnTo>
                    <a:pt x="4" y="179"/>
                  </a:lnTo>
                  <a:lnTo>
                    <a:pt x="1" y="194"/>
                  </a:lnTo>
                  <a:lnTo>
                    <a:pt x="0" y="208"/>
                  </a:lnTo>
                  <a:lnTo>
                    <a:pt x="1" y="223"/>
                  </a:lnTo>
                  <a:lnTo>
                    <a:pt x="4" y="236"/>
                  </a:lnTo>
                  <a:lnTo>
                    <a:pt x="9" y="247"/>
                  </a:lnTo>
                  <a:lnTo>
                    <a:pt x="9" y="247"/>
                  </a:lnTo>
                  <a:lnTo>
                    <a:pt x="21" y="264"/>
                  </a:lnTo>
                  <a:lnTo>
                    <a:pt x="33" y="280"/>
                  </a:lnTo>
                  <a:lnTo>
                    <a:pt x="46" y="293"/>
                  </a:lnTo>
                  <a:lnTo>
                    <a:pt x="61" y="304"/>
                  </a:lnTo>
                  <a:lnTo>
                    <a:pt x="77" y="311"/>
                  </a:lnTo>
                  <a:lnTo>
                    <a:pt x="93" y="319"/>
                  </a:lnTo>
                  <a:lnTo>
                    <a:pt x="110" y="323"/>
                  </a:lnTo>
                  <a:lnTo>
                    <a:pt x="128" y="326"/>
                  </a:lnTo>
                  <a:lnTo>
                    <a:pt x="146" y="327"/>
                  </a:lnTo>
                  <a:lnTo>
                    <a:pt x="165" y="327"/>
                  </a:lnTo>
                  <a:lnTo>
                    <a:pt x="183" y="325"/>
                  </a:lnTo>
                  <a:lnTo>
                    <a:pt x="201" y="321"/>
                  </a:lnTo>
                  <a:lnTo>
                    <a:pt x="218" y="317"/>
                  </a:lnTo>
                  <a:lnTo>
                    <a:pt x="237" y="310"/>
                  </a:lnTo>
                  <a:lnTo>
                    <a:pt x="254" y="302"/>
                  </a:lnTo>
                  <a:lnTo>
                    <a:pt x="271" y="293"/>
                  </a:lnTo>
                  <a:lnTo>
                    <a:pt x="271" y="293"/>
                  </a:lnTo>
                  <a:lnTo>
                    <a:pt x="296" y="279"/>
                  </a:lnTo>
                  <a:lnTo>
                    <a:pt x="319" y="263"/>
                  </a:lnTo>
                  <a:lnTo>
                    <a:pt x="343" y="249"/>
                  </a:lnTo>
                  <a:lnTo>
                    <a:pt x="366" y="234"/>
                  </a:lnTo>
                  <a:lnTo>
                    <a:pt x="390" y="223"/>
                  </a:lnTo>
                  <a:lnTo>
                    <a:pt x="415" y="213"/>
                  </a:lnTo>
                  <a:lnTo>
                    <a:pt x="429" y="209"/>
                  </a:lnTo>
                  <a:lnTo>
                    <a:pt x="442" y="207"/>
                  </a:lnTo>
                  <a:lnTo>
                    <a:pt x="456" y="204"/>
                  </a:lnTo>
                  <a:lnTo>
                    <a:pt x="471" y="203"/>
                  </a:lnTo>
                  <a:lnTo>
                    <a:pt x="471" y="203"/>
                  </a:lnTo>
                  <a:lnTo>
                    <a:pt x="487" y="204"/>
                  </a:lnTo>
                  <a:lnTo>
                    <a:pt x="502" y="207"/>
                  </a:lnTo>
                  <a:lnTo>
                    <a:pt x="517" y="211"/>
                  </a:lnTo>
                  <a:lnTo>
                    <a:pt x="532" y="217"/>
                  </a:lnTo>
                  <a:lnTo>
                    <a:pt x="560" y="230"/>
                  </a:lnTo>
                  <a:lnTo>
                    <a:pt x="589" y="245"/>
                  </a:lnTo>
                  <a:lnTo>
                    <a:pt x="589" y="245"/>
                  </a:lnTo>
                  <a:lnTo>
                    <a:pt x="617" y="259"/>
                  </a:lnTo>
                  <a:lnTo>
                    <a:pt x="636" y="268"/>
                  </a:lnTo>
                  <a:lnTo>
                    <a:pt x="657" y="277"/>
                  </a:lnTo>
                  <a:lnTo>
                    <a:pt x="679" y="287"/>
                  </a:lnTo>
                  <a:lnTo>
                    <a:pt x="700" y="293"/>
                  </a:lnTo>
                  <a:lnTo>
                    <a:pt x="710" y="296"/>
                  </a:lnTo>
                  <a:lnTo>
                    <a:pt x="721" y="297"/>
                  </a:lnTo>
                  <a:lnTo>
                    <a:pt x="730" y="297"/>
                  </a:lnTo>
                  <a:lnTo>
                    <a:pt x="739" y="296"/>
                  </a:lnTo>
                  <a:lnTo>
                    <a:pt x="739" y="296"/>
                  </a:lnTo>
                  <a:lnTo>
                    <a:pt x="748" y="297"/>
                  </a:lnTo>
                  <a:lnTo>
                    <a:pt x="757" y="297"/>
                  </a:lnTo>
                  <a:lnTo>
                    <a:pt x="768" y="296"/>
                  </a:lnTo>
                  <a:lnTo>
                    <a:pt x="778" y="293"/>
                  </a:lnTo>
                  <a:lnTo>
                    <a:pt x="799" y="287"/>
                  </a:lnTo>
                  <a:lnTo>
                    <a:pt x="820" y="277"/>
                  </a:lnTo>
                  <a:lnTo>
                    <a:pt x="841" y="268"/>
                  </a:lnTo>
                  <a:lnTo>
                    <a:pt x="861" y="259"/>
                  </a:lnTo>
                  <a:lnTo>
                    <a:pt x="889" y="245"/>
                  </a:lnTo>
                  <a:lnTo>
                    <a:pt x="889" y="245"/>
                  </a:lnTo>
                  <a:lnTo>
                    <a:pt x="917" y="230"/>
                  </a:lnTo>
                  <a:lnTo>
                    <a:pt x="946" y="217"/>
                  </a:lnTo>
                  <a:lnTo>
                    <a:pt x="960" y="211"/>
                  </a:lnTo>
                  <a:lnTo>
                    <a:pt x="976" y="207"/>
                  </a:lnTo>
                  <a:lnTo>
                    <a:pt x="990" y="204"/>
                  </a:lnTo>
                  <a:lnTo>
                    <a:pt x="1006" y="203"/>
                  </a:lnTo>
                  <a:lnTo>
                    <a:pt x="1006" y="203"/>
                  </a:lnTo>
                  <a:lnTo>
                    <a:pt x="1022" y="204"/>
                  </a:lnTo>
                  <a:lnTo>
                    <a:pt x="1036" y="207"/>
                  </a:lnTo>
                  <a:lnTo>
                    <a:pt x="1049" y="209"/>
                  </a:lnTo>
                  <a:lnTo>
                    <a:pt x="1062" y="213"/>
                  </a:lnTo>
                  <a:lnTo>
                    <a:pt x="1088" y="223"/>
                  </a:lnTo>
                  <a:lnTo>
                    <a:pt x="1112" y="234"/>
                  </a:lnTo>
                  <a:lnTo>
                    <a:pt x="1135" y="249"/>
                  </a:lnTo>
                  <a:lnTo>
                    <a:pt x="1159" y="263"/>
                  </a:lnTo>
                  <a:lnTo>
                    <a:pt x="1182" y="279"/>
                  </a:lnTo>
                  <a:lnTo>
                    <a:pt x="1207" y="293"/>
                  </a:lnTo>
                  <a:lnTo>
                    <a:pt x="1207" y="293"/>
                  </a:lnTo>
                  <a:lnTo>
                    <a:pt x="1223" y="302"/>
                  </a:lnTo>
                  <a:lnTo>
                    <a:pt x="1241" y="310"/>
                  </a:lnTo>
                  <a:lnTo>
                    <a:pt x="1258" y="317"/>
                  </a:lnTo>
                  <a:lnTo>
                    <a:pt x="1277" y="321"/>
                  </a:lnTo>
                  <a:lnTo>
                    <a:pt x="1295" y="325"/>
                  </a:lnTo>
                  <a:lnTo>
                    <a:pt x="1313" y="327"/>
                  </a:lnTo>
                  <a:lnTo>
                    <a:pt x="1332" y="327"/>
                  </a:lnTo>
                  <a:lnTo>
                    <a:pt x="1350" y="326"/>
                  </a:lnTo>
                  <a:lnTo>
                    <a:pt x="1367" y="323"/>
                  </a:lnTo>
                  <a:lnTo>
                    <a:pt x="1384" y="319"/>
                  </a:lnTo>
                  <a:lnTo>
                    <a:pt x="1401" y="311"/>
                  </a:lnTo>
                  <a:lnTo>
                    <a:pt x="1417" y="304"/>
                  </a:lnTo>
                  <a:lnTo>
                    <a:pt x="1431" y="293"/>
                  </a:lnTo>
                  <a:lnTo>
                    <a:pt x="1445" y="280"/>
                  </a:lnTo>
                  <a:lnTo>
                    <a:pt x="1457" y="264"/>
                  </a:lnTo>
                  <a:lnTo>
                    <a:pt x="1469" y="247"/>
                  </a:lnTo>
                  <a:lnTo>
                    <a:pt x="1469" y="247"/>
                  </a:lnTo>
                  <a:lnTo>
                    <a:pt x="1473" y="236"/>
                  </a:lnTo>
                  <a:lnTo>
                    <a:pt x="1477" y="223"/>
                  </a:lnTo>
                  <a:lnTo>
                    <a:pt x="1477" y="208"/>
                  </a:lnTo>
                  <a:lnTo>
                    <a:pt x="1477" y="194"/>
                  </a:lnTo>
                  <a:lnTo>
                    <a:pt x="1474" y="179"/>
                  </a:lnTo>
                  <a:lnTo>
                    <a:pt x="1469" y="166"/>
                  </a:lnTo>
                  <a:lnTo>
                    <a:pt x="1462" y="155"/>
                  </a:lnTo>
                  <a:lnTo>
                    <a:pt x="1455" y="144"/>
                  </a:lnTo>
                  <a:lnTo>
                    <a:pt x="1455" y="144"/>
                  </a:lnTo>
                  <a:close/>
                  <a:moveTo>
                    <a:pt x="1415" y="245"/>
                  </a:moveTo>
                  <a:lnTo>
                    <a:pt x="1415" y="245"/>
                  </a:lnTo>
                  <a:lnTo>
                    <a:pt x="1400" y="259"/>
                  </a:lnTo>
                  <a:lnTo>
                    <a:pt x="1381" y="270"/>
                  </a:lnTo>
                  <a:lnTo>
                    <a:pt x="1362" y="277"/>
                  </a:lnTo>
                  <a:lnTo>
                    <a:pt x="1342" y="283"/>
                  </a:lnTo>
                  <a:lnTo>
                    <a:pt x="1332" y="284"/>
                  </a:lnTo>
                  <a:lnTo>
                    <a:pt x="1321" y="284"/>
                  </a:lnTo>
                  <a:lnTo>
                    <a:pt x="1311" y="284"/>
                  </a:lnTo>
                  <a:lnTo>
                    <a:pt x="1300" y="283"/>
                  </a:lnTo>
                  <a:lnTo>
                    <a:pt x="1290" y="281"/>
                  </a:lnTo>
                  <a:lnTo>
                    <a:pt x="1279" y="279"/>
                  </a:lnTo>
                  <a:lnTo>
                    <a:pt x="1270" y="275"/>
                  </a:lnTo>
                  <a:lnTo>
                    <a:pt x="1260" y="270"/>
                  </a:lnTo>
                  <a:lnTo>
                    <a:pt x="1260" y="270"/>
                  </a:lnTo>
                  <a:lnTo>
                    <a:pt x="1233" y="255"/>
                  </a:lnTo>
                  <a:lnTo>
                    <a:pt x="1207" y="238"/>
                  </a:lnTo>
                  <a:lnTo>
                    <a:pt x="1156" y="206"/>
                  </a:lnTo>
                  <a:lnTo>
                    <a:pt x="1130" y="190"/>
                  </a:lnTo>
                  <a:lnTo>
                    <a:pt x="1103" y="177"/>
                  </a:lnTo>
                  <a:lnTo>
                    <a:pt x="1088" y="170"/>
                  </a:lnTo>
                  <a:lnTo>
                    <a:pt x="1074" y="166"/>
                  </a:lnTo>
                  <a:lnTo>
                    <a:pt x="1059" y="162"/>
                  </a:lnTo>
                  <a:lnTo>
                    <a:pt x="1045" y="161"/>
                  </a:lnTo>
                  <a:lnTo>
                    <a:pt x="1045" y="161"/>
                  </a:lnTo>
                  <a:lnTo>
                    <a:pt x="1022" y="158"/>
                  </a:lnTo>
                  <a:lnTo>
                    <a:pt x="999" y="158"/>
                  </a:lnTo>
                  <a:lnTo>
                    <a:pt x="981" y="161"/>
                  </a:lnTo>
                  <a:lnTo>
                    <a:pt x="963" y="165"/>
                  </a:lnTo>
                  <a:lnTo>
                    <a:pt x="944" y="170"/>
                  </a:lnTo>
                  <a:lnTo>
                    <a:pt x="926" y="178"/>
                  </a:lnTo>
                  <a:lnTo>
                    <a:pt x="887" y="195"/>
                  </a:lnTo>
                  <a:lnTo>
                    <a:pt x="887" y="195"/>
                  </a:lnTo>
                  <a:lnTo>
                    <a:pt x="842" y="217"/>
                  </a:lnTo>
                  <a:lnTo>
                    <a:pt x="808" y="233"/>
                  </a:lnTo>
                  <a:lnTo>
                    <a:pt x="777" y="246"/>
                  </a:lnTo>
                  <a:lnTo>
                    <a:pt x="777" y="246"/>
                  </a:lnTo>
                  <a:lnTo>
                    <a:pt x="777" y="246"/>
                  </a:lnTo>
                  <a:lnTo>
                    <a:pt x="777" y="246"/>
                  </a:lnTo>
                  <a:lnTo>
                    <a:pt x="761" y="250"/>
                  </a:lnTo>
                  <a:lnTo>
                    <a:pt x="761" y="250"/>
                  </a:lnTo>
                  <a:lnTo>
                    <a:pt x="761" y="250"/>
                  </a:lnTo>
                  <a:lnTo>
                    <a:pt x="761" y="250"/>
                  </a:lnTo>
                  <a:lnTo>
                    <a:pt x="748" y="254"/>
                  </a:lnTo>
                  <a:lnTo>
                    <a:pt x="748" y="254"/>
                  </a:lnTo>
                  <a:lnTo>
                    <a:pt x="739" y="254"/>
                  </a:lnTo>
                  <a:lnTo>
                    <a:pt x="739" y="254"/>
                  </a:lnTo>
                  <a:lnTo>
                    <a:pt x="731" y="255"/>
                  </a:lnTo>
                  <a:lnTo>
                    <a:pt x="723" y="254"/>
                  </a:lnTo>
                  <a:lnTo>
                    <a:pt x="717" y="253"/>
                  </a:lnTo>
                  <a:lnTo>
                    <a:pt x="710" y="249"/>
                  </a:lnTo>
                  <a:lnTo>
                    <a:pt x="710" y="249"/>
                  </a:lnTo>
                  <a:lnTo>
                    <a:pt x="695" y="243"/>
                  </a:lnTo>
                  <a:lnTo>
                    <a:pt x="678" y="236"/>
                  </a:lnTo>
                  <a:lnTo>
                    <a:pt x="641" y="220"/>
                  </a:lnTo>
                  <a:lnTo>
                    <a:pt x="591" y="195"/>
                  </a:lnTo>
                  <a:lnTo>
                    <a:pt x="591" y="195"/>
                  </a:lnTo>
                  <a:lnTo>
                    <a:pt x="552" y="178"/>
                  </a:lnTo>
                  <a:lnTo>
                    <a:pt x="534" y="170"/>
                  </a:lnTo>
                  <a:lnTo>
                    <a:pt x="515" y="165"/>
                  </a:lnTo>
                  <a:lnTo>
                    <a:pt x="497" y="161"/>
                  </a:lnTo>
                  <a:lnTo>
                    <a:pt x="477" y="158"/>
                  </a:lnTo>
                  <a:lnTo>
                    <a:pt x="456" y="158"/>
                  </a:lnTo>
                  <a:lnTo>
                    <a:pt x="433" y="161"/>
                  </a:lnTo>
                  <a:lnTo>
                    <a:pt x="433" y="161"/>
                  </a:lnTo>
                  <a:lnTo>
                    <a:pt x="419" y="162"/>
                  </a:lnTo>
                  <a:lnTo>
                    <a:pt x="403" y="166"/>
                  </a:lnTo>
                  <a:lnTo>
                    <a:pt x="388" y="170"/>
                  </a:lnTo>
                  <a:lnTo>
                    <a:pt x="375" y="177"/>
                  </a:lnTo>
                  <a:lnTo>
                    <a:pt x="348" y="190"/>
                  </a:lnTo>
                  <a:lnTo>
                    <a:pt x="322" y="206"/>
                  </a:lnTo>
                  <a:lnTo>
                    <a:pt x="269" y="238"/>
                  </a:lnTo>
                  <a:lnTo>
                    <a:pt x="245" y="255"/>
                  </a:lnTo>
                  <a:lnTo>
                    <a:pt x="218" y="270"/>
                  </a:lnTo>
                  <a:lnTo>
                    <a:pt x="218" y="270"/>
                  </a:lnTo>
                  <a:lnTo>
                    <a:pt x="208" y="275"/>
                  </a:lnTo>
                  <a:lnTo>
                    <a:pt x="199" y="279"/>
                  </a:lnTo>
                  <a:lnTo>
                    <a:pt x="188" y="281"/>
                  </a:lnTo>
                  <a:lnTo>
                    <a:pt x="178" y="283"/>
                  </a:lnTo>
                  <a:lnTo>
                    <a:pt x="167" y="284"/>
                  </a:lnTo>
                  <a:lnTo>
                    <a:pt x="157" y="284"/>
                  </a:lnTo>
                  <a:lnTo>
                    <a:pt x="146" y="284"/>
                  </a:lnTo>
                  <a:lnTo>
                    <a:pt x="136" y="283"/>
                  </a:lnTo>
                  <a:lnTo>
                    <a:pt x="116" y="277"/>
                  </a:lnTo>
                  <a:lnTo>
                    <a:pt x="97" y="270"/>
                  </a:lnTo>
                  <a:lnTo>
                    <a:pt x="78" y="259"/>
                  </a:lnTo>
                  <a:lnTo>
                    <a:pt x="61" y="245"/>
                  </a:lnTo>
                  <a:lnTo>
                    <a:pt x="61" y="245"/>
                  </a:lnTo>
                  <a:lnTo>
                    <a:pt x="56" y="240"/>
                  </a:lnTo>
                  <a:lnTo>
                    <a:pt x="52" y="233"/>
                  </a:lnTo>
                  <a:lnTo>
                    <a:pt x="50" y="228"/>
                  </a:lnTo>
                  <a:lnTo>
                    <a:pt x="47" y="221"/>
                  </a:lnTo>
                  <a:lnTo>
                    <a:pt x="46" y="215"/>
                  </a:lnTo>
                  <a:lnTo>
                    <a:pt x="46" y="209"/>
                  </a:lnTo>
                  <a:lnTo>
                    <a:pt x="46" y="203"/>
                  </a:lnTo>
                  <a:lnTo>
                    <a:pt x="48" y="198"/>
                  </a:lnTo>
                  <a:lnTo>
                    <a:pt x="50" y="192"/>
                  </a:lnTo>
                  <a:lnTo>
                    <a:pt x="54" y="187"/>
                  </a:lnTo>
                  <a:lnTo>
                    <a:pt x="61" y="178"/>
                  </a:lnTo>
                  <a:lnTo>
                    <a:pt x="72" y="172"/>
                  </a:lnTo>
                  <a:lnTo>
                    <a:pt x="77" y="169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103" y="164"/>
                  </a:lnTo>
                  <a:lnTo>
                    <a:pt x="123" y="161"/>
                  </a:lnTo>
                  <a:lnTo>
                    <a:pt x="161" y="161"/>
                  </a:lnTo>
                  <a:lnTo>
                    <a:pt x="161" y="161"/>
                  </a:lnTo>
                  <a:lnTo>
                    <a:pt x="167" y="160"/>
                  </a:lnTo>
                  <a:lnTo>
                    <a:pt x="173" y="157"/>
                  </a:lnTo>
                  <a:lnTo>
                    <a:pt x="178" y="153"/>
                  </a:lnTo>
                  <a:lnTo>
                    <a:pt x="180" y="149"/>
                  </a:lnTo>
                  <a:lnTo>
                    <a:pt x="180" y="149"/>
                  </a:lnTo>
                  <a:lnTo>
                    <a:pt x="192" y="144"/>
                  </a:lnTo>
                  <a:lnTo>
                    <a:pt x="205" y="139"/>
                  </a:lnTo>
                  <a:lnTo>
                    <a:pt x="228" y="126"/>
                  </a:lnTo>
                  <a:lnTo>
                    <a:pt x="250" y="111"/>
                  </a:lnTo>
                  <a:lnTo>
                    <a:pt x="272" y="97"/>
                  </a:lnTo>
                  <a:lnTo>
                    <a:pt x="272" y="97"/>
                  </a:lnTo>
                  <a:lnTo>
                    <a:pt x="289" y="85"/>
                  </a:lnTo>
                  <a:lnTo>
                    <a:pt x="309" y="75"/>
                  </a:lnTo>
                  <a:lnTo>
                    <a:pt x="328" y="67"/>
                  </a:lnTo>
                  <a:lnTo>
                    <a:pt x="348" y="59"/>
                  </a:lnTo>
                  <a:lnTo>
                    <a:pt x="369" y="54"/>
                  </a:lnTo>
                  <a:lnTo>
                    <a:pt x="390" y="50"/>
                  </a:lnTo>
                  <a:lnTo>
                    <a:pt x="411" y="47"/>
                  </a:lnTo>
                  <a:lnTo>
                    <a:pt x="433" y="47"/>
                  </a:lnTo>
                  <a:lnTo>
                    <a:pt x="433" y="47"/>
                  </a:lnTo>
                  <a:lnTo>
                    <a:pt x="445" y="49"/>
                  </a:lnTo>
                  <a:lnTo>
                    <a:pt x="458" y="50"/>
                  </a:lnTo>
                  <a:lnTo>
                    <a:pt x="481" y="56"/>
                  </a:lnTo>
                  <a:lnTo>
                    <a:pt x="504" y="64"/>
                  </a:lnTo>
                  <a:lnTo>
                    <a:pt x="527" y="75"/>
                  </a:lnTo>
                  <a:lnTo>
                    <a:pt x="549" y="85"/>
                  </a:lnTo>
                  <a:lnTo>
                    <a:pt x="572" y="94"/>
                  </a:lnTo>
                  <a:lnTo>
                    <a:pt x="594" y="102"/>
                  </a:lnTo>
                  <a:lnTo>
                    <a:pt x="606" y="106"/>
                  </a:lnTo>
                  <a:lnTo>
                    <a:pt x="617" y="109"/>
                  </a:lnTo>
                  <a:lnTo>
                    <a:pt x="617" y="109"/>
                  </a:lnTo>
                  <a:lnTo>
                    <a:pt x="671" y="117"/>
                  </a:lnTo>
                  <a:lnTo>
                    <a:pt x="697" y="119"/>
                  </a:lnTo>
                  <a:lnTo>
                    <a:pt x="725" y="122"/>
                  </a:lnTo>
                  <a:lnTo>
                    <a:pt x="725" y="122"/>
                  </a:lnTo>
                  <a:lnTo>
                    <a:pt x="730" y="122"/>
                  </a:lnTo>
                  <a:lnTo>
                    <a:pt x="730" y="122"/>
                  </a:lnTo>
                  <a:lnTo>
                    <a:pt x="739" y="122"/>
                  </a:lnTo>
                  <a:lnTo>
                    <a:pt x="739" y="122"/>
                  </a:lnTo>
                  <a:lnTo>
                    <a:pt x="747" y="122"/>
                  </a:lnTo>
                  <a:lnTo>
                    <a:pt x="747" y="122"/>
                  </a:lnTo>
                  <a:lnTo>
                    <a:pt x="753" y="122"/>
                  </a:lnTo>
                  <a:lnTo>
                    <a:pt x="753" y="122"/>
                  </a:lnTo>
                  <a:lnTo>
                    <a:pt x="780" y="119"/>
                  </a:lnTo>
                  <a:lnTo>
                    <a:pt x="807" y="117"/>
                  </a:lnTo>
                  <a:lnTo>
                    <a:pt x="859" y="109"/>
                  </a:lnTo>
                  <a:lnTo>
                    <a:pt x="859" y="109"/>
                  </a:lnTo>
                  <a:lnTo>
                    <a:pt x="872" y="106"/>
                  </a:lnTo>
                  <a:lnTo>
                    <a:pt x="884" y="102"/>
                  </a:lnTo>
                  <a:lnTo>
                    <a:pt x="906" y="94"/>
                  </a:lnTo>
                  <a:lnTo>
                    <a:pt x="929" y="85"/>
                  </a:lnTo>
                  <a:lnTo>
                    <a:pt x="951" y="75"/>
                  </a:lnTo>
                  <a:lnTo>
                    <a:pt x="973" y="64"/>
                  </a:lnTo>
                  <a:lnTo>
                    <a:pt x="997" y="56"/>
                  </a:lnTo>
                  <a:lnTo>
                    <a:pt x="1020" y="50"/>
                  </a:lnTo>
                  <a:lnTo>
                    <a:pt x="1032" y="49"/>
                  </a:lnTo>
                  <a:lnTo>
                    <a:pt x="1045" y="47"/>
                  </a:lnTo>
                  <a:lnTo>
                    <a:pt x="1045" y="47"/>
                  </a:lnTo>
                  <a:lnTo>
                    <a:pt x="1066" y="47"/>
                  </a:lnTo>
                  <a:lnTo>
                    <a:pt x="1088" y="50"/>
                  </a:lnTo>
                  <a:lnTo>
                    <a:pt x="1109" y="54"/>
                  </a:lnTo>
                  <a:lnTo>
                    <a:pt x="1129" y="59"/>
                  </a:lnTo>
                  <a:lnTo>
                    <a:pt x="1150" y="67"/>
                  </a:lnTo>
                  <a:lnTo>
                    <a:pt x="1169" y="75"/>
                  </a:lnTo>
                  <a:lnTo>
                    <a:pt x="1188" y="85"/>
                  </a:lnTo>
                  <a:lnTo>
                    <a:pt x="1206" y="97"/>
                  </a:lnTo>
                  <a:lnTo>
                    <a:pt x="1206" y="97"/>
                  </a:lnTo>
                  <a:lnTo>
                    <a:pt x="1227" y="111"/>
                  </a:lnTo>
                  <a:lnTo>
                    <a:pt x="1249" y="126"/>
                  </a:lnTo>
                  <a:lnTo>
                    <a:pt x="1273" y="139"/>
                  </a:lnTo>
                  <a:lnTo>
                    <a:pt x="1284" y="144"/>
                  </a:lnTo>
                  <a:lnTo>
                    <a:pt x="1298" y="149"/>
                  </a:lnTo>
                  <a:lnTo>
                    <a:pt x="1298" y="149"/>
                  </a:lnTo>
                  <a:lnTo>
                    <a:pt x="1300" y="153"/>
                  </a:lnTo>
                  <a:lnTo>
                    <a:pt x="1304" y="157"/>
                  </a:lnTo>
                  <a:lnTo>
                    <a:pt x="1309" y="160"/>
                  </a:lnTo>
                  <a:lnTo>
                    <a:pt x="1317" y="161"/>
                  </a:lnTo>
                  <a:lnTo>
                    <a:pt x="1317" y="161"/>
                  </a:lnTo>
                  <a:lnTo>
                    <a:pt x="1355" y="161"/>
                  </a:lnTo>
                  <a:lnTo>
                    <a:pt x="1375" y="164"/>
                  </a:lnTo>
                  <a:lnTo>
                    <a:pt x="1393" y="166"/>
                  </a:lnTo>
                  <a:lnTo>
                    <a:pt x="1393" y="166"/>
                  </a:lnTo>
                  <a:lnTo>
                    <a:pt x="1400" y="169"/>
                  </a:lnTo>
                  <a:lnTo>
                    <a:pt x="1406" y="172"/>
                  </a:lnTo>
                  <a:lnTo>
                    <a:pt x="1417" y="178"/>
                  </a:lnTo>
                  <a:lnTo>
                    <a:pt x="1424" y="187"/>
                  </a:lnTo>
                  <a:lnTo>
                    <a:pt x="1427" y="192"/>
                  </a:lnTo>
                  <a:lnTo>
                    <a:pt x="1430" y="198"/>
                  </a:lnTo>
                  <a:lnTo>
                    <a:pt x="1431" y="203"/>
                  </a:lnTo>
                  <a:lnTo>
                    <a:pt x="1432" y="209"/>
                  </a:lnTo>
                  <a:lnTo>
                    <a:pt x="1432" y="215"/>
                  </a:lnTo>
                  <a:lnTo>
                    <a:pt x="1431" y="221"/>
                  </a:lnTo>
                  <a:lnTo>
                    <a:pt x="1428" y="228"/>
                  </a:lnTo>
                  <a:lnTo>
                    <a:pt x="1426" y="233"/>
                  </a:lnTo>
                  <a:lnTo>
                    <a:pt x="1421" y="240"/>
                  </a:lnTo>
                  <a:lnTo>
                    <a:pt x="1415" y="245"/>
                  </a:lnTo>
                  <a:lnTo>
                    <a:pt x="1415" y="24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3" name="Freeform 515"/>
            <p:cNvSpPr/>
            <p:nvPr>
              <p:custDataLst>
                <p:tags r:id="rId57"/>
              </p:custDataLst>
            </p:nvPr>
          </p:nvSpPr>
          <p:spPr bwMode="auto">
            <a:xfrm>
              <a:off x="3133726" y="1176338"/>
              <a:ext cx="117475" cy="230188"/>
            </a:xfrm>
            <a:custGeom>
              <a:avLst/>
              <a:gdLst/>
              <a:ahLst/>
              <a:cxnLst>
                <a:cxn ang="0">
                  <a:pos x="251" y="10"/>
                </a:cxn>
                <a:cxn ang="0">
                  <a:pos x="216" y="78"/>
                </a:cxn>
                <a:cxn ang="0">
                  <a:pos x="186" y="149"/>
                </a:cxn>
                <a:cxn ang="0">
                  <a:pos x="140" y="255"/>
                </a:cxn>
                <a:cxn ang="0">
                  <a:pos x="124" y="290"/>
                </a:cxn>
                <a:cxn ang="0">
                  <a:pos x="91" y="349"/>
                </a:cxn>
                <a:cxn ang="0">
                  <a:pos x="59" y="406"/>
                </a:cxn>
                <a:cxn ang="0">
                  <a:pos x="42" y="440"/>
                </a:cxn>
                <a:cxn ang="0">
                  <a:pos x="12" y="515"/>
                </a:cxn>
                <a:cxn ang="0">
                  <a:pos x="1" y="553"/>
                </a:cxn>
                <a:cxn ang="0">
                  <a:pos x="1" y="553"/>
                </a:cxn>
                <a:cxn ang="0">
                  <a:pos x="0" y="558"/>
                </a:cxn>
                <a:cxn ang="0">
                  <a:pos x="1" y="567"/>
                </a:cxn>
                <a:cxn ang="0">
                  <a:pos x="5" y="574"/>
                </a:cxn>
                <a:cxn ang="0">
                  <a:pos x="20" y="580"/>
                </a:cxn>
                <a:cxn ang="0">
                  <a:pos x="35" y="578"/>
                </a:cxn>
                <a:cxn ang="0">
                  <a:pos x="42" y="573"/>
                </a:cxn>
                <a:cxn ang="0">
                  <a:pos x="44" y="565"/>
                </a:cxn>
                <a:cxn ang="0">
                  <a:pos x="46" y="563"/>
                </a:cxn>
                <a:cxn ang="0">
                  <a:pos x="48" y="558"/>
                </a:cxn>
                <a:cxn ang="0">
                  <a:pos x="48" y="552"/>
                </a:cxn>
                <a:cxn ang="0">
                  <a:pos x="73" y="485"/>
                </a:cxn>
                <a:cxn ang="0">
                  <a:pos x="106" y="421"/>
                </a:cxn>
                <a:cxn ang="0">
                  <a:pos x="156" y="328"/>
                </a:cxn>
                <a:cxn ang="0">
                  <a:pos x="173" y="297"/>
                </a:cxn>
                <a:cxn ang="0">
                  <a:pos x="201" y="230"/>
                </a:cxn>
                <a:cxn ang="0">
                  <a:pos x="243" y="130"/>
                </a:cxn>
                <a:cxn ang="0">
                  <a:pos x="273" y="65"/>
                </a:cxn>
                <a:cxn ang="0">
                  <a:pos x="290" y="34"/>
                </a:cxn>
                <a:cxn ang="0">
                  <a:pos x="293" y="25"/>
                </a:cxn>
                <a:cxn ang="0">
                  <a:pos x="292" y="15"/>
                </a:cxn>
                <a:cxn ang="0">
                  <a:pos x="288" y="9"/>
                </a:cxn>
                <a:cxn ang="0">
                  <a:pos x="273" y="0"/>
                </a:cxn>
                <a:cxn ang="0">
                  <a:pos x="265" y="0"/>
                </a:cxn>
                <a:cxn ang="0">
                  <a:pos x="258" y="4"/>
                </a:cxn>
                <a:cxn ang="0">
                  <a:pos x="251" y="10"/>
                </a:cxn>
              </a:cxnLst>
              <a:rect l="0" t="0" r="r" b="b"/>
              <a:pathLst>
                <a:path w="293" h="580">
                  <a:moveTo>
                    <a:pt x="251" y="10"/>
                  </a:moveTo>
                  <a:lnTo>
                    <a:pt x="251" y="10"/>
                  </a:lnTo>
                  <a:lnTo>
                    <a:pt x="233" y="44"/>
                  </a:lnTo>
                  <a:lnTo>
                    <a:pt x="216" y="78"/>
                  </a:lnTo>
                  <a:lnTo>
                    <a:pt x="200" y="113"/>
                  </a:lnTo>
                  <a:lnTo>
                    <a:pt x="186" y="149"/>
                  </a:lnTo>
                  <a:lnTo>
                    <a:pt x="156" y="219"/>
                  </a:lnTo>
                  <a:lnTo>
                    <a:pt x="140" y="255"/>
                  </a:lnTo>
                  <a:lnTo>
                    <a:pt x="124" y="290"/>
                  </a:lnTo>
                  <a:lnTo>
                    <a:pt x="124" y="290"/>
                  </a:lnTo>
                  <a:lnTo>
                    <a:pt x="110" y="320"/>
                  </a:lnTo>
                  <a:lnTo>
                    <a:pt x="91" y="349"/>
                  </a:lnTo>
                  <a:lnTo>
                    <a:pt x="74" y="376"/>
                  </a:lnTo>
                  <a:lnTo>
                    <a:pt x="59" y="406"/>
                  </a:lnTo>
                  <a:lnTo>
                    <a:pt x="59" y="406"/>
                  </a:lnTo>
                  <a:lnTo>
                    <a:pt x="42" y="440"/>
                  </a:lnTo>
                  <a:lnTo>
                    <a:pt x="26" y="477"/>
                  </a:lnTo>
                  <a:lnTo>
                    <a:pt x="12" y="515"/>
                  </a:lnTo>
                  <a:lnTo>
                    <a:pt x="1" y="553"/>
                  </a:lnTo>
                  <a:lnTo>
                    <a:pt x="1" y="553"/>
                  </a:lnTo>
                  <a:lnTo>
                    <a:pt x="1" y="553"/>
                  </a:lnTo>
                  <a:lnTo>
                    <a:pt x="1" y="553"/>
                  </a:lnTo>
                  <a:lnTo>
                    <a:pt x="0" y="558"/>
                  </a:lnTo>
                  <a:lnTo>
                    <a:pt x="0" y="558"/>
                  </a:lnTo>
                  <a:lnTo>
                    <a:pt x="0" y="563"/>
                  </a:lnTo>
                  <a:lnTo>
                    <a:pt x="1" y="567"/>
                  </a:lnTo>
                  <a:lnTo>
                    <a:pt x="3" y="571"/>
                  </a:lnTo>
                  <a:lnTo>
                    <a:pt x="5" y="574"/>
                  </a:lnTo>
                  <a:lnTo>
                    <a:pt x="12" y="578"/>
                  </a:lnTo>
                  <a:lnTo>
                    <a:pt x="20" y="580"/>
                  </a:lnTo>
                  <a:lnTo>
                    <a:pt x="27" y="580"/>
                  </a:lnTo>
                  <a:lnTo>
                    <a:pt x="35" y="578"/>
                  </a:lnTo>
                  <a:lnTo>
                    <a:pt x="38" y="575"/>
                  </a:lnTo>
                  <a:lnTo>
                    <a:pt x="42" y="573"/>
                  </a:lnTo>
                  <a:lnTo>
                    <a:pt x="43" y="569"/>
                  </a:lnTo>
                  <a:lnTo>
                    <a:pt x="44" y="565"/>
                  </a:lnTo>
                  <a:lnTo>
                    <a:pt x="44" y="565"/>
                  </a:lnTo>
                  <a:lnTo>
                    <a:pt x="46" y="563"/>
                  </a:lnTo>
                  <a:lnTo>
                    <a:pt x="46" y="563"/>
                  </a:lnTo>
                  <a:lnTo>
                    <a:pt x="48" y="558"/>
                  </a:lnTo>
                  <a:lnTo>
                    <a:pt x="48" y="552"/>
                  </a:lnTo>
                  <a:lnTo>
                    <a:pt x="48" y="552"/>
                  </a:lnTo>
                  <a:lnTo>
                    <a:pt x="60" y="518"/>
                  </a:lnTo>
                  <a:lnTo>
                    <a:pt x="73" y="485"/>
                  </a:lnTo>
                  <a:lnTo>
                    <a:pt x="89" y="452"/>
                  </a:lnTo>
                  <a:lnTo>
                    <a:pt x="106" y="421"/>
                  </a:lnTo>
                  <a:lnTo>
                    <a:pt x="140" y="359"/>
                  </a:lnTo>
                  <a:lnTo>
                    <a:pt x="156" y="328"/>
                  </a:lnTo>
                  <a:lnTo>
                    <a:pt x="173" y="297"/>
                  </a:lnTo>
                  <a:lnTo>
                    <a:pt x="173" y="297"/>
                  </a:lnTo>
                  <a:lnTo>
                    <a:pt x="187" y="264"/>
                  </a:lnTo>
                  <a:lnTo>
                    <a:pt x="201" y="230"/>
                  </a:lnTo>
                  <a:lnTo>
                    <a:pt x="229" y="163"/>
                  </a:lnTo>
                  <a:lnTo>
                    <a:pt x="243" y="130"/>
                  </a:lnTo>
                  <a:lnTo>
                    <a:pt x="258" y="98"/>
                  </a:lnTo>
                  <a:lnTo>
                    <a:pt x="273" y="65"/>
                  </a:lnTo>
                  <a:lnTo>
                    <a:pt x="290" y="34"/>
                  </a:lnTo>
                  <a:lnTo>
                    <a:pt x="290" y="34"/>
                  </a:lnTo>
                  <a:lnTo>
                    <a:pt x="292" y="28"/>
                  </a:lnTo>
                  <a:lnTo>
                    <a:pt x="293" y="25"/>
                  </a:lnTo>
                  <a:lnTo>
                    <a:pt x="293" y="19"/>
                  </a:lnTo>
                  <a:lnTo>
                    <a:pt x="292" y="15"/>
                  </a:lnTo>
                  <a:lnTo>
                    <a:pt x="290" y="11"/>
                  </a:lnTo>
                  <a:lnTo>
                    <a:pt x="288" y="9"/>
                  </a:lnTo>
                  <a:lnTo>
                    <a:pt x="281" y="2"/>
                  </a:lnTo>
                  <a:lnTo>
                    <a:pt x="273" y="0"/>
                  </a:lnTo>
                  <a:lnTo>
                    <a:pt x="269" y="0"/>
                  </a:lnTo>
                  <a:lnTo>
                    <a:pt x="265" y="0"/>
                  </a:lnTo>
                  <a:lnTo>
                    <a:pt x="262" y="1"/>
                  </a:lnTo>
                  <a:lnTo>
                    <a:pt x="258" y="4"/>
                  </a:lnTo>
                  <a:lnTo>
                    <a:pt x="254" y="6"/>
                  </a:lnTo>
                  <a:lnTo>
                    <a:pt x="251" y="10"/>
                  </a:lnTo>
                  <a:lnTo>
                    <a:pt x="251" y="1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4" name="Freeform 516"/>
            <p:cNvSpPr/>
            <p:nvPr>
              <p:custDataLst>
                <p:tags r:id="rId58"/>
              </p:custDataLst>
            </p:nvPr>
          </p:nvSpPr>
          <p:spPr bwMode="auto">
            <a:xfrm>
              <a:off x="3255963" y="1174750"/>
              <a:ext cx="109538" cy="230188"/>
            </a:xfrm>
            <a:custGeom>
              <a:avLst/>
              <a:gdLst/>
              <a:ahLst/>
              <a:cxnLst>
                <a:cxn ang="0">
                  <a:pos x="270" y="543"/>
                </a:cxn>
                <a:cxn ang="0">
                  <a:pos x="263" y="533"/>
                </a:cxn>
                <a:cxn ang="0">
                  <a:pos x="248" y="505"/>
                </a:cxn>
                <a:cxn ang="0">
                  <a:pos x="233" y="456"/>
                </a:cxn>
                <a:cxn ang="0">
                  <a:pos x="221" y="429"/>
                </a:cxn>
                <a:cxn ang="0">
                  <a:pos x="213" y="412"/>
                </a:cxn>
                <a:cxn ang="0">
                  <a:pos x="192" y="359"/>
                </a:cxn>
                <a:cxn ang="0">
                  <a:pos x="170" y="288"/>
                </a:cxn>
                <a:cxn ang="0">
                  <a:pos x="165" y="270"/>
                </a:cxn>
                <a:cxn ang="0">
                  <a:pos x="146" y="222"/>
                </a:cxn>
                <a:cxn ang="0">
                  <a:pos x="125" y="174"/>
                </a:cxn>
                <a:cxn ang="0">
                  <a:pos x="120" y="157"/>
                </a:cxn>
                <a:cxn ang="0">
                  <a:pos x="103" y="120"/>
                </a:cxn>
                <a:cxn ang="0">
                  <a:pos x="81" y="86"/>
                </a:cxn>
                <a:cxn ang="0">
                  <a:pos x="60" y="52"/>
                </a:cxn>
                <a:cxn ang="0">
                  <a:pos x="44" y="17"/>
                </a:cxn>
                <a:cxn ang="0">
                  <a:pos x="43" y="12"/>
                </a:cxn>
                <a:cxn ang="0">
                  <a:pos x="36" y="5"/>
                </a:cxn>
                <a:cxn ang="0">
                  <a:pos x="28" y="1"/>
                </a:cxn>
                <a:cxn ang="0">
                  <a:pos x="17" y="1"/>
                </a:cxn>
                <a:cxn ang="0">
                  <a:pos x="5" y="8"/>
                </a:cxn>
                <a:cxn ang="0">
                  <a:pos x="1" y="14"/>
                </a:cxn>
                <a:cxn ang="0">
                  <a:pos x="0" y="23"/>
                </a:cxn>
                <a:cxn ang="0">
                  <a:pos x="1" y="29"/>
                </a:cxn>
                <a:cxn ang="0">
                  <a:pos x="15" y="64"/>
                </a:cxn>
                <a:cxn ang="0">
                  <a:pos x="36" y="99"/>
                </a:cxn>
                <a:cxn ang="0">
                  <a:pos x="68" y="150"/>
                </a:cxn>
                <a:cxn ang="0">
                  <a:pos x="76" y="168"/>
                </a:cxn>
                <a:cxn ang="0">
                  <a:pos x="119" y="277"/>
                </a:cxn>
                <a:cxn ang="0">
                  <a:pos x="130" y="314"/>
                </a:cxn>
                <a:cxn ang="0">
                  <a:pos x="151" y="384"/>
                </a:cxn>
                <a:cxn ang="0">
                  <a:pos x="182" y="451"/>
                </a:cxn>
                <a:cxn ang="0">
                  <a:pos x="188" y="465"/>
                </a:cxn>
                <a:cxn ang="0">
                  <a:pos x="205" y="516"/>
                </a:cxn>
                <a:cxn ang="0">
                  <a:pos x="219" y="549"/>
                </a:cxn>
                <a:cxn ang="0">
                  <a:pos x="233" y="569"/>
                </a:cxn>
                <a:cxn ang="0">
                  <a:pos x="239" y="575"/>
                </a:cxn>
                <a:cxn ang="0">
                  <a:pos x="247" y="580"/>
                </a:cxn>
                <a:cxn ang="0">
                  <a:pos x="256" y="580"/>
                </a:cxn>
                <a:cxn ang="0">
                  <a:pos x="264" y="579"/>
                </a:cxn>
                <a:cxn ang="0">
                  <a:pos x="276" y="567"/>
                </a:cxn>
                <a:cxn ang="0">
                  <a:pos x="278" y="558"/>
                </a:cxn>
                <a:cxn ang="0">
                  <a:pos x="277" y="550"/>
                </a:cxn>
                <a:cxn ang="0">
                  <a:pos x="270" y="543"/>
                </a:cxn>
              </a:cxnLst>
              <a:rect l="0" t="0" r="r" b="b"/>
              <a:pathLst>
                <a:path w="278" h="580">
                  <a:moveTo>
                    <a:pt x="270" y="543"/>
                  </a:moveTo>
                  <a:lnTo>
                    <a:pt x="270" y="543"/>
                  </a:lnTo>
                  <a:lnTo>
                    <a:pt x="267" y="539"/>
                  </a:lnTo>
                  <a:lnTo>
                    <a:pt x="263" y="533"/>
                  </a:lnTo>
                  <a:lnTo>
                    <a:pt x="255" y="520"/>
                  </a:lnTo>
                  <a:lnTo>
                    <a:pt x="248" y="505"/>
                  </a:lnTo>
                  <a:lnTo>
                    <a:pt x="243" y="489"/>
                  </a:lnTo>
                  <a:lnTo>
                    <a:pt x="233" y="456"/>
                  </a:lnTo>
                  <a:lnTo>
                    <a:pt x="227" y="441"/>
                  </a:lnTo>
                  <a:lnTo>
                    <a:pt x="221" y="429"/>
                  </a:lnTo>
                  <a:lnTo>
                    <a:pt x="221" y="429"/>
                  </a:lnTo>
                  <a:lnTo>
                    <a:pt x="213" y="412"/>
                  </a:lnTo>
                  <a:lnTo>
                    <a:pt x="205" y="395"/>
                  </a:lnTo>
                  <a:lnTo>
                    <a:pt x="192" y="359"/>
                  </a:lnTo>
                  <a:lnTo>
                    <a:pt x="180" y="324"/>
                  </a:lnTo>
                  <a:lnTo>
                    <a:pt x="170" y="288"/>
                  </a:lnTo>
                  <a:lnTo>
                    <a:pt x="170" y="288"/>
                  </a:lnTo>
                  <a:lnTo>
                    <a:pt x="165" y="270"/>
                  </a:lnTo>
                  <a:lnTo>
                    <a:pt x="159" y="253"/>
                  </a:lnTo>
                  <a:lnTo>
                    <a:pt x="146" y="222"/>
                  </a:lnTo>
                  <a:lnTo>
                    <a:pt x="132" y="189"/>
                  </a:lnTo>
                  <a:lnTo>
                    <a:pt x="125" y="174"/>
                  </a:lnTo>
                  <a:lnTo>
                    <a:pt x="120" y="157"/>
                  </a:lnTo>
                  <a:lnTo>
                    <a:pt x="120" y="157"/>
                  </a:lnTo>
                  <a:lnTo>
                    <a:pt x="112" y="138"/>
                  </a:lnTo>
                  <a:lnTo>
                    <a:pt x="103" y="120"/>
                  </a:lnTo>
                  <a:lnTo>
                    <a:pt x="93" y="103"/>
                  </a:lnTo>
                  <a:lnTo>
                    <a:pt x="81" y="86"/>
                  </a:lnTo>
                  <a:lnTo>
                    <a:pt x="70" y="69"/>
                  </a:lnTo>
                  <a:lnTo>
                    <a:pt x="60" y="52"/>
                  </a:lnTo>
                  <a:lnTo>
                    <a:pt x="51" y="34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3" y="12"/>
                  </a:lnTo>
                  <a:lnTo>
                    <a:pt x="40" y="8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8" y="1"/>
                  </a:lnTo>
                  <a:lnTo>
                    <a:pt x="25" y="0"/>
                  </a:lnTo>
                  <a:lnTo>
                    <a:pt x="17" y="1"/>
                  </a:lnTo>
                  <a:lnTo>
                    <a:pt x="9" y="5"/>
                  </a:lnTo>
                  <a:lnTo>
                    <a:pt x="5" y="8"/>
                  </a:lnTo>
                  <a:lnTo>
                    <a:pt x="2" y="10"/>
                  </a:lnTo>
                  <a:lnTo>
                    <a:pt x="1" y="14"/>
                  </a:lnTo>
                  <a:lnTo>
                    <a:pt x="0" y="18"/>
                  </a:lnTo>
                  <a:lnTo>
                    <a:pt x="0" y="23"/>
                  </a:lnTo>
                  <a:lnTo>
                    <a:pt x="1" y="29"/>
                  </a:lnTo>
                  <a:lnTo>
                    <a:pt x="1" y="29"/>
                  </a:lnTo>
                  <a:lnTo>
                    <a:pt x="8" y="47"/>
                  </a:lnTo>
                  <a:lnTo>
                    <a:pt x="15" y="64"/>
                  </a:lnTo>
                  <a:lnTo>
                    <a:pt x="26" y="82"/>
                  </a:lnTo>
                  <a:lnTo>
                    <a:pt x="36" y="99"/>
                  </a:lnTo>
                  <a:lnTo>
                    <a:pt x="57" y="133"/>
                  </a:lnTo>
                  <a:lnTo>
                    <a:pt x="68" y="150"/>
                  </a:lnTo>
                  <a:lnTo>
                    <a:pt x="76" y="168"/>
                  </a:lnTo>
                  <a:lnTo>
                    <a:pt x="76" y="168"/>
                  </a:lnTo>
                  <a:lnTo>
                    <a:pt x="104" y="240"/>
                  </a:lnTo>
                  <a:lnTo>
                    <a:pt x="119" y="277"/>
                  </a:lnTo>
                  <a:lnTo>
                    <a:pt x="130" y="314"/>
                  </a:lnTo>
                  <a:lnTo>
                    <a:pt x="130" y="314"/>
                  </a:lnTo>
                  <a:lnTo>
                    <a:pt x="140" y="349"/>
                  </a:lnTo>
                  <a:lnTo>
                    <a:pt x="151" y="384"/>
                  </a:lnTo>
                  <a:lnTo>
                    <a:pt x="166" y="418"/>
                  </a:lnTo>
                  <a:lnTo>
                    <a:pt x="182" y="451"/>
                  </a:lnTo>
                  <a:lnTo>
                    <a:pt x="182" y="451"/>
                  </a:lnTo>
                  <a:lnTo>
                    <a:pt x="188" y="465"/>
                  </a:lnTo>
                  <a:lnTo>
                    <a:pt x="195" y="482"/>
                  </a:lnTo>
                  <a:lnTo>
                    <a:pt x="205" y="516"/>
                  </a:lnTo>
                  <a:lnTo>
                    <a:pt x="212" y="533"/>
                  </a:lnTo>
                  <a:lnTo>
                    <a:pt x="219" y="549"/>
                  </a:lnTo>
                  <a:lnTo>
                    <a:pt x="229" y="563"/>
                  </a:lnTo>
                  <a:lnTo>
                    <a:pt x="233" y="569"/>
                  </a:lnTo>
                  <a:lnTo>
                    <a:pt x="239" y="575"/>
                  </a:lnTo>
                  <a:lnTo>
                    <a:pt x="239" y="575"/>
                  </a:lnTo>
                  <a:lnTo>
                    <a:pt x="243" y="578"/>
                  </a:lnTo>
                  <a:lnTo>
                    <a:pt x="247" y="580"/>
                  </a:lnTo>
                  <a:lnTo>
                    <a:pt x="251" y="580"/>
                  </a:lnTo>
                  <a:lnTo>
                    <a:pt x="256" y="580"/>
                  </a:lnTo>
                  <a:lnTo>
                    <a:pt x="260" y="580"/>
                  </a:lnTo>
                  <a:lnTo>
                    <a:pt x="264" y="579"/>
                  </a:lnTo>
                  <a:lnTo>
                    <a:pt x="270" y="574"/>
                  </a:lnTo>
                  <a:lnTo>
                    <a:pt x="276" y="567"/>
                  </a:lnTo>
                  <a:lnTo>
                    <a:pt x="277" y="563"/>
                  </a:lnTo>
                  <a:lnTo>
                    <a:pt x="278" y="558"/>
                  </a:lnTo>
                  <a:lnTo>
                    <a:pt x="278" y="554"/>
                  </a:lnTo>
                  <a:lnTo>
                    <a:pt x="277" y="550"/>
                  </a:lnTo>
                  <a:lnTo>
                    <a:pt x="274" y="546"/>
                  </a:lnTo>
                  <a:lnTo>
                    <a:pt x="270" y="543"/>
                  </a:lnTo>
                  <a:lnTo>
                    <a:pt x="270" y="54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5" name="Freeform 517"/>
            <p:cNvSpPr/>
            <p:nvPr>
              <p:custDataLst>
                <p:tags r:id="rId59"/>
              </p:custDataLst>
            </p:nvPr>
          </p:nvSpPr>
          <p:spPr bwMode="auto">
            <a:xfrm>
              <a:off x="3589338" y="1176338"/>
              <a:ext cx="115888" cy="230188"/>
            </a:xfrm>
            <a:custGeom>
              <a:avLst/>
              <a:gdLst/>
              <a:ahLst/>
              <a:cxnLst>
                <a:cxn ang="0">
                  <a:pos x="251" y="10"/>
                </a:cxn>
                <a:cxn ang="0">
                  <a:pos x="216" y="78"/>
                </a:cxn>
                <a:cxn ang="0">
                  <a:pos x="186" y="149"/>
                </a:cxn>
                <a:cxn ang="0">
                  <a:pos x="140" y="255"/>
                </a:cxn>
                <a:cxn ang="0">
                  <a:pos x="124" y="290"/>
                </a:cxn>
                <a:cxn ang="0">
                  <a:pos x="91" y="349"/>
                </a:cxn>
                <a:cxn ang="0">
                  <a:pos x="59" y="406"/>
                </a:cxn>
                <a:cxn ang="0">
                  <a:pos x="40" y="440"/>
                </a:cxn>
                <a:cxn ang="0">
                  <a:pos x="12" y="515"/>
                </a:cxn>
                <a:cxn ang="0">
                  <a:pos x="1" y="553"/>
                </a:cxn>
                <a:cxn ang="0">
                  <a:pos x="1" y="553"/>
                </a:cxn>
                <a:cxn ang="0">
                  <a:pos x="0" y="558"/>
                </a:cxn>
                <a:cxn ang="0">
                  <a:pos x="1" y="567"/>
                </a:cxn>
                <a:cxn ang="0">
                  <a:pos x="5" y="574"/>
                </a:cxn>
                <a:cxn ang="0">
                  <a:pos x="18" y="580"/>
                </a:cxn>
                <a:cxn ang="0">
                  <a:pos x="35" y="578"/>
                </a:cxn>
                <a:cxn ang="0">
                  <a:pos x="40" y="573"/>
                </a:cxn>
                <a:cxn ang="0">
                  <a:pos x="44" y="565"/>
                </a:cxn>
                <a:cxn ang="0">
                  <a:pos x="44" y="563"/>
                </a:cxn>
                <a:cxn ang="0">
                  <a:pos x="48" y="558"/>
                </a:cxn>
                <a:cxn ang="0">
                  <a:pos x="48" y="552"/>
                </a:cxn>
                <a:cxn ang="0">
                  <a:pos x="73" y="485"/>
                </a:cxn>
                <a:cxn ang="0">
                  <a:pos x="104" y="421"/>
                </a:cxn>
                <a:cxn ang="0">
                  <a:pos x="155" y="328"/>
                </a:cxn>
                <a:cxn ang="0">
                  <a:pos x="171" y="297"/>
                </a:cxn>
                <a:cxn ang="0">
                  <a:pos x="201" y="230"/>
                </a:cxn>
                <a:cxn ang="0">
                  <a:pos x="243" y="130"/>
                </a:cxn>
                <a:cxn ang="0">
                  <a:pos x="273" y="65"/>
                </a:cxn>
                <a:cxn ang="0">
                  <a:pos x="290" y="34"/>
                </a:cxn>
                <a:cxn ang="0">
                  <a:pos x="293" y="25"/>
                </a:cxn>
                <a:cxn ang="0">
                  <a:pos x="291" y="15"/>
                </a:cxn>
                <a:cxn ang="0">
                  <a:pos x="288" y="9"/>
                </a:cxn>
                <a:cxn ang="0">
                  <a:pos x="273" y="0"/>
                </a:cxn>
                <a:cxn ang="0">
                  <a:pos x="264" y="0"/>
                </a:cxn>
                <a:cxn ang="0">
                  <a:pos x="256" y="4"/>
                </a:cxn>
                <a:cxn ang="0">
                  <a:pos x="251" y="10"/>
                </a:cxn>
              </a:cxnLst>
              <a:rect l="0" t="0" r="r" b="b"/>
              <a:pathLst>
                <a:path w="293" h="580">
                  <a:moveTo>
                    <a:pt x="251" y="10"/>
                  </a:moveTo>
                  <a:lnTo>
                    <a:pt x="251" y="10"/>
                  </a:lnTo>
                  <a:lnTo>
                    <a:pt x="233" y="44"/>
                  </a:lnTo>
                  <a:lnTo>
                    <a:pt x="216" y="78"/>
                  </a:lnTo>
                  <a:lnTo>
                    <a:pt x="200" y="113"/>
                  </a:lnTo>
                  <a:lnTo>
                    <a:pt x="186" y="149"/>
                  </a:lnTo>
                  <a:lnTo>
                    <a:pt x="155" y="219"/>
                  </a:lnTo>
                  <a:lnTo>
                    <a:pt x="140" y="255"/>
                  </a:lnTo>
                  <a:lnTo>
                    <a:pt x="124" y="290"/>
                  </a:lnTo>
                  <a:lnTo>
                    <a:pt x="124" y="290"/>
                  </a:lnTo>
                  <a:lnTo>
                    <a:pt x="108" y="320"/>
                  </a:lnTo>
                  <a:lnTo>
                    <a:pt x="91" y="349"/>
                  </a:lnTo>
                  <a:lnTo>
                    <a:pt x="74" y="376"/>
                  </a:lnTo>
                  <a:lnTo>
                    <a:pt x="59" y="406"/>
                  </a:lnTo>
                  <a:lnTo>
                    <a:pt x="59" y="406"/>
                  </a:lnTo>
                  <a:lnTo>
                    <a:pt x="40" y="440"/>
                  </a:lnTo>
                  <a:lnTo>
                    <a:pt x="25" y="477"/>
                  </a:lnTo>
                  <a:lnTo>
                    <a:pt x="12" y="515"/>
                  </a:lnTo>
                  <a:lnTo>
                    <a:pt x="1" y="553"/>
                  </a:lnTo>
                  <a:lnTo>
                    <a:pt x="1" y="553"/>
                  </a:lnTo>
                  <a:lnTo>
                    <a:pt x="1" y="553"/>
                  </a:lnTo>
                  <a:lnTo>
                    <a:pt x="1" y="553"/>
                  </a:lnTo>
                  <a:lnTo>
                    <a:pt x="0" y="558"/>
                  </a:lnTo>
                  <a:lnTo>
                    <a:pt x="0" y="558"/>
                  </a:lnTo>
                  <a:lnTo>
                    <a:pt x="0" y="563"/>
                  </a:lnTo>
                  <a:lnTo>
                    <a:pt x="1" y="567"/>
                  </a:lnTo>
                  <a:lnTo>
                    <a:pt x="2" y="571"/>
                  </a:lnTo>
                  <a:lnTo>
                    <a:pt x="5" y="574"/>
                  </a:lnTo>
                  <a:lnTo>
                    <a:pt x="12" y="578"/>
                  </a:lnTo>
                  <a:lnTo>
                    <a:pt x="18" y="580"/>
                  </a:lnTo>
                  <a:lnTo>
                    <a:pt x="27" y="580"/>
                  </a:lnTo>
                  <a:lnTo>
                    <a:pt x="35" y="578"/>
                  </a:lnTo>
                  <a:lnTo>
                    <a:pt x="38" y="575"/>
                  </a:lnTo>
                  <a:lnTo>
                    <a:pt x="40" y="573"/>
                  </a:lnTo>
                  <a:lnTo>
                    <a:pt x="43" y="569"/>
                  </a:lnTo>
                  <a:lnTo>
                    <a:pt x="44" y="565"/>
                  </a:lnTo>
                  <a:lnTo>
                    <a:pt x="44" y="565"/>
                  </a:lnTo>
                  <a:lnTo>
                    <a:pt x="44" y="563"/>
                  </a:lnTo>
                  <a:lnTo>
                    <a:pt x="44" y="563"/>
                  </a:lnTo>
                  <a:lnTo>
                    <a:pt x="48" y="558"/>
                  </a:lnTo>
                  <a:lnTo>
                    <a:pt x="48" y="552"/>
                  </a:lnTo>
                  <a:lnTo>
                    <a:pt x="48" y="552"/>
                  </a:lnTo>
                  <a:lnTo>
                    <a:pt x="60" y="518"/>
                  </a:lnTo>
                  <a:lnTo>
                    <a:pt x="73" y="485"/>
                  </a:lnTo>
                  <a:lnTo>
                    <a:pt x="89" y="452"/>
                  </a:lnTo>
                  <a:lnTo>
                    <a:pt x="104" y="421"/>
                  </a:lnTo>
                  <a:lnTo>
                    <a:pt x="138" y="359"/>
                  </a:lnTo>
                  <a:lnTo>
                    <a:pt x="155" y="328"/>
                  </a:lnTo>
                  <a:lnTo>
                    <a:pt x="171" y="297"/>
                  </a:lnTo>
                  <a:lnTo>
                    <a:pt x="171" y="297"/>
                  </a:lnTo>
                  <a:lnTo>
                    <a:pt x="187" y="264"/>
                  </a:lnTo>
                  <a:lnTo>
                    <a:pt x="201" y="230"/>
                  </a:lnTo>
                  <a:lnTo>
                    <a:pt x="229" y="163"/>
                  </a:lnTo>
                  <a:lnTo>
                    <a:pt x="243" y="130"/>
                  </a:lnTo>
                  <a:lnTo>
                    <a:pt x="257" y="98"/>
                  </a:lnTo>
                  <a:lnTo>
                    <a:pt x="273" y="65"/>
                  </a:lnTo>
                  <a:lnTo>
                    <a:pt x="290" y="34"/>
                  </a:lnTo>
                  <a:lnTo>
                    <a:pt x="290" y="34"/>
                  </a:lnTo>
                  <a:lnTo>
                    <a:pt x="291" y="28"/>
                  </a:lnTo>
                  <a:lnTo>
                    <a:pt x="293" y="25"/>
                  </a:lnTo>
                  <a:lnTo>
                    <a:pt x="293" y="19"/>
                  </a:lnTo>
                  <a:lnTo>
                    <a:pt x="291" y="15"/>
                  </a:lnTo>
                  <a:lnTo>
                    <a:pt x="290" y="11"/>
                  </a:lnTo>
                  <a:lnTo>
                    <a:pt x="288" y="9"/>
                  </a:lnTo>
                  <a:lnTo>
                    <a:pt x="281" y="2"/>
                  </a:lnTo>
                  <a:lnTo>
                    <a:pt x="273" y="0"/>
                  </a:lnTo>
                  <a:lnTo>
                    <a:pt x="269" y="0"/>
                  </a:lnTo>
                  <a:lnTo>
                    <a:pt x="264" y="0"/>
                  </a:lnTo>
                  <a:lnTo>
                    <a:pt x="260" y="1"/>
                  </a:lnTo>
                  <a:lnTo>
                    <a:pt x="256" y="4"/>
                  </a:lnTo>
                  <a:lnTo>
                    <a:pt x="254" y="6"/>
                  </a:lnTo>
                  <a:lnTo>
                    <a:pt x="251" y="10"/>
                  </a:lnTo>
                  <a:lnTo>
                    <a:pt x="251" y="1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6" name="Freeform 518"/>
            <p:cNvSpPr/>
            <p:nvPr>
              <p:custDataLst>
                <p:tags r:id="rId60"/>
              </p:custDataLst>
            </p:nvPr>
          </p:nvSpPr>
          <p:spPr bwMode="auto">
            <a:xfrm>
              <a:off x="3709988" y="1174750"/>
              <a:ext cx="111125" cy="230188"/>
            </a:xfrm>
            <a:custGeom>
              <a:avLst/>
              <a:gdLst/>
              <a:ahLst/>
              <a:cxnLst>
                <a:cxn ang="0">
                  <a:pos x="270" y="543"/>
                </a:cxn>
                <a:cxn ang="0">
                  <a:pos x="262" y="533"/>
                </a:cxn>
                <a:cxn ang="0">
                  <a:pos x="248" y="505"/>
                </a:cxn>
                <a:cxn ang="0">
                  <a:pos x="232" y="456"/>
                </a:cxn>
                <a:cxn ang="0">
                  <a:pos x="221" y="429"/>
                </a:cxn>
                <a:cxn ang="0">
                  <a:pos x="211" y="412"/>
                </a:cxn>
                <a:cxn ang="0">
                  <a:pos x="191" y="359"/>
                </a:cxn>
                <a:cxn ang="0">
                  <a:pos x="170" y="288"/>
                </a:cxn>
                <a:cxn ang="0">
                  <a:pos x="164" y="270"/>
                </a:cxn>
                <a:cxn ang="0">
                  <a:pos x="145" y="222"/>
                </a:cxn>
                <a:cxn ang="0">
                  <a:pos x="125" y="174"/>
                </a:cxn>
                <a:cxn ang="0">
                  <a:pos x="119" y="157"/>
                </a:cxn>
                <a:cxn ang="0">
                  <a:pos x="103" y="120"/>
                </a:cxn>
                <a:cxn ang="0">
                  <a:pos x="81" y="86"/>
                </a:cxn>
                <a:cxn ang="0">
                  <a:pos x="60" y="52"/>
                </a:cxn>
                <a:cxn ang="0">
                  <a:pos x="44" y="17"/>
                </a:cxn>
                <a:cxn ang="0">
                  <a:pos x="43" y="12"/>
                </a:cxn>
                <a:cxn ang="0">
                  <a:pos x="36" y="5"/>
                </a:cxn>
                <a:cxn ang="0">
                  <a:pos x="28" y="1"/>
                </a:cxn>
                <a:cxn ang="0">
                  <a:pos x="17" y="1"/>
                </a:cxn>
                <a:cxn ang="0">
                  <a:pos x="5" y="8"/>
                </a:cxn>
                <a:cxn ang="0">
                  <a:pos x="1" y="14"/>
                </a:cxn>
                <a:cxn ang="0">
                  <a:pos x="0" y="23"/>
                </a:cxn>
                <a:cxn ang="0">
                  <a:pos x="0" y="29"/>
                </a:cxn>
                <a:cxn ang="0">
                  <a:pos x="15" y="64"/>
                </a:cxn>
                <a:cxn ang="0">
                  <a:pos x="36" y="99"/>
                </a:cxn>
                <a:cxn ang="0">
                  <a:pos x="66" y="150"/>
                </a:cxn>
                <a:cxn ang="0">
                  <a:pos x="75" y="168"/>
                </a:cxn>
                <a:cxn ang="0">
                  <a:pos x="119" y="277"/>
                </a:cxn>
                <a:cxn ang="0">
                  <a:pos x="129" y="314"/>
                </a:cxn>
                <a:cxn ang="0">
                  <a:pos x="151" y="384"/>
                </a:cxn>
                <a:cxn ang="0">
                  <a:pos x="181" y="451"/>
                </a:cxn>
                <a:cxn ang="0">
                  <a:pos x="188" y="465"/>
                </a:cxn>
                <a:cxn ang="0">
                  <a:pos x="205" y="516"/>
                </a:cxn>
                <a:cxn ang="0">
                  <a:pos x="219" y="549"/>
                </a:cxn>
                <a:cxn ang="0">
                  <a:pos x="232" y="569"/>
                </a:cxn>
                <a:cxn ang="0">
                  <a:pos x="238" y="575"/>
                </a:cxn>
                <a:cxn ang="0">
                  <a:pos x="247" y="580"/>
                </a:cxn>
                <a:cxn ang="0">
                  <a:pos x="256" y="580"/>
                </a:cxn>
                <a:cxn ang="0">
                  <a:pos x="264" y="579"/>
                </a:cxn>
                <a:cxn ang="0">
                  <a:pos x="276" y="567"/>
                </a:cxn>
                <a:cxn ang="0">
                  <a:pos x="278" y="558"/>
                </a:cxn>
                <a:cxn ang="0">
                  <a:pos x="277" y="550"/>
                </a:cxn>
                <a:cxn ang="0">
                  <a:pos x="270" y="543"/>
                </a:cxn>
              </a:cxnLst>
              <a:rect l="0" t="0" r="r" b="b"/>
              <a:pathLst>
                <a:path w="278" h="580">
                  <a:moveTo>
                    <a:pt x="270" y="543"/>
                  </a:moveTo>
                  <a:lnTo>
                    <a:pt x="270" y="543"/>
                  </a:lnTo>
                  <a:lnTo>
                    <a:pt x="266" y="539"/>
                  </a:lnTo>
                  <a:lnTo>
                    <a:pt x="262" y="533"/>
                  </a:lnTo>
                  <a:lnTo>
                    <a:pt x="255" y="520"/>
                  </a:lnTo>
                  <a:lnTo>
                    <a:pt x="248" y="505"/>
                  </a:lnTo>
                  <a:lnTo>
                    <a:pt x="243" y="489"/>
                  </a:lnTo>
                  <a:lnTo>
                    <a:pt x="232" y="456"/>
                  </a:lnTo>
                  <a:lnTo>
                    <a:pt x="226" y="441"/>
                  </a:lnTo>
                  <a:lnTo>
                    <a:pt x="221" y="429"/>
                  </a:lnTo>
                  <a:lnTo>
                    <a:pt x="221" y="429"/>
                  </a:lnTo>
                  <a:lnTo>
                    <a:pt x="211" y="412"/>
                  </a:lnTo>
                  <a:lnTo>
                    <a:pt x="205" y="395"/>
                  </a:lnTo>
                  <a:lnTo>
                    <a:pt x="191" y="359"/>
                  </a:lnTo>
                  <a:lnTo>
                    <a:pt x="180" y="324"/>
                  </a:lnTo>
                  <a:lnTo>
                    <a:pt x="170" y="288"/>
                  </a:lnTo>
                  <a:lnTo>
                    <a:pt x="170" y="288"/>
                  </a:lnTo>
                  <a:lnTo>
                    <a:pt x="164" y="270"/>
                  </a:lnTo>
                  <a:lnTo>
                    <a:pt x="159" y="253"/>
                  </a:lnTo>
                  <a:lnTo>
                    <a:pt x="145" y="222"/>
                  </a:lnTo>
                  <a:lnTo>
                    <a:pt x="132" y="189"/>
                  </a:lnTo>
                  <a:lnTo>
                    <a:pt x="125" y="174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112" y="138"/>
                  </a:lnTo>
                  <a:lnTo>
                    <a:pt x="103" y="120"/>
                  </a:lnTo>
                  <a:lnTo>
                    <a:pt x="92" y="103"/>
                  </a:lnTo>
                  <a:lnTo>
                    <a:pt x="81" y="86"/>
                  </a:lnTo>
                  <a:lnTo>
                    <a:pt x="70" y="69"/>
                  </a:lnTo>
                  <a:lnTo>
                    <a:pt x="60" y="52"/>
                  </a:lnTo>
                  <a:lnTo>
                    <a:pt x="51" y="34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3" y="12"/>
                  </a:lnTo>
                  <a:lnTo>
                    <a:pt x="40" y="8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8" y="1"/>
                  </a:lnTo>
                  <a:lnTo>
                    <a:pt x="24" y="0"/>
                  </a:lnTo>
                  <a:lnTo>
                    <a:pt x="17" y="1"/>
                  </a:lnTo>
                  <a:lnTo>
                    <a:pt x="9" y="5"/>
                  </a:lnTo>
                  <a:lnTo>
                    <a:pt x="5" y="8"/>
                  </a:lnTo>
                  <a:lnTo>
                    <a:pt x="2" y="10"/>
                  </a:lnTo>
                  <a:lnTo>
                    <a:pt x="1" y="14"/>
                  </a:lnTo>
                  <a:lnTo>
                    <a:pt x="0" y="18"/>
                  </a:lnTo>
                  <a:lnTo>
                    <a:pt x="0" y="23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6" y="47"/>
                  </a:lnTo>
                  <a:lnTo>
                    <a:pt x="15" y="64"/>
                  </a:lnTo>
                  <a:lnTo>
                    <a:pt x="24" y="82"/>
                  </a:lnTo>
                  <a:lnTo>
                    <a:pt x="36" y="99"/>
                  </a:lnTo>
                  <a:lnTo>
                    <a:pt x="57" y="133"/>
                  </a:lnTo>
                  <a:lnTo>
                    <a:pt x="66" y="150"/>
                  </a:lnTo>
                  <a:lnTo>
                    <a:pt x="75" y="168"/>
                  </a:lnTo>
                  <a:lnTo>
                    <a:pt x="75" y="168"/>
                  </a:lnTo>
                  <a:lnTo>
                    <a:pt x="104" y="240"/>
                  </a:lnTo>
                  <a:lnTo>
                    <a:pt x="119" y="277"/>
                  </a:lnTo>
                  <a:lnTo>
                    <a:pt x="129" y="314"/>
                  </a:lnTo>
                  <a:lnTo>
                    <a:pt x="129" y="314"/>
                  </a:lnTo>
                  <a:lnTo>
                    <a:pt x="140" y="349"/>
                  </a:lnTo>
                  <a:lnTo>
                    <a:pt x="151" y="384"/>
                  </a:lnTo>
                  <a:lnTo>
                    <a:pt x="164" y="418"/>
                  </a:lnTo>
                  <a:lnTo>
                    <a:pt x="181" y="451"/>
                  </a:lnTo>
                  <a:lnTo>
                    <a:pt x="181" y="451"/>
                  </a:lnTo>
                  <a:lnTo>
                    <a:pt x="188" y="465"/>
                  </a:lnTo>
                  <a:lnTo>
                    <a:pt x="194" y="482"/>
                  </a:lnTo>
                  <a:lnTo>
                    <a:pt x="205" y="516"/>
                  </a:lnTo>
                  <a:lnTo>
                    <a:pt x="211" y="533"/>
                  </a:lnTo>
                  <a:lnTo>
                    <a:pt x="219" y="549"/>
                  </a:lnTo>
                  <a:lnTo>
                    <a:pt x="227" y="563"/>
                  </a:lnTo>
                  <a:lnTo>
                    <a:pt x="232" y="569"/>
                  </a:lnTo>
                  <a:lnTo>
                    <a:pt x="238" y="575"/>
                  </a:lnTo>
                  <a:lnTo>
                    <a:pt x="238" y="575"/>
                  </a:lnTo>
                  <a:lnTo>
                    <a:pt x="243" y="578"/>
                  </a:lnTo>
                  <a:lnTo>
                    <a:pt x="247" y="580"/>
                  </a:lnTo>
                  <a:lnTo>
                    <a:pt x="251" y="580"/>
                  </a:lnTo>
                  <a:lnTo>
                    <a:pt x="256" y="580"/>
                  </a:lnTo>
                  <a:lnTo>
                    <a:pt x="260" y="580"/>
                  </a:lnTo>
                  <a:lnTo>
                    <a:pt x="264" y="579"/>
                  </a:lnTo>
                  <a:lnTo>
                    <a:pt x="270" y="574"/>
                  </a:lnTo>
                  <a:lnTo>
                    <a:pt x="276" y="567"/>
                  </a:lnTo>
                  <a:lnTo>
                    <a:pt x="277" y="563"/>
                  </a:lnTo>
                  <a:lnTo>
                    <a:pt x="278" y="558"/>
                  </a:lnTo>
                  <a:lnTo>
                    <a:pt x="277" y="554"/>
                  </a:lnTo>
                  <a:lnTo>
                    <a:pt x="277" y="550"/>
                  </a:lnTo>
                  <a:lnTo>
                    <a:pt x="274" y="546"/>
                  </a:lnTo>
                  <a:lnTo>
                    <a:pt x="270" y="543"/>
                  </a:lnTo>
                  <a:lnTo>
                    <a:pt x="270" y="54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7" name="Freeform 519"/>
            <p:cNvSpPr/>
            <p:nvPr>
              <p:custDataLst>
                <p:tags r:id="rId61"/>
              </p:custDataLst>
            </p:nvPr>
          </p:nvSpPr>
          <p:spPr bwMode="auto">
            <a:xfrm>
              <a:off x="3429001" y="984250"/>
              <a:ext cx="101600" cy="120650"/>
            </a:xfrm>
            <a:custGeom>
              <a:avLst/>
              <a:gdLst/>
              <a:ahLst/>
              <a:cxnLst>
                <a:cxn ang="0">
                  <a:pos x="248" y="90"/>
                </a:cxn>
                <a:cxn ang="0">
                  <a:pos x="241" y="68"/>
                </a:cxn>
                <a:cxn ang="0">
                  <a:pos x="232" y="48"/>
                </a:cxn>
                <a:cxn ang="0">
                  <a:pos x="219" y="33"/>
                </a:cxn>
                <a:cxn ang="0">
                  <a:pos x="204" y="19"/>
                </a:cxn>
                <a:cxn ang="0">
                  <a:pos x="186" y="10"/>
                </a:cxn>
                <a:cxn ang="0">
                  <a:pos x="166" y="4"/>
                </a:cxn>
                <a:cxn ang="0">
                  <a:pos x="122" y="0"/>
                </a:cxn>
                <a:cxn ang="0">
                  <a:pos x="102" y="0"/>
                </a:cxn>
                <a:cxn ang="0">
                  <a:pos x="75" y="4"/>
                </a:cxn>
                <a:cxn ang="0">
                  <a:pos x="57" y="10"/>
                </a:cxn>
                <a:cxn ang="0">
                  <a:pos x="47" y="14"/>
                </a:cxn>
                <a:cxn ang="0">
                  <a:pos x="33" y="26"/>
                </a:cxn>
                <a:cxn ang="0">
                  <a:pos x="24" y="39"/>
                </a:cxn>
                <a:cxn ang="0">
                  <a:pos x="8" y="70"/>
                </a:cxn>
                <a:cxn ang="0">
                  <a:pos x="4" y="78"/>
                </a:cxn>
                <a:cxn ang="0">
                  <a:pos x="2" y="97"/>
                </a:cxn>
                <a:cxn ang="0">
                  <a:pos x="3" y="144"/>
                </a:cxn>
                <a:cxn ang="0">
                  <a:pos x="3" y="281"/>
                </a:cxn>
                <a:cxn ang="0">
                  <a:pos x="4" y="291"/>
                </a:cxn>
                <a:cxn ang="0">
                  <a:pos x="9" y="298"/>
                </a:cxn>
                <a:cxn ang="0">
                  <a:pos x="17" y="302"/>
                </a:cxn>
                <a:cxn ang="0">
                  <a:pos x="33" y="302"/>
                </a:cxn>
                <a:cxn ang="0">
                  <a:pos x="41" y="298"/>
                </a:cxn>
                <a:cxn ang="0">
                  <a:pos x="46" y="291"/>
                </a:cxn>
                <a:cxn ang="0">
                  <a:pos x="47" y="281"/>
                </a:cxn>
                <a:cxn ang="0">
                  <a:pos x="47" y="144"/>
                </a:cxn>
                <a:cxn ang="0">
                  <a:pos x="49" y="98"/>
                </a:cxn>
                <a:cxn ang="0">
                  <a:pos x="53" y="84"/>
                </a:cxn>
                <a:cxn ang="0">
                  <a:pos x="59" y="72"/>
                </a:cxn>
                <a:cxn ang="0">
                  <a:pos x="74" y="56"/>
                </a:cxn>
                <a:cxn ang="0">
                  <a:pos x="89" y="48"/>
                </a:cxn>
                <a:cxn ang="0">
                  <a:pos x="109" y="46"/>
                </a:cxn>
                <a:cxn ang="0">
                  <a:pos x="122" y="46"/>
                </a:cxn>
                <a:cxn ang="0">
                  <a:pos x="145" y="47"/>
                </a:cxn>
                <a:cxn ang="0">
                  <a:pos x="165" y="52"/>
                </a:cxn>
                <a:cxn ang="0">
                  <a:pos x="179" y="61"/>
                </a:cxn>
                <a:cxn ang="0">
                  <a:pos x="190" y="73"/>
                </a:cxn>
                <a:cxn ang="0">
                  <a:pos x="196" y="89"/>
                </a:cxn>
                <a:cxn ang="0">
                  <a:pos x="203" y="127"/>
                </a:cxn>
                <a:cxn ang="0">
                  <a:pos x="204" y="149"/>
                </a:cxn>
                <a:cxn ang="0">
                  <a:pos x="208" y="210"/>
                </a:cxn>
                <a:cxn ang="0">
                  <a:pos x="212" y="274"/>
                </a:cxn>
                <a:cxn ang="0">
                  <a:pos x="212" y="280"/>
                </a:cxn>
                <a:cxn ang="0">
                  <a:pos x="216" y="288"/>
                </a:cxn>
                <a:cxn ang="0">
                  <a:pos x="223" y="293"/>
                </a:cxn>
                <a:cxn ang="0">
                  <a:pos x="234" y="295"/>
                </a:cxn>
                <a:cxn ang="0">
                  <a:pos x="246" y="293"/>
                </a:cxn>
                <a:cxn ang="0">
                  <a:pos x="253" y="288"/>
                </a:cxn>
                <a:cxn ang="0">
                  <a:pos x="257" y="280"/>
                </a:cxn>
                <a:cxn ang="0">
                  <a:pos x="258" y="274"/>
                </a:cxn>
                <a:cxn ang="0">
                  <a:pos x="257" y="182"/>
                </a:cxn>
                <a:cxn ang="0">
                  <a:pos x="251" y="112"/>
                </a:cxn>
                <a:cxn ang="0">
                  <a:pos x="248" y="90"/>
                </a:cxn>
              </a:cxnLst>
              <a:rect l="0" t="0" r="r" b="b"/>
              <a:pathLst>
                <a:path w="258" h="303">
                  <a:moveTo>
                    <a:pt x="248" y="90"/>
                  </a:moveTo>
                  <a:lnTo>
                    <a:pt x="248" y="90"/>
                  </a:lnTo>
                  <a:lnTo>
                    <a:pt x="245" y="78"/>
                  </a:lnTo>
                  <a:lnTo>
                    <a:pt x="241" y="68"/>
                  </a:lnTo>
                  <a:lnTo>
                    <a:pt x="237" y="57"/>
                  </a:lnTo>
                  <a:lnTo>
                    <a:pt x="232" y="48"/>
                  </a:lnTo>
                  <a:lnTo>
                    <a:pt x="225" y="40"/>
                  </a:lnTo>
                  <a:lnTo>
                    <a:pt x="219" y="33"/>
                  </a:lnTo>
                  <a:lnTo>
                    <a:pt x="212" y="26"/>
                  </a:lnTo>
                  <a:lnTo>
                    <a:pt x="204" y="19"/>
                  </a:lnTo>
                  <a:lnTo>
                    <a:pt x="195" y="16"/>
                  </a:lnTo>
                  <a:lnTo>
                    <a:pt x="186" y="10"/>
                  </a:lnTo>
                  <a:lnTo>
                    <a:pt x="177" y="8"/>
                  </a:lnTo>
                  <a:lnTo>
                    <a:pt x="166" y="4"/>
                  </a:lnTo>
                  <a:lnTo>
                    <a:pt x="144" y="1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02" y="0"/>
                  </a:lnTo>
                  <a:lnTo>
                    <a:pt x="84" y="1"/>
                  </a:lnTo>
                  <a:lnTo>
                    <a:pt x="75" y="4"/>
                  </a:lnTo>
                  <a:lnTo>
                    <a:pt x="66" y="6"/>
                  </a:lnTo>
                  <a:lnTo>
                    <a:pt x="57" y="10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0" y="21"/>
                  </a:lnTo>
                  <a:lnTo>
                    <a:pt x="33" y="26"/>
                  </a:lnTo>
                  <a:lnTo>
                    <a:pt x="28" y="33"/>
                  </a:lnTo>
                  <a:lnTo>
                    <a:pt x="24" y="39"/>
                  </a:lnTo>
                  <a:lnTo>
                    <a:pt x="16" y="53"/>
                  </a:lnTo>
                  <a:lnTo>
                    <a:pt x="8" y="70"/>
                  </a:lnTo>
                  <a:lnTo>
                    <a:pt x="8" y="70"/>
                  </a:lnTo>
                  <a:lnTo>
                    <a:pt x="4" y="78"/>
                  </a:lnTo>
                  <a:lnTo>
                    <a:pt x="3" y="87"/>
                  </a:lnTo>
                  <a:lnTo>
                    <a:pt x="2" y="97"/>
                  </a:lnTo>
                  <a:lnTo>
                    <a:pt x="0" y="106"/>
                  </a:lnTo>
                  <a:lnTo>
                    <a:pt x="3" y="144"/>
                  </a:lnTo>
                  <a:lnTo>
                    <a:pt x="3" y="281"/>
                  </a:lnTo>
                  <a:lnTo>
                    <a:pt x="3" y="281"/>
                  </a:lnTo>
                  <a:lnTo>
                    <a:pt x="3" y="286"/>
                  </a:lnTo>
                  <a:lnTo>
                    <a:pt x="4" y="291"/>
                  </a:lnTo>
                  <a:lnTo>
                    <a:pt x="7" y="295"/>
                  </a:lnTo>
                  <a:lnTo>
                    <a:pt x="9" y="298"/>
                  </a:lnTo>
                  <a:lnTo>
                    <a:pt x="13" y="301"/>
                  </a:lnTo>
                  <a:lnTo>
                    <a:pt x="17" y="302"/>
                  </a:lnTo>
                  <a:lnTo>
                    <a:pt x="25" y="303"/>
                  </a:lnTo>
                  <a:lnTo>
                    <a:pt x="33" y="302"/>
                  </a:lnTo>
                  <a:lnTo>
                    <a:pt x="37" y="301"/>
                  </a:lnTo>
                  <a:lnTo>
                    <a:pt x="41" y="298"/>
                  </a:lnTo>
                  <a:lnTo>
                    <a:pt x="43" y="295"/>
                  </a:lnTo>
                  <a:lnTo>
                    <a:pt x="46" y="291"/>
                  </a:lnTo>
                  <a:lnTo>
                    <a:pt x="47" y="286"/>
                  </a:lnTo>
                  <a:lnTo>
                    <a:pt x="47" y="281"/>
                  </a:lnTo>
                  <a:lnTo>
                    <a:pt x="47" y="144"/>
                  </a:lnTo>
                  <a:lnTo>
                    <a:pt x="47" y="144"/>
                  </a:lnTo>
                  <a:lnTo>
                    <a:pt x="47" y="114"/>
                  </a:lnTo>
                  <a:lnTo>
                    <a:pt x="49" y="98"/>
                  </a:lnTo>
                  <a:lnTo>
                    <a:pt x="50" y="90"/>
                  </a:lnTo>
                  <a:lnTo>
                    <a:pt x="53" y="84"/>
                  </a:lnTo>
                  <a:lnTo>
                    <a:pt x="53" y="84"/>
                  </a:lnTo>
                  <a:lnTo>
                    <a:pt x="59" y="72"/>
                  </a:lnTo>
                  <a:lnTo>
                    <a:pt x="66" y="63"/>
                  </a:lnTo>
                  <a:lnTo>
                    <a:pt x="74" y="56"/>
                  </a:lnTo>
                  <a:lnTo>
                    <a:pt x="80" y="52"/>
                  </a:lnTo>
                  <a:lnTo>
                    <a:pt x="89" y="48"/>
                  </a:lnTo>
                  <a:lnTo>
                    <a:pt x="98" y="47"/>
                  </a:lnTo>
                  <a:lnTo>
                    <a:pt x="109" y="46"/>
                  </a:lnTo>
                  <a:lnTo>
                    <a:pt x="122" y="46"/>
                  </a:lnTo>
                  <a:lnTo>
                    <a:pt x="122" y="46"/>
                  </a:lnTo>
                  <a:lnTo>
                    <a:pt x="135" y="46"/>
                  </a:lnTo>
                  <a:lnTo>
                    <a:pt x="145" y="47"/>
                  </a:lnTo>
                  <a:lnTo>
                    <a:pt x="156" y="50"/>
                  </a:lnTo>
                  <a:lnTo>
                    <a:pt x="165" y="52"/>
                  </a:lnTo>
                  <a:lnTo>
                    <a:pt x="173" y="56"/>
                  </a:lnTo>
                  <a:lnTo>
                    <a:pt x="179" y="61"/>
                  </a:lnTo>
                  <a:lnTo>
                    <a:pt x="185" y="67"/>
                  </a:lnTo>
                  <a:lnTo>
                    <a:pt x="190" y="73"/>
                  </a:lnTo>
                  <a:lnTo>
                    <a:pt x="194" y="81"/>
                  </a:lnTo>
                  <a:lnTo>
                    <a:pt x="196" y="89"/>
                  </a:lnTo>
                  <a:lnTo>
                    <a:pt x="202" y="106"/>
                  </a:lnTo>
                  <a:lnTo>
                    <a:pt x="203" y="127"/>
                  </a:lnTo>
                  <a:lnTo>
                    <a:pt x="204" y="149"/>
                  </a:lnTo>
                  <a:lnTo>
                    <a:pt x="204" y="149"/>
                  </a:lnTo>
                  <a:lnTo>
                    <a:pt x="206" y="179"/>
                  </a:lnTo>
                  <a:lnTo>
                    <a:pt x="208" y="210"/>
                  </a:lnTo>
                  <a:lnTo>
                    <a:pt x="211" y="242"/>
                  </a:lnTo>
                  <a:lnTo>
                    <a:pt x="212" y="274"/>
                  </a:lnTo>
                  <a:lnTo>
                    <a:pt x="212" y="274"/>
                  </a:lnTo>
                  <a:lnTo>
                    <a:pt x="212" y="280"/>
                  </a:lnTo>
                  <a:lnTo>
                    <a:pt x="214" y="284"/>
                  </a:lnTo>
                  <a:lnTo>
                    <a:pt x="216" y="288"/>
                  </a:lnTo>
                  <a:lnTo>
                    <a:pt x="219" y="290"/>
                  </a:lnTo>
                  <a:lnTo>
                    <a:pt x="223" y="293"/>
                  </a:lnTo>
                  <a:lnTo>
                    <a:pt x="227" y="294"/>
                  </a:lnTo>
                  <a:lnTo>
                    <a:pt x="234" y="295"/>
                  </a:lnTo>
                  <a:lnTo>
                    <a:pt x="242" y="294"/>
                  </a:lnTo>
                  <a:lnTo>
                    <a:pt x="246" y="293"/>
                  </a:lnTo>
                  <a:lnTo>
                    <a:pt x="250" y="290"/>
                  </a:lnTo>
                  <a:lnTo>
                    <a:pt x="253" y="288"/>
                  </a:lnTo>
                  <a:lnTo>
                    <a:pt x="255" y="284"/>
                  </a:lnTo>
                  <a:lnTo>
                    <a:pt x="257" y="280"/>
                  </a:lnTo>
                  <a:lnTo>
                    <a:pt x="258" y="274"/>
                  </a:lnTo>
                  <a:lnTo>
                    <a:pt x="258" y="274"/>
                  </a:lnTo>
                  <a:lnTo>
                    <a:pt x="257" y="229"/>
                  </a:lnTo>
                  <a:lnTo>
                    <a:pt x="257" y="182"/>
                  </a:lnTo>
                  <a:lnTo>
                    <a:pt x="253" y="136"/>
                  </a:lnTo>
                  <a:lnTo>
                    <a:pt x="251" y="112"/>
                  </a:lnTo>
                  <a:lnTo>
                    <a:pt x="248" y="90"/>
                  </a:lnTo>
                  <a:lnTo>
                    <a:pt x="248" y="9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8" name="Freeform 520"/>
            <p:cNvSpPr/>
            <p:nvPr>
              <p:custDataLst>
                <p:tags r:id="rId62"/>
              </p:custDataLst>
            </p:nvPr>
          </p:nvSpPr>
          <p:spPr bwMode="auto">
            <a:xfrm>
              <a:off x="3425826" y="1157288"/>
              <a:ext cx="25400" cy="434975"/>
            </a:xfrm>
            <a:custGeom>
              <a:avLst/>
              <a:gdLst/>
              <a:ahLst/>
              <a:cxnLst>
                <a:cxn ang="0">
                  <a:pos x="56" y="777"/>
                </a:cxn>
                <a:cxn ang="0">
                  <a:pos x="59" y="715"/>
                </a:cxn>
                <a:cxn ang="0">
                  <a:pos x="63" y="624"/>
                </a:cxn>
                <a:cxn ang="0">
                  <a:pos x="63" y="562"/>
                </a:cxn>
                <a:cxn ang="0">
                  <a:pos x="60" y="532"/>
                </a:cxn>
                <a:cxn ang="0">
                  <a:pos x="58" y="466"/>
                </a:cxn>
                <a:cxn ang="0">
                  <a:pos x="59" y="267"/>
                </a:cxn>
                <a:cxn ang="0">
                  <a:pos x="58" y="237"/>
                </a:cxn>
                <a:cxn ang="0">
                  <a:pos x="52" y="145"/>
                </a:cxn>
                <a:cxn ang="0">
                  <a:pos x="46" y="54"/>
                </a:cxn>
                <a:cxn ang="0">
                  <a:pos x="46" y="22"/>
                </a:cxn>
                <a:cxn ang="0">
                  <a:pos x="43" y="13"/>
                </a:cxn>
                <a:cxn ang="0">
                  <a:pos x="38" y="7"/>
                </a:cxn>
                <a:cxn ang="0">
                  <a:pos x="31" y="1"/>
                </a:cxn>
                <a:cxn ang="0">
                  <a:pos x="14" y="1"/>
                </a:cxn>
                <a:cxn ang="0">
                  <a:pos x="7" y="7"/>
                </a:cxn>
                <a:cxn ang="0">
                  <a:pos x="1" y="13"/>
                </a:cxn>
                <a:cxn ang="0">
                  <a:pos x="0" y="22"/>
                </a:cxn>
                <a:cxn ang="0">
                  <a:pos x="0" y="54"/>
                </a:cxn>
                <a:cxn ang="0">
                  <a:pos x="5" y="145"/>
                </a:cxn>
                <a:cxn ang="0">
                  <a:pos x="13" y="267"/>
                </a:cxn>
                <a:cxn ang="0">
                  <a:pos x="13" y="334"/>
                </a:cxn>
                <a:cxn ang="0">
                  <a:pos x="12" y="466"/>
                </a:cxn>
                <a:cxn ang="0">
                  <a:pos x="14" y="532"/>
                </a:cxn>
                <a:cxn ang="0">
                  <a:pos x="17" y="562"/>
                </a:cxn>
                <a:cxn ang="0">
                  <a:pos x="16" y="655"/>
                </a:cxn>
                <a:cxn ang="0">
                  <a:pos x="12" y="747"/>
                </a:cxn>
                <a:cxn ang="0">
                  <a:pos x="11" y="777"/>
                </a:cxn>
                <a:cxn ang="0">
                  <a:pos x="16" y="872"/>
                </a:cxn>
                <a:cxn ang="0">
                  <a:pos x="18" y="949"/>
                </a:cxn>
                <a:cxn ang="0">
                  <a:pos x="17" y="966"/>
                </a:cxn>
                <a:cxn ang="0">
                  <a:pos x="14" y="1021"/>
                </a:cxn>
                <a:cxn ang="0">
                  <a:pos x="14" y="1076"/>
                </a:cxn>
                <a:cxn ang="0">
                  <a:pos x="17" y="1087"/>
                </a:cxn>
                <a:cxn ang="0">
                  <a:pos x="22" y="1093"/>
                </a:cxn>
                <a:cxn ang="0">
                  <a:pos x="29" y="1097"/>
                </a:cxn>
                <a:cxn ang="0">
                  <a:pos x="46" y="1097"/>
                </a:cxn>
                <a:cxn ang="0">
                  <a:pos x="54" y="1093"/>
                </a:cxn>
                <a:cxn ang="0">
                  <a:pos x="59" y="1087"/>
                </a:cxn>
                <a:cxn ang="0">
                  <a:pos x="60" y="1076"/>
                </a:cxn>
                <a:cxn ang="0">
                  <a:pos x="62" y="1048"/>
                </a:cxn>
                <a:cxn ang="0">
                  <a:pos x="64" y="987"/>
                </a:cxn>
                <a:cxn ang="0">
                  <a:pos x="64" y="959"/>
                </a:cxn>
                <a:cxn ang="0">
                  <a:pos x="60" y="867"/>
                </a:cxn>
                <a:cxn ang="0">
                  <a:pos x="56" y="777"/>
                </a:cxn>
              </a:cxnLst>
              <a:rect l="0" t="0" r="r" b="b"/>
              <a:pathLst>
                <a:path w="64" h="1099">
                  <a:moveTo>
                    <a:pt x="56" y="777"/>
                  </a:moveTo>
                  <a:lnTo>
                    <a:pt x="56" y="777"/>
                  </a:lnTo>
                  <a:lnTo>
                    <a:pt x="58" y="747"/>
                  </a:lnTo>
                  <a:lnTo>
                    <a:pt x="59" y="715"/>
                  </a:lnTo>
                  <a:lnTo>
                    <a:pt x="62" y="655"/>
                  </a:lnTo>
                  <a:lnTo>
                    <a:pt x="63" y="624"/>
                  </a:lnTo>
                  <a:lnTo>
                    <a:pt x="63" y="594"/>
                  </a:lnTo>
                  <a:lnTo>
                    <a:pt x="63" y="562"/>
                  </a:lnTo>
                  <a:lnTo>
                    <a:pt x="60" y="532"/>
                  </a:lnTo>
                  <a:lnTo>
                    <a:pt x="60" y="532"/>
                  </a:lnTo>
                  <a:lnTo>
                    <a:pt x="59" y="498"/>
                  </a:lnTo>
                  <a:lnTo>
                    <a:pt x="58" y="466"/>
                  </a:lnTo>
                  <a:lnTo>
                    <a:pt x="56" y="399"/>
                  </a:lnTo>
                  <a:lnTo>
                    <a:pt x="59" y="267"/>
                  </a:lnTo>
                  <a:lnTo>
                    <a:pt x="59" y="267"/>
                  </a:lnTo>
                  <a:lnTo>
                    <a:pt x="58" y="237"/>
                  </a:lnTo>
                  <a:lnTo>
                    <a:pt x="56" y="205"/>
                  </a:lnTo>
                  <a:lnTo>
                    <a:pt x="52" y="145"/>
                  </a:lnTo>
                  <a:lnTo>
                    <a:pt x="47" y="84"/>
                  </a:lnTo>
                  <a:lnTo>
                    <a:pt x="46" y="54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3" y="13"/>
                  </a:lnTo>
                  <a:lnTo>
                    <a:pt x="41" y="9"/>
                  </a:lnTo>
                  <a:lnTo>
                    <a:pt x="38" y="7"/>
                  </a:lnTo>
                  <a:lnTo>
                    <a:pt x="35" y="4"/>
                  </a:lnTo>
                  <a:lnTo>
                    <a:pt x="31" y="1"/>
                  </a:lnTo>
                  <a:lnTo>
                    <a:pt x="22" y="0"/>
                  </a:lnTo>
                  <a:lnTo>
                    <a:pt x="14" y="1"/>
                  </a:lnTo>
                  <a:lnTo>
                    <a:pt x="11" y="4"/>
                  </a:lnTo>
                  <a:lnTo>
                    <a:pt x="7" y="7"/>
                  </a:lnTo>
                  <a:lnTo>
                    <a:pt x="4" y="9"/>
                  </a:lnTo>
                  <a:lnTo>
                    <a:pt x="1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54"/>
                  </a:lnTo>
                  <a:lnTo>
                    <a:pt x="1" y="84"/>
                  </a:lnTo>
                  <a:lnTo>
                    <a:pt x="5" y="145"/>
                  </a:lnTo>
                  <a:lnTo>
                    <a:pt x="11" y="205"/>
                  </a:lnTo>
                  <a:lnTo>
                    <a:pt x="13" y="267"/>
                  </a:lnTo>
                  <a:lnTo>
                    <a:pt x="13" y="267"/>
                  </a:lnTo>
                  <a:lnTo>
                    <a:pt x="13" y="334"/>
                  </a:lnTo>
                  <a:lnTo>
                    <a:pt x="12" y="399"/>
                  </a:lnTo>
                  <a:lnTo>
                    <a:pt x="12" y="466"/>
                  </a:lnTo>
                  <a:lnTo>
                    <a:pt x="13" y="498"/>
                  </a:lnTo>
                  <a:lnTo>
                    <a:pt x="14" y="532"/>
                  </a:lnTo>
                  <a:lnTo>
                    <a:pt x="14" y="532"/>
                  </a:lnTo>
                  <a:lnTo>
                    <a:pt x="17" y="562"/>
                  </a:lnTo>
                  <a:lnTo>
                    <a:pt x="17" y="594"/>
                  </a:lnTo>
                  <a:lnTo>
                    <a:pt x="16" y="655"/>
                  </a:lnTo>
                  <a:lnTo>
                    <a:pt x="13" y="715"/>
                  </a:lnTo>
                  <a:lnTo>
                    <a:pt x="12" y="747"/>
                  </a:lnTo>
                  <a:lnTo>
                    <a:pt x="11" y="777"/>
                  </a:lnTo>
                  <a:lnTo>
                    <a:pt x="11" y="777"/>
                  </a:lnTo>
                  <a:lnTo>
                    <a:pt x="13" y="816"/>
                  </a:lnTo>
                  <a:lnTo>
                    <a:pt x="16" y="872"/>
                  </a:lnTo>
                  <a:lnTo>
                    <a:pt x="18" y="927"/>
                  </a:lnTo>
                  <a:lnTo>
                    <a:pt x="18" y="949"/>
                  </a:lnTo>
                  <a:lnTo>
                    <a:pt x="17" y="966"/>
                  </a:lnTo>
                  <a:lnTo>
                    <a:pt x="17" y="966"/>
                  </a:lnTo>
                  <a:lnTo>
                    <a:pt x="16" y="994"/>
                  </a:lnTo>
                  <a:lnTo>
                    <a:pt x="14" y="1021"/>
                  </a:lnTo>
                  <a:lnTo>
                    <a:pt x="14" y="1076"/>
                  </a:lnTo>
                  <a:lnTo>
                    <a:pt x="14" y="1076"/>
                  </a:lnTo>
                  <a:lnTo>
                    <a:pt x="16" y="1082"/>
                  </a:lnTo>
                  <a:lnTo>
                    <a:pt x="17" y="1087"/>
                  </a:lnTo>
                  <a:lnTo>
                    <a:pt x="20" y="1091"/>
                  </a:lnTo>
                  <a:lnTo>
                    <a:pt x="22" y="1093"/>
                  </a:lnTo>
                  <a:lnTo>
                    <a:pt x="25" y="1096"/>
                  </a:lnTo>
                  <a:lnTo>
                    <a:pt x="29" y="1097"/>
                  </a:lnTo>
                  <a:lnTo>
                    <a:pt x="38" y="1099"/>
                  </a:lnTo>
                  <a:lnTo>
                    <a:pt x="46" y="1097"/>
                  </a:lnTo>
                  <a:lnTo>
                    <a:pt x="50" y="1096"/>
                  </a:lnTo>
                  <a:lnTo>
                    <a:pt x="54" y="1093"/>
                  </a:lnTo>
                  <a:lnTo>
                    <a:pt x="56" y="1091"/>
                  </a:lnTo>
                  <a:lnTo>
                    <a:pt x="59" y="1087"/>
                  </a:lnTo>
                  <a:lnTo>
                    <a:pt x="60" y="1082"/>
                  </a:lnTo>
                  <a:lnTo>
                    <a:pt x="60" y="1076"/>
                  </a:lnTo>
                  <a:lnTo>
                    <a:pt x="60" y="1076"/>
                  </a:lnTo>
                  <a:lnTo>
                    <a:pt x="62" y="1048"/>
                  </a:lnTo>
                  <a:lnTo>
                    <a:pt x="63" y="1017"/>
                  </a:lnTo>
                  <a:lnTo>
                    <a:pt x="64" y="987"/>
                  </a:lnTo>
                  <a:lnTo>
                    <a:pt x="64" y="959"/>
                  </a:lnTo>
                  <a:lnTo>
                    <a:pt x="64" y="959"/>
                  </a:lnTo>
                  <a:lnTo>
                    <a:pt x="63" y="921"/>
                  </a:lnTo>
                  <a:lnTo>
                    <a:pt x="60" y="867"/>
                  </a:lnTo>
                  <a:lnTo>
                    <a:pt x="58" y="815"/>
                  </a:lnTo>
                  <a:lnTo>
                    <a:pt x="56" y="777"/>
                  </a:lnTo>
                  <a:lnTo>
                    <a:pt x="56" y="777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09" name="Freeform 521"/>
            <p:cNvSpPr/>
            <p:nvPr>
              <p:custDataLst>
                <p:tags r:id="rId63"/>
              </p:custDataLst>
            </p:nvPr>
          </p:nvSpPr>
          <p:spPr bwMode="auto">
            <a:xfrm>
              <a:off x="3509963" y="1157288"/>
              <a:ext cx="25400" cy="434975"/>
            </a:xfrm>
            <a:custGeom>
              <a:avLst/>
              <a:gdLst/>
              <a:ahLst/>
              <a:cxnLst>
                <a:cxn ang="0">
                  <a:pos x="8" y="777"/>
                </a:cxn>
                <a:cxn ang="0">
                  <a:pos x="6" y="715"/>
                </a:cxn>
                <a:cxn ang="0">
                  <a:pos x="2" y="624"/>
                </a:cxn>
                <a:cxn ang="0">
                  <a:pos x="2" y="562"/>
                </a:cxn>
                <a:cxn ang="0">
                  <a:pos x="4" y="532"/>
                </a:cxn>
                <a:cxn ang="0">
                  <a:pos x="8" y="466"/>
                </a:cxn>
                <a:cxn ang="0">
                  <a:pos x="6" y="267"/>
                </a:cxn>
                <a:cxn ang="0">
                  <a:pos x="7" y="237"/>
                </a:cxn>
                <a:cxn ang="0">
                  <a:pos x="12" y="145"/>
                </a:cxn>
                <a:cxn ang="0">
                  <a:pos x="19" y="54"/>
                </a:cxn>
                <a:cxn ang="0">
                  <a:pos x="19" y="22"/>
                </a:cxn>
                <a:cxn ang="0">
                  <a:pos x="21" y="13"/>
                </a:cxn>
                <a:cxn ang="0">
                  <a:pos x="27" y="7"/>
                </a:cxn>
                <a:cxn ang="0">
                  <a:pos x="33" y="1"/>
                </a:cxn>
                <a:cxn ang="0">
                  <a:pos x="50" y="1"/>
                </a:cxn>
                <a:cxn ang="0">
                  <a:pos x="58" y="7"/>
                </a:cxn>
                <a:cxn ang="0">
                  <a:pos x="63" y="13"/>
                </a:cxn>
                <a:cxn ang="0">
                  <a:pos x="64" y="22"/>
                </a:cxn>
                <a:cxn ang="0">
                  <a:pos x="64" y="54"/>
                </a:cxn>
                <a:cxn ang="0">
                  <a:pos x="59" y="145"/>
                </a:cxn>
                <a:cxn ang="0">
                  <a:pos x="51" y="267"/>
                </a:cxn>
                <a:cxn ang="0">
                  <a:pos x="51" y="334"/>
                </a:cxn>
                <a:cxn ang="0">
                  <a:pos x="53" y="466"/>
                </a:cxn>
                <a:cxn ang="0">
                  <a:pos x="50" y="532"/>
                </a:cxn>
                <a:cxn ang="0">
                  <a:pos x="47" y="562"/>
                </a:cxn>
                <a:cxn ang="0">
                  <a:pos x="49" y="655"/>
                </a:cxn>
                <a:cxn ang="0">
                  <a:pos x="53" y="747"/>
                </a:cxn>
                <a:cxn ang="0">
                  <a:pos x="54" y="777"/>
                </a:cxn>
                <a:cxn ang="0">
                  <a:pos x="49" y="872"/>
                </a:cxn>
                <a:cxn ang="0">
                  <a:pos x="46" y="949"/>
                </a:cxn>
                <a:cxn ang="0">
                  <a:pos x="47" y="966"/>
                </a:cxn>
                <a:cxn ang="0">
                  <a:pos x="50" y="1021"/>
                </a:cxn>
                <a:cxn ang="0">
                  <a:pos x="50" y="1076"/>
                </a:cxn>
                <a:cxn ang="0">
                  <a:pos x="47" y="1087"/>
                </a:cxn>
                <a:cxn ang="0">
                  <a:pos x="42" y="1093"/>
                </a:cxn>
                <a:cxn ang="0">
                  <a:pos x="36" y="1097"/>
                </a:cxn>
                <a:cxn ang="0">
                  <a:pos x="19" y="1097"/>
                </a:cxn>
                <a:cxn ang="0">
                  <a:pos x="11" y="1093"/>
                </a:cxn>
                <a:cxn ang="0">
                  <a:pos x="6" y="1087"/>
                </a:cxn>
                <a:cxn ang="0">
                  <a:pos x="4" y="1076"/>
                </a:cxn>
                <a:cxn ang="0">
                  <a:pos x="3" y="1048"/>
                </a:cxn>
                <a:cxn ang="0">
                  <a:pos x="0" y="987"/>
                </a:cxn>
                <a:cxn ang="0">
                  <a:pos x="0" y="959"/>
                </a:cxn>
                <a:cxn ang="0">
                  <a:pos x="4" y="867"/>
                </a:cxn>
                <a:cxn ang="0">
                  <a:pos x="8" y="777"/>
                </a:cxn>
              </a:cxnLst>
              <a:rect l="0" t="0" r="r" b="b"/>
              <a:pathLst>
                <a:path w="64" h="1099">
                  <a:moveTo>
                    <a:pt x="8" y="777"/>
                  </a:moveTo>
                  <a:lnTo>
                    <a:pt x="8" y="777"/>
                  </a:lnTo>
                  <a:lnTo>
                    <a:pt x="7" y="747"/>
                  </a:lnTo>
                  <a:lnTo>
                    <a:pt x="6" y="715"/>
                  </a:lnTo>
                  <a:lnTo>
                    <a:pt x="3" y="655"/>
                  </a:lnTo>
                  <a:lnTo>
                    <a:pt x="2" y="624"/>
                  </a:lnTo>
                  <a:lnTo>
                    <a:pt x="2" y="594"/>
                  </a:lnTo>
                  <a:lnTo>
                    <a:pt x="2" y="562"/>
                  </a:lnTo>
                  <a:lnTo>
                    <a:pt x="4" y="532"/>
                  </a:lnTo>
                  <a:lnTo>
                    <a:pt x="4" y="532"/>
                  </a:lnTo>
                  <a:lnTo>
                    <a:pt x="6" y="498"/>
                  </a:lnTo>
                  <a:lnTo>
                    <a:pt x="8" y="466"/>
                  </a:lnTo>
                  <a:lnTo>
                    <a:pt x="8" y="399"/>
                  </a:lnTo>
                  <a:lnTo>
                    <a:pt x="6" y="267"/>
                  </a:lnTo>
                  <a:lnTo>
                    <a:pt x="6" y="267"/>
                  </a:lnTo>
                  <a:lnTo>
                    <a:pt x="7" y="237"/>
                  </a:lnTo>
                  <a:lnTo>
                    <a:pt x="8" y="205"/>
                  </a:lnTo>
                  <a:lnTo>
                    <a:pt x="12" y="145"/>
                  </a:lnTo>
                  <a:lnTo>
                    <a:pt x="17" y="84"/>
                  </a:lnTo>
                  <a:lnTo>
                    <a:pt x="19" y="54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20" y="17"/>
                  </a:lnTo>
                  <a:lnTo>
                    <a:pt x="21" y="13"/>
                  </a:lnTo>
                  <a:lnTo>
                    <a:pt x="24" y="9"/>
                  </a:lnTo>
                  <a:lnTo>
                    <a:pt x="27" y="7"/>
                  </a:lnTo>
                  <a:lnTo>
                    <a:pt x="29" y="4"/>
                  </a:lnTo>
                  <a:lnTo>
                    <a:pt x="33" y="1"/>
                  </a:lnTo>
                  <a:lnTo>
                    <a:pt x="42" y="0"/>
                  </a:lnTo>
                  <a:lnTo>
                    <a:pt x="50" y="1"/>
                  </a:lnTo>
                  <a:lnTo>
                    <a:pt x="54" y="4"/>
                  </a:lnTo>
                  <a:lnTo>
                    <a:pt x="58" y="7"/>
                  </a:lnTo>
                  <a:lnTo>
                    <a:pt x="61" y="9"/>
                  </a:lnTo>
                  <a:lnTo>
                    <a:pt x="63" y="13"/>
                  </a:lnTo>
                  <a:lnTo>
                    <a:pt x="64" y="17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54"/>
                  </a:lnTo>
                  <a:lnTo>
                    <a:pt x="63" y="84"/>
                  </a:lnTo>
                  <a:lnTo>
                    <a:pt x="59" y="145"/>
                  </a:lnTo>
                  <a:lnTo>
                    <a:pt x="54" y="205"/>
                  </a:lnTo>
                  <a:lnTo>
                    <a:pt x="51" y="267"/>
                  </a:lnTo>
                  <a:lnTo>
                    <a:pt x="51" y="267"/>
                  </a:lnTo>
                  <a:lnTo>
                    <a:pt x="51" y="334"/>
                  </a:lnTo>
                  <a:lnTo>
                    <a:pt x="53" y="399"/>
                  </a:lnTo>
                  <a:lnTo>
                    <a:pt x="53" y="466"/>
                  </a:lnTo>
                  <a:lnTo>
                    <a:pt x="51" y="498"/>
                  </a:lnTo>
                  <a:lnTo>
                    <a:pt x="50" y="532"/>
                  </a:lnTo>
                  <a:lnTo>
                    <a:pt x="50" y="532"/>
                  </a:lnTo>
                  <a:lnTo>
                    <a:pt x="47" y="562"/>
                  </a:lnTo>
                  <a:lnTo>
                    <a:pt x="47" y="594"/>
                  </a:lnTo>
                  <a:lnTo>
                    <a:pt x="49" y="655"/>
                  </a:lnTo>
                  <a:lnTo>
                    <a:pt x="51" y="715"/>
                  </a:lnTo>
                  <a:lnTo>
                    <a:pt x="53" y="747"/>
                  </a:lnTo>
                  <a:lnTo>
                    <a:pt x="54" y="777"/>
                  </a:lnTo>
                  <a:lnTo>
                    <a:pt x="54" y="777"/>
                  </a:lnTo>
                  <a:lnTo>
                    <a:pt x="51" y="816"/>
                  </a:lnTo>
                  <a:lnTo>
                    <a:pt x="49" y="872"/>
                  </a:lnTo>
                  <a:lnTo>
                    <a:pt x="46" y="927"/>
                  </a:lnTo>
                  <a:lnTo>
                    <a:pt x="46" y="949"/>
                  </a:lnTo>
                  <a:lnTo>
                    <a:pt x="47" y="966"/>
                  </a:lnTo>
                  <a:lnTo>
                    <a:pt x="47" y="966"/>
                  </a:lnTo>
                  <a:lnTo>
                    <a:pt x="49" y="994"/>
                  </a:lnTo>
                  <a:lnTo>
                    <a:pt x="50" y="1021"/>
                  </a:lnTo>
                  <a:lnTo>
                    <a:pt x="50" y="1076"/>
                  </a:lnTo>
                  <a:lnTo>
                    <a:pt x="50" y="1076"/>
                  </a:lnTo>
                  <a:lnTo>
                    <a:pt x="49" y="1082"/>
                  </a:lnTo>
                  <a:lnTo>
                    <a:pt x="47" y="1087"/>
                  </a:lnTo>
                  <a:lnTo>
                    <a:pt x="45" y="1091"/>
                  </a:lnTo>
                  <a:lnTo>
                    <a:pt x="42" y="1093"/>
                  </a:lnTo>
                  <a:lnTo>
                    <a:pt x="40" y="1096"/>
                  </a:lnTo>
                  <a:lnTo>
                    <a:pt x="36" y="1097"/>
                  </a:lnTo>
                  <a:lnTo>
                    <a:pt x="27" y="1099"/>
                  </a:lnTo>
                  <a:lnTo>
                    <a:pt x="19" y="1097"/>
                  </a:lnTo>
                  <a:lnTo>
                    <a:pt x="15" y="1096"/>
                  </a:lnTo>
                  <a:lnTo>
                    <a:pt x="11" y="1093"/>
                  </a:lnTo>
                  <a:lnTo>
                    <a:pt x="8" y="1091"/>
                  </a:lnTo>
                  <a:lnTo>
                    <a:pt x="6" y="1087"/>
                  </a:lnTo>
                  <a:lnTo>
                    <a:pt x="4" y="1082"/>
                  </a:lnTo>
                  <a:lnTo>
                    <a:pt x="4" y="1076"/>
                  </a:lnTo>
                  <a:lnTo>
                    <a:pt x="4" y="1076"/>
                  </a:lnTo>
                  <a:lnTo>
                    <a:pt x="3" y="1048"/>
                  </a:lnTo>
                  <a:lnTo>
                    <a:pt x="2" y="1017"/>
                  </a:lnTo>
                  <a:lnTo>
                    <a:pt x="0" y="987"/>
                  </a:lnTo>
                  <a:lnTo>
                    <a:pt x="0" y="959"/>
                  </a:lnTo>
                  <a:lnTo>
                    <a:pt x="0" y="959"/>
                  </a:lnTo>
                  <a:lnTo>
                    <a:pt x="2" y="921"/>
                  </a:lnTo>
                  <a:lnTo>
                    <a:pt x="4" y="867"/>
                  </a:lnTo>
                  <a:lnTo>
                    <a:pt x="7" y="815"/>
                  </a:lnTo>
                  <a:lnTo>
                    <a:pt x="8" y="777"/>
                  </a:lnTo>
                  <a:lnTo>
                    <a:pt x="8" y="777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0" name="Freeform 522"/>
            <p:cNvSpPr>
              <a:spLocks noEditPoints="1"/>
            </p:cNvSpPr>
            <p:nvPr>
              <p:custDataLst>
                <p:tags r:id="rId64"/>
              </p:custDataLst>
            </p:nvPr>
          </p:nvSpPr>
          <p:spPr bwMode="auto">
            <a:xfrm>
              <a:off x="3327401" y="1573213"/>
              <a:ext cx="307975" cy="87313"/>
            </a:xfrm>
            <a:custGeom>
              <a:avLst/>
              <a:gdLst/>
              <a:ahLst/>
              <a:cxnLst>
                <a:cxn ang="0">
                  <a:pos x="776" y="155"/>
                </a:cxn>
                <a:cxn ang="0">
                  <a:pos x="769" y="136"/>
                </a:cxn>
                <a:cxn ang="0">
                  <a:pos x="752" y="98"/>
                </a:cxn>
                <a:cxn ang="0">
                  <a:pos x="727" y="68"/>
                </a:cxn>
                <a:cxn ang="0">
                  <a:pos x="694" y="44"/>
                </a:cxn>
                <a:cxn ang="0">
                  <a:pos x="645" y="22"/>
                </a:cxn>
                <a:cxn ang="0">
                  <a:pos x="560" y="5"/>
                </a:cxn>
                <a:cxn ang="0">
                  <a:pos x="445" y="0"/>
                </a:cxn>
                <a:cxn ang="0">
                  <a:pos x="327" y="1"/>
                </a:cxn>
                <a:cxn ang="0">
                  <a:pos x="226" y="9"/>
                </a:cxn>
                <a:cxn ang="0">
                  <a:pos x="127" y="27"/>
                </a:cxn>
                <a:cxn ang="0">
                  <a:pos x="80" y="43"/>
                </a:cxn>
                <a:cxn ang="0">
                  <a:pos x="50" y="61"/>
                </a:cxn>
                <a:cxn ang="0">
                  <a:pos x="26" y="85"/>
                </a:cxn>
                <a:cxn ang="0">
                  <a:pos x="9" y="116"/>
                </a:cxn>
                <a:cxn ang="0">
                  <a:pos x="4" y="153"/>
                </a:cxn>
                <a:cxn ang="0">
                  <a:pos x="4" y="157"/>
                </a:cxn>
                <a:cxn ang="0">
                  <a:pos x="0" y="171"/>
                </a:cxn>
                <a:cxn ang="0">
                  <a:pos x="6" y="184"/>
                </a:cxn>
                <a:cxn ang="0">
                  <a:pos x="16" y="191"/>
                </a:cxn>
                <a:cxn ang="0">
                  <a:pos x="77" y="201"/>
                </a:cxn>
                <a:cxn ang="0">
                  <a:pos x="140" y="203"/>
                </a:cxn>
                <a:cxn ang="0">
                  <a:pos x="380" y="206"/>
                </a:cxn>
                <a:cxn ang="0">
                  <a:pos x="522" y="214"/>
                </a:cxn>
                <a:cxn ang="0">
                  <a:pos x="663" y="217"/>
                </a:cxn>
                <a:cxn ang="0">
                  <a:pos x="732" y="210"/>
                </a:cxn>
                <a:cxn ang="0">
                  <a:pos x="762" y="203"/>
                </a:cxn>
                <a:cxn ang="0">
                  <a:pos x="772" y="184"/>
                </a:cxn>
                <a:cxn ang="0">
                  <a:pos x="772" y="178"/>
                </a:cxn>
                <a:cxn ang="0">
                  <a:pos x="776" y="165"/>
                </a:cxn>
                <a:cxn ang="0">
                  <a:pos x="380" y="161"/>
                </a:cxn>
                <a:cxn ang="0">
                  <a:pos x="230" y="161"/>
                </a:cxn>
                <a:cxn ang="0">
                  <a:pos x="115" y="158"/>
                </a:cxn>
                <a:cxn ang="0">
                  <a:pos x="50" y="152"/>
                </a:cxn>
                <a:cxn ang="0">
                  <a:pos x="55" y="127"/>
                </a:cxn>
                <a:cxn ang="0">
                  <a:pos x="76" y="99"/>
                </a:cxn>
                <a:cxn ang="0">
                  <a:pos x="108" y="82"/>
                </a:cxn>
                <a:cxn ang="0">
                  <a:pos x="206" y="56"/>
                </a:cxn>
                <a:cxn ang="0">
                  <a:pos x="231" y="52"/>
                </a:cxn>
                <a:cxn ang="0">
                  <a:pos x="307" y="52"/>
                </a:cxn>
                <a:cxn ang="0">
                  <a:pos x="373" y="47"/>
                </a:cxn>
                <a:cxn ang="0">
                  <a:pos x="437" y="44"/>
                </a:cxn>
                <a:cxn ang="0">
                  <a:pos x="539" y="47"/>
                </a:cxn>
                <a:cxn ang="0">
                  <a:pos x="615" y="60"/>
                </a:cxn>
                <a:cxn ang="0">
                  <a:pos x="670" y="82"/>
                </a:cxn>
                <a:cxn ang="0">
                  <a:pos x="697" y="103"/>
                </a:cxn>
                <a:cxn ang="0">
                  <a:pos x="717" y="131"/>
                </a:cxn>
                <a:cxn ang="0">
                  <a:pos x="730" y="165"/>
                </a:cxn>
                <a:cxn ang="0">
                  <a:pos x="687" y="170"/>
                </a:cxn>
                <a:cxn ang="0">
                  <a:pos x="556" y="172"/>
                </a:cxn>
                <a:cxn ang="0">
                  <a:pos x="380" y="161"/>
                </a:cxn>
              </a:cxnLst>
              <a:rect l="0" t="0" r="r" b="b"/>
              <a:pathLst>
                <a:path w="776" h="218">
                  <a:moveTo>
                    <a:pt x="776" y="161"/>
                  </a:moveTo>
                  <a:lnTo>
                    <a:pt x="776" y="161"/>
                  </a:lnTo>
                  <a:lnTo>
                    <a:pt x="776" y="155"/>
                  </a:lnTo>
                  <a:lnTo>
                    <a:pt x="773" y="150"/>
                  </a:lnTo>
                  <a:lnTo>
                    <a:pt x="773" y="150"/>
                  </a:lnTo>
                  <a:lnTo>
                    <a:pt x="769" y="136"/>
                  </a:lnTo>
                  <a:lnTo>
                    <a:pt x="764" y="121"/>
                  </a:lnTo>
                  <a:lnTo>
                    <a:pt x="759" y="110"/>
                  </a:lnTo>
                  <a:lnTo>
                    <a:pt x="752" y="98"/>
                  </a:lnTo>
                  <a:lnTo>
                    <a:pt x="744" y="86"/>
                  </a:lnTo>
                  <a:lnTo>
                    <a:pt x="736" y="77"/>
                  </a:lnTo>
                  <a:lnTo>
                    <a:pt x="727" y="68"/>
                  </a:lnTo>
                  <a:lnTo>
                    <a:pt x="717" y="59"/>
                  </a:lnTo>
                  <a:lnTo>
                    <a:pt x="706" y="51"/>
                  </a:lnTo>
                  <a:lnTo>
                    <a:pt x="694" y="44"/>
                  </a:lnTo>
                  <a:lnTo>
                    <a:pt x="683" y="38"/>
                  </a:lnTo>
                  <a:lnTo>
                    <a:pt x="671" y="33"/>
                  </a:lnTo>
                  <a:lnTo>
                    <a:pt x="645" y="22"/>
                  </a:lnTo>
                  <a:lnTo>
                    <a:pt x="617" y="16"/>
                  </a:lnTo>
                  <a:lnTo>
                    <a:pt x="590" y="9"/>
                  </a:lnTo>
                  <a:lnTo>
                    <a:pt x="560" y="5"/>
                  </a:lnTo>
                  <a:lnTo>
                    <a:pt x="531" y="2"/>
                  </a:lnTo>
                  <a:lnTo>
                    <a:pt x="502" y="1"/>
                  </a:lnTo>
                  <a:lnTo>
                    <a:pt x="445" y="0"/>
                  </a:lnTo>
                  <a:lnTo>
                    <a:pt x="394" y="0"/>
                  </a:lnTo>
                  <a:lnTo>
                    <a:pt x="394" y="0"/>
                  </a:lnTo>
                  <a:lnTo>
                    <a:pt x="327" y="1"/>
                  </a:lnTo>
                  <a:lnTo>
                    <a:pt x="293" y="4"/>
                  </a:lnTo>
                  <a:lnTo>
                    <a:pt x="259" y="6"/>
                  </a:lnTo>
                  <a:lnTo>
                    <a:pt x="226" y="9"/>
                  </a:lnTo>
                  <a:lnTo>
                    <a:pt x="193" y="14"/>
                  </a:lnTo>
                  <a:lnTo>
                    <a:pt x="159" y="19"/>
                  </a:lnTo>
                  <a:lnTo>
                    <a:pt x="127" y="27"/>
                  </a:lnTo>
                  <a:lnTo>
                    <a:pt x="127" y="27"/>
                  </a:lnTo>
                  <a:lnTo>
                    <a:pt x="102" y="34"/>
                  </a:lnTo>
                  <a:lnTo>
                    <a:pt x="80" y="43"/>
                  </a:lnTo>
                  <a:lnTo>
                    <a:pt x="69" y="48"/>
                  </a:lnTo>
                  <a:lnTo>
                    <a:pt x="59" y="55"/>
                  </a:lnTo>
                  <a:lnTo>
                    <a:pt x="50" y="61"/>
                  </a:lnTo>
                  <a:lnTo>
                    <a:pt x="40" y="69"/>
                  </a:lnTo>
                  <a:lnTo>
                    <a:pt x="33" y="77"/>
                  </a:lnTo>
                  <a:lnTo>
                    <a:pt x="26" y="85"/>
                  </a:lnTo>
                  <a:lnTo>
                    <a:pt x="19" y="94"/>
                  </a:lnTo>
                  <a:lnTo>
                    <a:pt x="14" y="104"/>
                  </a:lnTo>
                  <a:lnTo>
                    <a:pt x="9" y="116"/>
                  </a:lnTo>
                  <a:lnTo>
                    <a:pt x="6" y="127"/>
                  </a:lnTo>
                  <a:lnTo>
                    <a:pt x="4" y="140"/>
                  </a:lnTo>
                  <a:lnTo>
                    <a:pt x="4" y="153"/>
                  </a:lnTo>
                  <a:lnTo>
                    <a:pt x="4" y="153"/>
                  </a:lnTo>
                  <a:lnTo>
                    <a:pt x="4" y="157"/>
                  </a:lnTo>
                  <a:lnTo>
                    <a:pt x="4" y="157"/>
                  </a:lnTo>
                  <a:lnTo>
                    <a:pt x="1" y="161"/>
                  </a:lnTo>
                  <a:lnTo>
                    <a:pt x="0" y="166"/>
                  </a:lnTo>
                  <a:lnTo>
                    <a:pt x="0" y="171"/>
                  </a:lnTo>
                  <a:lnTo>
                    <a:pt x="1" y="176"/>
                  </a:lnTo>
                  <a:lnTo>
                    <a:pt x="4" y="180"/>
                  </a:lnTo>
                  <a:lnTo>
                    <a:pt x="6" y="184"/>
                  </a:lnTo>
                  <a:lnTo>
                    <a:pt x="10" y="188"/>
                  </a:lnTo>
                  <a:lnTo>
                    <a:pt x="16" y="191"/>
                  </a:lnTo>
                  <a:lnTo>
                    <a:pt x="16" y="191"/>
                  </a:lnTo>
                  <a:lnTo>
                    <a:pt x="31" y="195"/>
                  </a:lnTo>
                  <a:lnTo>
                    <a:pt x="46" y="197"/>
                  </a:lnTo>
                  <a:lnTo>
                    <a:pt x="77" y="201"/>
                  </a:lnTo>
                  <a:lnTo>
                    <a:pt x="110" y="203"/>
                  </a:lnTo>
                  <a:lnTo>
                    <a:pt x="140" y="203"/>
                  </a:lnTo>
                  <a:lnTo>
                    <a:pt x="140" y="203"/>
                  </a:lnTo>
                  <a:lnTo>
                    <a:pt x="260" y="204"/>
                  </a:lnTo>
                  <a:lnTo>
                    <a:pt x="380" y="206"/>
                  </a:lnTo>
                  <a:lnTo>
                    <a:pt x="380" y="206"/>
                  </a:lnTo>
                  <a:lnTo>
                    <a:pt x="428" y="209"/>
                  </a:lnTo>
                  <a:lnTo>
                    <a:pt x="475" y="212"/>
                  </a:lnTo>
                  <a:lnTo>
                    <a:pt x="522" y="214"/>
                  </a:lnTo>
                  <a:lnTo>
                    <a:pt x="569" y="217"/>
                  </a:lnTo>
                  <a:lnTo>
                    <a:pt x="616" y="218"/>
                  </a:lnTo>
                  <a:lnTo>
                    <a:pt x="663" y="217"/>
                  </a:lnTo>
                  <a:lnTo>
                    <a:pt x="687" y="216"/>
                  </a:lnTo>
                  <a:lnTo>
                    <a:pt x="709" y="213"/>
                  </a:lnTo>
                  <a:lnTo>
                    <a:pt x="732" y="210"/>
                  </a:lnTo>
                  <a:lnTo>
                    <a:pt x="755" y="205"/>
                  </a:lnTo>
                  <a:lnTo>
                    <a:pt x="755" y="205"/>
                  </a:lnTo>
                  <a:lnTo>
                    <a:pt x="762" y="203"/>
                  </a:lnTo>
                  <a:lnTo>
                    <a:pt x="768" y="197"/>
                  </a:lnTo>
                  <a:lnTo>
                    <a:pt x="770" y="191"/>
                  </a:lnTo>
                  <a:lnTo>
                    <a:pt x="772" y="184"/>
                  </a:lnTo>
                  <a:lnTo>
                    <a:pt x="772" y="180"/>
                  </a:lnTo>
                  <a:lnTo>
                    <a:pt x="772" y="180"/>
                  </a:lnTo>
                  <a:lnTo>
                    <a:pt x="772" y="178"/>
                  </a:lnTo>
                  <a:lnTo>
                    <a:pt x="772" y="178"/>
                  </a:lnTo>
                  <a:lnTo>
                    <a:pt x="774" y="171"/>
                  </a:lnTo>
                  <a:lnTo>
                    <a:pt x="776" y="165"/>
                  </a:lnTo>
                  <a:lnTo>
                    <a:pt x="776" y="161"/>
                  </a:lnTo>
                  <a:close/>
                  <a:moveTo>
                    <a:pt x="380" y="161"/>
                  </a:moveTo>
                  <a:lnTo>
                    <a:pt x="380" y="161"/>
                  </a:lnTo>
                  <a:lnTo>
                    <a:pt x="331" y="161"/>
                  </a:lnTo>
                  <a:lnTo>
                    <a:pt x="281" y="161"/>
                  </a:lnTo>
                  <a:lnTo>
                    <a:pt x="230" y="161"/>
                  </a:lnTo>
                  <a:lnTo>
                    <a:pt x="180" y="161"/>
                  </a:lnTo>
                  <a:lnTo>
                    <a:pt x="180" y="161"/>
                  </a:lnTo>
                  <a:lnTo>
                    <a:pt x="115" y="158"/>
                  </a:lnTo>
                  <a:lnTo>
                    <a:pt x="81" y="157"/>
                  </a:lnTo>
                  <a:lnTo>
                    <a:pt x="65" y="154"/>
                  </a:lnTo>
                  <a:lnTo>
                    <a:pt x="50" y="152"/>
                  </a:lnTo>
                  <a:lnTo>
                    <a:pt x="50" y="152"/>
                  </a:lnTo>
                  <a:lnTo>
                    <a:pt x="51" y="138"/>
                  </a:lnTo>
                  <a:lnTo>
                    <a:pt x="55" y="127"/>
                  </a:lnTo>
                  <a:lnTo>
                    <a:pt x="60" y="116"/>
                  </a:lnTo>
                  <a:lnTo>
                    <a:pt x="68" y="108"/>
                  </a:lnTo>
                  <a:lnTo>
                    <a:pt x="76" y="99"/>
                  </a:lnTo>
                  <a:lnTo>
                    <a:pt x="86" y="93"/>
                  </a:lnTo>
                  <a:lnTo>
                    <a:pt x="97" y="87"/>
                  </a:lnTo>
                  <a:lnTo>
                    <a:pt x="108" y="82"/>
                  </a:lnTo>
                  <a:lnTo>
                    <a:pt x="133" y="73"/>
                  </a:lnTo>
                  <a:lnTo>
                    <a:pt x="159" y="67"/>
                  </a:lnTo>
                  <a:lnTo>
                    <a:pt x="206" y="56"/>
                  </a:lnTo>
                  <a:lnTo>
                    <a:pt x="206" y="56"/>
                  </a:lnTo>
                  <a:lnTo>
                    <a:pt x="218" y="53"/>
                  </a:lnTo>
                  <a:lnTo>
                    <a:pt x="231" y="52"/>
                  </a:lnTo>
                  <a:lnTo>
                    <a:pt x="256" y="51"/>
                  </a:lnTo>
                  <a:lnTo>
                    <a:pt x="307" y="52"/>
                  </a:lnTo>
                  <a:lnTo>
                    <a:pt x="307" y="52"/>
                  </a:lnTo>
                  <a:lnTo>
                    <a:pt x="328" y="51"/>
                  </a:lnTo>
                  <a:lnTo>
                    <a:pt x="350" y="50"/>
                  </a:lnTo>
                  <a:lnTo>
                    <a:pt x="373" y="47"/>
                  </a:lnTo>
                  <a:lnTo>
                    <a:pt x="394" y="46"/>
                  </a:lnTo>
                  <a:lnTo>
                    <a:pt x="394" y="46"/>
                  </a:lnTo>
                  <a:lnTo>
                    <a:pt x="437" y="44"/>
                  </a:lnTo>
                  <a:lnTo>
                    <a:pt x="486" y="44"/>
                  </a:lnTo>
                  <a:lnTo>
                    <a:pt x="513" y="44"/>
                  </a:lnTo>
                  <a:lnTo>
                    <a:pt x="539" y="47"/>
                  </a:lnTo>
                  <a:lnTo>
                    <a:pt x="565" y="50"/>
                  </a:lnTo>
                  <a:lnTo>
                    <a:pt x="590" y="53"/>
                  </a:lnTo>
                  <a:lnTo>
                    <a:pt x="615" y="60"/>
                  </a:lnTo>
                  <a:lnTo>
                    <a:pt x="638" y="68"/>
                  </a:lnTo>
                  <a:lnTo>
                    <a:pt x="659" y="77"/>
                  </a:lnTo>
                  <a:lnTo>
                    <a:pt x="670" y="82"/>
                  </a:lnTo>
                  <a:lnTo>
                    <a:pt x="679" y="89"/>
                  </a:lnTo>
                  <a:lnTo>
                    <a:pt x="688" y="95"/>
                  </a:lnTo>
                  <a:lnTo>
                    <a:pt x="697" y="103"/>
                  </a:lnTo>
                  <a:lnTo>
                    <a:pt x="704" y="112"/>
                  </a:lnTo>
                  <a:lnTo>
                    <a:pt x="711" y="120"/>
                  </a:lnTo>
                  <a:lnTo>
                    <a:pt x="717" y="131"/>
                  </a:lnTo>
                  <a:lnTo>
                    <a:pt x="722" y="141"/>
                  </a:lnTo>
                  <a:lnTo>
                    <a:pt x="726" y="152"/>
                  </a:lnTo>
                  <a:lnTo>
                    <a:pt x="730" y="165"/>
                  </a:lnTo>
                  <a:lnTo>
                    <a:pt x="730" y="165"/>
                  </a:lnTo>
                  <a:lnTo>
                    <a:pt x="709" y="167"/>
                  </a:lnTo>
                  <a:lnTo>
                    <a:pt x="687" y="170"/>
                  </a:lnTo>
                  <a:lnTo>
                    <a:pt x="643" y="172"/>
                  </a:lnTo>
                  <a:lnTo>
                    <a:pt x="600" y="174"/>
                  </a:lnTo>
                  <a:lnTo>
                    <a:pt x="556" y="172"/>
                  </a:lnTo>
                  <a:lnTo>
                    <a:pt x="511" y="170"/>
                  </a:lnTo>
                  <a:lnTo>
                    <a:pt x="467" y="167"/>
                  </a:lnTo>
                  <a:lnTo>
                    <a:pt x="380" y="161"/>
                  </a:lnTo>
                  <a:lnTo>
                    <a:pt x="380" y="16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3244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Disjoint Union/Find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DA695D-7669-4140-A1E3-757B85309072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14E7C9-6762-41D7-9378-93E7AD0C5C36}" type="slidenum">
              <a:rPr lang="en-US" altLang="zh-CN" sz="790"/>
              <a:pPr/>
              <a:t>6</a:t>
            </a:fld>
            <a:endParaRPr lang="en-US" altLang="zh-CN" sz="790"/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337" y="1613537"/>
            <a:ext cx="7886700" cy="4351337"/>
          </a:xfrm>
        </p:spPr>
        <p:txBody>
          <a:bodyPr>
            <a:noAutofit/>
          </a:bodyPr>
          <a:lstStyle/>
          <a:p>
            <a:r>
              <a:rPr lang="en-US" altLang="zh-CN" sz="2000" dirty="0">
                <a:ea typeface="宋体" panose="02010600030101010101" pitchFamily="2" charset="-122"/>
              </a:rPr>
              <a:t>A set of pairwise disjoint sets.</a:t>
            </a:r>
          </a:p>
          <a:p>
            <a:pPr lvl="1"/>
            <a:r>
              <a:rPr lang="en-US" altLang="zh-CN" sz="1800" dirty="0">
                <a:ea typeface="宋体" panose="02010600030101010101" pitchFamily="2" charset="-122"/>
              </a:rPr>
              <a:t>Each set has a unique name, one of its members</a:t>
            </a:r>
          </a:p>
          <a:p>
            <a:pPr lvl="1"/>
            <a:r>
              <a:rPr lang="en-US" altLang="zh-CN" sz="1800" dirty="0">
                <a:ea typeface="宋体" panose="02010600030101010101" pitchFamily="2" charset="-122"/>
              </a:rPr>
              <a:t>{3,</a:t>
            </a:r>
            <a:r>
              <a:rPr lang="en-US" altLang="zh-CN" sz="1800" u="sng" dirty="0">
                <a:solidFill>
                  <a:srgbClr val="263AF8"/>
                </a:solidFill>
                <a:ea typeface="宋体" panose="02010600030101010101" pitchFamily="2" charset="-122"/>
              </a:rPr>
              <a:t>5</a:t>
            </a:r>
            <a:r>
              <a:rPr lang="en-US" altLang="zh-CN" sz="1800" dirty="0">
                <a:ea typeface="宋体" panose="02010600030101010101" pitchFamily="2" charset="-122"/>
              </a:rPr>
              <a:t>,7} , {4,2,</a:t>
            </a:r>
            <a:r>
              <a:rPr lang="en-US" altLang="zh-CN" sz="1800" u="sng" dirty="0">
                <a:solidFill>
                  <a:srgbClr val="263AF8"/>
                </a:solidFill>
                <a:ea typeface="宋体" panose="02010600030101010101" pitchFamily="2" charset="-122"/>
              </a:rPr>
              <a:t>8</a:t>
            </a:r>
            <a:r>
              <a:rPr lang="en-US" altLang="zh-CN" sz="1800" dirty="0">
                <a:ea typeface="宋体" panose="02010600030101010101" pitchFamily="2" charset="-122"/>
              </a:rPr>
              <a:t>}, {</a:t>
            </a:r>
            <a:r>
              <a:rPr lang="en-US" altLang="zh-CN" sz="1800" u="sng" dirty="0">
                <a:solidFill>
                  <a:srgbClr val="263AF8"/>
                </a:solidFill>
                <a:ea typeface="宋体" panose="02010600030101010101" pitchFamily="2" charset="-122"/>
              </a:rPr>
              <a:t>9</a:t>
            </a:r>
            <a:r>
              <a:rPr lang="en-US" altLang="zh-CN" sz="1800" dirty="0">
                <a:ea typeface="宋体" panose="02010600030101010101" pitchFamily="2" charset="-122"/>
              </a:rPr>
              <a:t>}, {</a:t>
            </a:r>
            <a:r>
              <a:rPr lang="en-US" altLang="zh-CN" sz="1800" u="sng" dirty="0">
                <a:solidFill>
                  <a:srgbClr val="263AF8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dirty="0">
                <a:ea typeface="宋体" panose="02010600030101010101" pitchFamily="2" charset="-122"/>
              </a:rPr>
              <a:t>,6}</a:t>
            </a:r>
          </a:p>
          <a:p>
            <a:r>
              <a:rPr lang="en-US" altLang="zh-CN" sz="2000" dirty="0">
                <a:solidFill>
                  <a:srgbClr val="263AF8"/>
                </a:solidFill>
              </a:rPr>
              <a:t>Find</a:t>
            </a:r>
            <a:r>
              <a:rPr lang="en-US" altLang="zh-CN" sz="2000" dirty="0"/>
              <a:t>(x) – return the name of the set containing x.</a:t>
            </a:r>
          </a:p>
          <a:p>
            <a:pPr lvl="1"/>
            <a:r>
              <a:rPr lang="en-US" altLang="zh-CN" sz="1800" dirty="0"/>
              <a:t>Find(1) = 1</a:t>
            </a:r>
          </a:p>
          <a:p>
            <a:pPr lvl="1"/>
            <a:r>
              <a:rPr lang="en-US" altLang="zh-CN" sz="1800" dirty="0"/>
              <a:t>Find(4) = 8</a:t>
            </a:r>
          </a:p>
          <a:p>
            <a:pPr lvl="1"/>
            <a:r>
              <a:rPr lang="en-US" altLang="zh-CN" sz="1800" dirty="0"/>
              <a:t>Find(9) = 9</a:t>
            </a:r>
          </a:p>
          <a:p>
            <a:r>
              <a:rPr lang="en-US" altLang="zh-CN" sz="2000" dirty="0">
                <a:solidFill>
                  <a:srgbClr val="263AF8"/>
                </a:solidFill>
              </a:rPr>
              <a:t>Union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 – take the union of two sets named x and y</a:t>
            </a:r>
          </a:p>
          <a:p>
            <a:pPr lvl="1"/>
            <a:r>
              <a:rPr lang="en-US" altLang="zh-CN" sz="1800" dirty="0"/>
              <a:t>Union(5,1) = {3,</a:t>
            </a:r>
            <a:r>
              <a:rPr lang="en-US" altLang="zh-CN" sz="1800" u="sng" dirty="0">
                <a:solidFill>
                  <a:srgbClr val="263AF8"/>
                </a:solidFill>
                <a:ea typeface="宋体" panose="02010600030101010101" pitchFamily="2" charset="-122"/>
              </a:rPr>
              <a:t>5</a:t>
            </a:r>
            <a:r>
              <a:rPr lang="en-US" altLang="zh-CN" sz="1800" dirty="0"/>
              <a:t>,7,1,6}, {4,2,8}, {9}, 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grpSp>
        <p:nvGrpSpPr>
          <p:cNvPr id="122" name="Group 115"/>
          <p:cNvGrpSpPr/>
          <p:nvPr/>
        </p:nvGrpSpPr>
        <p:grpSpPr>
          <a:xfrm>
            <a:off x="7735570" y="530225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320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How to implement Find&amp;Union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5F3B0-D6E3-49EF-8004-557C0440A25E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B2B287-FB71-4634-A221-70AEC8D03BCD}" type="slidenum">
              <a:rPr lang="en-US" altLang="zh-CN" sz="790"/>
              <a:pPr/>
              <a:t>7</a:t>
            </a:fld>
            <a:endParaRPr lang="en-US" altLang="zh-CN" sz="790"/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0385" y="1915795"/>
            <a:ext cx="7942580" cy="4104640"/>
          </a:xfrm>
        </p:spPr>
        <p:txBody>
          <a:bodyPr>
            <a:noAutofit/>
          </a:bodyPr>
          <a:lstStyle/>
          <a:p>
            <a:r>
              <a:rPr lang="en-US" altLang="zh-CN" dirty="0"/>
              <a:t>two strategies</a:t>
            </a:r>
          </a:p>
          <a:p>
            <a:pPr lvl="1"/>
            <a:r>
              <a:rPr lang="en-US" altLang="zh-CN" dirty="0"/>
              <a:t>One ensures that the find can be executed in constant worst-case time</a:t>
            </a:r>
          </a:p>
          <a:p>
            <a:pPr lvl="1"/>
            <a:r>
              <a:rPr lang="en-US" altLang="zh-CN" dirty="0"/>
              <a:t>The other ensures that the union can be executed in constant worst-case time</a:t>
            </a:r>
          </a:p>
          <a:p>
            <a:pPr lvl="1"/>
            <a:r>
              <a:rPr lang="en-US" altLang="zh-CN" dirty="0"/>
              <a:t>Both (find and union) cannot be done simultaneously in constant worst-case time.</a:t>
            </a:r>
          </a:p>
        </p:txBody>
      </p:sp>
      <p:grpSp>
        <p:nvGrpSpPr>
          <p:cNvPr id="955" name="组合 954"/>
          <p:cNvGrpSpPr/>
          <p:nvPr/>
        </p:nvGrpSpPr>
        <p:grpSpPr>
          <a:xfrm rot="5640000">
            <a:off x="8107345" y="5477232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5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6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7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8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9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10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1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2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3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4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5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6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7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8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19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20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1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2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3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4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5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6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7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8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29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30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1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2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3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4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5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6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7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8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39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40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1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2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3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5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6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7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8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49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50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682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Up-Tree for D-U/F</a:t>
            </a:r>
          </a:p>
        </p:txBody>
      </p:sp>
      <p:pic>
        <p:nvPicPr>
          <p:cNvPr id="24" name="图片 2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1790" y="1628775"/>
            <a:ext cx="8376920" cy="492760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The union can be executed in constant worst-case time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FB9FF9-2C21-4BB1-A990-8B82B2961ECD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lec8 Disjoint Set Class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8</a:t>
            </a:fld>
            <a:endParaRPr lang="zh-CN" altLang="en-US" sz="465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446369" y="3391122"/>
          <a:ext cx="2431415" cy="2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446369" y="3067086"/>
          <a:ext cx="2431415" cy="2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2359440" y="3065635"/>
            <a:ext cx="1014095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latin typeface="Sitka Text" pitchFamily="2" charset="0"/>
              </a:rPr>
              <a:t>element </a:t>
            </a:r>
            <a:r>
              <a:rPr lang="en-US" altLang="zh-CN" sz="1500" dirty="0" err="1">
                <a:latin typeface="Sitka Text" pitchFamily="2" charset="0"/>
              </a:rPr>
              <a:t>i</a:t>
            </a:r>
            <a:endParaRPr lang="zh-CN" altLang="en-US" sz="1500" dirty="0">
              <a:latin typeface="Sitka Text" pitchFamily="2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67456" y="3391122"/>
            <a:ext cx="494665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latin typeface="Sitka Text" pitchFamily="2" charset="0"/>
              </a:rPr>
              <a:t>s[</a:t>
            </a:r>
            <a:r>
              <a:rPr lang="en-US" altLang="zh-CN" sz="1500" dirty="0" err="1">
                <a:latin typeface="Sitka Text" pitchFamily="2" charset="0"/>
              </a:rPr>
              <a:t>i</a:t>
            </a:r>
            <a:r>
              <a:rPr lang="en-US" altLang="zh-CN" sz="1500" dirty="0">
                <a:latin typeface="Sitka Text" pitchFamily="2" charset="0"/>
              </a:rPr>
              <a:t>]</a:t>
            </a:r>
            <a:endParaRPr lang="zh-CN" altLang="en-US" sz="1500" dirty="0">
              <a:latin typeface="Sitka Text" pitchFamily="2" charset="0"/>
            </a:endParaRPr>
          </a:p>
        </p:txBody>
      </p:sp>
      <p:sp>
        <p:nvSpPr>
          <p:cNvPr id="12" name="矩形标注 11"/>
          <p:cNvSpPr/>
          <p:nvPr/>
        </p:nvSpPr>
        <p:spPr>
          <a:xfrm>
            <a:off x="2483105" y="3964885"/>
            <a:ext cx="2056098" cy="668093"/>
          </a:xfrm>
          <a:prstGeom prst="wedgeRectCallout">
            <a:avLst>
              <a:gd name="adj1" fmla="val 9788"/>
              <a:gd name="adj2" fmla="val -8517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500" dirty="0">
                <a:solidFill>
                  <a:schemeClr val="tx1"/>
                </a:solidFill>
                <a:latin typeface="Sitka Text" pitchFamily="2" charset="0"/>
              </a:rPr>
              <a:t>s[</a:t>
            </a:r>
            <a:r>
              <a:rPr lang="en-US" altLang="zh-CN" sz="1500" dirty="0" err="1">
                <a:solidFill>
                  <a:schemeClr val="tx1"/>
                </a:solidFill>
                <a:latin typeface="Sitka Text" pitchFamily="2" charset="0"/>
              </a:rPr>
              <a:t>i</a:t>
            </a:r>
            <a:r>
              <a:rPr lang="en-US" altLang="zh-CN" sz="1500" dirty="0">
                <a:solidFill>
                  <a:schemeClr val="tx1"/>
                </a:solidFill>
                <a:latin typeface="Sitka Text" pitchFamily="2" charset="0"/>
              </a:rPr>
              <a:t>] represents the parent of element </a:t>
            </a:r>
            <a:r>
              <a:rPr lang="en-US" altLang="zh-CN" sz="1500" dirty="0" err="1">
                <a:solidFill>
                  <a:schemeClr val="tx1"/>
                </a:solidFill>
                <a:latin typeface="Sitka Text" pitchFamily="2" charset="0"/>
              </a:rPr>
              <a:t>i</a:t>
            </a:r>
            <a:r>
              <a:rPr lang="en-US" altLang="zh-CN" sz="1500" dirty="0">
                <a:solidFill>
                  <a:schemeClr val="tx1"/>
                </a:solidFill>
                <a:latin typeface="Sitka Text" pitchFamily="2" charset="0"/>
              </a:rPr>
              <a:t>;</a:t>
            </a:r>
          </a:p>
          <a:p>
            <a:r>
              <a:rPr lang="en-US" altLang="zh-CN" sz="1500" dirty="0">
                <a:solidFill>
                  <a:schemeClr val="tx1"/>
                </a:solidFill>
                <a:latin typeface="Sitka Text" pitchFamily="2" charset="0"/>
              </a:rPr>
              <a:t>If </a:t>
            </a:r>
            <a:r>
              <a:rPr lang="en-US" altLang="zh-CN" sz="1500" dirty="0" err="1">
                <a:solidFill>
                  <a:schemeClr val="tx1"/>
                </a:solidFill>
                <a:latin typeface="Sitka Text" pitchFamily="2" charset="0"/>
              </a:rPr>
              <a:t>i</a:t>
            </a:r>
            <a:r>
              <a:rPr lang="en-US" altLang="zh-CN" sz="1500" dirty="0">
                <a:solidFill>
                  <a:schemeClr val="tx1"/>
                </a:solidFill>
                <a:latin typeface="Sitka Text" pitchFamily="2" charset="0"/>
              </a:rPr>
              <a:t> is a root, s[</a:t>
            </a:r>
            <a:r>
              <a:rPr lang="en-US" altLang="zh-CN" sz="1500" dirty="0" err="1">
                <a:solidFill>
                  <a:schemeClr val="tx1"/>
                </a:solidFill>
                <a:latin typeface="Sitka Text" pitchFamily="2" charset="0"/>
              </a:rPr>
              <a:t>i</a:t>
            </a:r>
            <a:r>
              <a:rPr lang="en-US" altLang="zh-CN" sz="1500" dirty="0">
                <a:solidFill>
                  <a:schemeClr val="tx1"/>
                </a:solidFill>
                <a:latin typeface="Sitka Text" pitchFamily="2" charset="0"/>
              </a:rPr>
              <a:t>] = -1. </a:t>
            </a:r>
            <a:endParaRPr lang="zh-CN" altLang="en-US" sz="1500" dirty="0"/>
          </a:p>
        </p:txBody>
      </p:sp>
      <p:sp>
        <p:nvSpPr>
          <p:cNvPr id="13" name="椭圆 12"/>
          <p:cNvSpPr/>
          <p:nvPr/>
        </p:nvSpPr>
        <p:spPr>
          <a:xfrm>
            <a:off x="4626006" y="4733346"/>
            <a:ext cx="324036" cy="3240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</a:rPr>
              <a:t>0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872014" y="4455114"/>
            <a:ext cx="324036" cy="3240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</a:rPr>
              <a:t>1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247964" y="5165394"/>
            <a:ext cx="324036" cy="3240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</a:rPr>
              <a:t>2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55576" y="2162810"/>
            <a:ext cx="7632848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000" dirty="0">
                <a:latin typeface="Sitka Text" pitchFamily="2" charset="0"/>
              </a:rPr>
              <a:t>Up-Tree: use a </a:t>
            </a:r>
            <a:r>
              <a:rPr lang="en-US" altLang="zh-CN" sz="2000" dirty="0">
                <a:solidFill>
                  <a:srgbClr val="263AF8"/>
                </a:solidFill>
                <a:latin typeface="Sitka Text" pitchFamily="2" charset="0"/>
              </a:rPr>
              <a:t>tree</a:t>
            </a:r>
            <a:r>
              <a:rPr lang="en-US" altLang="zh-CN" sz="2000" dirty="0">
                <a:latin typeface="Sitka Text" pitchFamily="2" charset="0"/>
              </a:rPr>
              <a:t> to represent each set; each element has a </a:t>
            </a:r>
            <a:r>
              <a:rPr lang="en-US" altLang="zh-CN" sz="2000" dirty="0">
                <a:solidFill>
                  <a:srgbClr val="263AF8"/>
                </a:solidFill>
                <a:latin typeface="Sitka Text" pitchFamily="2" charset="0"/>
              </a:rPr>
              <a:t>parent link </a:t>
            </a:r>
          </a:p>
        </p:txBody>
      </p:sp>
      <p:cxnSp>
        <p:nvCxnSpPr>
          <p:cNvPr id="18" name="直接箭头连接符 17"/>
          <p:cNvCxnSpPr>
            <a:stCxn id="15" idx="7"/>
            <a:endCxn id="13" idx="3"/>
          </p:cNvCxnSpPr>
          <p:nvPr/>
        </p:nvCxnSpPr>
        <p:spPr>
          <a:xfrm flipV="1">
            <a:off x="4524546" y="5009928"/>
            <a:ext cx="148914" cy="2029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5514170" y="4888812"/>
            <a:ext cx="324036" cy="3240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</a:rPr>
              <a:t>3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922150" y="5349251"/>
            <a:ext cx="324036" cy="3240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</a:rPr>
              <a:t>6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133269" y="5344275"/>
            <a:ext cx="324036" cy="3240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</a:rPr>
              <a:t>5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3869922" y="5597442"/>
            <a:ext cx="324036" cy="3240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</a:rPr>
              <a:t>4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cxnSp>
        <p:nvCxnSpPr>
          <p:cNvPr id="25" name="直接箭头连接符 24"/>
          <p:cNvCxnSpPr>
            <a:stCxn id="23" idx="7"/>
            <a:endCxn id="15" idx="3"/>
          </p:cNvCxnSpPr>
          <p:nvPr/>
        </p:nvCxnSpPr>
        <p:spPr>
          <a:xfrm flipV="1">
            <a:off x="4146504" y="5441976"/>
            <a:ext cx="148914" cy="2029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20" idx="7"/>
            <a:endCxn id="14" idx="3"/>
          </p:cNvCxnSpPr>
          <p:nvPr/>
        </p:nvCxnSpPr>
        <p:spPr>
          <a:xfrm flipV="1">
            <a:off x="5790752" y="4731696"/>
            <a:ext cx="128716" cy="2045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2" idx="7"/>
            <a:endCxn id="20" idx="3"/>
          </p:cNvCxnSpPr>
          <p:nvPr/>
        </p:nvCxnSpPr>
        <p:spPr>
          <a:xfrm flipV="1">
            <a:off x="5409851" y="5165394"/>
            <a:ext cx="151774" cy="2263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1" idx="1"/>
            <a:endCxn id="20" idx="5"/>
          </p:cNvCxnSpPr>
          <p:nvPr/>
        </p:nvCxnSpPr>
        <p:spPr>
          <a:xfrm flipH="1" flipV="1">
            <a:off x="5790752" y="5165394"/>
            <a:ext cx="178852" cy="2313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 bldLvl="0" animBg="1"/>
      <p:bldP spid="13" grpId="0" bldLvl="0" animBg="1"/>
      <p:bldP spid="14" grpId="0" bldLvl="0" animBg="1"/>
      <p:bldP spid="15" grpId="0" bldLvl="0" animBg="1"/>
      <p:bldP spid="20" grpId="0" bldLvl="0" animBg="1"/>
      <p:bldP spid="21" grpId="0" bldLvl="0" animBg="1"/>
      <p:bldP spid="22" grpId="0" bldLvl="0" animBg="1"/>
      <p:bldP spid="2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3505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D-U/F with Up-Tree</a:t>
            </a:r>
          </a:p>
        </p:txBody>
      </p:sp>
      <p:pic>
        <p:nvPicPr>
          <p:cNvPr id="24" name="图片 2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6626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8A7554-54FD-43BC-9CE0-02F53CF5A9A9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662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2662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7C96AE-0AD3-47EA-8E7C-ED890820A13F}" type="slidenum">
              <a:rPr lang="en-US" altLang="zh-CN" sz="790"/>
              <a:pPr/>
              <a:t>9</a:t>
            </a:fld>
            <a:endParaRPr lang="en-US" altLang="zh-CN" sz="790"/>
          </a:p>
        </p:txBody>
      </p:sp>
      <p:sp>
        <p:nvSpPr>
          <p:cNvPr id="26630" name="Oval 3"/>
          <p:cNvSpPr>
            <a:spLocks noChangeArrowheads="1"/>
          </p:cNvSpPr>
          <p:nvPr/>
        </p:nvSpPr>
        <p:spPr bwMode="auto">
          <a:xfrm>
            <a:off x="3042285" y="1972945"/>
            <a:ext cx="403225" cy="3962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6631" name="Oval 4"/>
          <p:cNvSpPr>
            <a:spLocks noChangeArrowheads="1"/>
          </p:cNvSpPr>
          <p:nvPr/>
        </p:nvSpPr>
        <p:spPr bwMode="auto">
          <a:xfrm>
            <a:off x="3656965" y="1972945"/>
            <a:ext cx="403225" cy="3962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6632" name="Oval 5"/>
          <p:cNvSpPr>
            <a:spLocks noChangeArrowheads="1"/>
          </p:cNvSpPr>
          <p:nvPr/>
        </p:nvSpPr>
        <p:spPr bwMode="auto">
          <a:xfrm>
            <a:off x="4272280" y="1972945"/>
            <a:ext cx="403225" cy="3962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6633" name="Oval 6"/>
          <p:cNvSpPr>
            <a:spLocks noChangeArrowheads="1"/>
          </p:cNvSpPr>
          <p:nvPr/>
        </p:nvSpPr>
        <p:spPr bwMode="auto">
          <a:xfrm>
            <a:off x="4886960" y="1972945"/>
            <a:ext cx="403225" cy="3962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6634" name="Oval 7"/>
          <p:cNvSpPr>
            <a:spLocks noChangeArrowheads="1"/>
          </p:cNvSpPr>
          <p:nvPr/>
        </p:nvSpPr>
        <p:spPr bwMode="auto">
          <a:xfrm>
            <a:off x="5502275" y="1972945"/>
            <a:ext cx="403225" cy="3962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6635" name="Oval 8"/>
          <p:cNvSpPr>
            <a:spLocks noChangeArrowheads="1"/>
          </p:cNvSpPr>
          <p:nvPr/>
        </p:nvSpPr>
        <p:spPr bwMode="auto">
          <a:xfrm>
            <a:off x="6160135" y="1972945"/>
            <a:ext cx="403225" cy="3962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6636" name="Oval 9"/>
          <p:cNvSpPr>
            <a:spLocks noChangeArrowheads="1"/>
          </p:cNvSpPr>
          <p:nvPr/>
        </p:nvSpPr>
        <p:spPr bwMode="auto">
          <a:xfrm>
            <a:off x="6817995" y="1972945"/>
            <a:ext cx="403225" cy="3962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6637" name="Text Box 10"/>
          <p:cNvSpPr txBox="1">
            <a:spLocks noChangeArrowheads="1"/>
          </p:cNvSpPr>
          <p:nvPr/>
        </p:nvSpPr>
        <p:spPr bwMode="auto">
          <a:xfrm>
            <a:off x="1115601" y="1915562"/>
            <a:ext cx="142494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Initial state</a:t>
            </a:r>
          </a:p>
          <a:p>
            <a:pPr algn="ctr"/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(</a:t>
            </a:r>
            <a:r>
              <a:rPr lang="en-US" altLang="zh-CN" sz="18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forest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26638" name="Oval 11"/>
          <p:cNvSpPr>
            <a:spLocks noChangeArrowheads="1"/>
          </p:cNvSpPr>
          <p:nvPr/>
        </p:nvSpPr>
        <p:spPr bwMode="auto">
          <a:xfrm>
            <a:off x="3382645" y="3189605"/>
            <a:ext cx="417830" cy="41084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6639" name="Oval 12"/>
          <p:cNvSpPr>
            <a:spLocks noChangeArrowheads="1"/>
          </p:cNvSpPr>
          <p:nvPr/>
        </p:nvSpPr>
        <p:spPr bwMode="auto">
          <a:xfrm>
            <a:off x="3714750" y="3862070"/>
            <a:ext cx="433070" cy="4254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6640" name="Oval 13"/>
          <p:cNvSpPr>
            <a:spLocks noChangeArrowheads="1"/>
          </p:cNvSpPr>
          <p:nvPr/>
        </p:nvSpPr>
        <p:spPr bwMode="auto">
          <a:xfrm>
            <a:off x="4932045" y="3347720"/>
            <a:ext cx="415290" cy="40830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6641" name="Oval 14"/>
          <p:cNvSpPr>
            <a:spLocks noChangeArrowheads="1"/>
          </p:cNvSpPr>
          <p:nvPr/>
        </p:nvSpPr>
        <p:spPr bwMode="auto">
          <a:xfrm>
            <a:off x="7076440" y="3603625"/>
            <a:ext cx="447040" cy="4394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6642" name="Oval 15"/>
          <p:cNvSpPr>
            <a:spLocks noChangeArrowheads="1"/>
          </p:cNvSpPr>
          <p:nvPr/>
        </p:nvSpPr>
        <p:spPr bwMode="auto">
          <a:xfrm>
            <a:off x="6186170" y="3603625"/>
            <a:ext cx="447040" cy="4394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6643" name="Oval 16"/>
          <p:cNvSpPr>
            <a:spLocks noChangeArrowheads="1"/>
          </p:cNvSpPr>
          <p:nvPr/>
        </p:nvSpPr>
        <p:spPr bwMode="auto">
          <a:xfrm>
            <a:off x="5745480" y="4357370"/>
            <a:ext cx="447040" cy="4394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6644" name="Oval 17"/>
          <p:cNvSpPr>
            <a:spLocks noChangeArrowheads="1"/>
          </p:cNvSpPr>
          <p:nvPr/>
        </p:nvSpPr>
        <p:spPr bwMode="auto">
          <a:xfrm>
            <a:off x="6633210" y="2945765"/>
            <a:ext cx="447040" cy="4394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6645" name="Line 18"/>
          <p:cNvSpPr>
            <a:spLocks noChangeShapeType="1"/>
          </p:cNvSpPr>
          <p:nvPr/>
        </p:nvSpPr>
        <p:spPr bwMode="auto">
          <a:xfrm flipH="1" flipV="1">
            <a:off x="3704034" y="3600450"/>
            <a:ext cx="96440" cy="2614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26646" name="Line 19"/>
          <p:cNvSpPr>
            <a:spLocks noChangeShapeType="1"/>
          </p:cNvSpPr>
          <p:nvPr/>
        </p:nvSpPr>
        <p:spPr bwMode="auto">
          <a:xfrm flipV="1">
            <a:off x="6594475" y="3395980"/>
            <a:ext cx="256540" cy="28829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26647" name="Line 20"/>
          <p:cNvSpPr>
            <a:spLocks noChangeShapeType="1"/>
          </p:cNvSpPr>
          <p:nvPr/>
        </p:nvSpPr>
        <p:spPr bwMode="auto">
          <a:xfrm flipH="1" flipV="1">
            <a:off x="6851015" y="3396615"/>
            <a:ext cx="285115" cy="28702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26648" name="Line 21"/>
          <p:cNvSpPr>
            <a:spLocks noChangeShapeType="1"/>
          </p:cNvSpPr>
          <p:nvPr/>
        </p:nvSpPr>
        <p:spPr bwMode="auto">
          <a:xfrm flipV="1">
            <a:off x="6106795" y="4042410"/>
            <a:ext cx="278130" cy="39116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26649" name="Text Box 22"/>
          <p:cNvSpPr txBox="1">
            <a:spLocks noChangeArrowheads="1"/>
          </p:cNvSpPr>
          <p:nvPr/>
        </p:nvSpPr>
        <p:spPr bwMode="auto">
          <a:xfrm>
            <a:off x="1044064" y="3350719"/>
            <a:ext cx="157797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Intermediate</a:t>
            </a:r>
          </a:p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state</a:t>
            </a:r>
          </a:p>
        </p:txBody>
      </p:sp>
      <p:sp>
        <p:nvSpPr>
          <p:cNvPr id="26650" name="Text Box 23"/>
          <p:cNvSpPr txBox="1">
            <a:spLocks noChangeArrowheads="1"/>
          </p:cNvSpPr>
          <p:nvPr/>
        </p:nvSpPr>
        <p:spPr bwMode="auto">
          <a:xfrm>
            <a:off x="827727" y="5042219"/>
            <a:ext cx="363918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374FFF"/>
                </a:solidFill>
                <a:latin typeface="Sitka Text" pitchFamily="2" charset="0"/>
                <a:ea typeface="宋体" panose="02010600030101010101" pitchFamily="2" charset="-122"/>
              </a:rPr>
              <a:t>Roots are the names of each set.</a:t>
            </a:r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3212322" y="4441845"/>
            <a:ext cx="134112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Union(0,1)</a:t>
            </a: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6588967" y="4869267"/>
            <a:ext cx="1365250" cy="922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Union(4,5)</a:t>
            </a:r>
          </a:p>
          <a:p>
            <a:r>
              <a:rPr lang="en-US" altLang="zh-CN" sz="1800" dirty="0">
                <a:latin typeface="Sitka Text" pitchFamily="2" charset="0"/>
              </a:rPr>
              <a:t>Union(6,3)</a:t>
            </a:r>
          </a:p>
          <a:p>
            <a:r>
              <a:rPr lang="en-US" altLang="zh-CN" sz="1800" dirty="0">
                <a:latin typeface="Sitka Text" pitchFamily="2" charset="0"/>
              </a:rPr>
              <a:t>Union(6,4)</a:t>
            </a:r>
            <a:endParaRPr lang="en-US" altLang="zh-CN" sz="1800" dirty="0">
              <a:latin typeface="Sitka Text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1548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Find Operation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7D80BC-91F4-4A9F-B6D6-35CC284790E0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EEB793-0E88-42D6-9788-EEEBA3A8C9C8}" type="slidenum">
              <a:rPr lang="en-US" altLang="zh-CN" sz="790"/>
              <a:pPr/>
              <a:t>10</a:t>
            </a:fld>
            <a:endParaRPr lang="en-US" altLang="zh-CN" sz="790"/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6600" y="1785620"/>
            <a:ext cx="7942580" cy="826135"/>
          </a:xfrm>
        </p:spPr>
        <p:txBody>
          <a:bodyPr/>
          <a:lstStyle/>
          <a:p>
            <a:r>
              <a:rPr lang="en-US" altLang="zh-CN" sz="2400" dirty="0">
                <a:ea typeface="宋体" panose="02010600030101010101" pitchFamily="2" charset="-122"/>
              </a:rPr>
              <a:t>Find(x) follow x to the root and return the root (which is the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name</a:t>
            </a:r>
            <a:r>
              <a:rPr lang="en-US" altLang="zh-CN" sz="2400" dirty="0">
                <a:ea typeface="宋体" panose="02010600030101010101" pitchFamily="2" charset="-122"/>
              </a:rPr>
              <a:t> of the class).</a:t>
            </a:r>
          </a:p>
        </p:txBody>
      </p:sp>
      <p:sp>
        <p:nvSpPr>
          <p:cNvPr id="27666" name="Text Box 15"/>
          <p:cNvSpPr txBox="1">
            <a:spLocks noChangeArrowheads="1"/>
          </p:cNvSpPr>
          <p:nvPr/>
        </p:nvSpPr>
        <p:spPr bwMode="auto">
          <a:xfrm>
            <a:off x="1547873" y="5099833"/>
            <a:ext cx="153860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Find(5) = 6</a:t>
            </a:r>
          </a:p>
        </p:txBody>
      </p:sp>
      <p:sp>
        <p:nvSpPr>
          <p:cNvPr id="27667" name="Freeform 16"/>
          <p:cNvSpPr/>
          <p:nvPr/>
        </p:nvSpPr>
        <p:spPr bwMode="auto">
          <a:xfrm>
            <a:off x="5292090" y="4149090"/>
            <a:ext cx="554990" cy="950595"/>
          </a:xfrm>
          <a:custGeom>
            <a:avLst/>
            <a:gdLst>
              <a:gd name="T0" fmla="*/ 63500 w 280"/>
              <a:gd name="T1" fmla="*/ 762000 h 480"/>
              <a:gd name="T2" fmla="*/ 63500 w 280"/>
              <a:gd name="T3" fmla="*/ 228600 h 480"/>
              <a:gd name="T4" fmla="*/ 444500 w 280"/>
              <a:gd name="T5" fmla="*/ 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0" h="480">
                <a:moveTo>
                  <a:pt x="40" y="480"/>
                </a:moveTo>
                <a:cubicBezTo>
                  <a:pt x="20" y="352"/>
                  <a:pt x="0" y="224"/>
                  <a:pt x="40" y="144"/>
                </a:cubicBezTo>
                <a:cubicBezTo>
                  <a:pt x="80" y="64"/>
                  <a:pt x="248" y="64"/>
                  <a:pt x="280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8" name="Freeform 17"/>
          <p:cNvSpPr/>
          <p:nvPr/>
        </p:nvSpPr>
        <p:spPr bwMode="auto">
          <a:xfrm>
            <a:off x="5730875" y="2841625"/>
            <a:ext cx="760730" cy="1236980"/>
          </a:xfrm>
          <a:custGeom>
            <a:avLst/>
            <a:gdLst>
              <a:gd name="T0" fmla="*/ 152400 w 384"/>
              <a:gd name="T1" fmla="*/ 990600 h 624"/>
              <a:gd name="T2" fmla="*/ 76200 w 384"/>
              <a:gd name="T3" fmla="*/ 304800 h 624"/>
              <a:gd name="T4" fmla="*/ 609600 w 38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4" h="624">
                <a:moveTo>
                  <a:pt x="96" y="624"/>
                </a:moveTo>
                <a:cubicBezTo>
                  <a:pt x="48" y="460"/>
                  <a:pt x="0" y="296"/>
                  <a:pt x="48" y="192"/>
                </a:cubicBezTo>
                <a:cubicBezTo>
                  <a:pt x="96" y="88"/>
                  <a:pt x="240" y="44"/>
                  <a:pt x="384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Oval 11"/>
          <p:cNvSpPr>
            <a:spLocks noChangeArrowheads="1"/>
          </p:cNvSpPr>
          <p:nvPr/>
        </p:nvSpPr>
        <p:spPr bwMode="auto">
          <a:xfrm>
            <a:off x="1619885" y="2996565"/>
            <a:ext cx="570230" cy="5600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Sitka Text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2" name="Oval 12"/>
          <p:cNvSpPr>
            <a:spLocks noChangeArrowheads="1"/>
          </p:cNvSpPr>
          <p:nvPr/>
        </p:nvSpPr>
        <p:spPr bwMode="auto">
          <a:xfrm>
            <a:off x="2195830" y="4004945"/>
            <a:ext cx="570230" cy="5600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Sitka Text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3" name="Oval 13"/>
          <p:cNvSpPr>
            <a:spLocks noChangeArrowheads="1"/>
          </p:cNvSpPr>
          <p:nvPr/>
        </p:nvSpPr>
        <p:spPr bwMode="auto">
          <a:xfrm>
            <a:off x="3708400" y="3459480"/>
            <a:ext cx="570230" cy="5600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4" name="Oval 14"/>
          <p:cNvSpPr>
            <a:spLocks noChangeArrowheads="1"/>
          </p:cNvSpPr>
          <p:nvPr/>
        </p:nvSpPr>
        <p:spPr bwMode="auto">
          <a:xfrm>
            <a:off x="7092315" y="3932555"/>
            <a:ext cx="570230" cy="5600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Sitka Text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5" name="Oval 15"/>
          <p:cNvSpPr>
            <a:spLocks noChangeArrowheads="1"/>
          </p:cNvSpPr>
          <p:nvPr/>
        </p:nvSpPr>
        <p:spPr bwMode="auto">
          <a:xfrm>
            <a:off x="5928995" y="3894455"/>
            <a:ext cx="570230" cy="5600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Sitka Text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6" name="Oval 16"/>
          <p:cNvSpPr>
            <a:spLocks noChangeArrowheads="1"/>
          </p:cNvSpPr>
          <p:nvPr/>
        </p:nvSpPr>
        <p:spPr bwMode="auto">
          <a:xfrm>
            <a:off x="5364480" y="5012690"/>
            <a:ext cx="570230" cy="5600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Sitka Text" pitchFamily="2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7" name="Oval 17"/>
          <p:cNvSpPr>
            <a:spLocks noChangeArrowheads="1"/>
          </p:cNvSpPr>
          <p:nvPr/>
        </p:nvSpPr>
        <p:spPr bwMode="auto">
          <a:xfrm>
            <a:off x="6516370" y="2780665"/>
            <a:ext cx="570230" cy="5600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Sitka Text" pitchFamily="2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8" name="Line 18"/>
          <p:cNvSpPr>
            <a:spLocks noChangeShapeType="1"/>
          </p:cNvSpPr>
          <p:nvPr/>
        </p:nvSpPr>
        <p:spPr bwMode="auto">
          <a:xfrm flipH="1" flipV="1">
            <a:off x="2070735" y="3500755"/>
            <a:ext cx="213995" cy="57975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29" name="Line 19"/>
          <p:cNvSpPr>
            <a:spLocks noChangeShapeType="1"/>
          </p:cNvSpPr>
          <p:nvPr/>
        </p:nvSpPr>
        <p:spPr bwMode="auto">
          <a:xfrm flipV="1">
            <a:off x="6372225" y="3356610"/>
            <a:ext cx="380365" cy="58039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 flipH="1" flipV="1">
            <a:off x="6847840" y="3356610"/>
            <a:ext cx="380365" cy="6013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31" name="Line 21"/>
          <p:cNvSpPr>
            <a:spLocks noChangeShapeType="1"/>
          </p:cNvSpPr>
          <p:nvPr/>
        </p:nvSpPr>
        <p:spPr bwMode="auto">
          <a:xfrm flipV="1">
            <a:off x="5836285" y="4454525"/>
            <a:ext cx="278765" cy="57975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5637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Union Operation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6F6DB4-273B-427D-A00C-D8A4A7113C1B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FADC43-86AA-482C-A341-A1AF5B7985D0}" type="slidenum">
              <a:rPr lang="en-US" altLang="zh-CN" sz="790"/>
              <a:pPr/>
              <a:t>11</a:t>
            </a:fld>
            <a:endParaRPr lang="en-US" altLang="zh-CN" sz="790"/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3955" y="1844675"/>
            <a:ext cx="6641465" cy="771525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Union(</a:t>
            </a:r>
            <a:r>
              <a:rPr lang="en-US" altLang="zh-CN" dirty="0" err="1">
                <a:ea typeface="宋体" panose="02010600030101010101" pitchFamily="2" charset="-122"/>
              </a:rPr>
              <a:t>i,j</a:t>
            </a:r>
            <a:r>
              <a:rPr lang="en-US" altLang="zh-CN" dirty="0">
                <a:ea typeface="宋体" panose="02010600030101010101" pitchFamily="2" charset="-122"/>
              </a:rPr>
              <a:t>) - assuming </a:t>
            </a:r>
            <a:r>
              <a:rPr lang="en-US" altLang="zh-CN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and j roots, point j to </a:t>
            </a:r>
            <a:r>
              <a:rPr lang="en-US" altLang="zh-CN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8690" name="Freeform 15"/>
          <p:cNvSpPr/>
          <p:nvPr/>
        </p:nvSpPr>
        <p:spPr bwMode="auto">
          <a:xfrm>
            <a:off x="1980565" y="2739390"/>
            <a:ext cx="4261485" cy="568960"/>
          </a:xfrm>
          <a:custGeom>
            <a:avLst/>
            <a:gdLst>
              <a:gd name="T0" fmla="*/ 0 w 2392"/>
              <a:gd name="T1" fmla="*/ 493713 h 319"/>
              <a:gd name="T2" fmla="*/ 98425 w 2392"/>
              <a:gd name="T3" fmla="*/ 393700 h 319"/>
              <a:gd name="T4" fmla="*/ 147638 w 2392"/>
              <a:gd name="T5" fmla="*/ 357188 h 319"/>
              <a:gd name="T6" fmla="*/ 185738 w 2392"/>
              <a:gd name="T7" fmla="*/ 333375 h 319"/>
              <a:gd name="T8" fmla="*/ 296863 w 2392"/>
              <a:gd name="T9" fmla="*/ 246063 h 319"/>
              <a:gd name="T10" fmla="*/ 692150 w 2392"/>
              <a:gd name="T11" fmla="*/ 158750 h 319"/>
              <a:gd name="T12" fmla="*/ 1311275 w 2392"/>
              <a:gd name="T13" fmla="*/ 60325 h 319"/>
              <a:gd name="T14" fmla="*/ 1768475 w 2392"/>
              <a:gd name="T15" fmla="*/ 11113 h 319"/>
              <a:gd name="T16" fmla="*/ 2733675 w 2392"/>
              <a:gd name="T17" fmla="*/ 47625 h 319"/>
              <a:gd name="T18" fmla="*/ 2770188 w 2392"/>
              <a:gd name="T19" fmla="*/ 60325 h 319"/>
              <a:gd name="T20" fmla="*/ 2857500 w 2392"/>
              <a:gd name="T21" fmla="*/ 73025 h 319"/>
              <a:gd name="T22" fmla="*/ 2906713 w 2392"/>
              <a:gd name="T23" fmla="*/ 96838 h 319"/>
              <a:gd name="T24" fmla="*/ 2994025 w 2392"/>
              <a:gd name="T25" fmla="*/ 109538 h 319"/>
              <a:gd name="T26" fmla="*/ 3389313 w 2392"/>
              <a:gd name="T27" fmla="*/ 271463 h 319"/>
              <a:gd name="T28" fmla="*/ 3711575 w 2392"/>
              <a:gd name="T29" fmla="*/ 406400 h 319"/>
              <a:gd name="T30" fmla="*/ 3797300 w 2392"/>
              <a:gd name="T31" fmla="*/ 506413 h 3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392" h="319">
                <a:moveTo>
                  <a:pt x="0" y="311"/>
                </a:moveTo>
                <a:cubicBezTo>
                  <a:pt x="27" y="293"/>
                  <a:pt x="38" y="269"/>
                  <a:pt x="62" y="248"/>
                </a:cubicBezTo>
                <a:cubicBezTo>
                  <a:pt x="72" y="240"/>
                  <a:pt x="82" y="232"/>
                  <a:pt x="93" y="225"/>
                </a:cubicBezTo>
                <a:cubicBezTo>
                  <a:pt x="101" y="220"/>
                  <a:pt x="110" y="216"/>
                  <a:pt x="117" y="210"/>
                </a:cubicBezTo>
                <a:cubicBezTo>
                  <a:pt x="147" y="185"/>
                  <a:pt x="140" y="171"/>
                  <a:pt x="187" y="155"/>
                </a:cubicBezTo>
                <a:cubicBezTo>
                  <a:pt x="268" y="127"/>
                  <a:pt x="352" y="114"/>
                  <a:pt x="436" y="100"/>
                </a:cubicBezTo>
                <a:cubicBezTo>
                  <a:pt x="567" y="78"/>
                  <a:pt x="694" y="53"/>
                  <a:pt x="826" y="38"/>
                </a:cubicBezTo>
                <a:cubicBezTo>
                  <a:pt x="920" y="14"/>
                  <a:pt x="1018" y="12"/>
                  <a:pt x="1114" y="7"/>
                </a:cubicBezTo>
                <a:cubicBezTo>
                  <a:pt x="1334" y="11"/>
                  <a:pt x="1517" y="0"/>
                  <a:pt x="1722" y="30"/>
                </a:cubicBezTo>
                <a:cubicBezTo>
                  <a:pt x="1730" y="33"/>
                  <a:pt x="1737" y="36"/>
                  <a:pt x="1745" y="38"/>
                </a:cubicBezTo>
                <a:cubicBezTo>
                  <a:pt x="1763" y="42"/>
                  <a:pt x="1782" y="41"/>
                  <a:pt x="1800" y="46"/>
                </a:cubicBezTo>
                <a:cubicBezTo>
                  <a:pt x="1811" y="49"/>
                  <a:pt x="1820" y="58"/>
                  <a:pt x="1831" y="61"/>
                </a:cubicBezTo>
                <a:cubicBezTo>
                  <a:pt x="1849" y="66"/>
                  <a:pt x="1868" y="66"/>
                  <a:pt x="1886" y="69"/>
                </a:cubicBezTo>
                <a:cubicBezTo>
                  <a:pt x="1971" y="98"/>
                  <a:pt x="2052" y="138"/>
                  <a:pt x="2135" y="171"/>
                </a:cubicBezTo>
                <a:cubicBezTo>
                  <a:pt x="2203" y="198"/>
                  <a:pt x="2275" y="217"/>
                  <a:pt x="2338" y="256"/>
                </a:cubicBezTo>
                <a:cubicBezTo>
                  <a:pt x="2353" y="281"/>
                  <a:pt x="2372" y="298"/>
                  <a:pt x="2392" y="319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 type="triangl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1" name="Text Box 16"/>
          <p:cNvSpPr txBox="1">
            <a:spLocks noChangeArrowheads="1"/>
          </p:cNvSpPr>
          <p:nvPr/>
        </p:nvSpPr>
        <p:spPr bwMode="auto">
          <a:xfrm>
            <a:off x="6012180" y="2498090"/>
            <a:ext cx="2145665" cy="59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Union(0,6)</a:t>
            </a:r>
          </a:p>
        </p:txBody>
      </p:sp>
      <p:sp>
        <p:nvSpPr>
          <p:cNvPr id="20" name="Oval 11"/>
          <p:cNvSpPr>
            <a:spLocks noChangeArrowheads="1"/>
          </p:cNvSpPr>
          <p:nvPr/>
        </p:nvSpPr>
        <p:spPr bwMode="auto">
          <a:xfrm>
            <a:off x="1620520" y="3300095"/>
            <a:ext cx="513080" cy="50419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Sitka Text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1" name="Oval 12"/>
          <p:cNvSpPr>
            <a:spLocks noChangeArrowheads="1"/>
          </p:cNvSpPr>
          <p:nvPr/>
        </p:nvSpPr>
        <p:spPr bwMode="auto">
          <a:xfrm>
            <a:off x="2052320" y="4292600"/>
            <a:ext cx="513080" cy="50419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Sitka Text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2" name="Oval 13"/>
          <p:cNvSpPr>
            <a:spLocks noChangeArrowheads="1"/>
          </p:cNvSpPr>
          <p:nvPr/>
        </p:nvSpPr>
        <p:spPr bwMode="auto">
          <a:xfrm>
            <a:off x="3851910" y="3300095"/>
            <a:ext cx="513080" cy="50419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3" name="Oval 14"/>
          <p:cNvSpPr>
            <a:spLocks noChangeArrowheads="1"/>
          </p:cNvSpPr>
          <p:nvPr/>
        </p:nvSpPr>
        <p:spPr bwMode="auto">
          <a:xfrm>
            <a:off x="6804660" y="4325620"/>
            <a:ext cx="513080" cy="50419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Sitka Text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4" name="Oval 15"/>
          <p:cNvSpPr>
            <a:spLocks noChangeArrowheads="1"/>
          </p:cNvSpPr>
          <p:nvPr/>
        </p:nvSpPr>
        <p:spPr bwMode="auto">
          <a:xfrm>
            <a:off x="5580380" y="4365625"/>
            <a:ext cx="513080" cy="50419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Sitka Text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5" name="Oval 16"/>
          <p:cNvSpPr>
            <a:spLocks noChangeArrowheads="1"/>
          </p:cNvSpPr>
          <p:nvPr/>
        </p:nvSpPr>
        <p:spPr bwMode="auto">
          <a:xfrm>
            <a:off x="5076190" y="5374005"/>
            <a:ext cx="513080" cy="50419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Sitka Text" pitchFamily="2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6" name="Oval 17"/>
          <p:cNvSpPr>
            <a:spLocks noChangeArrowheads="1"/>
          </p:cNvSpPr>
          <p:nvPr/>
        </p:nvSpPr>
        <p:spPr bwMode="auto">
          <a:xfrm>
            <a:off x="6156325" y="3357245"/>
            <a:ext cx="513080" cy="50419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Sitka Text" pitchFamily="2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7" name="Line 18"/>
          <p:cNvSpPr>
            <a:spLocks noChangeShapeType="1"/>
          </p:cNvSpPr>
          <p:nvPr/>
        </p:nvSpPr>
        <p:spPr bwMode="auto">
          <a:xfrm flipH="1" flipV="1">
            <a:off x="1980565" y="3804285"/>
            <a:ext cx="192405" cy="52133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28" name="Line 19"/>
          <p:cNvSpPr>
            <a:spLocks noChangeShapeType="1"/>
          </p:cNvSpPr>
          <p:nvPr/>
        </p:nvSpPr>
        <p:spPr bwMode="auto">
          <a:xfrm flipV="1">
            <a:off x="5988050" y="3861435"/>
            <a:ext cx="341630" cy="52133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29" name="Line 20"/>
          <p:cNvSpPr>
            <a:spLocks noChangeShapeType="1"/>
          </p:cNvSpPr>
          <p:nvPr/>
        </p:nvSpPr>
        <p:spPr bwMode="auto">
          <a:xfrm flipH="1" flipV="1">
            <a:off x="6516370" y="3861435"/>
            <a:ext cx="341630" cy="54038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30" name="Line 21"/>
          <p:cNvSpPr>
            <a:spLocks noChangeShapeType="1"/>
          </p:cNvSpPr>
          <p:nvPr/>
        </p:nvSpPr>
        <p:spPr bwMode="auto">
          <a:xfrm flipV="1">
            <a:off x="5508625" y="4869815"/>
            <a:ext cx="250825" cy="521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2058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Simple Implementation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EA7325-CC21-41B0-BD70-F18901D7AEED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969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29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731315-5A0E-456B-B5E8-CBA5F53A5A00}" type="slidenum">
              <a:rPr lang="en-US" altLang="zh-CN" sz="790"/>
              <a:pPr/>
              <a:t>12</a:t>
            </a:fld>
            <a:endParaRPr lang="en-US" altLang="zh-CN" sz="790"/>
          </a:p>
        </p:txBody>
      </p:sp>
      <p:sp>
        <p:nvSpPr>
          <p:cNvPr id="3" name="矩形 2"/>
          <p:cNvSpPr/>
          <p:nvPr/>
        </p:nvSpPr>
        <p:spPr>
          <a:xfrm>
            <a:off x="467995" y="1484630"/>
            <a:ext cx="5944870" cy="258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class </a:t>
            </a:r>
            <a:r>
              <a:rPr lang="en-US" altLang="zh-CN" dirty="0" err="1">
                <a:latin typeface="Sitka Text" pitchFamily="2" charset="0"/>
              </a:rPr>
              <a:t>DisjSets</a:t>
            </a:r>
            <a:r>
              <a:rPr lang="en-US" altLang="zh-CN" dirty="0">
                <a:latin typeface="Sitka Text" pitchFamily="2" charset="0"/>
              </a:rPr>
              <a:t>{</a:t>
            </a:r>
          </a:p>
          <a:p>
            <a:r>
              <a:rPr lang="en-US" altLang="zh-CN" dirty="0">
                <a:latin typeface="Sitka Text" pitchFamily="2" charset="0"/>
              </a:rPr>
              <a:t>public:</a:t>
            </a:r>
          </a:p>
          <a:p>
            <a:r>
              <a:rPr lang="fr-FR" altLang="zh-CN" i="1" dirty="0">
                <a:latin typeface="Sitka Text" pitchFamily="2" charset="0"/>
              </a:rPr>
              <a:t>    </a:t>
            </a:r>
            <a:r>
              <a:rPr lang="fr-FR" altLang="zh-CN" dirty="0">
                <a:latin typeface="Sitka Text" pitchFamily="2" charset="0"/>
              </a:rPr>
              <a:t>explicit DisjSets( int numElements );</a:t>
            </a:r>
          </a:p>
          <a:p>
            <a:r>
              <a:rPr lang="en-US" altLang="zh-CN" dirty="0">
                <a:latin typeface="Sitka Text" pitchFamily="2" charset="0"/>
              </a:rPr>
              <a:t>   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find(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x ) </a:t>
            </a:r>
            <a:r>
              <a:rPr lang="en-US" altLang="zh-CN" dirty="0" err="1">
                <a:latin typeface="Sitka Text" pitchFamily="2" charset="0"/>
              </a:rPr>
              <a:t>const</a:t>
            </a:r>
            <a:r>
              <a:rPr lang="en-US" altLang="zh-CN" dirty="0">
                <a:latin typeface="Sitka Text" pitchFamily="2" charset="0"/>
              </a:rPr>
              <a:t>;</a:t>
            </a:r>
          </a:p>
          <a:p>
            <a:r>
              <a:rPr lang="en-US" altLang="zh-CN" i="1" dirty="0">
                <a:latin typeface="Sitka Text" pitchFamily="2" charset="0"/>
              </a:rPr>
              <a:t>   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find(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x );</a:t>
            </a:r>
          </a:p>
          <a:p>
            <a:r>
              <a:rPr lang="en-US" altLang="zh-CN" i="1" dirty="0">
                <a:latin typeface="Sitka Text" pitchFamily="2" charset="0"/>
              </a:rPr>
              <a:t>    </a:t>
            </a:r>
            <a:r>
              <a:rPr lang="en-US" altLang="zh-CN" dirty="0">
                <a:latin typeface="Sitka Text" pitchFamily="2" charset="0"/>
              </a:rPr>
              <a:t>void </a:t>
            </a:r>
            <a:r>
              <a:rPr lang="en-US" altLang="zh-CN" dirty="0" err="1">
                <a:latin typeface="Sitka Text" pitchFamily="2" charset="0"/>
              </a:rPr>
              <a:t>unionSets</a:t>
            </a:r>
            <a:r>
              <a:rPr lang="en-US" altLang="zh-CN" dirty="0">
                <a:latin typeface="Sitka Text" pitchFamily="2" charset="0"/>
              </a:rPr>
              <a:t>(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root1,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root2 );</a:t>
            </a:r>
          </a:p>
          <a:p>
            <a:r>
              <a:rPr lang="en-US" altLang="zh-CN" dirty="0">
                <a:latin typeface="Sitka Text" pitchFamily="2" charset="0"/>
              </a:rPr>
              <a:t>private:</a:t>
            </a:r>
          </a:p>
          <a:p>
            <a:r>
              <a:rPr lang="en-US" altLang="zh-CN" dirty="0">
                <a:latin typeface="Sitka Text" pitchFamily="2" charset="0"/>
              </a:rPr>
              <a:t>    vector&lt;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&gt; s;</a:t>
            </a:r>
          </a:p>
          <a:p>
            <a:r>
              <a:rPr lang="en-US" altLang="zh-CN" dirty="0">
                <a:latin typeface="Sitka Text" pitchFamily="2" charset="0"/>
              </a:rPr>
              <a:t>};</a:t>
            </a:r>
          </a:p>
        </p:txBody>
      </p:sp>
      <p:sp>
        <p:nvSpPr>
          <p:cNvPr id="4" name="矩形 3"/>
          <p:cNvSpPr/>
          <p:nvPr/>
        </p:nvSpPr>
        <p:spPr>
          <a:xfrm>
            <a:off x="467995" y="4004945"/>
            <a:ext cx="7863205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/**</a:t>
            </a:r>
          </a:p>
          <a:p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 * Construct the disjoint sets object.</a:t>
            </a:r>
          </a:p>
          <a:p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 * </a:t>
            </a:r>
            <a:r>
              <a:rPr lang="en-US" altLang="zh-CN" dirty="0" err="1">
                <a:solidFill>
                  <a:srgbClr val="008000"/>
                </a:solidFill>
                <a:latin typeface="Sitka Text" pitchFamily="2" charset="0"/>
              </a:rPr>
              <a:t>numElements</a:t>
            </a:r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 is the initial number of </a:t>
            </a:r>
          </a:p>
          <a:p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 * disjoint sets.</a:t>
            </a:r>
          </a:p>
          <a:p>
            <a:r>
              <a:rPr lang="zh-CN" altLang="en-US" dirty="0">
                <a:solidFill>
                  <a:srgbClr val="008000"/>
                </a:solidFill>
                <a:latin typeface="Sitka Text" pitchFamily="2" charset="0"/>
              </a:rPr>
              <a:t>*</a:t>
            </a:r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/</a:t>
            </a:r>
          </a:p>
          <a:p>
            <a:r>
              <a:rPr lang="en-US" altLang="zh-CN" dirty="0" err="1">
                <a:latin typeface="Sitka Text" pitchFamily="2" charset="0"/>
              </a:rPr>
              <a:t>DisjSets</a:t>
            </a:r>
            <a:r>
              <a:rPr lang="en-US" altLang="zh-CN" dirty="0">
                <a:latin typeface="Sitka Text" pitchFamily="2" charset="0"/>
              </a:rPr>
              <a:t>::</a:t>
            </a:r>
            <a:r>
              <a:rPr lang="en-US" altLang="zh-CN" dirty="0" err="1">
                <a:latin typeface="Sitka Text" pitchFamily="2" charset="0"/>
              </a:rPr>
              <a:t>DisjSets</a:t>
            </a:r>
            <a:r>
              <a:rPr lang="en-US" altLang="zh-CN" dirty="0">
                <a:latin typeface="Sitka Text" pitchFamily="2" charset="0"/>
              </a:rPr>
              <a:t>(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</a:t>
            </a:r>
            <a:r>
              <a:rPr lang="en-US" altLang="zh-CN" dirty="0" err="1">
                <a:latin typeface="Sitka Text" pitchFamily="2" charset="0"/>
              </a:rPr>
              <a:t>numElements</a:t>
            </a:r>
            <a:r>
              <a:rPr lang="en-US" altLang="zh-CN" dirty="0">
                <a:latin typeface="Sitka Text" pitchFamily="2" charset="0"/>
              </a:rPr>
              <a:t> ) : s{ </a:t>
            </a:r>
            <a:r>
              <a:rPr lang="en-US" altLang="zh-CN" dirty="0" err="1">
                <a:latin typeface="Sitka Text" pitchFamily="2" charset="0"/>
              </a:rPr>
              <a:t>numElements</a:t>
            </a:r>
            <a:r>
              <a:rPr lang="en-US" altLang="zh-CN" dirty="0">
                <a:latin typeface="Sitka Text" pitchFamily="2" charset="0"/>
              </a:rPr>
              <a:t>, - 1 }</a:t>
            </a:r>
          </a:p>
          <a:p>
            <a:r>
              <a:rPr lang="en-US" altLang="zh-CN" dirty="0">
                <a:latin typeface="Sitka Text" pitchFamily="2" charset="0"/>
              </a:rPr>
              <a:t>{</a:t>
            </a:r>
          </a:p>
          <a:p>
            <a:r>
              <a:rPr lang="en-US" altLang="zh-CN" dirty="0">
                <a:latin typeface="Sitka Text" pitchFamily="2" charset="0"/>
              </a:rPr>
              <a:t>}</a:t>
            </a:r>
          </a:p>
        </p:txBody>
      </p:sp>
      <p:grpSp>
        <p:nvGrpSpPr>
          <p:cNvPr id="122" name="Group 115"/>
          <p:cNvGrpSpPr/>
          <p:nvPr/>
        </p:nvGrpSpPr>
        <p:grpSpPr>
          <a:xfrm>
            <a:off x="7735570" y="530225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0193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Union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0722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0EF8898-78A5-4FBA-A337-235023CC0992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072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3072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5E82C6D-544F-46F1-9CFE-8269F521A1DD}" type="slidenum">
              <a:rPr lang="en-US" altLang="zh-CN" sz="790"/>
              <a:pPr/>
              <a:t>13</a:t>
            </a:fld>
            <a:endParaRPr lang="en-US" altLang="zh-CN" sz="790"/>
          </a:p>
        </p:txBody>
      </p:sp>
      <p:sp>
        <p:nvSpPr>
          <p:cNvPr id="30727" name="Text Box 1028"/>
          <p:cNvSpPr txBox="1">
            <a:spLocks noChangeArrowheads="1"/>
          </p:cNvSpPr>
          <p:nvPr/>
        </p:nvSpPr>
        <p:spPr bwMode="auto">
          <a:xfrm>
            <a:off x="3276911" y="5372710"/>
            <a:ext cx="27311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Constant Time!</a:t>
            </a:r>
          </a:p>
        </p:txBody>
      </p:sp>
      <p:sp>
        <p:nvSpPr>
          <p:cNvPr id="2" name="矩形 1"/>
          <p:cNvSpPr/>
          <p:nvPr/>
        </p:nvSpPr>
        <p:spPr>
          <a:xfrm>
            <a:off x="628650" y="1557020"/>
            <a:ext cx="7725410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/**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 * Union two disjoint sets.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 * For simplicity, we assume root1 and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 * root2 are distinct and represent set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 * names.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 * root1 is the root of set 1.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 * root2 is the root of set 2.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 </a:t>
            </a:r>
            <a:r>
              <a:rPr lang="zh-CN" altLang="en-US" sz="2000" dirty="0">
                <a:solidFill>
                  <a:srgbClr val="008000"/>
                </a:solidFill>
                <a:latin typeface="Sitka Text" pitchFamily="2" charset="0"/>
              </a:rPr>
              <a:t>*</a:t>
            </a: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</a:t>
            </a:r>
          </a:p>
          <a:p>
            <a:r>
              <a:rPr lang="en-US" altLang="zh-CN" sz="2000" dirty="0">
                <a:latin typeface="Sitka Text" pitchFamily="2" charset="0"/>
              </a:rPr>
              <a:t>void </a:t>
            </a:r>
            <a:r>
              <a:rPr lang="en-US" altLang="zh-CN" sz="2000" dirty="0" err="1">
                <a:latin typeface="Sitka Text" pitchFamily="2" charset="0"/>
              </a:rPr>
              <a:t>DisjSets</a:t>
            </a:r>
            <a:r>
              <a:rPr lang="en-US" altLang="zh-CN" sz="2000" dirty="0">
                <a:latin typeface="Sitka Text" pitchFamily="2" charset="0"/>
              </a:rPr>
              <a:t>::</a:t>
            </a:r>
            <a:r>
              <a:rPr lang="en-US" altLang="zh-CN" sz="2000" dirty="0" err="1">
                <a:latin typeface="Sitka Text" pitchFamily="2" charset="0"/>
              </a:rPr>
              <a:t>unionSets</a:t>
            </a:r>
            <a:r>
              <a:rPr lang="en-US" altLang="zh-CN" sz="2000" dirty="0">
                <a:latin typeface="Sitka Text" pitchFamily="2" charset="0"/>
              </a:rPr>
              <a:t>( </a:t>
            </a:r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 root1, </a:t>
            </a:r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 root2 )</a:t>
            </a:r>
          </a:p>
          <a:p>
            <a:r>
              <a:rPr lang="en-US" altLang="zh-CN" sz="2000" dirty="0">
                <a:latin typeface="Sitka Text" pitchFamily="2" charset="0"/>
              </a:rPr>
              <a:t>{</a:t>
            </a:r>
          </a:p>
          <a:p>
            <a:r>
              <a:rPr lang="en-US" altLang="zh-CN" sz="2000" dirty="0">
                <a:latin typeface="Sitka Text" pitchFamily="2" charset="0"/>
              </a:rPr>
              <a:t>    s[ root2 ] = root1;</a:t>
            </a:r>
          </a:p>
          <a:p>
            <a:r>
              <a:rPr lang="en-US" altLang="zh-CN" sz="2000" dirty="0">
                <a:latin typeface="Sitka Text" pitchFamily="2" charset="0"/>
              </a:rPr>
              <a:t>}</a:t>
            </a:r>
          </a:p>
        </p:txBody>
      </p:sp>
      <p:grpSp>
        <p:nvGrpSpPr>
          <p:cNvPr id="122" name="Group 115"/>
          <p:cNvGrpSpPr/>
          <p:nvPr/>
        </p:nvGrpSpPr>
        <p:grpSpPr>
          <a:xfrm>
            <a:off x="7735570" y="530225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7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57607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Find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CA1445-254A-40AC-955B-938B4AC0DF7C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174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C93B88-AC13-4327-A31D-9DB830100CB8}" type="slidenum">
              <a:rPr lang="en-US" altLang="zh-CN" sz="790"/>
              <a:pPr/>
              <a:t>14</a:t>
            </a:fld>
            <a:endParaRPr lang="en-US" altLang="zh-CN" sz="790"/>
          </a:p>
        </p:txBody>
      </p:sp>
      <p:sp>
        <p:nvSpPr>
          <p:cNvPr id="3" name="矩形 2"/>
          <p:cNvSpPr/>
          <p:nvPr/>
        </p:nvSpPr>
        <p:spPr>
          <a:xfrm>
            <a:off x="741045" y="1953260"/>
            <a:ext cx="7093585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/**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  * Perform a find.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  * Error checks omitted again for simplicity.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  * Return the set containing x.</a:t>
            </a:r>
          </a:p>
          <a:p>
            <a:r>
              <a:rPr lang="zh-CN" altLang="en-US" sz="2000" dirty="0">
                <a:solidFill>
                  <a:srgbClr val="008000"/>
                </a:solidFill>
                <a:latin typeface="Sitka Text" pitchFamily="2" charset="0"/>
              </a:rPr>
              <a:t>*</a:t>
            </a: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</a:t>
            </a:r>
          </a:p>
          <a:p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 </a:t>
            </a:r>
            <a:r>
              <a:rPr lang="en-US" altLang="zh-CN" sz="2000" dirty="0" err="1">
                <a:latin typeface="Sitka Text" pitchFamily="2" charset="0"/>
              </a:rPr>
              <a:t>DisjSets</a:t>
            </a:r>
            <a:r>
              <a:rPr lang="en-US" altLang="zh-CN" sz="2000" dirty="0">
                <a:latin typeface="Sitka Text" pitchFamily="2" charset="0"/>
              </a:rPr>
              <a:t>::find( </a:t>
            </a:r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 x ) </a:t>
            </a:r>
            <a:r>
              <a:rPr lang="en-US" altLang="zh-CN" sz="2000" dirty="0" err="1">
                <a:latin typeface="Sitka Text" pitchFamily="2" charset="0"/>
              </a:rPr>
              <a:t>const</a:t>
            </a:r>
            <a:endParaRPr lang="en-US" altLang="zh-CN" sz="2000" dirty="0">
              <a:latin typeface="Sitka Text" pitchFamily="2" charset="0"/>
            </a:endParaRPr>
          </a:p>
          <a:p>
            <a:r>
              <a:rPr lang="en-US" altLang="zh-CN" sz="2000" dirty="0">
                <a:latin typeface="Sitka Text" pitchFamily="2" charset="0"/>
              </a:rPr>
              <a:t>{</a:t>
            </a:r>
          </a:p>
          <a:p>
            <a:r>
              <a:rPr lang="en-US" altLang="zh-CN" sz="2000" dirty="0">
                <a:latin typeface="Sitka Text" pitchFamily="2" charset="0"/>
              </a:rPr>
              <a:t>    if( s[ x ] &lt; 0 )</a:t>
            </a:r>
          </a:p>
          <a:p>
            <a:r>
              <a:rPr lang="en-US" altLang="zh-CN" sz="2000" dirty="0">
                <a:latin typeface="Sitka Text" pitchFamily="2" charset="0"/>
              </a:rPr>
              <a:t>        return x;</a:t>
            </a:r>
          </a:p>
          <a:p>
            <a:r>
              <a:rPr lang="en-US" altLang="zh-CN" sz="2000" dirty="0">
                <a:latin typeface="Sitka Text" pitchFamily="2" charset="0"/>
              </a:rPr>
              <a:t>    else</a:t>
            </a:r>
          </a:p>
          <a:p>
            <a:r>
              <a:rPr lang="en-US" altLang="zh-CN" sz="2000" dirty="0">
                <a:latin typeface="Sitka Text" pitchFamily="2" charset="0"/>
              </a:rPr>
              <a:t>        return find( s[ x ] );</a:t>
            </a:r>
          </a:p>
          <a:p>
            <a:r>
              <a:rPr lang="en-US" altLang="zh-CN" sz="2000" dirty="0">
                <a:latin typeface="Sitka Text" pitchFamily="2" charset="0"/>
              </a:rPr>
              <a:t>}</a:t>
            </a:r>
          </a:p>
        </p:txBody>
      </p:sp>
      <p:grpSp>
        <p:nvGrpSpPr>
          <p:cNvPr id="4" name="组合 3"/>
          <p:cNvGrpSpPr/>
          <p:nvPr/>
        </p:nvGrpSpPr>
        <p:grpSpPr>
          <a:xfrm rot="16500000">
            <a:off x="8041640" y="5382895"/>
            <a:ext cx="769620" cy="811530"/>
            <a:chOff x="7852" y="8022"/>
            <a:chExt cx="520" cy="548"/>
          </a:xfrm>
          <a:solidFill>
            <a:schemeClr val="accent1">
              <a:lumMod val="50000"/>
              <a:alpha val="11000"/>
            </a:schemeClr>
          </a:solidFill>
        </p:grpSpPr>
        <p:sp>
          <p:nvSpPr>
            <p:cNvPr id="16" name="Freeform 309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852" y="8022"/>
              <a:ext cx="520" cy="549"/>
            </a:xfrm>
            <a:custGeom>
              <a:avLst/>
              <a:gdLst>
                <a:gd name="T0" fmla="*/ 186 w 545"/>
                <a:gd name="T1" fmla="*/ 136 h 574"/>
                <a:gd name="T2" fmla="*/ 145 w 545"/>
                <a:gd name="T3" fmla="*/ 398 h 574"/>
                <a:gd name="T4" fmla="*/ 3 w 545"/>
                <a:gd name="T5" fmla="*/ 512 h 574"/>
                <a:gd name="T6" fmla="*/ 55 w 545"/>
                <a:gd name="T7" fmla="*/ 574 h 574"/>
                <a:gd name="T8" fmla="*/ 83 w 545"/>
                <a:gd name="T9" fmla="*/ 553 h 574"/>
                <a:gd name="T10" fmla="*/ 171 w 545"/>
                <a:gd name="T11" fmla="*/ 455 h 574"/>
                <a:gd name="T12" fmla="*/ 208 w 545"/>
                <a:gd name="T13" fmla="*/ 405 h 574"/>
                <a:gd name="T14" fmla="*/ 227 w 545"/>
                <a:gd name="T15" fmla="*/ 388 h 574"/>
                <a:gd name="T16" fmla="*/ 271 w 545"/>
                <a:gd name="T17" fmla="*/ 340 h 574"/>
                <a:gd name="T18" fmla="*/ 138 w 545"/>
                <a:gd name="T19" fmla="*/ 487 h 574"/>
                <a:gd name="T20" fmla="*/ 136 w 545"/>
                <a:gd name="T21" fmla="*/ 486 h 574"/>
                <a:gd name="T22" fmla="*/ 148 w 545"/>
                <a:gd name="T23" fmla="*/ 475 h 574"/>
                <a:gd name="T24" fmla="*/ 117 w 545"/>
                <a:gd name="T25" fmla="*/ 504 h 574"/>
                <a:gd name="T26" fmla="*/ 122 w 545"/>
                <a:gd name="T27" fmla="*/ 506 h 574"/>
                <a:gd name="T28" fmla="*/ 173 w 545"/>
                <a:gd name="T29" fmla="*/ 431 h 574"/>
                <a:gd name="T30" fmla="*/ 155 w 545"/>
                <a:gd name="T31" fmla="*/ 428 h 574"/>
                <a:gd name="T32" fmla="*/ 165 w 545"/>
                <a:gd name="T33" fmla="*/ 451 h 574"/>
                <a:gd name="T34" fmla="*/ 154 w 545"/>
                <a:gd name="T35" fmla="*/ 462 h 574"/>
                <a:gd name="T36" fmla="*/ 150 w 545"/>
                <a:gd name="T37" fmla="*/ 465 h 574"/>
                <a:gd name="T38" fmla="*/ 127 w 545"/>
                <a:gd name="T39" fmla="*/ 446 h 574"/>
                <a:gd name="T40" fmla="*/ 109 w 545"/>
                <a:gd name="T41" fmla="*/ 455 h 574"/>
                <a:gd name="T42" fmla="*/ 116 w 545"/>
                <a:gd name="T43" fmla="*/ 493 h 574"/>
                <a:gd name="T44" fmla="*/ 101 w 545"/>
                <a:gd name="T45" fmla="*/ 510 h 574"/>
                <a:gd name="T46" fmla="*/ 75 w 545"/>
                <a:gd name="T47" fmla="*/ 485 h 574"/>
                <a:gd name="T48" fmla="*/ 56 w 545"/>
                <a:gd name="T49" fmla="*/ 499 h 574"/>
                <a:gd name="T50" fmla="*/ 42 w 545"/>
                <a:gd name="T51" fmla="*/ 513 h 574"/>
                <a:gd name="T52" fmla="*/ 48 w 545"/>
                <a:gd name="T53" fmla="*/ 545 h 574"/>
                <a:gd name="T54" fmla="*/ 62 w 545"/>
                <a:gd name="T55" fmla="*/ 560 h 574"/>
                <a:gd name="T56" fmla="*/ 55 w 545"/>
                <a:gd name="T57" fmla="*/ 559 h 574"/>
                <a:gd name="T58" fmla="*/ 11 w 545"/>
                <a:gd name="T59" fmla="*/ 515 h 574"/>
                <a:gd name="T60" fmla="*/ 91 w 545"/>
                <a:gd name="T61" fmla="*/ 538 h 574"/>
                <a:gd name="T62" fmla="*/ 92 w 545"/>
                <a:gd name="T63" fmla="*/ 536 h 574"/>
                <a:gd name="T64" fmla="*/ 107 w 545"/>
                <a:gd name="T65" fmla="*/ 517 h 574"/>
                <a:gd name="T66" fmla="*/ 116 w 545"/>
                <a:gd name="T67" fmla="*/ 505 h 574"/>
                <a:gd name="T68" fmla="*/ 124 w 545"/>
                <a:gd name="T69" fmla="*/ 500 h 574"/>
                <a:gd name="T70" fmla="*/ 133 w 545"/>
                <a:gd name="T71" fmla="*/ 490 h 574"/>
                <a:gd name="T72" fmla="*/ 124 w 545"/>
                <a:gd name="T73" fmla="*/ 503 h 574"/>
                <a:gd name="T74" fmla="*/ 229 w 545"/>
                <a:gd name="T75" fmla="*/ 372 h 574"/>
                <a:gd name="T76" fmla="*/ 202 w 545"/>
                <a:gd name="T77" fmla="*/ 375 h 574"/>
                <a:gd name="T78" fmla="*/ 190 w 545"/>
                <a:gd name="T79" fmla="*/ 389 h 574"/>
                <a:gd name="T80" fmla="*/ 189 w 545"/>
                <a:gd name="T81" fmla="*/ 410 h 574"/>
                <a:gd name="T82" fmla="*/ 181 w 545"/>
                <a:gd name="T83" fmla="*/ 408 h 574"/>
                <a:gd name="T84" fmla="*/ 175 w 545"/>
                <a:gd name="T85" fmla="*/ 415 h 574"/>
                <a:gd name="T86" fmla="*/ 263 w 545"/>
                <a:gd name="T87" fmla="*/ 337 h 574"/>
                <a:gd name="T88" fmla="*/ 240 w 545"/>
                <a:gd name="T89" fmla="*/ 328 h 574"/>
                <a:gd name="T90" fmla="*/ 232 w 545"/>
                <a:gd name="T91" fmla="*/ 341 h 574"/>
                <a:gd name="T92" fmla="*/ 231 w 545"/>
                <a:gd name="T93" fmla="*/ 370 h 574"/>
                <a:gd name="T94" fmla="*/ 223 w 545"/>
                <a:gd name="T95" fmla="*/ 278 h 574"/>
                <a:gd name="T96" fmla="*/ 476 w 545"/>
                <a:gd name="T97" fmla="*/ 308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45" h="574">
                  <a:moveTo>
                    <a:pt x="525" y="138"/>
                  </a:moveTo>
                  <a:cubicBezTo>
                    <a:pt x="505" y="58"/>
                    <a:pt x="435" y="11"/>
                    <a:pt x="355" y="8"/>
                  </a:cubicBezTo>
                  <a:cubicBezTo>
                    <a:pt x="317" y="6"/>
                    <a:pt x="278" y="15"/>
                    <a:pt x="246" y="36"/>
                  </a:cubicBezTo>
                  <a:cubicBezTo>
                    <a:pt x="212" y="59"/>
                    <a:pt x="194" y="97"/>
                    <a:pt x="186" y="136"/>
                  </a:cubicBezTo>
                  <a:cubicBezTo>
                    <a:pt x="178" y="174"/>
                    <a:pt x="184" y="214"/>
                    <a:pt x="198" y="251"/>
                  </a:cubicBezTo>
                  <a:cubicBezTo>
                    <a:pt x="205" y="268"/>
                    <a:pt x="215" y="287"/>
                    <a:pt x="228" y="304"/>
                  </a:cubicBezTo>
                  <a:cubicBezTo>
                    <a:pt x="197" y="331"/>
                    <a:pt x="168" y="361"/>
                    <a:pt x="146" y="396"/>
                  </a:cubicBezTo>
                  <a:cubicBezTo>
                    <a:pt x="146" y="397"/>
                    <a:pt x="145" y="397"/>
                    <a:pt x="145" y="398"/>
                  </a:cubicBezTo>
                  <a:cubicBezTo>
                    <a:pt x="126" y="397"/>
                    <a:pt x="103" y="410"/>
                    <a:pt x="85" y="423"/>
                  </a:cubicBezTo>
                  <a:cubicBezTo>
                    <a:pt x="65" y="438"/>
                    <a:pt x="47" y="457"/>
                    <a:pt x="30" y="476"/>
                  </a:cubicBezTo>
                  <a:cubicBezTo>
                    <a:pt x="24" y="482"/>
                    <a:pt x="11" y="495"/>
                    <a:pt x="8" y="506"/>
                  </a:cubicBezTo>
                  <a:cubicBezTo>
                    <a:pt x="6" y="508"/>
                    <a:pt x="5" y="510"/>
                    <a:pt x="3" y="512"/>
                  </a:cubicBezTo>
                  <a:cubicBezTo>
                    <a:pt x="1" y="513"/>
                    <a:pt x="0" y="515"/>
                    <a:pt x="1" y="516"/>
                  </a:cubicBezTo>
                  <a:cubicBezTo>
                    <a:pt x="5" y="530"/>
                    <a:pt x="11" y="542"/>
                    <a:pt x="21" y="552"/>
                  </a:cubicBezTo>
                  <a:cubicBezTo>
                    <a:pt x="26" y="556"/>
                    <a:pt x="32" y="560"/>
                    <a:pt x="38" y="563"/>
                  </a:cubicBezTo>
                  <a:cubicBezTo>
                    <a:pt x="43" y="567"/>
                    <a:pt x="49" y="571"/>
                    <a:pt x="55" y="574"/>
                  </a:cubicBezTo>
                  <a:cubicBezTo>
                    <a:pt x="55" y="574"/>
                    <a:pt x="56" y="574"/>
                    <a:pt x="57" y="574"/>
                  </a:cubicBezTo>
                  <a:cubicBezTo>
                    <a:pt x="58" y="574"/>
                    <a:pt x="59" y="574"/>
                    <a:pt x="60" y="573"/>
                  </a:cubicBezTo>
                  <a:cubicBezTo>
                    <a:pt x="62" y="570"/>
                    <a:pt x="65" y="568"/>
                    <a:pt x="68" y="565"/>
                  </a:cubicBezTo>
                  <a:cubicBezTo>
                    <a:pt x="74" y="562"/>
                    <a:pt x="80" y="555"/>
                    <a:pt x="83" y="553"/>
                  </a:cubicBezTo>
                  <a:cubicBezTo>
                    <a:pt x="103" y="537"/>
                    <a:pt x="121" y="518"/>
                    <a:pt x="138" y="498"/>
                  </a:cubicBezTo>
                  <a:cubicBezTo>
                    <a:pt x="141" y="494"/>
                    <a:pt x="158" y="476"/>
                    <a:pt x="170" y="457"/>
                  </a:cubicBezTo>
                  <a:cubicBezTo>
                    <a:pt x="170" y="457"/>
                    <a:pt x="170" y="458"/>
                    <a:pt x="170" y="458"/>
                  </a:cubicBezTo>
                  <a:cubicBezTo>
                    <a:pt x="172" y="458"/>
                    <a:pt x="172" y="456"/>
                    <a:pt x="171" y="455"/>
                  </a:cubicBezTo>
                  <a:cubicBezTo>
                    <a:pt x="177" y="446"/>
                    <a:pt x="181" y="438"/>
                    <a:pt x="182" y="432"/>
                  </a:cubicBezTo>
                  <a:cubicBezTo>
                    <a:pt x="184" y="431"/>
                    <a:pt x="185" y="431"/>
                    <a:pt x="186" y="429"/>
                  </a:cubicBezTo>
                  <a:cubicBezTo>
                    <a:pt x="192" y="420"/>
                    <a:pt x="199" y="412"/>
                    <a:pt x="207" y="405"/>
                  </a:cubicBezTo>
                  <a:cubicBezTo>
                    <a:pt x="208" y="405"/>
                    <a:pt x="208" y="405"/>
                    <a:pt x="208" y="405"/>
                  </a:cubicBezTo>
                  <a:cubicBezTo>
                    <a:pt x="209" y="404"/>
                    <a:pt x="209" y="404"/>
                    <a:pt x="209" y="403"/>
                  </a:cubicBezTo>
                  <a:cubicBezTo>
                    <a:pt x="214" y="399"/>
                    <a:pt x="218" y="395"/>
                    <a:pt x="223" y="391"/>
                  </a:cubicBezTo>
                  <a:cubicBezTo>
                    <a:pt x="224" y="391"/>
                    <a:pt x="226" y="391"/>
                    <a:pt x="227" y="391"/>
                  </a:cubicBezTo>
                  <a:cubicBezTo>
                    <a:pt x="228" y="390"/>
                    <a:pt x="229" y="388"/>
                    <a:pt x="227" y="388"/>
                  </a:cubicBezTo>
                  <a:cubicBezTo>
                    <a:pt x="227" y="388"/>
                    <a:pt x="227" y="388"/>
                    <a:pt x="226" y="388"/>
                  </a:cubicBezTo>
                  <a:cubicBezTo>
                    <a:pt x="242" y="374"/>
                    <a:pt x="258" y="361"/>
                    <a:pt x="269" y="344"/>
                  </a:cubicBezTo>
                  <a:cubicBezTo>
                    <a:pt x="270" y="343"/>
                    <a:pt x="270" y="341"/>
                    <a:pt x="270" y="340"/>
                  </a:cubicBezTo>
                  <a:cubicBezTo>
                    <a:pt x="270" y="340"/>
                    <a:pt x="270" y="340"/>
                    <a:pt x="271" y="340"/>
                  </a:cubicBezTo>
                  <a:cubicBezTo>
                    <a:pt x="280" y="347"/>
                    <a:pt x="291" y="353"/>
                    <a:pt x="302" y="358"/>
                  </a:cubicBezTo>
                  <a:cubicBezTo>
                    <a:pt x="345" y="373"/>
                    <a:pt x="395" y="368"/>
                    <a:pt x="436" y="349"/>
                  </a:cubicBezTo>
                  <a:cubicBezTo>
                    <a:pt x="514" y="313"/>
                    <a:pt x="545" y="217"/>
                    <a:pt x="525" y="138"/>
                  </a:cubicBezTo>
                  <a:close/>
                  <a:moveTo>
                    <a:pt x="138" y="487"/>
                  </a:moveTo>
                  <a:cubicBezTo>
                    <a:pt x="138" y="487"/>
                    <a:pt x="138" y="487"/>
                    <a:pt x="138" y="487"/>
                  </a:cubicBezTo>
                  <a:cubicBezTo>
                    <a:pt x="138" y="487"/>
                    <a:pt x="138" y="487"/>
                    <a:pt x="138" y="487"/>
                  </a:cubicBezTo>
                  <a:cubicBezTo>
                    <a:pt x="139" y="486"/>
                    <a:pt x="137" y="485"/>
                    <a:pt x="137" y="486"/>
                  </a:cubicBezTo>
                  <a:cubicBezTo>
                    <a:pt x="136" y="486"/>
                    <a:pt x="136" y="486"/>
                    <a:pt x="136" y="486"/>
                  </a:cubicBezTo>
                  <a:cubicBezTo>
                    <a:pt x="136" y="486"/>
                    <a:pt x="136" y="486"/>
                    <a:pt x="136" y="485"/>
                  </a:cubicBezTo>
                  <a:cubicBezTo>
                    <a:pt x="139" y="482"/>
                    <a:pt x="143" y="479"/>
                    <a:pt x="147" y="476"/>
                  </a:cubicBezTo>
                  <a:cubicBezTo>
                    <a:pt x="147" y="476"/>
                    <a:pt x="147" y="476"/>
                    <a:pt x="148" y="475"/>
                  </a:cubicBezTo>
                  <a:cubicBezTo>
                    <a:pt x="148" y="475"/>
                    <a:pt x="148" y="475"/>
                    <a:pt x="148" y="475"/>
                  </a:cubicBezTo>
                  <a:cubicBezTo>
                    <a:pt x="148" y="475"/>
                    <a:pt x="149" y="474"/>
                    <a:pt x="149" y="474"/>
                  </a:cubicBezTo>
                  <a:cubicBezTo>
                    <a:pt x="145" y="479"/>
                    <a:pt x="142" y="483"/>
                    <a:pt x="138" y="487"/>
                  </a:cubicBezTo>
                  <a:close/>
                  <a:moveTo>
                    <a:pt x="122" y="506"/>
                  </a:moveTo>
                  <a:cubicBezTo>
                    <a:pt x="120" y="505"/>
                    <a:pt x="119" y="505"/>
                    <a:pt x="117" y="504"/>
                  </a:cubicBezTo>
                  <a:cubicBezTo>
                    <a:pt x="118" y="503"/>
                    <a:pt x="119" y="501"/>
                    <a:pt x="120" y="500"/>
                  </a:cubicBezTo>
                  <a:cubicBezTo>
                    <a:pt x="121" y="500"/>
                    <a:pt x="121" y="500"/>
                    <a:pt x="122" y="500"/>
                  </a:cubicBezTo>
                  <a:cubicBezTo>
                    <a:pt x="122" y="502"/>
                    <a:pt x="122" y="504"/>
                    <a:pt x="122" y="506"/>
                  </a:cubicBezTo>
                  <a:cubicBezTo>
                    <a:pt x="122" y="506"/>
                    <a:pt x="122" y="506"/>
                    <a:pt x="122" y="506"/>
                  </a:cubicBezTo>
                  <a:close/>
                  <a:moveTo>
                    <a:pt x="31" y="492"/>
                  </a:moveTo>
                  <a:cubicBezTo>
                    <a:pt x="44" y="476"/>
                    <a:pt x="58" y="461"/>
                    <a:pt x="73" y="447"/>
                  </a:cubicBezTo>
                  <a:cubicBezTo>
                    <a:pt x="97" y="425"/>
                    <a:pt x="150" y="383"/>
                    <a:pt x="171" y="429"/>
                  </a:cubicBezTo>
                  <a:cubicBezTo>
                    <a:pt x="172" y="430"/>
                    <a:pt x="172" y="431"/>
                    <a:pt x="173" y="431"/>
                  </a:cubicBezTo>
                  <a:cubicBezTo>
                    <a:pt x="173" y="433"/>
                    <a:pt x="173" y="436"/>
                    <a:pt x="172" y="438"/>
                  </a:cubicBezTo>
                  <a:cubicBezTo>
                    <a:pt x="172" y="439"/>
                    <a:pt x="172" y="439"/>
                    <a:pt x="171" y="440"/>
                  </a:cubicBezTo>
                  <a:cubicBezTo>
                    <a:pt x="168" y="434"/>
                    <a:pt x="162" y="429"/>
                    <a:pt x="157" y="426"/>
                  </a:cubicBezTo>
                  <a:cubicBezTo>
                    <a:pt x="155" y="425"/>
                    <a:pt x="154" y="428"/>
                    <a:pt x="155" y="428"/>
                  </a:cubicBezTo>
                  <a:cubicBezTo>
                    <a:pt x="161" y="431"/>
                    <a:pt x="166" y="437"/>
                    <a:pt x="168" y="442"/>
                  </a:cubicBezTo>
                  <a:cubicBezTo>
                    <a:pt x="169" y="442"/>
                    <a:pt x="169" y="443"/>
                    <a:pt x="170" y="443"/>
                  </a:cubicBezTo>
                  <a:cubicBezTo>
                    <a:pt x="168" y="445"/>
                    <a:pt x="167" y="448"/>
                    <a:pt x="165" y="451"/>
                  </a:cubicBezTo>
                  <a:cubicBezTo>
                    <a:pt x="165" y="451"/>
                    <a:pt x="165" y="451"/>
                    <a:pt x="165" y="451"/>
                  </a:cubicBezTo>
                  <a:cubicBezTo>
                    <a:pt x="158" y="448"/>
                    <a:pt x="152" y="443"/>
                    <a:pt x="147" y="437"/>
                  </a:cubicBezTo>
                  <a:cubicBezTo>
                    <a:pt x="147" y="436"/>
                    <a:pt x="146" y="437"/>
                    <a:pt x="146" y="437"/>
                  </a:cubicBezTo>
                  <a:cubicBezTo>
                    <a:pt x="151" y="443"/>
                    <a:pt x="155" y="450"/>
                    <a:pt x="162" y="454"/>
                  </a:cubicBezTo>
                  <a:cubicBezTo>
                    <a:pt x="160" y="457"/>
                    <a:pt x="157" y="460"/>
                    <a:pt x="154" y="462"/>
                  </a:cubicBezTo>
                  <a:cubicBezTo>
                    <a:pt x="151" y="460"/>
                    <a:pt x="147" y="458"/>
                    <a:pt x="145" y="454"/>
                  </a:cubicBezTo>
                  <a:cubicBezTo>
                    <a:pt x="140" y="450"/>
                    <a:pt x="138" y="443"/>
                    <a:pt x="138" y="437"/>
                  </a:cubicBezTo>
                  <a:cubicBezTo>
                    <a:pt x="138" y="436"/>
                    <a:pt x="136" y="436"/>
                    <a:pt x="136" y="437"/>
                  </a:cubicBezTo>
                  <a:cubicBezTo>
                    <a:pt x="136" y="447"/>
                    <a:pt x="141" y="460"/>
                    <a:pt x="150" y="465"/>
                  </a:cubicBezTo>
                  <a:cubicBezTo>
                    <a:pt x="148" y="467"/>
                    <a:pt x="146" y="469"/>
                    <a:pt x="144" y="470"/>
                  </a:cubicBezTo>
                  <a:cubicBezTo>
                    <a:pt x="142" y="468"/>
                    <a:pt x="139" y="466"/>
                    <a:pt x="137" y="464"/>
                  </a:cubicBezTo>
                  <a:cubicBezTo>
                    <a:pt x="132" y="459"/>
                    <a:pt x="130" y="452"/>
                    <a:pt x="128" y="446"/>
                  </a:cubicBezTo>
                  <a:cubicBezTo>
                    <a:pt x="128" y="446"/>
                    <a:pt x="127" y="446"/>
                    <a:pt x="127" y="446"/>
                  </a:cubicBezTo>
                  <a:cubicBezTo>
                    <a:pt x="128" y="453"/>
                    <a:pt x="131" y="458"/>
                    <a:pt x="134" y="464"/>
                  </a:cubicBezTo>
                  <a:cubicBezTo>
                    <a:pt x="136" y="466"/>
                    <a:pt x="138" y="470"/>
                    <a:pt x="141" y="473"/>
                  </a:cubicBezTo>
                  <a:cubicBezTo>
                    <a:pt x="137" y="476"/>
                    <a:pt x="133" y="478"/>
                    <a:pt x="130" y="481"/>
                  </a:cubicBezTo>
                  <a:cubicBezTo>
                    <a:pt x="122" y="473"/>
                    <a:pt x="116" y="464"/>
                    <a:pt x="109" y="455"/>
                  </a:cubicBezTo>
                  <a:cubicBezTo>
                    <a:pt x="109" y="455"/>
                    <a:pt x="108" y="456"/>
                    <a:pt x="108" y="456"/>
                  </a:cubicBezTo>
                  <a:cubicBezTo>
                    <a:pt x="113" y="466"/>
                    <a:pt x="119" y="476"/>
                    <a:pt x="127" y="483"/>
                  </a:cubicBezTo>
                  <a:cubicBezTo>
                    <a:pt x="126" y="484"/>
                    <a:pt x="125" y="485"/>
                    <a:pt x="125" y="485"/>
                  </a:cubicBezTo>
                  <a:cubicBezTo>
                    <a:pt x="122" y="488"/>
                    <a:pt x="119" y="491"/>
                    <a:pt x="116" y="493"/>
                  </a:cubicBezTo>
                  <a:cubicBezTo>
                    <a:pt x="107" y="488"/>
                    <a:pt x="100" y="479"/>
                    <a:pt x="95" y="470"/>
                  </a:cubicBezTo>
                  <a:cubicBezTo>
                    <a:pt x="95" y="469"/>
                    <a:pt x="93" y="470"/>
                    <a:pt x="94" y="470"/>
                  </a:cubicBezTo>
                  <a:cubicBezTo>
                    <a:pt x="98" y="480"/>
                    <a:pt x="104" y="491"/>
                    <a:pt x="113" y="497"/>
                  </a:cubicBezTo>
                  <a:cubicBezTo>
                    <a:pt x="108" y="501"/>
                    <a:pt x="105" y="506"/>
                    <a:pt x="101" y="510"/>
                  </a:cubicBezTo>
                  <a:cubicBezTo>
                    <a:pt x="101" y="510"/>
                    <a:pt x="100" y="510"/>
                    <a:pt x="100" y="509"/>
                  </a:cubicBezTo>
                  <a:cubicBezTo>
                    <a:pt x="99" y="509"/>
                    <a:pt x="99" y="509"/>
                    <a:pt x="98" y="510"/>
                  </a:cubicBezTo>
                  <a:cubicBezTo>
                    <a:pt x="90" y="502"/>
                    <a:pt x="83" y="492"/>
                    <a:pt x="76" y="484"/>
                  </a:cubicBezTo>
                  <a:cubicBezTo>
                    <a:pt x="76" y="483"/>
                    <a:pt x="75" y="484"/>
                    <a:pt x="75" y="485"/>
                  </a:cubicBezTo>
                  <a:cubicBezTo>
                    <a:pt x="81" y="496"/>
                    <a:pt x="87" y="507"/>
                    <a:pt x="97" y="516"/>
                  </a:cubicBezTo>
                  <a:cubicBezTo>
                    <a:pt x="93" y="521"/>
                    <a:pt x="89" y="526"/>
                    <a:pt x="85" y="531"/>
                  </a:cubicBezTo>
                  <a:cubicBezTo>
                    <a:pt x="73" y="523"/>
                    <a:pt x="62" y="513"/>
                    <a:pt x="57" y="499"/>
                  </a:cubicBezTo>
                  <a:cubicBezTo>
                    <a:pt x="57" y="498"/>
                    <a:pt x="56" y="498"/>
                    <a:pt x="56" y="499"/>
                  </a:cubicBezTo>
                  <a:cubicBezTo>
                    <a:pt x="60" y="513"/>
                    <a:pt x="70" y="527"/>
                    <a:pt x="83" y="535"/>
                  </a:cubicBezTo>
                  <a:cubicBezTo>
                    <a:pt x="79" y="539"/>
                    <a:pt x="76" y="543"/>
                    <a:pt x="73" y="547"/>
                  </a:cubicBezTo>
                  <a:cubicBezTo>
                    <a:pt x="58" y="541"/>
                    <a:pt x="48" y="528"/>
                    <a:pt x="43" y="513"/>
                  </a:cubicBezTo>
                  <a:cubicBezTo>
                    <a:pt x="43" y="512"/>
                    <a:pt x="42" y="512"/>
                    <a:pt x="42" y="513"/>
                  </a:cubicBezTo>
                  <a:cubicBezTo>
                    <a:pt x="46" y="529"/>
                    <a:pt x="55" y="544"/>
                    <a:pt x="69" y="551"/>
                  </a:cubicBezTo>
                  <a:cubicBezTo>
                    <a:pt x="68" y="553"/>
                    <a:pt x="67" y="554"/>
                    <a:pt x="66" y="556"/>
                  </a:cubicBezTo>
                  <a:cubicBezTo>
                    <a:pt x="65" y="555"/>
                    <a:pt x="64" y="555"/>
                    <a:pt x="63" y="554"/>
                  </a:cubicBezTo>
                  <a:cubicBezTo>
                    <a:pt x="57" y="552"/>
                    <a:pt x="53" y="548"/>
                    <a:pt x="48" y="545"/>
                  </a:cubicBezTo>
                  <a:cubicBezTo>
                    <a:pt x="41" y="538"/>
                    <a:pt x="34" y="530"/>
                    <a:pt x="29" y="522"/>
                  </a:cubicBezTo>
                  <a:cubicBezTo>
                    <a:pt x="28" y="521"/>
                    <a:pt x="27" y="522"/>
                    <a:pt x="28" y="523"/>
                  </a:cubicBezTo>
                  <a:cubicBezTo>
                    <a:pt x="33" y="532"/>
                    <a:pt x="39" y="540"/>
                    <a:pt x="46" y="547"/>
                  </a:cubicBezTo>
                  <a:cubicBezTo>
                    <a:pt x="50" y="551"/>
                    <a:pt x="56" y="557"/>
                    <a:pt x="62" y="560"/>
                  </a:cubicBezTo>
                  <a:cubicBezTo>
                    <a:pt x="60" y="562"/>
                    <a:pt x="58" y="563"/>
                    <a:pt x="56" y="565"/>
                  </a:cubicBezTo>
                  <a:cubicBezTo>
                    <a:pt x="55" y="565"/>
                    <a:pt x="54" y="564"/>
                    <a:pt x="53" y="563"/>
                  </a:cubicBezTo>
                  <a:cubicBezTo>
                    <a:pt x="54" y="563"/>
                    <a:pt x="55" y="563"/>
                    <a:pt x="55" y="562"/>
                  </a:cubicBezTo>
                  <a:cubicBezTo>
                    <a:pt x="57" y="561"/>
                    <a:pt x="57" y="560"/>
                    <a:pt x="55" y="559"/>
                  </a:cubicBezTo>
                  <a:cubicBezTo>
                    <a:pt x="50" y="555"/>
                    <a:pt x="43" y="555"/>
                    <a:pt x="38" y="552"/>
                  </a:cubicBezTo>
                  <a:cubicBezTo>
                    <a:pt x="37" y="552"/>
                    <a:pt x="36" y="551"/>
                    <a:pt x="36" y="551"/>
                  </a:cubicBezTo>
                  <a:cubicBezTo>
                    <a:pt x="29" y="545"/>
                    <a:pt x="22" y="538"/>
                    <a:pt x="16" y="531"/>
                  </a:cubicBezTo>
                  <a:cubicBezTo>
                    <a:pt x="13" y="526"/>
                    <a:pt x="9" y="518"/>
                    <a:pt x="11" y="515"/>
                  </a:cubicBezTo>
                  <a:cubicBezTo>
                    <a:pt x="11" y="515"/>
                    <a:pt x="11" y="515"/>
                    <a:pt x="11" y="514"/>
                  </a:cubicBezTo>
                  <a:cubicBezTo>
                    <a:pt x="20" y="512"/>
                    <a:pt x="25" y="498"/>
                    <a:pt x="31" y="492"/>
                  </a:cubicBezTo>
                  <a:close/>
                  <a:moveTo>
                    <a:pt x="90" y="539"/>
                  </a:moveTo>
                  <a:cubicBezTo>
                    <a:pt x="90" y="539"/>
                    <a:pt x="91" y="539"/>
                    <a:pt x="91" y="538"/>
                  </a:cubicBezTo>
                  <a:cubicBezTo>
                    <a:pt x="90" y="539"/>
                    <a:pt x="89" y="540"/>
                    <a:pt x="88" y="541"/>
                  </a:cubicBezTo>
                  <a:cubicBezTo>
                    <a:pt x="89" y="540"/>
                    <a:pt x="90" y="539"/>
                    <a:pt x="90" y="539"/>
                  </a:cubicBezTo>
                  <a:close/>
                  <a:moveTo>
                    <a:pt x="92" y="538"/>
                  </a:moveTo>
                  <a:cubicBezTo>
                    <a:pt x="92" y="537"/>
                    <a:pt x="92" y="537"/>
                    <a:pt x="92" y="536"/>
                  </a:cubicBezTo>
                  <a:cubicBezTo>
                    <a:pt x="96" y="531"/>
                    <a:pt x="100" y="526"/>
                    <a:pt x="104" y="520"/>
                  </a:cubicBezTo>
                  <a:cubicBezTo>
                    <a:pt x="105" y="521"/>
                    <a:pt x="105" y="520"/>
                    <a:pt x="106" y="519"/>
                  </a:cubicBezTo>
                  <a:cubicBezTo>
                    <a:pt x="106" y="520"/>
                    <a:pt x="107" y="519"/>
                    <a:pt x="107" y="518"/>
                  </a:cubicBezTo>
                  <a:cubicBezTo>
                    <a:pt x="107" y="518"/>
                    <a:pt x="107" y="518"/>
                    <a:pt x="107" y="517"/>
                  </a:cubicBezTo>
                  <a:cubicBezTo>
                    <a:pt x="110" y="517"/>
                    <a:pt x="111" y="515"/>
                    <a:pt x="114" y="514"/>
                  </a:cubicBezTo>
                  <a:cubicBezTo>
                    <a:pt x="115" y="514"/>
                    <a:pt x="114" y="512"/>
                    <a:pt x="113" y="512"/>
                  </a:cubicBezTo>
                  <a:cubicBezTo>
                    <a:pt x="112" y="512"/>
                    <a:pt x="111" y="512"/>
                    <a:pt x="110" y="512"/>
                  </a:cubicBezTo>
                  <a:cubicBezTo>
                    <a:pt x="112" y="510"/>
                    <a:pt x="114" y="507"/>
                    <a:pt x="116" y="505"/>
                  </a:cubicBezTo>
                  <a:cubicBezTo>
                    <a:pt x="117" y="506"/>
                    <a:pt x="119" y="507"/>
                    <a:pt x="120" y="508"/>
                  </a:cubicBezTo>
                  <a:cubicBezTo>
                    <a:pt x="111" y="518"/>
                    <a:pt x="101" y="528"/>
                    <a:pt x="92" y="538"/>
                  </a:cubicBezTo>
                  <a:close/>
                  <a:moveTo>
                    <a:pt x="124" y="503"/>
                  </a:moveTo>
                  <a:cubicBezTo>
                    <a:pt x="124" y="502"/>
                    <a:pt x="124" y="501"/>
                    <a:pt x="124" y="500"/>
                  </a:cubicBezTo>
                  <a:cubicBezTo>
                    <a:pt x="124" y="500"/>
                    <a:pt x="124" y="500"/>
                    <a:pt x="124" y="500"/>
                  </a:cubicBezTo>
                  <a:cubicBezTo>
                    <a:pt x="125" y="499"/>
                    <a:pt x="125" y="499"/>
                    <a:pt x="125" y="498"/>
                  </a:cubicBezTo>
                  <a:cubicBezTo>
                    <a:pt x="125" y="497"/>
                    <a:pt x="126" y="497"/>
                    <a:pt x="128" y="496"/>
                  </a:cubicBezTo>
                  <a:cubicBezTo>
                    <a:pt x="131" y="495"/>
                    <a:pt x="132" y="492"/>
                    <a:pt x="133" y="490"/>
                  </a:cubicBezTo>
                  <a:cubicBezTo>
                    <a:pt x="134" y="490"/>
                    <a:pt x="134" y="490"/>
                    <a:pt x="135" y="490"/>
                  </a:cubicBezTo>
                  <a:cubicBezTo>
                    <a:pt x="135" y="490"/>
                    <a:pt x="135" y="490"/>
                    <a:pt x="135" y="491"/>
                  </a:cubicBezTo>
                  <a:cubicBezTo>
                    <a:pt x="133" y="494"/>
                    <a:pt x="130" y="497"/>
                    <a:pt x="128" y="500"/>
                  </a:cubicBezTo>
                  <a:cubicBezTo>
                    <a:pt x="127" y="501"/>
                    <a:pt x="125" y="502"/>
                    <a:pt x="124" y="503"/>
                  </a:cubicBezTo>
                  <a:close/>
                  <a:moveTo>
                    <a:pt x="231" y="370"/>
                  </a:moveTo>
                  <a:cubicBezTo>
                    <a:pt x="226" y="366"/>
                    <a:pt x="220" y="362"/>
                    <a:pt x="218" y="356"/>
                  </a:cubicBezTo>
                  <a:cubicBezTo>
                    <a:pt x="218" y="356"/>
                    <a:pt x="217" y="356"/>
                    <a:pt x="217" y="356"/>
                  </a:cubicBezTo>
                  <a:cubicBezTo>
                    <a:pt x="219" y="362"/>
                    <a:pt x="224" y="368"/>
                    <a:pt x="229" y="372"/>
                  </a:cubicBezTo>
                  <a:cubicBezTo>
                    <a:pt x="224" y="377"/>
                    <a:pt x="219" y="381"/>
                    <a:pt x="214" y="385"/>
                  </a:cubicBezTo>
                  <a:cubicBezTo>
                    <a:pt x="214" y="385"/>
                    <a:pt x="214" y="385"/>
                    <a:pt x="214" y="385"/>
                  </a:cubicBezTo>
                  <a:cubicBezTo>
                    <a:pt x="209" y="383"/>
                    <a:pt x="206" y="379"/>
                    <a:pt x="204" y="374"/>
                  </a:cubicBezTo>
                  <a:cubicBezTo>
                    <a:pt x="204" y="373"/>
                    <a:pt x="202" y="374"/>
                    <a:pt x="202" y="375"/>
                  </a:cubicBezTo>
                  <a:cubicBezTo>
                    <a:pt x="205" y="380"/>
                    <a:pt x="208" y="384"/>
                    <a:pt x="212" y="387"/>
                  </a:cubicBezTo>
                  <a:cubicBezTo>
                    <a:pt x="208" y="391"/>
                    <a:pt x="203" y="395"/>
                    <a:pt x="198" y="400"/>
                  </a:cubicBezTo>
                  <a:cubicBezTo>
                    <a:pt x="198" y="400"/>
                    <a:pt x="198" y="400"/>
                    <a:pt x="198" y="399"/>
                  </a:cubicBezTo>
                  <a:cubicBezTo>
                    <a:pt x="194" y="397"/>
                    <a:pt x="191" y="393"/>
                    <a:pt x="190" y="389"/>
                  </a:cubicBezTo>
                  <a:cubicBezTo>
                    <a:pt x="190" y="388"/>
                    <a:pt x="188" y="388"/>
                    <a:pt x="188" y="389"/>
                  </a:cubicBezTo>
                  <a:cubicBezTo>
                    <a:pt x="189" y="394"/>
                    <a:pt x="191" y="398"/>
                    <a:pt x="195" y="401"/>
                  </a:cubicBezTo>
                  <a:cubicBezTo>
                    <a:pt x="195" y="401"/>
                    <a:pt x="196" y="401"/>
                    <a:pt x="197" y="402"/>
                  </a:cubicBezTo>
                  <a:cubicBezTo>
                    <a:pt x="194" y="404"/>
                    <a:pt x="192" y="407"/>
                    <a:pt x="189" y="410"/>
                  </a:cubicBezTo>
                  <a:cubicBezTo>
                    <a:pt x="187" y="409"/>
                    <a:pt x="184" y="408"/>
                    <a:pt x="182" y="406"/>
                  </a:cubicBezTo>
                  <a:cubicBezTo>
                    <a:pt x="177" y="403"/>
                    <a:pt x="173" y="399"/>
                    <a:pt x="171" y="394"/>
                  </a:cubicBezTo>
                  <a:cubicBezTo>
                    <a:pt x="170" y="393"/>
                    <a:pt x="170" y="394"/>
                    <a:pt x="170" y="394"/>
                  </a:cubicBezTo>
                  <a:cubicBezTo>
                    <a:pt x="172" y="400"/>
                    <a:pt x="176" y="404"/>
                    <a:pt x="181" y="408"/>
                  </a:cubicBezTo>
                  <a:cubicBezTo>
                    <a:pt x="183" y="409"/>
                    <a:pt x="185" y="411"/>
                    <a:pt x="187" y="412"/>
                  </a:cubicBezTo>
                  <a:cubicBezTo>
                    <a:pt x="185" y="415"/>
                    <a:pt x="183" y="417"/>
                    <a:pt x="182" y="420"/>
                  </a:cubicBezTo>
                  <a:cubicBezTo>
                    <a:pt x="180" y="418"/>
                    <a:pt x="179" y="416"/>
                    <a:pt x="176" y="415"/>
                  </a:cubicBezTo>
                  <a:cubicBezTo>
                    <a:pt x="175" y="415"/>
                    <a:pt x="175" y="415"/>
                    <a:pt x="175" y="415"/>
                  </a:cubicBezTo>
                  <a:cubicBezTo>
                    <a:pt x="174" y="415"/>
                    <a:pt x="173" y="414"/>
                    <a:pt x="172" y="413"/>
                  </a:cubicBezTo>
                  <a:cubicBezTo>
                    <a:pt x="168" y="407"/>
                    <a:pt x="163" y="403"/>
                    <a:pt x="157" y="401"/>
                  </a:cubicBezTo>
                  <a:cubicBezTo>
                    <a:pt x="179" y="368"/>
                    <a:pt x="205" y="338"/>
                    <a:pt x="231" y="308"/>
                  </a:cubicBezTo>
                  <a:cubicBezTo>
                    <a:pt x="240" y="320"/>
                    <a:pt x="251" y="330"/>
                    <a:pt x="263" y="337"/>
                  </a:cubicBezTo>
                  <a:cubicBezTo>
                    <a:pt x="262" y="337"/>
                    <a:pt x="261" y="338"/>
                    <a:pt x="260" y="339"/>
                  </a:cubicBezTo>
                  <a:cubicBezTo>
                    <a:pt x="260" y="339"/>
                    <a:pt x="260" y="339"/>
                    <a:pt x="260" y="339"/>
                  </a:cubicBezTo>
                  <a:cubicBezTo>
                    <a:pt x="253" y="337"/>
                    <a:pt x="246" y="333"/>
                    <a:pt x="242" y="327"/>
                  </a:cubicBezTo>
                  <a:cubicBezTo>
                    <a:pt x="241" y="326"/>
                    <a:pt x="240" y="327"/>
                    <a:pt x="240" y="328"/>
                  </a:cubicBezTo>
                  <a:cubicBezTo>
                    <a:pt x="245" y="334"/>
                    <a:pt x="251" y="338"/>
                    <a:pt x="259" y="341"/>
                  </a:cubicBezTo>
                  <a:cubicBezTo>
                    <a:pt x="255" y="346"/>
                    <a:pt x="251" y="350"/>
                    <a:pt x="248" y="355"/>
                  </a:cubicBezTo>
                  <a:cubicBezTo>
                    <a:pt x="245" y="355"/>
                    <a:pt x="243" y="354"/>
                    <a:pt x="241" y="353"/>
                  </a:cubicBezTo>
                  <a:cubicBezTo>
                    <a:pt x="236" y="351"/>
                    <a:pt x="233" y="346"/>
                    <a:pt x="232" y="341"/>
                  </a:cubicBezTo>
                  <a:cubicBezTo>
                    <a:pt x="232" y="341"/>
                    <a:pt x="231" y="341"/>
                    <a:pt x="231" y="342"/>
                  </a:cubicBezTo>
                  <a:cubicBezTo>
                    <a:pt x="232" y="347"/>
                    <a:pt x="235" y="352"/>
                    <a:pt x="240" y="355"/>
                  </a:cubicBezTo>
                  <a:cubicBezTo>
                    <a:pt x="241" y="356"/>
                    <a:pt x="243" y="357"/>
                    <a:pt x="245" y="357"/>
                  </a:cubicBezTo>
                  <a:cubicBezTo>
                    <a:pt x="241" y="362"/>
                    <a:pt x="236" y="366"/>
                    <a:pt x="231" y="370"/>
                  </a:cubicBezTo>
                  <a:close/>
                  <a:moveTo>
                    <a:pt x="476" y="308"/>
                  </a:moveTo>
                  <a:cubicBezTo>
                    <a:pt x="439" y="349"/>
                    <a:pt x="382" y="364"/>
                    <a:pt x="328" y="356"/>
                  </a:cubicBezTo>
                  <a:cubicBezTo>
                    <a:pt x="287" y="349"/>
                    <a:pt x="260" y="321"/>
                    <a:pt x="233" y="292"/>
                  </a:cubicBezTo>
                  <a:cubicBezTo>
                    <a:pt x="230" y="288"/>
                    <a:pt x="226" y="283"/>
                    <a:pt x="223" y="278"/>
                  </a:cubicBezTo>
                  <a:cubicBezTo>
                    <a:pt x="210" y="257"/>
                    <a:pt x="201" y="233"/>
                    <a:pt x="196" y="209"/>
                  </a:cubicBezTo>
                  <a:cubicBezTo>
                    <a:pt x="186" y="161"/>
                    <a:pt x="196" y="104"/>
                    <a:pt x="228" y="66"/>
                  </a:cubicBezTo>
                  <a:cubicBezTo>
                    <a:pt x="282" y="0"/>
                    <a:pt x="400" y="4"/>
                    <a:pt x="462" y="54"/>
                  </a:cubicBezTo>
                  <a:cubicBezTo>
                    <a:pt x="539" y="116"/>
                    <a:pt x="540" y="238"/>
                    <a:pt x="476" y="308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5" name="Freeform 31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058" y="8067"/>
              <a:ext cx="274" cy="268"/>
            </a:xfrm>
            <a:custGeom>
              <a:avLst/>
              <a:gdLst>
                <a:gd name="T0" fmla="*/ 62 w 287"/>
                <a:gd name="T1" fmla="*/ 35 h 282"/>
                <a:gd name="T2" fmla="*/ 24 w 287"/>
                <a:gd name="T3" fmla="*/ 88 h 282"/>
                <a:gd name="T4" fmla="*/ 21 w 287"/>
                <a:gd name="T5" fmla="*/ 111 h 282"/>
                <a:gd name="T6" fmla="*/ 103 w 287"/>
                <a:gd name="T7" fmla="*/ 267 h 282"/>
                <a:gd name="T8" fmla="*/ 266 w 287"/>
                <a:gd name="T9" fmla="*/ 174 h 282"/>
                <a:gd name="T10" fmla="*/ 183 w 287"/>
                <a:gd name="T11" fmla="*/ 12 h 282"/>
                <a:gd name="T12" fmla="*/ 62 w 287"/>
                <a:gd name="T13" fmla="*/ 35 h 282"/>
                <a:gd name="T14" fmla="*/ 169 w 287"/>
                <a:gd name="T15" fmla="*/ 19 h 282"/>
                <a:gd name="T16" fmla="*/ 258 w 287"/>
                <a:gd name="T17" fmla="*/ 163 h 282"/>
                <a:gd name="T18" fmla="*/ 125 w 287"/>
                <a:gd name="T19" fmla="*/ 258 h 282"/>
                <a:gd name="T20" fmla="*/ 41 w 287"/>
                <a:gd name="T21" fmla="*/ 80 h 282"/>
                <a:gd name="T22" fmla="*/ 38 w 287"/>
                <a:gd name="T23" fmla="*/ 79 h 282"/>
                <a:gd name="T24" fmla="*/ 37 w 287"/>
                <a:gd name="T25" fmla="*/ 80 h 282"/>
                <a:gd name="T26" fmla="*/ 50 w 287"/>
                <a:gd name="T27" fmla="*/ 59 h 282"/>
                <a:gd name="T28" fmla="*/ 169 w 287"/>
                <a:gd name="T29" fmla="*/ 1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" h="282">
                  <a:moveTo>
                    <a:pt x="62" y="35"/>
                  </a:moveTo>
                  <a:cubicBezTo>
                    <a:pt x="44" y="49"/>
                    <a:pt x="32" y="67"/>
                    <a:pt x="24" y="88"/>
                  </a:cubicBezTo>
                  <a:cubicBezTo>
                    <a:pt x="21" y="96"/>
                    <a:pt x="21" y="103"/>
                    <a:pt x="21" y="111"/>
                  </a:cubicBezTo>
                  <a:cubicBezTo>
                    <a:pt x="0" y="174"/>
                    <a:pt x="36" y="253"/>
                    <a:pt x="103" y="267"/>
                  </a:cubicBezTo>
                  <a:cubicBezTo>
                    <a:pt x="174" y="282"/>
                    <a:pt x="244" y="244"/>
                    <a:pt x="266" y="174"/>
                  </a:cubicBezTo>
                  <a:cubicBezTo>
                    <a:pt x="287" y="107"/>
                    <a:pt x="250" y="33"/>
                    <a:pt x="183" y="12"/>
                  </a:cubicBezTo>
                  <a:cubicBezTo>
                    <a:pt x="145" y="0"/>
                    <a:pt x="94" y="9"/>
                    <a:pt x="62" y="35"/>
                  </a:cubicBezTo>
                  <a:close/>
                  <a:moveTo>
                    <a:pt x="169" y="19"/>
                  </a:moveTo>
                  <a:cubicBezTo>
                    <a:pt x="236" y="30"/>
                    <a:pt x="272" y="100"/>
                    <a:pt x="258" y="163"/>
                  </a:cubicBezTo>
                  <a:cubicBezTo>
                    <a:pt x="244" y="226"/>
                    <a:pt x="187" y="261"/>
                    <a:pt x="125" y="258"/>
                  </a:cubicBezTo>
                  <a:cubicBezTo>
                    <a:pt x="38" y="255"/>
                    <a:pt x="12" y="150"/>
                    <a:pt x="41" y="80"/>
                  </a:cubicBezTo>
                  <a:cubicBezTo>
                    <a:pt x="41" y="79"/>
                    <a:pt x="39" y="78"/>
                    <a:pt x="38" y="79"/>
                  </a:cubicBezTo>
                  <a:cubicBezTo>
                    <a:pt x="38" y="79"/>
                    <a:pt x="38" y="79"/>
                    <a:pt x="37" y="80"/>
                  </a:cubicBezTo>
                  <a:cubicBezTo>
                    <a:pt x="41" y="73"/>
                    <a:pt x="45" y="66"/>
                    <a:pt x="50" y="59"/>
                  </a:cubicBezTo>
                  <a:cubicBezTo>
                    <a:pt x="78" y="24"/>
                    <a:pt x="127" y="12"/>
                    <a:pt x="169" y="19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8" name="Freeform 311"/>
            <p:cNvSpPr/>
            <p:nvPr>
              <p:custDataLst>
                <p:tags r:id="rId7"/>
              </p:custDataLst>
            </p:nvPr>
          </p:nvSpPr>
          <p:spPr bwMode="auto">
            <a:xfrm>
              <a:off x="8045" y="8060"/>
              <a:ext cx="186" cy="167"/>
            </a:xfrm>
            <a:custGeom>
              <a:avLst/>
              <a:gdLst>
                <a:gd name="T0" fmla="*/ 51 w 194"/>
                <a:gd name="T1" fmla="*/ 47 h 176"/>
                <a:gd name="T2" fmla="*/ 116 w 194"/>
                <a:gd name="T3" fmla="*/ 14 h 176"/>
                <a:gd name="T4" fmla="*/ 191 w 194"/>
                <a:gd name="T5" fmla="*/ 10 h 176"/>
                <a:gd name="T6" fmla="*/ 191 w 194"/>
                <a:gd name="T7" fmla="*/ 6 h 176"/>
                <a:gd name="T8" fmla="*/ 43 w 194"/>
                <a:gd name="T9" fmla="*/ 48 h 176"/>
                <a:gd name="T10" fmla="*/ 16 w 194"/>
                <a:gd name="T11" fmla="*/ 175 h 176"/>
                <a:gd name="T12" fmla="*/ 17 w 194"/>
                <a:gd name="T13" fmla="*/ 175 h 176"/>
                <a:gd name="T14" fmla="*/ 51 w 194"/>
                <a:gd name="T15" fmla="*/ 4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76">
                  <a:moveTo>
                    <a:pt x="51" y="47"/>
                  </a:moveTo>
                  <a:cubicBezTo>
                    <a:pt x="70" y="29"/>
                    <a:pt x="91" y="18"/>
                    <a:pt x="116" y="14"/>
                  </a:cubicBezTo>
                  <a:cubicBezTo>
                    <a:pt x="141" y="9"/>
                    <a:pt x="167" y="13"/>
                    <a:pt x="191" y="10"/>
                  </a:cubicBezTo>
                  <a:cubicBezTo>
                    <a:pt x="194" y="10"/>
                    <a:pt x="194" y="7"/>
                    <a:pt x="191" y="6"/>
                  </a:cubicBezTo>
                  <a:cubicBezTo>
                    <a:pt x="137" y="0"/>
                    <a:pt x="83" y="8"/>
                    <a:pt x="43" y="48"/>
                  </a:cubicBezTo>
                  <a:cubicBezTo>
                    <a:pt x="7" y="83"/>
                    <a:pt x="0" y="128"/>
                    <a:pt x="16" y="175"/>
                  </a:cubicBezTo>
                  <a:cubicBezTo>
                    <a:pt x="16" y="176"/>
                    <a:pt x="17" y="175"/>
                    <a:pt x="17" y="175"/>
                  </a:cubicBezTo>
                  <a:cubicBezTo>
                    <a:pt x="3" y="126"/>
                    <a:pt x="15" y="83"/>
                    <a:pt x="51" y="47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0" name="Freeform 312"/>
            <p:cNvSpPr/>
            <p:nvPr>
              <p:custDataLst>
                <p:tags r:id="rId8"/>
              </p:custDataLst>
            </p:nvPr>
          </p:nvSpPr>
          <p:spPr bwMode="auto">
            <a:xfrm>
              <a:off x="8065" y="8075"/>
              <a:ext cx="279" cy="302"/>
            </a:xfrm>
            <a:custGeom>
              <a:avLst/>
              <a:gdLst>
                <a:gd name="T0" fmla="*/ 203 w 294"/>
                <a:gd name="T1" fmla="*/ 4 h 317"/>
                <a:gd name="T2" fmla="*/ 258 w 294"/>
                <a:gd name="T3" fmla="*/ 37 h 317"/>
                <a:gd name="T4" fmla="*/ 282 w 294"/>
                <a:gd name="T5" fmla="*/ 97 h 317"/>
                <a:gd name="T6" fmla="*/ 254 w 294"/>
                <a:gd name="T7" fmla="*/ 218 h 317"/>
                <a:gd name="T8" fmla="*/ 1 w 294"/>
                <a:gd name="T9" fmla="*/ 192 h 317"/>
                <a:gd name="T10" fmla="*/ 0 w 294"/>
                <a:gd name="T11" fmla="*/ 192 h 317"/>
                <a:gd name="T12" fmla="*/ 258 w 294"/>
                <a:gd name="T13" fmla="*/ 224 h 317"/>
                <a:gd name="T14" fmla="*/ 287 w 294"/>
                <a:gd name="T15" fmla="*/ 88 h 317"/>
                <a:gd name="T16" fmla="*/ 203 w 294"/>
                <a:gd name="T17" fmla="*/ 0 h 317"/>
                <a:gd name="T18" fmla="*/ 203 w 294"/>
                <a:gd name="T19" fmla="*/ 4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" h="317">
                  <a:moveTo>
                    <a:pt x="203" y="4"/>
                  </a:moveTo>
                  <a:cubicBezTo>
                    <a:pt x="225" y="12"/>
                    <a:pt x="243" y="18"/>
                    <a:pt x="258" y="37"/>
                  </a:cubicBezTo>
                  <a:cubicBezTo>
                    <a:pt x="273" y="53"/>
                    <a:pt x="279" y="76"/>
                    <a:pt x="282" y="97"/>
                  </a:cubicBezTo>
                  <a:cubicBezTo>
                    <a:pt x="287" y="138"/>
                    <a:pt x="276" y="183"/>
                    <a:pt x="254" y="218"/>
                  </a:cubicBezTo>
                  <a:cubicBezTo>
                    <a:pt x="194" y="316"/>
                    <a:pt x="51" y="281"/>
                    <a:pt x="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41" y="296"/>
                    <a:pt x="194" y="317"/>
                    <a:pt x="258" y="224"/>
                  </a:cubicBezTo>
                  <a:cubicBezTo>
                    <a:pt x="285" y="186"/>
                    <a:pt x="294" y="134"/>
                    <a:pt x="287" y="88"/>
                  </a:cubicBezTo>
                  <a:cubicBezTo>
                    <a:pt x="281" y="47"/>
                    <a:pt x="249" y="1"/>
                    <a:pt x="203" y="0"/>
                  </a:cubicBezTo>
                  <a:cubicBezTo>
                    <a:pt x="201" y="0"/>
                    <a:pt x="201" y="3"/>
                    <a:pt x="203" y="4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1515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92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 Bad Case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2770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7FCD92-28B2-48D6-92B1-1B72D66D21D0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277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3277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E6D4C1-737B-458D-9221-F713C37AA1C2}" type="slidenum">
              <a:rPr lang="en-US" altLang="zh-CN" sz="790"/>
              <a:pPr/>
              <a:t>15</a:t>
            </a:fld>
            <a:endParaRPr lang="en-US" altLang="zh-CN" sz="790"/>
          </a:p>
        </p:txBody>
      </p:sp>
      <p:sp>
        <p:nvSpPr>
          <p:cNvPr id="36" name="Oval 3"/>
          <p:cNvSpPr>
            <a:spLocks noChangeArrowheads="1"/>
          </p:cNvSpPr>
          <p:nvPr/>
        </p:nvSpPr>
        <p:spPr bwMode="auto">
          <a:xfrm>
            <a:off x="1823085" y="1700530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7" name="Oval 4"/>
          <p:cNvSpPr>
            <a:spLocks noChangeArrowheads="1"/>
          </p:cNvSpPr>
          <p:nvPr/>
        </p:nvSpPr>
        <p:spPr bwMode="auto">
          <a:xfrm>
            <a:off x="2686050" y="1700530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8" name="Oval 5"/>
          <p:cNvSpPr>
            <a:spLocks noChangeArrowheads="1"/>
          </p:cNvSpPr>
          <p:nvPr/>
        </p:nvSpPr>
        <p:spPr bwMode="auto">
          <a:xfrm>
            <a:off x="3549015" y="1700530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9" name="Oval 7"/>
          <p:cNvSpPr>
            <a:spLocks noChangeArrowheads="1"/>
          </p:cNvSpPr>
          <p:nvPr/>
        </p:nvSpPr>
        <p:spPr bwMode="auto">
          <a:xfrm>
            <a:off x="4883785" y="1700530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40" name="Oval 9"/>
          <p:cNvSpPr>
            <a:spLocks noChangeArrowheads="1"/>
          </p:cNvSpPr>
          <p:nvPr/>
        </p:nvSpPr>
        <p:spPr bwMode="auto">
          <a:xfrm>
            <a:off x="2124075" y="3140710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1" name="Oval 10"/>
          <p:cNvSpPr>
            <a:spLocks noChangeArrowheads="1"/>
          </p:cNvSpPr>
          <p:nvPr/>
        </p:nvSpPr>
        <p:spPr bwMode="auto">
          <a:xfrm>
            <a:off x="2686685" y="2527300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2" name="Oval 11"/>
          <p:cNvSpPr>
            <a:spLocks noChangeArrowheads="1"/>
          </p:cNvSpPr>
          <p:nvPr/>
        </p:nvSpPr>
        <p:spPr bwMode="auto">
          <a:xfrm>
            <a:off x="3555365" y="2528570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3" name="Oval 13"/>
          <p:cNvSpPr>
            <a:spLocks noChangeArrowheads="1"/>
          </p:cNvSpPr>
          <p:nvPr/>
        </p:nvSpPr>
        <p:spPr bwMode="auto">
          <a:xfrm>
            <a:off x="4883785" y="2528570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44" name="Line 14"/>
          <p:cNvSpPr>
            <a:spLocks noChangeShapeType="1"/>
          </p:cNvSpPr>
          <p:nvPr/>
        </p:nvSpPr>
        <p:spPr bwMode="auto">
          <a:xfrm flipV="1">
            <a:off x="2470785" y="2908935"/>
            <a:ext cx="281305" cy="29591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5" name="Text Box 15"/>
          <p:cNvSpPr txBox="1">
            <a:spLocks noChangeArrowheads="1"/>
          </p:cNvSpPr>
          <p:nvPr/>
        </p:nvSpPr>
        <p:spPr bwMode="auto">
          <a:xfrm>
            <a:off x="5964369" y="2109934"/>
            <a:ext cx="1325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Union(2,1)</a:t>
            </a:r>
          </a:p>
        </p:txBody>
      </p:sp>
      <p:sp>
        <p:nvSpPr>
          <p:cNvPr id="48" name="Oval 18"/>
          <p:cNvSpPr>
            <a:spLocks noChangeArrowheads="1"/>
          </p:cNvSpPr>
          <p:nvPr/>
        </p:nvSpPr>
        <p:spPr bwMode="auto">
          <a:xfrm>
            <a:off x="3555365" y="3356610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9" name="Oval 20"/>
          <p:cNvSpPr>
            <a:spLocks noChangeArrowheads="1"/>
          </p:cNvSpPr>
          <p:nvPr/>
        </p:nvSpPr>
        <p:spPr bwMode="auto">
          <a:xfrm>
            <a:off x="4883785" y="3356610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51" name="Line 22"/>
          <p:cNvSpPr>
            <a:spLocks noChangeShapeType="1"/>
          </p:cNvSpPr>
          <p:nvPr/>
        </p:nvSpPr>
        <p:spPr bwMode="auto">
          <a:xfrm flipV="1">
            <a:off x="3359150" y="3743325"/>
            <a:ext cx="286385" cy="19304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2" name="Text Box 23"/>
          <p:cNvSpPr txBox="1">
            <a:spLocks noChangeArrowheads="1"/>
          </p:cNvSpPr>
          <p:nvPr/>
        </p:nvSpPr>
        <p:spPr bwMode="auto">
          <a:xfrm>
            <a:off x="5964369" y="3010999"/>
            <a:ext cx="13493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Union(3,2)</a:t>
            </a:r>
          </a:p>
        </p:txBody>
      </p:sp>
      <p:sp>
        <p:nvSpPr>
          <p:cNvPr id="53" name="Text Box 24"/>
          <p:cNvSpPr txBox="1">
            <a:spLocks noChangeArrowheads="1"/>
          </p:cNvSpPr>
          <p:nvPr/>
        </p:nvSpPr>
        <p:spPr bwMode="auto">
          <a:xfrm>
            <a:off x="6036124" y="4155269"/>
            <a:ext cx="156019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Union(n,n-1)</a:t>
            </a:r>
          </a:p>
        </p:txBody>
      </p:sp>
      <p:sp>
        <p:nvSpPr>
          <p:cNvPr id="54" name="Text Box 28"/>
          <p:cNvSpPr txBox="1">
            <a:spLocks noChangeArrowheads="1"/>
          </p:cNvSpPr>
          <p:nvPr/>
        </p:nvSpPr>
        <p:spPr bwMode="auto">
          <a:xfrm>
            <a:off x="4102735" y="3133090"/>
            <a:ext cx="1149985" cy="1158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55" name="Text Box 29"/>
          <p:cNvSpPr txBox="1">
            <a:spLocks noChangeArrowheads="1"/>
          </p:cNvSpPr>
          <p:nvPr/>
        </p:nvSpPr>
        <p:spPr bwMode="auto">
          <a:xfrm>
            <a:off x="4102735" y="2290445"/>
            <a:ext cx="1149985" cy="1158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59" name="Oval 33"/>
          <p:cNvSpPr>
            <a:spLocks noChangeArrowheads="1"/>
          </p:cNvSpPr>
          <p:nvPr/>
        </p:nvSpPr>
        <p:spPr bwMode="auto">
          <a:xfrm>
            <a:off x="4883785" y="4181475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62" name="Line 36"/>
          <p:cNvSpPr>
            <a:spLocks noChangeShapeType="1"/>
          </p:cNvSpPr>
          <p:nvPr/>
        </p:nvSpPr>
        <p:spPr bwMode="auto">
          <a:xfrm flipV="1">
            <a:off x="4636770" y="4533265"/>
            <a:ext cx="314960" cy="15748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3" name="Text Box 38"/>
          <p:cNvSpPr txBox="1">
            <a:spLocks noChangeArrowheads="1"/>
          </p:cNvSpPr>
          <p:nvPr/>
        </p:nvSpPr>
        <p:spPr bwMode="auto">
          <a:xfrm>
            <a:off x="6453478" y="3391444"/>
            <a:ext cx="27241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64" name="Text Box 39"/>
          <p:cNvSpPr txBox="1">
            <a:spLocks noChangeArrowheads="1"/>
          </p:cNvSpPr>
          <p:nvPr/>
        </p:nvSpPr>
        <p:spPr bwMode="auto">
          <a:xfrm>
            <a:off x="5724498" y="5107214"/>
            <a:ext cx="228028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Find(1)   n steps!!</a:t>
            </a:r>
          </a:p>
        </p:txBody>
      </p:sp>
      <p:sp>
        <p:nvSpPr>
          <p:cNvPr id="65" name="Oval 9"/>
          <p:cNvSpPr>
            <a:spLocks noChangeArrowheads="1"/>
          </p:cNvSpPr>
          <p:nvPr/>
        </p:nvSpPr>
        <p:spPr bwMode="auto">
          <a:xfrm>
            <a:off x="2326005" y="4446905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6" name="Oval 10"/>
          <p:cNvSpPr>
            <a:spLocks noChangeArrowheads="1"/>
          </p:cNvSpPr>
          <p:nvPr/>
        </p:nvSpPr>
        <p:spPr bwMode="auto">
          <a:xfrm>
            <a:off x="2991485" y="3910330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7" name="Line 14"/>
          <p:cNvSpPr>
            <a:spLocks noChangeShapeType="1"/>
          </p:cNvSpPr>
          <p:nvPr/>
        </p:nvSpPr>
        <p:spPr bwMode="auto">
          <a:xfrm flipV="1">
            <a:off x="2668905" y="4227830"/>
            <a:ext cx="358140" cy="273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8" name="Oval 18"/>
          <p:cNvSpPr>
            <a:spLocks noChangeArrowheads="1"/>
          </p:cNvSpPr>
          <p:nvPr/>
        </p:nvSpPr>
        <p:spPr bwMode="auto">
          <a:xfrm>
            <a:off x="3555365" y="4725035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70" name="Oval 9"/>
          <p:cNvSpPr>
            <a:spLocks noChangeArrowheads="1"/>
          </p:cNvSpPr>
          <p:nvPr/>
        </p:nvSpPr>
        <p:spPr bwMode="auto">
          <a:xfrm>
            <a:off x="2604135" y="5804535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1" name="Oval 10"/>
          <p:cNvSpPr>
            <a:spLocks noChangeArrowheads="1"/>
          </p:cNvSpPr>
          <p:nvPr/>
        </p:nvSpPr>
        <p:spPr bwMode="auto">
          <a:xfrm>
            <a:off x="3096895" y="5262880"/>
            <a:ext cx="410210" cy="41021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2" name="Line 14"/>
          <p:cNvSpPr>
            <a:spLocks noChangeShapeType="1"/>
          </p:cNvSpPr>
          <p:nvPr/>
        </p:nvSpPr>
        <p:spPr bwMode="auto">
          <a:xfrm flipV="1">
            <a:off x="2936240" y="5607685"/>
            <a:ext cx="225425" cy="23685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" name="Line 14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3420110" y="5084445"/>
            <a:ext cx="225425" cy="23685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4272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Weighted Union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097521-753E-46D8-A292-3431C9FFEC87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7CBA45-EE91-4B40-94EB-53F20E51C007}" type="slidenum">
              <a:rPr lang="en-US" altLang="zh-CN" sz="790"/>
              <a:pPr/>
              <a:t>16</a:t>
            </a:fld>
            <a:endParaRPr lang="en-US" altLang="zh-CN" sz="790"/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593850"/>
            <a:ext cx="8052435" cy="1361440"/>
          </a:xfrm>
        </p:spPr>
        <p:txBody>
          <a:bodyPr>
            <a:noAutofit/>
          </a:bodyPr>
          <a:lstStyle/>
          <a:p>
            <a:r>
              <a:rPr lang="en-US" altLang="zh-CN" sz="2800" dirty="0">
                <a:ea typeface="宋体" panose="02010600030101010101" pitchFamily="2" charset="-122"/>
              </a:rPr>
              <a:t>Weighted Union (weight = number of nodes)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Always point the smaller tree to the root of the larger tree (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Union-by-Size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3810" name="Freeform 15"/>
          <p:cNvSpPr/>
          <p:nvPr/>
        </p:nvSpPr>
        <p:spPr bwMode="auto">
          <a:xfrm>
            <a:off x="2484120" y="3462020"/>
            <a:ext cx="3423285" cy="426720"/>
          </a:xfrm>
          <a:custGeom>
            <a:avLst/>
            <a:gdLst>
              <a:gd name="T0" fmla="*/ 0 w 2392"/>
              <a:gd name="T1" fmla="*/ 493713 h 319"/>
              <a:gd name="T2" fmla="*/ 98425 w 2392"/>
              <a:gd name="T3" fmla="*/ 393700 h 319"/>
              <a:gd name="T4" fmla="*/ 147638 w 2392"/>
              <a:gd name="T5" fmla="*/ 357188 h 319"/>
              <a:gd name="T6" fmla="*/ 185738 w 2392"/>
              <a:gd name="T7" fmla="*/ 333375 h 319"/>
              <a:gd name="T8" fmla="*/ 296863 w 2392"/>
              <a:gd name="T9" fmla="*/ 246063 h 319"/>
              <a:gd name="T10" fmla="*/ 692150 w 2392"/>
              <a:gd name="T11" fmla="*/ 158750 h 319"/>
              <a:gd name="T12" fmla="*/ 1311275 w 2392"/>
              <a:gd name="T13" fmla="*/ 60325 h 319"/>
              <a:gd name="T14" fmla="*/ 1768475 w 2392"/>
              <a:gd name="T15" fmla="*/ 11113 h 319"/>
              <a:gd name="T16" fmla="*/ 2733675 w 2392"/>
              <a:gd name="T17" fmla="*/ 47625 h 319"/>
              <a:gd name="T18" fmla="*/ 2770188 w 2392"/>
              <a:gd name="T19" fmla="*/ 60325 h 319"/>
              <a:gd name="T20" fmla="*/ 2857500 w 2392"/>
              <a:gd name="T21" fmla="*/ 73025 h 319"/>
              <a:gd name="T22" fmla="*/ 2906713 w 2392"/>
              <a:gd name="T23" fmla="*/ 96838 h 319"/>
              <a:gd name="T24" fmla="*/ 2994025 w 2392"/>
              <a:gd name="T25" fmla="*/ 109538 h 319"/>
              <a:gd name="T26" fmla="*/ 3389313 w 2392"/>
              <a:gd name="T27" fmla="*/ 271463 h 319"/>
              <a:gd name="T28" fmla="*/ 3711575 w 2392"/>
              <a:gd name="T29" fmla="*/ 406400 h 319"/>
              <a:gd name="T30" fmla="*/ 3797300 w 2392"/>
              <a:gd name="T31" fmla="*/ 506413 h 3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392" h="319">
                <a:moveTo>
                  <a:pt x="0" y="311"/>
                </a:moveTo>
                <a:cubicBezTo>
                  <a:pt x="27" y="293"/>
                  <a:pt x="38" y="269"/>
                  <a:pt x="62" y="248"/>
                </a:cubicBezTo>
                <a:cubicBezTo>
                  <a:pt x="72" y="240"/>
                  <a:pt x="82" y="232"/>
                  <a:pt x="93" y="225"/>
                </a:cubicBezTo>
                <a:cubicBezTo>
                  <a:pt x="101" y="220"/>
                  <a:pt x="110" y="216"/>
                  <a:pt x="117" y="210"/>
                </a:cubicBezTo>
                <a:cubicBezTo>
                  <a:pt x="147" y="185"/>
                  <a:pt x="140" y="171"/>
                  <a:pt x="187" y="155"/>
                </a:cubicBezTo>
                <a:cubicBezTo>
                  <a:pt x="268" y="127"/>
                  <a:pt x="352" y="114"/>
                  <a:pt x="436" y="100"/>
                </a:cubicBezTo>
                <a:cubicBezTo>
                  <a:pt x="567" y="78"/>
                  <a:pt x="694" y="53"/>
                  <a:pt x="826" y="38"/>
                </a:cubicBezTo>
                <a:cubicBezTo>
                  <a:pt x="920" y="14"/>
                  <a:pt x="1018" y="12"/>
                  <a:pt x="1114" y="7"/>
                </a:cubicBezTo>
                <a:cubicBezTo>
                  <a:pt x="1334" y="11"/>
                  <a:pt x="1517" y="0"/>
                  <a:pt x="1722" y="30"/>
                </a:cubicBezTo>
                <a:cubicBezTo>
                  <a:pt x="1730" y="33"/>
                  <a:pt x="1737" y="36"/>
                  <a:pt x="1745" y="38"/>
                </a:cubicBezTo>
                <a:cubicBezTo>
                  <a:pt x="1763" y="42"/>
                  <a:pt x="1782" y="41"/>
                  <a:pt x="1800" y="46"/>
                </a:cubicBezTo>
                <a:cubicBezTo>
                  <a:pt x="1811" y="49"/>
                  <a:pt x="1820" y="58"/>
                  <a:pt x="1831" y="61"/>
                </a:cubicBezTo>
                <a:cubicBezTo>
                  <a:pt x="1849" y="66"/>
                  <a:pt x="1868" y="66"/>
                  <a:pt x="1886" y="69"/>
                </a:cubicBezTo>
                <a:cubicBezTo>
                  <a:pt x="1971" y="98"/>
                  <a:pt x="2052" y="138"/>
                  <a:pt x="2135" y="171"/>
                </a:cubicBezTo>
                <a:cubicBezTo>
                  <a:pt x="2203" y="198"/>
                  <a:pt x="2275" y="217"/>
                  <a:pt x="2338" y="256"/>
                </a:cubicBezTo>
                <a:cubicBezTo>
                  <a:pt x="2353" y="281"/>
                  <a:pt x="2372" y="298"/>
                  <a:pt x="2392" y="319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33811" name="Text Box 16"/>
          <p:cNvSpPr txBox="1">
            <a:spLocks noChangeArrowheads="1"/>
          </p:cNvSpPr>
          <p:nvPr/>
        </p:nvSpPr>
        <p:spPr bwMode="auto">
          <a:xfrm>
            <a:off x="6516590" y="3500304"/>
            <a:ext cx="185229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W-Union(6,0)</a:t>
            </a:r>
          </a:p>
        </p:txBody>
      </p:sp>
      <p:sp>
        <p:nvSpPr>
          <p:cNvPr id="33812" name="Text Box 17"/>
          <p:cNvSpPr txBox="1">
            <a:spLocks noChangeArrowheads="1"/>
          </p:cNvSpPr>
          <p:nvPr/>
        </p:nvSpPr>
        <p:spPr bwMode="auto">
          <a:xfrm>
            <a:off x="1692275" y="3932555"/>
            <a:ext cx="445770" cy="44767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 anchorCtr="0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3813" name="Text Box 18"/>
          <p:cNvSpPr txBox="1">
            <a:spLocks noChangeArrowheads="1"/>
          </p:cNvSpPr>
          <p:nvPr/>
        </p:nvSpPr>
        <p:spPr bwMode="auto">
          <a:xfrm>
            <a:off x="5293995" y="3888740"/>
            <a:ext cx="445770" cy="44767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 anchorCtr="0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3814" name="Text Box 19"/>
          <p:cNvSpPr txBox="1">
            <a:spLocks noChangeArrowheads="1"/>
          </p:cNvSpPr>
          <p:nvPr/>
        </p:nvSpPr>
        <p:spPr bwMode="auto">
          <a:xfrm>
            <a:off x="3564255" y="3932555"/>
            <a:ext cx="445770" cy="44767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 anchorCtr="0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3" name="Oval 11"/>
          <p:cNvSpPr>
            <a:spLocks noChangeArrowheads="1"/>
          </p:cNvSpPr>
          <p:nvPr/>
        </p:nvSpPr>
        <p:spPr bwMode="auto">
          <a:xfrm>
            <a:off x="2201545" y="3932555"/>
            <a:ext cx="412115" cy="377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4" name="Oval 12"/>
          <p:cNvSpPr>
            <a:spLocks noChangeArrowheads="1"/>
          </p:cNvSpPr>
          <p:nvPr/>
        </p:nvSpPr>
        <p:spPr bwMode="auto">
          <a:xfrm>
            <a:off x="2555875" y="4701540"/>
            <a:ext cx="412115" cy="377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5" name="Oval 13"/>
          <p:cNvSpPr>
            <a:spLocks noChangeArrowheads="1"/>
          </p:cNvSpPr>
          <p:nvPr/>
        </p:nvSpPr>
        <p:spPr bwMode="auto">
          <a:xfrm>
            <a:off x="4068445" y="3958590"/>
            <a:ext cx="412115" cy="377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6" name="Oval 14"/>
          <p:cNvSpPr>
            <a:spLocks noChangeArrowheads="1"/>
          </p:cNvSpPr>
          <p:nvPr/>
        </p:nvSpPr>
        <p:spPr bwMode="auto">
          <a:xfrm>
            <a:off x="6372225" y="4716145"/>
            <a:ext cx="412115" cy="377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7" name="Oval 15"/>
          <p:cNvSpPr>
            <a:spLocks noChangeArrowheads="1"/>
          </p:cNvSpPr>
          <p:nvPr/>
        </p:nvSpPr>
        <p:spPr bwMode="auto">
          <a:xfrm>
            <a:off x="5292090" y="4701540"/>
            <a:ext cx="412115" cy="377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8" name="Oval 16"/>
          <p:cNvSpPr>
            <a:spLocks noChangeArrowheads="1"/>
          </p:cNvSpPr>
          <p:nvPr/>
        </p:nvSpPr>
        <p:spPr bwMode="auto">
          <a:xfrm>
            <a:off x="4860290" y="5481955"/>
            <a:ext cx="412115" cy="377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9" name="Oval 17"/>
          <p:cNvSpPr>
            <a:spLocks noChangeArrowheads="1"/>
          </p:cNvSpPr>
          <p:nvPr/>
        </p:nvSpPr>
        <p:spPr bwMode="auto">
          <a:xfrm>
            <a:off x="5828665" y="3932555"/>
            <a:ext cx="412115" cy="377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Sitka Text" pitchFamily="2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0" name="Line 18"/>
          <p:cNvSpPr>
            <a:spLocks noChangeShapeType="1"/>
          </p:cNvSpPr>
          <p:nvPr/>
        </p:nvSpPr>
        <p:spPr bwMode="auto">
          <a:xfrm flipH="1" flipV="1">
            <a:off x="2494280" y="4310380"/>
            <a:ext cx="154305" cy="39116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31" name="Line 19"/>
          <p:cNvSpPr>
            <a:spLocks noChangeShapeType="1"/>
          </p:cNvSpPr>
          <p:nvPr/>
        </p:nvSpPr>
        <p:spPr bwMode="auto">
          <a:xfrm flipV="1">
            <a:off x="5652135" y="4310380"/>
            <a:ext cx="274320" cy="39116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 flipH="1" flipV="1">
            <a:off x="6156325" y="4310380"/>
            <a:ext cx="274320" cy="40576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33" name="Line 21"/>
          <p:cNvSpPr>
            <a:spLocks noChangeShapeType="1"/>
          </p:cNvSpPr>
          <p:nvPr/>
        </p:nvSpPr>
        <p:spPr bwMode="auto">
          <a:xfrm flipV="1">
            <a:off x="5193030" y="5085080"/>
            <a:ext cx="201295" cy="39116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0862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 Again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481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570C5A-CCF7-4B27-84CD-C5CF456F9969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481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3482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DAFA06-9737-4A93-B17B-D48324DAB052}" type="slidenum">
              <a:rPr lang="en-US" altLang="zh-CN" sz="790"/>
              <a:pPr/>
              <a:t>17</a:t>
            </a:fld>
            <a:endParaRPr lang="en-US" altLang="zh-CN" sz="790"/>
          </a:p>
        </p:txBody>
      </p:sp>
      <p:sp>
        <p:nvSpPr>
          <p:cNvPr id="37" name="Oval 3"/>
          <p:cNvSpPr>
            <a:spLocks noChangeArrowheads="1"/>
          </p:cNvSpPr>
          <p:nvPr/>
        </p:nvSpPr>
        <p:spPr bwMode="auto">
          <a:xfrm>
            <a:off x="899795" y="1844675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8" name="Oval 4"/>
          <p:cNvSpPr>
            <a:spLocks noChangeArrowheads="1"/>
          </p:cNvSpPr>
          <p:nvPr/>
        </p:nvSpPr>
        <p:spPr bwMode="auto">
          <a:xfrm>
            <a:off x="2124075" y="1844675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9" name="Oval 5"/>
          <p:cNvSpPr>
            <a:spLocks noChangeArrowheads="1"/>
          </p:cNvSpPr>
          <p:nvPr/>
        </p:nvSpPr>
        <p:spPr bwMode="auto">
          <a:xfrm>
            <a:off x="3352165" y="1844675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0" name="Oval 6"/>
          <p:cNvSpPr>
            <a:spLocks noChangeArrowheads="1"/>
          </p:cNvSpPr>
          <p:nvPr/>
        </p:nvSpPr>
        <p:spPr bwMode="auto">
          <a:xfrm>
            <a:off x="5149215" y="1844675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41" name="Oval 7"/>
          <p:cNvSpPr>
            <a:spLocks noChangeArrowheads="1"/>
          </p:cNvSpPr>
          <p:nvPr/>
        </p:nvSpPr>
        <p:spPr bwMode="auto">
          <a:xfrm>
            <a:off x="1475740" y="3336290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2" name="Oval 8"/>
          <p:cNvSpPr>
            <a:spLocks noChangeArrowheads="1"/>
          </p:cNvSpPr>
          <p:nvPr/>
        </p:nvSpPr>
        <p:spPr bwMode="auto">
          <a:xfrm>
            <a:off x="2124075" y="2693035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3" name="Oval 9"/>
          <p:cNvSpPr>
            <a:spLocks noChangeArrowheads="1"/>
          </p:cNvSpPr>
          <p:nvPr/>
        </p:nvSpPr>
        <p:spPr bwMode="auto">
          <a:xfrm>
            <a:off x="3348355" y="2693035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4" name="Oval 10"/>
          <p:cNvSpPr>
            <a:spLocks noChangeArrowheads="1"/>
          </p:cNvSpPr>
          <p:nvPr/>
        </p:nvSpPr>
        <p:spPr bwMode="auto">
          <a:xfrm>
            <a:off x="5145405" y="2693035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45" name="Line 11"/>
          <p:cNvSpPr>
            <a:spLocks noChangeShapeType="1"/>
          </p:cNvSpPr>
          <p:nvPr/>
        </p:nvSpPr>
        <p:spPr bwMode="auto">
          <a:xfrm flipV="1">
            <a:off x="1831975" y="3069590"/>
            <a:ext cx="326390" cy="32639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6" name="Text Box 12"/>
          <p:cNvSpPr txBox="1">
            <a:spLocks noChangeArrowheads="1"/>
          </p:cNvSpPr>
          <p:nvPr/>
        </p:nvSpPr>
        <p:spPr bwMode="auto">
          <a:xfrm>
            <a:off x="6104255" y="1916430"/>
            <a:ext cx="2123440" cy="610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Union(2,1)</a:t>
            </a:r>
          </a:p>
        </p:txBody>
      </p:sp>
      <p:sp>
        <p:nvSpPr>
          <p:cNvPr id="47" name="Oval 13"/>
          <p:cNvSpPr>
            <a:spLocks noChangeArrowheads="1"/>
          </p:cNvSpPr>
          <p:nvPr/>
        </p:nvSpPr>
        <p:spPr bwMode="auto">
          <a:xfrm>
            <a:off x="2282825" y="4207510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8" name="Oval 14"/>
          <p:cNvSpPr>
            <a:spLocks noChangeArrowheads="1"/>
          </p:cNvSpPr>
          <p:nvPr/>
        </p:nvSpPr>
        <p:spPr bwMode="auto">
          <a:xfrm>
            <a:off x="2882265" y="3541395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9" name="Oval 15"/>
          <p:cNvSpPr>
            <a:spLocks noChangeArrowheads="1"/>
          </p:cNvSpPr>
          <p:nvPr/>
        </p:nvSpPr>
        <p:spPr bwMode="auto">
          <a:xfrm>
            <a:off x="3491865" y="4206240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50" name="Oval 16"/>
          <p:cNvSpPr>
            <a:spLocks noChangeArrowheads="1"/>
          </p:cNvSpPr>
          <p:nvPr/>
        </p:nvSpPr>
        <p:spPr bwMode="auto">
          <a:xfrm>
            <a:off x="5145405" y="3541395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51" name="Text Box 17"/>
          <p:cNvSpPr txBox="1">
            <a:spLocks noChangeArrowheads="1"/>
          </p:cNvSpPr>
          <p:nvPr/>
        </p:nvSpPr>
        <p:spPr bwMode="auto">
          <a:xfrm>
            <a:off x="6085205" y="3067050"/>
            <a:ext cx="2159635" cy="610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Union(2,3)</a:t>
            </a:r>
          </a:p>
        </p:txBody>
      </p:sp>
      <p:sp>
        <p:nvSpPr>
          <p:cNvPr id="52" name="Text Box 18"/>
          <p:cNvSpPr txBox="1">
            <a:spLocks noChangeArrowheads="1"/>
          </p:cNvSpPr>
          <p:nvPr/>
        </p:nvSpPr>
        <p:spPr bwMode="auto">
          <a:xfrm>
            <a:off x="6037580" y="4148455"/>
            <a:ext cx="2479675" cy="610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Union(n-1,n)</a:t>
            </a:r>
          </a:p>
        </p:txBody>
      </p:sp>
      <p:sp>
        <p:nvSpPr>
          <p:cNvPr id="53" name="Text Box 19"/>
          <p:cNvSpPr txBox="1">
            <a:spLocks noChangeArrowheads="1"/>
          </p:cNvSpPr>
          <p:nvPr/>
        </p:nvSpPr>
        <p:spPr bwMode="auto">
          <a:xfrm>
            <a:off x="4138930" y="2420620"/>
            <a:ext cx="1073150" cy="1034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4400"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54" name="Text Box 20"/>
          <p:cNvSpPr txBox="1">
            <a:spLocks noChangeArrowheads="1"/>
          </p:cNvSpPr>
          <p:nvPr/>
        </p:nvSpPr>
        <p:spPr bwMode="auto">
          <a:xfrm>
            <a:off x="3954145" y="3247390"/>
            <a:ext cx="1073150" cy="1034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4400"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55" name="Text Box 21"/>
          <p:cNvSpPr txBox="1">
            <a:spLocks noChangeArrowheads="1"/>
          </p:cNvSpPr>
          <p:nvPr/>
        </p:nvSpPr>
        <p:spPr bwMode="auto">
          <a:xfrm>
            <a:off x="6624320" y="3296285"/>
            <a:ext cx="510540" cy="112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>
                <a:latin typeface="Sitka Text" pitchFamily="2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2800">
                <a:latin typeface="Sitka Text" pitchFamily="2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56" name="Line 22"/>
          <p:cNvSpPr>
            <a:spLocks noChangeShapeType="1"/>
          </p:cNvSpPr>
          <p:nvPr/>
        </p:nvSpPr>
        <p:spPr bwMode="auto">
          <a:xfrm flipV="1">
            <a:off x="2670175" y="3981450"/>
            <a:ext cx="290830" cy="2908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7" name="Line 23"/>
          <p:cNvSpPr>
            <a:spLocks noChangeShapeType="1"/>
          </p:cNvSpPr>
          <p:nvPr/>
        </p:nvSpPr>
        <p:spPr bwMode="auto">
          <a:xfrm flipH="1" flipV="1">
            <a:off x="3275965" y="3981450"/>
            <a:ext cx="291465" cy="29146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8" name="Oval 24"/>
          <p:cNvSpPr>
            <a:spLocks noChangeArrowheads="1"/>
          </p:cNvSpPr>
          <p:nvPr/>
        </p:nvSpPr>
        <p:spPr bwMode="auto">
          <a:xfrm>
            <a:off x="1990725" y="5593715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9" name="Oval 25"/>
          <p:cNvSpPr>
            <a:spLocks noChangeArrowheads="1"/>
          </p:cNvSpPr>
          <p:nvPr/>
        </p:nvSpPr>
        <p:spPr bwMode="auto">
          <a:xfrm>
            <a:off x="2742565" y="4796790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 dirty="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0" name="Oval 26"/>
          <p:cNvSpPr>
            <a:spLocks noChangeArrowheads="1"/>
          </p:cNvSpPr>
          <p:nvPr/>
        </p:nvSpPr>
        <p:spPr bwMode="auto">
          <a:xfrm>
            <a:off x="3249295" y="5593715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1" name="Oval 27"/>
          <p:cNvSpPr>
            <a:spLocks noChangeArrowheads="1"/>
          </p:cNvSpPr>
          <p:nvPr/>
        </p:nvSpPr>
        <p:spPr bwMode="auto">
          <a:xfrm>
            <a:off x="4293235" y="5589270"/>
            <a:ext cx="466090" cy="46609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62" name="Line 28"/>
          <p:cNvSpPr>
            <a:spLocks noChangeShapeType="1"/>
          </p:cNvSpPr>
          <p:nvPr/>
        </p:nvSpPr>
        <p:spPr bwMode="auto">
          <a:xfrm flipV="1">
            <a:off x="2426335" y="5255260"/>
            <a:ext cx="408305" cy="40830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3" name="Line 29"/>
          <p:cNvSpPr>
            <a:spLocks noChangeShapeType="1"/>
          </p:cNvSpPr>
          <p:nvPr/>
        </p:nvSpPr>
        <p:spPr bwMode="auto">
          <a:xfrm flipH="1" flipV="1">
            <a:off x="3070225" y="5281295"/>
            <a:ext cx="313055" cy="31305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4" name="Line 30"/>
          <p:cNvSpPr>
            <a:spLocks noChangeShapeType="1"/>
          </p:cNvSpPr>
          <p:nvPr/>
        </p:nvSpPr>
        <p:spPr bwMode="auto">
          <a:xfrm flipH="1" flipV="1">
            <a:off x="3182620" y="5188585"/>
            <a:ext cx="1170305" cy="47053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5" name="Text Box 32"/>
          <p:cNvSpPr txBox="1">
            <a:spLocks noChangeArrowheads="1"/>
          </p:cNvSpPr>
          <p:nvPr/>
        </p:nvSpPr>
        <p:spPr bwMode="auto">
          <a:xfrm>
            <a:off x="5076190" y="5229860"/>
            <a:ext cx="3463290" cy="489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latin typeface="Sitka Text" pitchFamily="2" charset="0"/>
                <a:ea typeface="宋体" panose="02010600030101010101" pitchFamily="2" charset="-122"/>
              </a:rPr>
              <a:t>Find(1)   constant time</a:t>
            </a:r>
          </a:p>
        </p:txBody>
      </p:sp>
      <p:sp>
        <p:nvSpPr>
          <p:cNvPr id="66" name="Text Box 33"/>
          <p:cNvSpPr txBox="1">
            <a:spLocks noChangeArrowheads="1"/>
          </p:cNvSpPr>
          <p:nvPr/>
        </p:nvSpPr>
        <p:spPr bwMode="auto">
          <a:xfrm>
            <a:off x="3614420" y="5360670"/>
            <a:ext cx="751205" cy="9747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4400" dirty="0">
                <a:ea typeface="宋体" panose="02010600030101010101" pitchFamily="2" charset="-122"/>
              </a:rPr>
              <a:t>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643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Weighted Union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097521-753E-46D8-A292-3431C9FFEC87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7CBA45-EE91-4B40-94EB-53F20E51C007}" type="slidenum">
              <a:rPr lang="en-US" altLang="zh-CN" sz="790"/>
              <a:pPr/>
              <a:t>18</a:t>
            </a:fld>
            <a:endParaRPr lang="en-US" altLang="zh-CN" sz="790"/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6710" y="1916430"/>
            <a:ext cx="6225540" cy="549275"/>
          </a:xfrm>
        </p:spPr>
        <p:txBody>
          <a:bodyPr>
            <a:noAutofit/>
          </a:bodyPr>
          <a:lstStyle/>
          <a:p>
            <a:r>
              <a:rPr lang="en-US" altLang="zh-CN" sz="2800" dirty="0">
                <a:ea typeface="宋体" panose="02010600030101010101" pitchFamily="2" charset="-122"/>
              </a:rPr>
              <a:t>How to save weight information?</a:t>
            </a: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3775789" y="3110890"/>
          <a:ext cx="2431415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3775790" y="2786854"/>
          <a:ext cx="2431415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矩形 35"/>
          <p:cNvSpPr/>
          <p:nvPr/>
        </p:nvSpPr>
        <p:spPr>
          <a:xfrm>
            <a:off x="2473596" y="2785403"/>
            <a:ext cx="118300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element </a:t>
            </a:r>
            <a:r>
              <a:rPr lang="en-US" altLang="zh-CN" dirty="0" err="1">
                <a:latin typeface="Sitka Text" pitchFamily="2" charset="0"/>
              </a:rPr>
              <a:t>i</a:t>
            </a:r>
          </a:p>
        </p:txBody>
      </p:sp>
      <p:sp>
        <p:nvSpPr>
          <p:cNvPr id="37" name="矩形 36"/>
          <p:cNvSpPr/>
          <p:nvPr/>
        </p:nvSpPr>
        <p:spPr>
          <a:xfrm>
            <a:off x="3125121" y="3110890"/>
            <a:ext cx="5568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s[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]</a:t>
            </a:r>
          </a:p>
        </p:txBody>
      </p:sp>
      <p:graphicFrame>
        <p:nvGraphicFramePr>
          <p:cNvPr id="38" name="表格 37"/>
          <p:cNvGraphicFramePr>
            <a:graphicFrameLocks noGrp="1"/>
          </p:cNvGraphicFramePr>
          <p:nvPr/>
        </p:nvGraphicFramePr>
        <p:xfrm>
          <a:off x="3775788" y="3510192"/>
          <a:ext cx="2431415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矩形 38"/>
          <p:cNvSpPr/>
          <p:nvPr/>
        </p:nvSpPr>
        <p:spPr>
          <a:xfrm>
            <a:off x="2754697" y="3510192"/>
            <a:ext cx="91694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weight</a:t>
            </a:r>
          </a:p>
        </p:txBody>
      </p:sp>
      <p:sp>
        <p:nvSpPr>
          <p:cNvPr id="40" name="Text Box 17"/>
          <p:cNvSpPr txBox="1">
            <a:spLocks noChangeArrowheads="1"/>
          </p:cNvSpPr>
          <p:nvPr/>
        </p:nvSpPr>
        <p:spPr bwMode="auto">
          <a:xfrm>
            <a:off x="3188100" y="4365202"/>
            <a:ext cx="295910" cy="33718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1" name="Text Box 18"/>
          <p:cNvSpPr txBox="1">
            <a:spLocks noChangeArrowheads="1"/>
          </p:cNvSpPr>
          <p:nvPr/>
        </p:nvSpPr>
        <p:spPr bwMode="auto">
          <a:xfrm>
            <a:off x="5374087" y="4322339"/>
            <a:ext cx="295910" cy="33718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4250733" y="4344664"/>
            <a:ext cx="295910" cy="33718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3" name="Oval 11"/>
          <p:cNvSpPr>
            <a:spLocks noChangeArrowheads="1"/>
          </p:cNvSpPr>
          <p:nvPr/>
        </p:nvSpPr>
        <p:spPr bwMode="auto">
          <a:xfrm>
            <a:off x="3443563" y="4319630"/>
            <a:ext cx="257175" cy="252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Sitka Text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4" name="Oval 12"/>
          <p:cNvSpPr>
            <a:spLocks noChangeArrowheads="1"/>
          </p:cNvSpPr>
          <p:nvPr/>
        </p:nvSpPr>
        <p:spPr bwMode="auto">
          <a:xfrm>
            <a:off x="3615013" y="4833980"/>
            <a:ext cx="257175" cy="252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Sitka Text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5" name="Oval 13"/>
          <p:cNvSpPr>
            <a:spLocks noChangeArrowheads="1"/>
          </p:cNvSpPr>
          <p:nvPr/>
        </p:nvSpPr>
        <p:spPr bwMode="auto">
          <a:xfrm>
            <a:off x="4515126" y="4319630"/>
            <a:ext cx="257175" cy="252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6" name="Oval 14"/>
          <p:cNvSpPr>
            <a:spLocks noChangeArrowheads="1"/>
          </p:cNvSpPr>
          <p:nvPr/>
        </p:nvSpPr>
        <p:spPr bwMode="auto">
          <a:xfrm>
            <a:off x="5972450" y="4833980"/>
            <a:ext cx="257175" cy="252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Sitka Text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7" name="Oval 15"/>
          <p:cNvSpPr>
            <a:spLocks noChangeArrowheads="1"/>
          </p:cNvSpPr>
          <p:nvPr/>
        </p:nvSpPr>
        <p:spPr bwMode="auto">
          <a:xfrm>
            <a:off x="5415238" y="4833980"/>
            <a:ext cx="257175" cy="252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Sitka Text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8" name="Oval 16"/>
          <p:cNvSpPr>
            <a:spLocks noChangeArrowheads="1"/>
          </p:cNvSpPr>
          <p:nvPr/>
        </p:nvSpPr>
        <p:spPr bwMode="auto">
          <a:xfrm>
            <a:off x="5200925" y="5348330"/>
            <a:ext cx="257175" cy="252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Sitka Text" pitchFamily="2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49" name="Oval 17"/>
          <p:cNvSpPr>
            <a:spLocks noChangeArrowheads="1"/>
          </p:cNvSpPr>
          <p:nvPr/>
        </p:nvSpPr>
        <p:spPr bwMode="auto">
          <a:xfrm>
            <a:off x="5672413" y="4319630"/>
            <a:ext cx="257175" cy="252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Sitka Text" pitchFamily="2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50" name="Line 18"/>
          <p:cNvSpPr>
            <a:spLocks noChangeShapeType="1"/>
          </p:cNvSpPr>
          <p:nvPr/>
        </p:nvSpPr>
        <p:spPr bwMode="auto">
          <a:xfrm flipH="1" flipV="1">
            <a:off x="3604297" y="4572508"/>
            <a:ext cx="96440" cy="2614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51" name="Line 19"/>
          <p:cNvSpPr>
            <a:spLocks noChangeShapeType="1"/>
          </p:cNvSpPr>
          <p:nvPr/>
        </p:nvSpPr>
        <p:spPr bwMode="auto">
          <a:xfrm flipV="1">
            <a:off x="5586688" y="4572508"/>
            <a:ext cx="171450" cy="2614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52" name="Line 20"/>
          <p:cNvSpPr>
            <a:spLocks noChangeShapeType="1"/>
          </p:cNvSpPr>
          <p:nvPr/>
        </p:nvSpPr>
        <p:spPr bwMode="auto">
          <a:xfrm flipH="1" flipV="1">
            <a:off x="5843863" y="4563074"/>
            <a:ext cx="171450" cy="27090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53" name="Line 21"/>
          <p:cNvSpPr>
            <a:spLocks noChangeShapeType="1"/>
          </p:cNvSpPr>
          <p:nvPr/>
        </p:nvSpPr>
        <p:spPr bwMode="auto">
          <a:xfrm flipV="1">
            <a:off x="5372375" y="5086858"/>
            <a:ext cx="126002" cy="2614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54" name="Text Box 1028"/>
          <p:cNvSpPr txBox="1">
            <a:spLocks noChangeArrowheads="1"/>
          </p:cNvSpPr>
          <p:nvPr/>
        </p:nvSpPr>
        <p:spPr bwMode="auto">
          <a:xfrm>
            <a:off x="2161050" y="5451551"/>
            <a:ext cx="272224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Need more space!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643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Weighted Union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097521-753E-46D8-A292-3431C9FFEC87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7CBA45-EE91-4B40-94EB-53F20E51C007}" type="slidenum">
              <a:rPr lang="en-US" altLang="zh-CN" sz="790"/>
              <a:pPr/>
              <a:t>19</a:t>
            </a:fld>
            <a:endParaRPr lang="en-US" altLang="zh-CN" sz="790"/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035" y="1856740"/>
            <a:ext cx="7183120" cy="504190"/>
          </a:xfrm>
        </p:spPr>
        <p:txBody>
          <a:bodyPr>
            <a:noAutofit/>
          </a:bodyPr>
          <a:lstStyle/>
          <a:p>
            <a:r>
              <a:rPr lang="en-US" altLang="zh-CN" sz="2800" dirty="0">
                <a:ea typeface="宋体" panose="02010600030101010101" pitchFamily="2" charset="-122"/>
              </a:rPr>
              <a:t>Less space to save weight information.</a:t>
            </a: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3847544" y="3182645"/>
          <a:ext cx="2431415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-4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3847545" y="2858609"/>
          <a:ext cx="2431415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矩形 35"/>
          <p:cNvSpPr/>
          <p:nvPr/>
        </p:nvSpPr>
        <p:spPr>
          <a:xfrm>
            <a:off x="2473596" y="2857158"/>
            <a:ext cx="118300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element </a:t>
            </a:r>
            <a:r>
              <a:rPr lang="en-US" altLang="zh-CN" dirty="0" err="1">
                <a:latin typeface="Sitka Text" pitchFamily="2" charset="0"/>
              </a:rPr>
              <a:t>i</a:t>
            </a:r>
          </a:p>
        </p:txBody>
      </p:sp>
      <p:sp>
        <p:nvSpPr>
          <p:cNvPr id="37" name="矩形 36"/>
          <p:cNvSpPr/>
          <p:nvPr/>
        </p:nvSpPr>
        <p:spPr>
          <a:xfrm>
            <a:off x="3125121" y="3182645"/>
            <a:ext cx="5568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s[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]</a:t>
            </a:r>
          </a:p>
        </p:txBody>
      </p:sp>
      <p:sp>
        <p:nvSpPr>
          <p:cNvPr id="40" name="Text Box 17"/>
          <p:cNvSpPr txBox="1">
            <a:spLocks noChangeArrowheads="1"/>
          </p:cNvSpPr>
          <p:nvPr/>
        </p:nvSpPr>
        <p:spPr bwMode="auto">
          <a:xfrm>
            <a:off x="3188100" y="4436957"/>
            <a:ext cx="295910" cy="33718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1" name="Text Box 18"/>
          <p:cNvSpPr txBox="1">
            <a:spLocks noChangeArrowheads="1"/>
          </p:cNvSpPr>
          <p:nvPr/>
        </p:nvSpPr>
        <p:spPr bwMode="auto">
          <a:xfrm>
            <a:off x="5374087" y="4394094"/>
            <a:ext cx="295910" cy="33718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4250733" y="4416419"/>
            <a:ext cx="295910" cy="33718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3" name="Oval 11"/>
          <p:cNvSpPr>
            <a:spLocks noChangeArrowheads="1"/>
          </p:cNvSpPr>
          <p:nvPr/>
        </p:nvSpPr>
        <p:spPr bwMode="auto">
          <a:xfrm>
            <a:off x="3443563" y="4391385"/>
            <a:ext cx="257175" cy="252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Sitka Text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4" name="Oval 12"/>
          <p:cNvSpPr>
            <a:spLocks noChangeArrowheads="1"/>
          </p:cNvSpPr>
          <p:nvPr/>
        </p:nvSpPr>
        <p:spPr bwMode="auto">
          <a:xfrm>
            <a:off x="3615013" y="4905735"/>
            <a:ext cx="257175" cy="252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Sitka Text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5" name="Oval 13"/>
          <p:cNvSpPr>
            <a:spLocks noChangeArrowheads="1"/>
          </p:cNvSpPr>
          <p:nvPr/>
        </p:nvSpPr>
        <p:spPr bwMode="auto">
          <a:xfrm>
            <a:off x="4515126" y="4391385"/>
            <a:ext cx="257175" cy="252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6" name="Oval 14"/>
          <p:cNvSpPr>
            <a:spLocks noChangeArrowheads="1"/>
          </p:cNvSpPr>
          <p:nvPr/>
        </p:nvSpPr>
        <p:spPr bwMode="auto">
          <a:xfrm>
            <a:off x="5972450" y="4905735"/>
            <a:ext cx="257175" cy="252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Sitka Text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7" name="Oval 15"/>
          <p:cNvSpPr>
            <a:spLocks noChangeArrowheads="1"/>
          </p:cNvSpPr>
          <p:nvPr/>
        </p:nvSpPr>
        <p:spPr bwMode="auto">
          <a:xfrm>
            <a:off x="5415238" y="4905735"/>
            <a:ext cx="257175" cy="252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Sitka Text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8" name="Oval 16"/>
          <p:cNvSpPr>
            <a:spLocks noChangeArrowheads="1"/>
          </p:cNvSpPr>
          <p:nvPr/>
        </p:nvSpPr>
        <p:spPr bwMode="auto">
          <a:xfrm>
            <a:off x="5200925" y="5420085"/>
            <a:ext cx="257175" cy="252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Sitka Text" pitchFamily="2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49" name="Oval 17"/>
          <p:cNvSpPr>
            <a:spLocks noChangeArrowheads="1"/>
          </p:cNvSpPr>
          <p:nvPr/>
        </p:nvSpPr>
        <p:spPr bwMode="auto">
          <a:xfrm>
            <a:off x="5672413" y="4391385"/>
            <a:ext cx="257175" cy="252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Sitka Text" pitchFamily="2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50" name="Line 18"/>
          <p:cNvSpPr>
            <a:spLocks noChangeShapeType="1"/>
          </p:cNvSpPr>
          <p:nvPr/>
        </p:nvSpPr>
        <p:spPr bwMode="auto">
          <a:xfrm flipH="1" flipV="1">
            <a:off x="3604297" y="4644263"/>
            <a:ext cx="96440" cy="2614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51" name="Line 19"/>
          <p:cNvSpPr>
            <a:spLocks noChangeShapeType="1"/>
          </p:cNvSpPr>
          <p:nvPr/>
        </p:nvSpPr>
        <p:spPr bwMode="auto">
          <a:xfrm flipV="1">
            <a:off x="5586688" y="4644263"/>
            <a:ext cx="171450" cy="2614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52" name="Line 20"/>
          <p:cNvSpPr>
            <a:spLocks noChangeShapeType="1"/>
          </p:cNvSpPr>
          <p:nvPr/>
        </p:nvSpPr>
        <p:spPr bwMode="auto">
          <a:xfrm flipH="1" flipV="1">
            <a:off x="5843863" y="4634829"/>
            <a:ext cx="171450" cy="27090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  <p:sp>
        <p:nvSpPr>
          <p:cNvPr id="53" name="Line 21"/>
          <p:cNvSpPr>
            <a:spLocks noChangeShapeType="1"/>
          </p:cNvSpPr>
          <p:nvPr/>
        </p:nvSpPr>
        <p:spPr bwMode="auto">
          <a:xfrm flipV="1">
            <a:off x="5372375" y="5158613"/>
            <a:ext cx="126002" cy="2614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015" b="1">
              <a:latin typeface="Sitka Text" pitchFamily="2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8058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Analysis of Weighted Union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584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6B70CB-A731-4A2B-B41E-90C7C049B257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5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35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78A580-8A0E-4367-B57B-3A56234C8BB9}" type="slidenum">
              <a:rPr lang="en-US" altLang="zh-CN" sz="790"/>
              <a:pPr/>
              <a:t>20</a:t>
            </a:fld>
            <a:endParaRPr lang="en-US" altLang="zh-CN" sz="790"/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140" y="1555750"/>
            <a:ext cx="7861935" cy="1946275"/>
          </a:xfrm>
        </p:spPr>
        <p:txBody>
          <a:bodyPr/>
          <a:lstStyle/>
          <a:p>
            <a:r>
              <a:rPr lang="en-US" altLang="zh-CN" sz="1800" dirty="0">
                <a:ea typeface="宋体" panose="02010600030101010101" pitchFamily="2" charset="-122"/>
              </a:rPr>
              <a:t>With weighted union an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up-tree of height h</a:t>
            </a:r>
            <a:r>
              <a:rPr lang="en-US" altLang="zh-CN" sz="1800" dirty="0">
                <a:ea typeface="宋体" panose="02010600030101010101" pitchFamily="2" charset="-122"/>
              </a:rPr>
              <a:t> has weight at least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h</a:t>
            </a:r>
            <a:r>
              <a:rPr lang="en-US" altLang="zh-CN" sz="1800" dirty="0">
                <a:ea typeface="宋体" panose="02010600030101010101" pitchFamily="2" charset="-122"/>
              </a:rPr>
              <a:t>.</a:t>
            </a:r>
          </a:p>
          <a:p>
            <a:r>
              <a:rPr lang="en-US" altLang="zh-CN" sz="1800" dirty="0">
                <a:ea typeface="宋体" panose="02010600030101010101" pitchFamily="2" charset="-122"/>
              </a:rPr>
              <a:t>Proof by induction</a:t>
            </a:r>
          </a:p>
          <a:p>
            <a:pPr lvl="1"/>
            <a:r>
              <a:rPr lang="en-US" altLang="zh-CN" sz="1600" dirty="0">
                <a:ea typeface="宋体" panose="02010600030101010101" pitchFamily="2" charset="-122"/>
              </a:rPr>
              <a:t>Basis: h = 0. The up-tree has one node, 2</a:t>
            </a:r>
            <a:r>
              <a:rPr lang="en-US" altLang="zh-CN" sz="1600" baseline="30000" dirty="0">
                <a:ea typeface="宋体" panose="02010600030101010101" pitchFamily="2" charset="-122"/>
              </a:rPr>
              <a:t>0</a:t>
            </a:r>
            <a:r>
              <a:rPr lang="en-US" altLang="zh-CN" sz="1600" dirty="0">
                <a:ea typeface="宋体" panose="02010600030101010101" pitchFamily="2" charset="-122"/>
              </a:rPr>
              <a:t> = 1</a:t>
            </a:r>
          </a:p>
          <a:p>
            <a:pPr lvl="1"/>
            <a:r>
              <a:rPr lang="en-US" altLang="zh-CN" sz="1600" dirty="0">
                <a:ea typeface="宋体" panose="02010600030101010101" pitchFamily="2" charset="-122"/>
              </a:rPr>
              <a:t>Inductive step: Assume true for all h’ &lt; h.</a:t>
            </a:r>
          </a:p>
        </p:txBody>
      </p:sp>
      <p:sp>
        <p:nvSpPr>
          <p:cNvPr id="28" name="AutoShape 4"/>
          <p:cNvSpPr>
            <a:spLocks noChangeArrowheads="1"/>
          </p:cNvSpPr>
          <p:nvPr/>
        </p:nvSpPr>
        <p:spPr bwMode="auto">
          <a:xfrm>
            <a:off x="3686283" y="3694690"/>
            <a:ext cx="685800" cy="762929"/>
          </a:xfrm>
          <a:prstGeom prst="triangle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6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29" name="AutoShape 5"/>
          <p:cNvSpPr>
            <a:spLocks noChangeArrowheads="1"/>
          </p:cNvSpPr>
          <p:nvPr/>
        </p:nvSpPr>
        <p:spPr bwMode="auto">
          <a:xfrm>
            <a:off x="4429233" y="3808990"/>
            <a:ext cx="609600" cy="813088"/>
          </a:xfrm>
          <a:prstGeom prst="triangle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6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30" name="Line 6"/>
          <p:cNvSpPr>
            <a:spLocks noChangeShapeType="1"/>
          </p:cNvSpPr>
          <p:nvPr/>
        </p:nvSpPr>
        <p:spPr bwMode="auto">
          <a:xfrm flipH="1" flipV="1">
            <a:off x="4062695" y="3705026"/>
            <a:ext cx="634325" cy="10396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4943583" y="3999553"/>
            <a:ext cx="43815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h-1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057882" y="3808990"/>
            <a:ext cx="149362" cy="813087"/>
            <a:chOff x="4076844" y="4887307"/>
            <a:chExt cx="152400" cy="838200"/>
          </a:xfrm>
        </p:grpSpPr>
        <p:sp>
          <p:nvSpPr>
            <p:cNvPr id="32" name="Line 8"/>
            <p:cNvSpPr>
              <a:spLocks noChangeShapeType="1"/>
            </p:cNvSpPr>
            <p:nvPr/>
          </p:nvSpPr>
          <p:spPr bwMode="auto">
            <a:xfrm>
              <a:off x="4076844" y="4887307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  <p:sp>
          <p:nvSpPr>
            <p:cNvPr id="33" name="Line 9"/>
            <p:cNvSpPr>
              <a:spLocks noChangeShapeType="1"/>
            </p:cNvSpPr>
            <p:nvPr/>
          </p:nvSpPr>
          <p:spPr bwMode="auto">
            <a:xfrm>
              <a:off x="4153044" y="4887307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  <p:sp>
          <p:nvSpPr>
            <p:cNvPr id="34" name="Line 10"/>
            <p:cNvSpPr>
              <a:spLocks noChangeShapeType="1"/>
            </p:cNvSpPr>
            <p:nvPr/>
          </p:nvSpPr>
          <p:spPr bwMode="auto">
            <a:xfrm>
              <a:off x="4076844" y="5725507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  <p:sp>
          <p:nvSpPr>
            <p:cNvPr id="35" name="Line 11"/>
            <p:cNvSpPr>
              <a:spLocks noChangeShapeType="1"/>
            </p:cNvSpPr>
            <p:nvPr/>
          </p:nvSpPr>
          <p:spPr bwMode="auto">
            <a:xfrm flipV="1">
              <a:off x="4153044" y="5420707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</p:grpSp>
      <p:sp>
        <p:nvSpPr>
          <p:cNvPr id="36" name="Text Box 12"/>
          <p:cNvSpPr txBox="1">
            <a:spLocks noChangeArrowheads="1"/>
          </p:cNvSpPr>
          <p:nvPr/>
        </p:nvSpPr>
        <p:spPr bwMode="auto">
          <a:xfrm>
            <a:off x="683568" y="5157192"/>
            <a:ext cx="33843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Minimum weight up-tree of height h formed by weighted unions</a:t>
            </a:r>
          </a:p>
        </p:txBody>
      </p:sp>
      <p:sp>
        <p:nvSpPr>
          <p:cNvPr id="37" name="Text Box 13"/>
          <p:cNvSpPr txBox="1">
            <a:spLocks noChangeArrowheads="1"/>
          </p:cNvSpPr>
          <p:nvPr/>
        </p:nvSpPr>
        <p:spPr bwMode="auto">
          <a:xfrm>
            <a:off x="3881848" y="4060212"/>
            <a:ext cx="37020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T</a:t>
            </a:r>
            <a:r>
              <a:rPr lang="en-US" altLang="zh-CN" sz="1600" baseline="-25000" dirty="0">
                <a:latin typeface="Sitka Text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8" name="Text Box 14"/>
          <p:cNvSpPr txBox="1">
            <a:spLocks noChangeArrowheads="1"/>
          </p:cNvSpPr>
          <p:nvPr/>
        </p:nvSpPr>
        <p:spPr bwMode="auto">
          <a:xfrm>
            <a:off x="4597645" y="4200539"/>
            <a:ext cx="38544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T</a:t>
            </a:r>
            <a:r>
              <a:rPr lang="en-US" altLang="zh-CN" sz="1600" baseline="-25000" dirty="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9" name="Text Box 15"/>
          <p:cNvSpPr txBox="1">
            <a:spLocks noChangeArrowheads="1"/>
          </p:cNvSpPr>
          <p:nvPr/>
        </p:nvSpPr>
        <p:spPr bwMode="auto">
          <a:xfrm>
            <a:off x="3857733" y="3337185"/>
            <a:ext cx="3098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40" name="Text Box 16"/>
          <p:cNvSpPr txBox="1">
            <a:spLocks noChangeArrowheads="1"/>
          </p:cNvSpPr>
          <p:nvPr/>
        </p:nvSpPr>
        <p:spPr bwMode="auto">
          <a:xfrm>
            <a:off x="4841073" y="5067811"/>
            <a:ext cx="212661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W(T</a:t>
            </a:r>
            <a:r>
              <a:rPr lang="en-US" altLang="zh-CN" sz="1600" baseline="-25000">
                <a:latin typeface="Sitka Text" pitchFamily="2" charset="0"/>
                <a:ea typeface="宋体" panose="02010600030101010101" pitchFamily="2" charset="-122"/>
              </a:rPr>
              <a:t>1</a:t>
            </a:r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) </a:t>
            </a:r>
            <a:r>
              <a:rPr lang="en-US" altLang="zh-CN" sz="1600" u="sng">
                <a:latin typeface="Sitka Text" pitchFamily="2" charset="0"/>
                <a:ea typeface="宋体" panose="02010600030101010101" pitchFamily="2" charset="-122"/>
              </a:rPr>
              <a:t>&gt;</a:t>
            </a:r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 W(T</a:t>
            </a:r>
            <a:r>
              <a:rPr lang="en-US" altLang="zh-CN" sz="1600" baseline="-25000">
                <a:latin typeface="Sitka Text" pitchFamily="2" charset="0"/>
                <a:ea typeface="宋体" panose="02010600030101010101" pitchFamily="2" charset="-122"/>
              </a:rPr>
              <a:t>2</a:t>
            </a:r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) </a:t>
            </a:r>
            <a:r>
              <a:rPr lang="en-US" altLang="zh-CN" sz="1600" u="sng">
                <a:latin typeface="Sitka Text" pitchFamily="2" charset="0"/>
                <a:ea typeface="宋体" panose="02010600030101010101" pitchFamily="2" charset="-122"/>
              </a:rPr>
              <a:t>&gt;</a:t>
            </a:r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 2</a:t>
            </a:r>
            <a:r>
              <a:rPr lang="en-US" altLang="zh-CN" sz="1600" baseline="30000">
                <a:latin typeface="Sitka Text" pitchFamily="2" charset="0"/>
                <a:ea typeface="宋体" panose="02010600030101010101" pitchFamily="2" charset="-122"/>
              </a:rPr>
              <a:t>h-1</a:t>
            </a:r>
          </a:p>
        </p:txBody>
      </p:sp>
      <p:sp>
        <p:nvSpPr>
          <p:cNvPr id="41" name="Text Box 17"/>
          <p:cNvSpPr txBox="1">
            <a:spLocks noChangeArrowheads="1"/>
          </p:cNvSpPr>
          <p:nvPr/>
        </p:nvSpPr>
        <p:spPr bwMode="auto">
          <a:xfrm>
            <a:off x="5012523" y="5525011"/>
            <a:ext cx="9753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Weighted</a:t>
            </a:r>
            <a:br>
              <a:rPr lang="en-US" altLang="zh-CN" sz="1400">
                <a:latin typeface="Sitka Text" pitchFamily="2" charset="0"/>
                <a:ea typeface="宋体" panose="02010600030101010101" pitchFamily="2" charset="-122"/>
              </a:rPr>
            </a:br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union</a:t>
            </a:r>
          </a:p>
        </p:txBody>
      </p:sp>
      <p:sp>
        <p:nvSpPr>
          <p:cNvPr id="42" name="Text Box 18"/>
          <p:cNvSpPr txBox="1">
            <a:spLocks noChangeArrowheads="1"/>
          </p:cNvSpPr>
          <p:nvPr/>
        </p:nvSpPr>
        <p:spPr bwMode="auto">
          <a:xfrm>
            <a:off x="5926923" y="5467861"/>
            <a:ext cx="107886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Induction</a:t>
            </a:r>
            <a:br>
              <a:rPr lang="en-US" altLang="zh-CN" sz="1400">
                <a:latin typeface="Sitka Text" pitchFamily="2" charset="0"/>
                <a:ea typeface="宋体" panose="02010600030101010101" pitchFamily="2" charset="-122"/>
              </a:rPr>
            </a:br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hypothesis</a:t>
            </a:r>
          </a:p>
        </p:txBody>
      </p:sp>
      <p:sp>
        <p:nvSpPr>
          <p:cNvPr id="43" name="Line 19"/>
          <p:cNvSpPr>
            <a:spLocks noChangeShapeType="1"/>
          </p:cNvSpPr>
          <p:nvPr/>
        </p:nvSpPr>
        <p:spPr bwMode="auto">
          <a:xfrm flipV="1">
            <a:off x="5469723" y="5410711"/>
            <a:ext cx="571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flipH="1" flipV="1">
            <a:off x="6212673" y="5353561"/>
            <a:ext cx="571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45" name="Text Box 22"/>
          <p:cNvSpPr txBox="1">
            <a:spLocks noChangeArrowheads="1"/>
          </p:cNvSpPr>
          <p:nvPr/>
        </p:nvSpPr>
        <p:spPr bwMode="auto">
          <a:xfrm>
            <a:off x="4421459" y="4622078"/>
            <a:ext cx="147193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has </a:t>
            </a:r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 2</a:t>
            </a:r>
            <a:r>
              <a:rPr lang="en-US" altLang="zh-CN" sz="1400" baseline="300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h-1</a:t>
            </a:r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 nodes</a:t>
            </a:r>
          </a:p>
        </p:txBody>
      </p:sp>
      <p:sp>
        <p:nvSpPr>
          <p:cNvPr id="47" name="Text Box 26"/>
          <p:cNvSpPr txBox="1">
            <a:spLocks noChangeArrowheads="1"/>
          </p:cNvSpPr>
          <p:nvPr/>
        </p:nvSpPr>
        <p:spPr bwMode="auto">
          <a:xfrm>
            <a:off x="3629133" y="4454752"/>
            <a:ext cx="7118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even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bigger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8058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Analysis of Weighted Union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686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212DBD-1EA0-43E1-8E22-B299482F5ED7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C20D05-A1D2-455B-8B64-F96137CA0281}" type="slidenum">
              <a:rPr lang="en-US" altLang="zh-CN" sz="790"/>
              <a:pPr/>
              <a:t>21</a:t>
            </a:fld>
            <a:endParaRPr lang="en-US" altLang="zh-CN" sz="790"/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altLang="zh-CN" dirty="0">
                <a:ea typeface="宋体" panose="02010600030101010101" pitchFamily="2" charset="-122"/>
              </a:rPr>
              <a:t>Let T be an up-tree of weight n formed by weighted union.  Let h be its height.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N </a:t>
            </a:r>
            <a:r>
              <a:rPr lang="en-US" altLang="zh-CN" u="sng" dirty="0">
                <a:ea typeface="宋体" panose="02010600030101010101" pitchFamily="2" charset="-122"/>
              </a:rPr>
              <a:t>&gt;</a:t>
            </a:r>
            <a:r>
              <a:rPr lang="en-US" altLang="zh-CN" dirty="0">
                <a:ea typeface="宋体" panose="02010600030101010101" pitchFamily="2" charset="-122"/>
              </a:rPr>
              <a:t> 2</a:t>
            </a:r>
            <a:r>
              <a:rPr lang="en-US" altLang="zh-CN" baseline="30000" dirty="0">
                <a:ea typeface="宋体" panose="02010600030101010101" pitchFamily="2" charset="-122"/>
              </a:rPr>
              <a:t>h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log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N </a:t>
            </a:r>
            <a:r>
              <a:rPr lang="en-US" altLang="zh-CN" u="sng" dirty="0">
                <a:ea typeface="宋体" panose="02010600030101010101" pitchFamily="2" charset="-122"/>
              </a:rPr>
              <a:t>&gt;</a:t>
            </a:r>
            <a:r>
              <a:rPr lang="en-US" altLang="zh-CN" dirty="0">
                <a:ea typeface="宋体" panose="02010600030101010101" pitchFamily="2" charset="-122"/>
              </a:rPr>
              <a:t> h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Find(x) in tree T takes O(log N) time.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Can we do better?</a:t>
            </a:r>
          </a:p>
        </p:txBody>
      </p:sp>
      <p:sp>
        <p:nvSpPr>
          <p:cNvPr id="9" name="Freeform 6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8100473" y="5483919"/>
            <a:ext cx="648754" cy="754914"/>
          </a:xfrm>
          <a:custGeom>
            <a:avLst/>
            <a:gdLst>
              <a:gd name="T0" fmla="*/ 204 w 209"/>
              <a:gd name="T1" fmla="*/ 122 h 243"/>
              <a:gd name="T2" fmla="*/ 198 w 209"/>
              <a:gd name="T3" fmla="*/ 105 h 243"/>
              <a:gd name="T4" fmla="*/ 199 w 209"/>
              <a:gd name="T5" fmla="*/ 94 h 243"/>
              <a:gd name="T6" fmla="*/ 196 w 209"/>
              <a:gd name="T7" fmla="*/ 80 h 243"/>
              <a:gd name="T8" fmla="*/ 191 w 209"/>
              <a:gd name="T9" fmla="*/ 65 h 243"/>
              <a:gd name="T10" fmla="*/ 184 w 209"/>
              <a:gd name="T11" fmla="*/ 50 h 243"/>
              <a:gd name="T12" fmla="*/ 183 w 209"/>
              <a:gd name="T13" fmla="*/ 37 h 243"/>
              <a:gd name="T14" fmla="*/ 175 w 209"/>
              <a:gd name="T15" fmla="*/ 27 h 243"/>
              <a:gd name="T16" fmla="*/ 173 w 209"/>
              <a:gd name="T17" fmla="*/ 19 h 243"/>
              <a:gd name="T18" fmla="*/ 162 w 209"/>
              <a:gd name="T19" fmla="*/ 13 h 243"/>
              <a:gd name="T20" fmla="*/ 151 w 209"/>
              <a:gd name="T21" fmla="*/ 8 h 243"/>
              <a:gd name="T22" fmla="*/ 137 w 209"/>
              <a:gd name="T23" fmla="*/ 4 h 243"/>
              <a:gd name="T24" fmla="*/ 122 w 209"/>
              <a:gd name="T25" fmla="*/ 1 h 243"/>
              <a:gd name="T26" fmla="*/ 107 w 209"/>
              <a:gd name="T27" fmla="*/ 0 h 243"/>
              <a:gd name="T28" fmla="*/ 92 w 209"/>
              <a:gd name="T29" fmla="*/ 1 h 243"/>
              <a:gd name="T30" fmla="*/ 77 w 209"/>
              <a:gd name="T31" fmla="*/ 4 h 243"/>
              <a:gd name="T32" fmla="*/ 61 w 209"/>
              <a:gd name="T33" fmla="*/ 8 h 243"/>
              <a:gd name="T34" fmla="*/ 47 w 209"/>
              <a:gd name="T35" fmla="*/ 14 h 243"/>
              <a:gd name="T36" fmla="*/ 33 w 209"/>
              <a:gd name="T37" fmla="*/ 22 h 243"/>
              <a:gd name="T38" fmla="*/ 22 w 209"/>
              <a:gd name="T39" fmla="*/ 32 h 243"/>
              <a:gd name="T40" fmla="*/ 13 w 209"/>
              <a:gd name="T41" fmla="*/ 44 h 243"/>
              <a:gd name="T42" fmla="*/ 6 w 209"/>
              <a:gd name="T43" fmla="*/ 57 h 243"/>
              <a:gd name="T44" fmla="*/ 2 w 209"/>
              <a:gd name="T45" fmla="*/ 71 h 243"/>
              <a:gd name="T46" fmla="*/ 0 w 209"/>
              <a:gd name="T47" fmla="*/ 97 h 243"/>
              <a:gd name="T48" fmla="*/ 6 w 209"/>
              <a:gd name="T49" fmla="*/ 125 h 243"/>
              <a:gd name="T50" fmla="*/ 54 w 209"/>
              <a:gd name="T51" fmla="*/ 243 h 243"/>
              <a:gd name="T52" fmla="*/ 159 w 209"/>
              <a:gd name="T53" fmla="*/ 229 h 243"/>
              <a:gd name="T54" fmla="*/ 161 w 209"/>
              <a:gd name="T55" fmla="*/ 205 h 243"/>
              <a:gd name="T56" fmla="*/ 166 w 209"/>
              <a:gd name="T57" fmla="*/ 202 h 243"/>
              <a:gd name="T58" fmla="*/ 173 w 209"/>
              <a:gd name="T59" fmla="*/ 201 h 243"/>
              <a:gd name="T60" fmla="*/ 180 w 209"/>
              <a:gd name="T61" fmla="*/ 201 h 243"/>
              <a:gd name="T62" fmla="*/ 181 w 209"/>
              <a:gd name="T63" fmla="*/ 202 h 243"/>
              <a:gd name="T64" fmla="*/ 189 w 209"/>
              <a:gd name="T65" fmla="*/ 203 h 243"/>
              <a:gd name="T66" fmla="*/ 195 w 209"/>
              <a:gd name="T67" fmla="*/ 200 h 243"/>
              <a:gd name="T68" fmla="*/ 199 w 209"/>
              <a:gd name="T69" fmla="*/ 194 h 243"/>
              <a:gd name="T70" fmla="*/ 199 w 209"/>
              <a:gd name="T71" fmla="*/ 184 h 243"/>
              <a:gd name="T72" fmla="*/ 201 w 209"/>
              <a:gd name="T73" fmla="*/ 180 h 243"/>
              <a:gd name="T74" fmla="*/ 202 w 209"/>
              <a:gd name="T75" fmla="*/ 175 h 243"/>
              <a:gd name="T76" fmla="*/ 200 w 209"/>
              <a:gd name="T77" fmla="*/ 171 h 243"/>
              <a:gd name="T78" fmla="*/ 198 w 209"/>
              <a:gd name="T79" fmla="*/ 167 h 243"/>
              <a:gd name="T80" fmla="*/ 203 w 209"/>
              <a:gd name="T81" fmla="*/ 163 h 243"/>
              <a:gd name="T82" fmla="*/ 202 w 209"/>
              <a:gd name="T83" fmla="*/ 155 h 243"/>
              <a:gd name="T84" fmla="*/ 203 w 209"/>
              <a:gd name="T85" fmla="*/ 144 h 243"/>
              <a:gd name="T86" fmla="*/ 208 w 209"/>
              <a:gd name="T87" fmla="*/ 140 h 243"/>
              <a:gd name="T88" fmla="*/ 98 w 209"/>
              <a:gd name="T89" fmla="*/ 144 h 243"/>
              <a:gd name="T90" fmla="*/ 98 w 209"/>
              <a:gd name="T91" fmla="*/ 144 h 243"/>
              <a:gd name="T92" fmla="*/ 90 w 209"/>
              <a:gd name="T93" fmla="*/ 110 h 243"/>
              <a:gd name="T94" fmla="*/ 96 w 209"/>
              <a:gd name="T95" fmla="*/ 51 h 243"/>
              <a:gd name="T96" fmla="*/ 129 w 209"/>
              <a:gd name="T97" fmla="*/ 59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09" h="243">
                <a:moveTo>
                  <a:pt x="209" y="136"/>
                </a:moveTo>
                <a:cubicBezTo>
                  <a:pt x="208" y="132"/>
                  <a:pt x="208" y="132"/>
                  <a:pt x="208" y="132"/>
                </a:cubicBezTo>
                <a:cubicBezTo>
                  <a:pt x="206" y="127"/>
                  <a:pt x="206" y="127"/>
                  <a:pt x="206" y="127"/>
                </a:cubicBezTo>
                <a:cubicBezTo>
                  <a:pt x="204" y="122"/>
                  <a:pt x="204" y="122"/>
                  <a:pt x="204" y="122"/>
                </a:cubicBezTo>
                <a:cubicBezTo>
                  <a:pt x="203" y="118"/>
                  <a:pt x="203" y="118"/>
                  <a:pt x="203" y="118"/>
                </a:cubicBezTo>
                <a:cubicBezTo>
                  <a:pt x="201" y="113"/>
                  <a:pt x="201" y="113"/>
                  <a:pt x="201" y="113"/>
                </a:cubicBezTo>
                <a:cubicBezTo>
                  <a:pt x="199" y="109"/>
                  <a:pt x="199" y="109"/>
                  <a:pt x="199" y="109"/>
                </a:cubicBezTo>
                <a:cubicBezTo>
                  <a:pt x="198" y="105"/>
                  <a:pt x="198" y="105"/>
                  <a:pt x="198" y="105"/>
                </a:cubicBezTo>
                <a:cubicBezTo>
                  <a:pt x="197" y="100"/>
                  <a:pt x="197" y="100"/>
                  <a:pt x="197" y="100"/>
                </a:cubicBezTo>
                <a:cubicBezTo>
                  <a:pt x="197" y="98"/>
                  <a:pt x="197" y="98"/>
                  <a:pt x="197" y="98"/>
                </a:cubicBezTo>
                <a:cubicBezTo>
                  <a:pt x="198" y="96"/>
                  <a:pt x="198" y="96"/>
                  <a:pt x="198" y="96"/>
                </a:cubicBezTo>
                <a:cubicBezTo>
                  <a:pt x="199" y="94"/>
                  <a:pt x="199" y="94"/>
                  <a:pt x="199" y="94"/>
                </a:cubicBezTo>
                <a:cubicBezTo>
                  <a:pt x="199" y="92"/>
                  <a:pt x="199" y="92"/>
                  <a:pt x="199" y="92"/>
                </a:cubicBezTo>
                <a:cubicBezTo>
                  <a:pt x="198" y="88"/>
                  <a:pt x="198" y="88"/>
                  <a:pt x="198" y="88"/>
                </a:cubicBezTo>
                <a:cubicBezTo>
                  <a:pt x="197" y="84"/>
                  <a:pt x="197" y="84"/>
                  <a:pt x="197" y="84"/>
                </a:cubicBezTo>
                <a:cubicBezTo>
                  <a:pt x="196" y="80"/>
                  <a:pt x="196" y="80"/>
                  <a:pt x="196" y="80"/>
                </a:cubicBezTo>
                <a:cubicBezTo>
                  <a:pt x="195" y="77"/>
                  <a:pt x="195" y="77"/>
                  <a:pt x="195" y="77"/>
                </a:cubicBezTo>
                <a:cubicBezTo>
                  <a:pt x="194" y="73"/>
                  <a:pt x="194" y="73"/>
                  <a:pt x="194" y="73"/>
                </a:cubicBezTo>
                <a:cubicBezTo>
                  <a:pt x="193" y="69"/>
                  <a:pt x="193" y="69"/>
                  <a:pt x="193" y="69"/>
                </a:cubicBezTo>
                <a:cubicBezTo>
                  <a:pt x="191" y="65"/>
                  <a:pt x="191" y="65"/>
                  <a:pt x="191" y="65"/>
                </a:cubicBezTo>
                <a:cubicBezTo>
                  <a:pt x="190" y="61"/>
                  <a:pt x="190" y="61"/>
                  <a:pt x="190" y="61"/>
                </a:cubicBezTo>
                <a:cubicBezTo>
                  <a:pt x="188" y="58"/>
                  <a:pt x="188" y="58"/>
                  <a:pt x="188" y="58"/>
                </a:cubicBezTo>
                <a:cubicBezTo>
                  <a:pt x="186" y="54"/>
                  <a:pt x="186" y="54"/>
                  <a:pt x="186" y="54"/>
                </a:cubicBezTo>
                <a:cubicBezTo>
                  <a:pt x="184" y="50"/>
                  <a:pt x="184" y="50"/>
                  <a:pt x="184" y="50"/>
                </a:cubicBezTo>
                <a:cubicBezTo>
                  <a:pt x="190" y="47"/>
                  <a:pt x="190" y="47"/>
                  <a:pt x="190" y="47"/>
                </a:cubicBezTo>
                <a:cubicBezTo>
                  <a:pt x="188" y="44"/>
                  <a:pt x="188" y="44"/>
                  <a:pt x="188" y="44"/>
                </a:cubicBezTo>
                <a:cubicBezTo>
                  <a:pt x="186" y="41"/>
                  <a:pt x="186" y="41"/>
                  <a:pt x="186" y="41"/>
                </a:cubicBezTo>
                <a:cubicBezTo>
                  <a:pt x="183" y="37"/>
                  <a:pt x="183" y="37"/>
                  <a:pt x="183" y="37"/>
                </a:cubicBezTo>
                <a:cubicBezTo>
                  <a:pt x="181" y="34"/>
                  <a:pt x="181" y="34"/>
                  <a:pt x="181" y="34"/>
                </a:cubicBezTo>
                <a:cubicBezTo>
                  <a:pt x="179" y="32"/>
                  <a:pt x="179" y="32"/>
                  <a:pt x="179" y="32"/>
                </a:cubicBezTo>
                <a:cubicBezTo>
                  <a:pt x="177" y="30"/>
                  <a:pt x="177" y="30"/>
                  <a:pt x="177" y="30"/>
                </a:cubicBezTo>
                <a:cubicBezTo>
                  <a:pt x="175" y="27"/>
                  <a:pt x="175" y="27"/>
                  <a:pt x="175" y="27"/>
                </a:cubicBezTo>
                <a:cubicBezTo>
                  <a:pt x="173" y="25"/>
                  <a:pt x="173" y="25"/>
                  <a:pt x="173" y="25"/>
                </a:cubicBezTo>
                <a:cubicBezTo>
                  <a:pt x="170" y="23"/>
                  <a:pt x="170" y="23"/>
                  <a:pt x="170" y="23"/>
                </a:cubicBezTo>
                <a:cubicBezTo>
                  <a:pt x="175" y="21"/>
                  <a:pt x="175" y="21"/>
                  <a:pt x="175" y="21"/>
                </a:cubicBezTo>
                <a:cubicBezTo>
                  <a:pt x="173" y="19"/>
                  <a:pt x="173" y="19"/>
                  <a:pt x="173" y="19"/>
                </a:cubicBezTo>
                <a:cubicBezTo>
                  <a:pt x="170" y="18"/>
                  <a:pt x="170" y="18"/>
                  <a:pt x="170" y="18"/>
                </a:cubicBezTo>
                <a:cubicBezTo>
                  <a:pt x="168" y="16"/>
                  <a:pt x="168" y="16"/>
                  <a:pt x="168" y="16"/>
                </a:cubicBezTo>
                <a:cubicBezTo>
                  <a:pt x="165" y="14"/>
                  <a:pt x="165" y="14"/>
                  <a:pt x="165" y="14"/>
                </a:cubicBezTo>
                <a:cubicBezTo>
                  <a:pt x="162" y="13"/>
                  <a:pt x="162" y="13"/>
                  <a:pt x="162" y="13"/>
                </a:cubicBezTo>
                <a:cubicBezTo>
                  <a:pt x="159" y="12"/>
                  <a:pt x="159" y="12"/>
                  <a:pt x="159" y="12"/>
                </a:cubicBezTo>
                <a:cubicBezTo>
                  <a:pt x="157" y="10"/>
                  <a:pt x="157" y="10"/>
                  <a:pt x="157" y="10"/>
                </a:cubicBezTo>
                <a:cubicBezTo>
                  <a:pt x="154" y="9"/>
                  <a:pt x="154" y="9"/>
                  <a:pt x="154" y="9"/>
                </a:cubicBezTo>
                <a:cubicBezTo>
                  <a:pt x="151" y="8"/>
                  <a:pt x="151" y="8"/>
                  <a:pt x="151" y="8"/>
                </a:cubicBezTo>
                <a:cubicBezTo>
                  <a:pt x="148" y="7"/>
                  <a:pt x="148" y="7"/>
                  <a:pt x="148" y="7"/>
                </a:cubicBezTo>
                <a:cubicBezTo>
                  <a:pt x="144" y="6"/>
                  <a:pt x="144" y="6"/>
                  <a:pt x="144" y="6"/>
                </a:cubicBezTo>
                <a:cubicBezTo>
                  <a:pt x="140" y="5"/>
                  <a:pt x="140" y="5"/>
                  <a:pt x="140" y="5"/>
                </a:cubicBezTo>
                <a:cubicBezTo>
                  <a:pt x="137" y="4"/>
                  <a:pt x="137" y="4"/>
                  <a:pt x="137" y="4"/>
                </a:cubicBezTo>
                <a:cubicBezTo>
                  <a:pt x="133" y="3"/>
                  <a:pt x="133" y="3"/>
                  <a:pt x="133" y="3"/>
                </a:cubicBezTo>
                <a:cubicBezTo>
                  <a:pt x="129" y="2"/>
                  <a:pt x="129" y="2"/>
                  <a:pt x="129" y="2"/>
                </a:cubicBezTo>
                <a:cubicBezTo>
                  <a:pt x="126" y="2"/>
                  <a:pt x="126" y="2"/>
                  <a:pt x="126" y="2"/>
                </a:cubicBezTo>
                <a:cubicBezTo>
                  <a:pt x="122" y="1"/>
                  <a:pt x="122" y="1"/>
                  <a:pt x="122" y="1"/>
                </a:cubicBezTo>
                <a:cubicBezTo>
                  <a:pt x="118" y="1"/>
                  <a:pt x="118" y="1"/>
                  <a:pt x="118" y="1"/>
                </a:cubicBezTo>
                <a:cubicBezTo>
                  <a:pt x="114" y="1"/>
                  <a:pt x="114" y="1"/>
                  <a:pt x="114" y="1"/>
                </a:cubicBezTo>
                <a:cubicBezTo>
                  <a:pt x="111" y="0"/>
                  <a:pt x="111" y="0"/>
                  <a:pt x="111" y="0"/>
                </a:cubicBezTo>
                <a:cubicBezTo>
                  <a:pt x="107" y="0"/>
                  <a:pt x="107" y="0"/>
                  <a:pt x="107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99" y="1"/>
                  <a:pt x="99" y="1"/>
                  <a:pt x="99" y="1"/>
                </a:cubicBezTo>
                <a:cubicBezTo>
                  <a:pt x="96" y="1"/>
                  <a:pt x="96" y="1"/>
                  <a:pt x="96" y="1"/>
                </a:cubicBezTo>
                <a:cubicBezTo>
                  <a:pt x="92" y="1"/>
                  <a:pt x="92" y="1"/>
                  <a:pt x="92" y="1"/>
                </a:cubicBezTo>
                <a:cubicBezTo>
                  <a:pt x="88" y="2"/>
                  <a:pt x="88" y="2"/>
                  <a:pt x="88" y="2"/>
                </a:cubicBezTo>
                <a:cubicBezTo>
                  <a:pt x="84" y="2"/>
                  <a:pt x="84" y="2"/>
                  <a:pt x="84" y="2"/>
                </a:cubicBezTo>
                <a:cubicBezTo>
                  <a:pt x="81" y="3"/>
                  <a:pt x="81" y="3"/>
                  <a:pt x="81" y="3"/>
                </a:cubicBezTo>
                <a:cubicBezTo>
                  <a:pt x="77" y="4"/>
                  <a:pt x="77" y="4"/>
                  <a:pt x="77" y="4"/>
                </a:cubicBezTo>
                <a:cubicBezTo>
                  <a:pt x="73" y="4"/>
                  <a:pt x="73" y="4"/>
                  <a:pt x="73" y="4"/>
                </a:cubicBezTo>
                <a:cubicBezTo>
                  <a:pt x="69" y="6"/>
                  <a:pt x="69" y="6"/>
                  <a:pt x="69" y="6"/>
                </a:cubicBezTo>
                <a:cubicBezTo>
                  <a:pt x="65" y="7"/>
                  <a:pt x="65" y="7"/>
                  <a:pt x="65" y="7"/>
                </a:cubicBezTo>
                <a:cubicBezTo>
                  <a:pt x="61" y="8"/>
                  <a:pt x="61" y="8"/>
                  <a:pt x="61" y="8"/>
                </a:cubicBezTo>
                <a:cubicBezTo>
                  <a:pt x="58" y="9"/>
                  <a:pt x="58" y="9"/>
                  <a:pt x="58" y="9"/>
                </a:cubicBezTo>
                <a:cubicBezTo>
                  <a:pt x="54" y="11"/>
                  <a:pt x="54" y="11"/>
                  <a:pt x="54" y="11"/>
                </a:cubicBezTo>
                <a:cubicBezTo>
                  <a:pt x="50" y="12"/>
                  <a:pt x="50" y="12"/>
                  <a:pt x="50" y="12"/>
                </a:cubicBezTo>
                <a:cubicBezTo>
                  <a:pt x="47" y="14"/>
                  <a:pt x="47" y="14"/>
                  <a:pt x="47" y="14"/>
                </a:cubicBezTo>
                <a:cubicBezTo>
                  <a:pt x="43" y="16"/>
                  <a:pt x="43" y="16"/>
                  <a:pt x="43" y="16"/>
                </a:cubicBezTo>
                <a:cubicBezTo>
                  <a:pt x="40" y="18"/>
                  <a:pt x="40" y="18"/>
                  <a:pt x="40" y="18"/>
                </a:cubicBezTo>
                <a:cubicBezTo>
                  <a:pt x="37" y="20"/>
                  <a:pt x="37" y="20"/>
                  <a:pt x="37" y="20"/>
                </a:cubicBezTo>
                <a:cubicBezTo>
                  <a:pt x="33" y="22"/>
                  <a:pt x="33" y="22"/>
                  <a:pt x="33" y="22"/>
                </a:cubicBezTo>
                <a:cubicBezTo>
                  <a:pt x="30" y="25"/>
                  <a:pt x="30" y="25"/>
                  <a:pt x="30" y="25"/>
                </a:cubicBezTo>
                <a:cubicBezTo>
                  <a:pt x="28" y="27"/>
                  <a:pt x="28" y="27"/>
                  <a:pt x="28" y="27"/>
                </a:cubicBezTo>
                <a:cubicBezTo>
                  <a:pt x="25" y="30"/>
                  <a:pt x="25" y="30"/>
                  <a:pt x="25" y="30"/>
                </a:cubicBezTo>
                <a:cubicBezTo>
                  <a:pt x="22" y="32"/>
                  <a:pt x="22" y="32"/>
                  <a:pt x="22" y="32"/>
                </a:cubicBezTo>
                <a:cubicBezTo>
                  <a:pt x="20" y="35"/>
                  <a:pt x="20" y="35"/>
                  <a:pt x="20" y="35"/>
                </a:cubicBezTo>
                <a:cubicBezTo>
                  <a:pt x="18" y="38"/>
                  <a:pt x="18" y="38"/>
                  <a:pt x="18" y="38"/>
                </a:cubicBezTo>
                <a:cubicBezTo>
                  <a:pt x="15" y="41"/>
                  <a:pt x="15" y="41"/>
                  <a:pt x="15" y="41"/>
                </a:cubicBezTo>
                <a:cubicBezTo>
                  <a:pt x="13" y="44"/>
                  <a:pt x="13" y="44"/>
                  <a:pt x="13" y="44"/>
                </a:cubicBezTo>
                <a:cubicBezTo>
                  <a:pt x="11" y="47"/>
                  <a:pt x="11" y="47"/>
                  <a:pt x="11" y="47"/>
                </a:cubicBezTo>
                <a:cubicBezTo>
                  <a:pt x="10" y="50"/>
                  <a:pt x="10" y="50"/>
                  <a:pt x="10" y="50"/>
                </a:cubicBezTo>
                <a:cubicBezTo>
                  <a:pt x="8" y="54"/>
                  <a:pt x="8" y="54"/>
                  <a:pt x="8" y="54"/>
                </a:cubicBezTo>
                <a:cubicBezTo>
                  <a:pt x="6" y="57"/>
                  <a:pt x="6" y="57"/>
                  <a:pt x="6" y="57"/>
                </a:cubicBezTo>
                <a:cubicBezTo>
                  <a:pt x="5" y="61"/>
                  <a:pt x="5" y="61"/>
                  <a:pt x="5" y="61"/>
                </a:cubicBezTo>
                <a:cubicBezTo>
                  <a:pt x="4" y="64"/>
                  <a:pt x="4" y="64"/>
                  <a:pt x="4" y="64"/>
                </a:cubicBezTo>
                <a:cubicBezTo>
                  <a:pt x="3" y="68"/>
                  <a:pt x="3" y="68"/>
                  <a:pt x="3" y="68"/>
                </a:cubicBezTo>
                <a:cubicBezTo>
                  <a:pt x="2" y="71"/>
                  <a:pt x="2" y="71"/>
                  <a:pt x="2" y="71"/>
                </a:cubicBezTo>
                <a:cubicBezTo>
                  <a:pt x="1" y="75"/>
                  <a:pt x="1" y="75"/>
                  <a:pt x="1" y="75"/>
                </a:cubicBezTo>
                <a:cubicBezTo>
                  <a:pt x="0" y="82"/>
                  <a:pt x="0" y="82"/>
                  <a:pt x="0" y="82"/>
                </a:cubicBezTo>
                <a:cubicBezTo>
                  <a:pt x="0" y="89"/>
                  <a:pt x="0" y="89"/>
                  <a:pt x="0" y="89"/>
                </a:cubicBezTo>
                <a:cubicBezTo>
                  <a:pt x="0" y="97"/>
                  <a:pt x="0" y="97"/>
                  <a:pt x="0" y="97"/>
                </a:cubicBezTo>
                <a:cubicBezTo>
                  <a:pt x="1" y="104"/>
                  <a:pt x="1" y="104"/>
                  <a:pt x="1" y="104"/>
                </a:cubicBezTo>
                <a:cubicBezTo>
                  <a:pt x="2" y="111"/>
                  <a:pt x="2" y="111"/>
                  <a:pt x="2" y="111"/>
                </a:cubicBezTo>
                <a:cubicBezTo>
                  <a:pt x="4" y="118"/>
                  <a:pt x="4" y="118"/>
                  <a:pt x="4" y="118"/>
                </a:cubicBezTo>
                <a:cubicBezTo>
                  <a:pt x="6" y="125"/>
                  <a:pt x="6" y="125"/>
                  <a:pt x="6" y="125"/>
                </a:cubicBezTo>
                <a:cubicBezTo>
                  <a:pt x="24" y="155"/>
                  <a:pt x="24" y="155"/>
                  <a:pt x="24" y="155"/>
                </a:cubicBezTo>
                <a:cubicBezTo>
                  <a:pt x="55" y="186"/>
                  <a:pt x="54" y="218"/>
                  <a:pt x="54" y="218"/>
                </a:cubicBezTo>
                <a:cubicBezTo>
                  <a:pt x="54" y="224"/>
                  <a:pt x="54" y="224"/>
                  <a:pt x="54" y="224"/>
                </a:cubicBezTo>
                <a:cubicBezTo>
                  <a:pt x="54" y="243"/>
                  <a:pt x="54" y="243"/>
                  <a:pt x="54" y="243"/>
                </a:cubicBezTo>
                <a:cubicBezTo>
                  <a:pt x="159" y="243"/>
                  <a:pt x="159" y="243"/>
                  <a:pt x="159" y="243"/>
                </a:cubicBezTo>
                <a:cubicBezTo>
                  <a:pt x="159" y="241"/>
                  <a:pt x="159" y="241"/>
                  <a:pt x="159" y="241"/>
                </a:cubicBezTo>
                <a:cubicBezTo>
                  <a:pt x="159" y="235"/>
                  <a:pt x="159" y="235"/>
                  <a:pt x="159" y="235"/>
                </a:cubicBezTo>
                <a:cubicBezTo>
                  <a:pt x="159" y="229"/>
                  <a:pt x="159" y="229"/>
                  <a:pt x="159" y="229"/>
                </a:cubicBezTo>
                <a:cubicBezTo>
                  <a:pt x="160" y="215"/>
                  <a:pt x="160" y="215"/>
                  <a:pt x="160" y="215"/>
                </a:cubicBezTo>
                <a:cubicBezTo>
                  <a:pt x="160" y="208"/>
                  <a:pt x="160" y="208"/>
                  <a:pt x="160" y="208"/>
                </a:cubicBezTo>
                <a:cubicBezTo>
                  <a:pt x="161" y="207"/>
                  <a:pt x="161" y="207"/>
                  <a:pt x="161" y="207"/>
                </a:cubicBezTo>
                <a:cubicBezTo>
                  <a:pt x="161" y="205"/>
                  <a:pt x="161" y="205"/>
                  <a:pt x="161" y="205"/>
                </a:cubicBezTo>
                <a:cubicBezTo>
                  <a:pt x="162" y="204"/>
                  <a:pt x="162" y="204"/>
                  <a:pt x="162" y="204"/>
                </a:cubicBezTo>
                <a:cubicBezTo>
                  <a:pt x="163" y="203"/>
                  <a:pt x="163" y="203"/>
                  <a:pt x="163" y="203"/>
                </a:cubicBezTo>
                <a:cubicBezTo>
                  <a:pt x="164" y="202"/>
                  <a:pt x="164" y="202"/>
                  <a:pt x="164" y="202"/>
                </a:cubicBezTo>
                <a:cubicBezTo>
                  <a:pt x="166" y="202"/>
                  <a:pt x="166" y="202"/>
                  <a:pt x="166" y="202"/>
                </a:cubicBezTo>
                <a:cubicBezTo>
                  <a:pt x="167" y="201"/>
                  <a:pt x="167" y="201"/>
                  <a:pt x="167" y="201"/>
                </a:cubicBezTo>
                <a:cubicBezTo>
                  <a:pt x="169" y="201"/>
                  <a:pt x="169" y="201"/>
                  <a:pt x="169" y="201"/>
                </a:cubicBezTo>
                <a:cubicBezTo>
                  <a:pt x="171" y="201"/>
                  <a:pt x="171" y="201"/>
                  <a:pt x="171" y="201"/>
                </a:cubicBezTo>
                <a:cubicBezTo>
                  <a:pt x="173" y="201"/>
                  <a:pt x="173" y="201"/>
                  <a:pt x="173" y="201"/>
                </a:cubicBezTo>
                <a:cubicBezTo>
                  <a:pt x="174" y="201"/>
                  <a:pt x="174" y="201"/>
                  <a:pt x="174" y="201"/>
                </a:cubicBezTo>
                <a:cubicBezTo>
                  <a:pt x="176" y="201"/>
                  <a:pt x="176" y="201"/>
                  <a:pt x="176" y="201"/>
                </a:cubicBezTo>
                <a:cubicBezTo>
                  <a:pt x="178" y="201"/>
                  <a:pt x="178" y="201"/>
                  <a:pt x="178" y="201"/>
                </a:cubicBezTo>
                <a:cubicBezTo>
                  <a:pt x="180" y="201"/>
                  <a:pt x="180" y="201"/>
                  <a:pt x="180" y="201"/>
                </a:cubicBezTo>
                <a:cubicBezTo>
                  <a:pt x="182" y="202"/>
                  <a:pt x="182" y="202"/>
                  <a:pt x="182" y="202"/>
                </a:cubicBezTo>
                <a:cubicBezTo>
                  <a:pt x="184" y="202"/>
                  <a:pt x="184" y="202"/>
                  <a:pt x="184" y="202"/>
                </a:cubicBezTo>
                <a:cubicBezTo>
                  <a:pt x="186" y="202"/>
                  <a:pt x="186" y="202"/>
                  <a:pt x="186" y="202"/>
                </a:cubicBezTo>
                <a:cubicBezTo>
                  <a:pt x="181" y="202"/>
                  <a:pt x="181" y="202"/>
                  <a:pt x="181" y="202"/>
                </a:cubicBezTo>
                <a:cubicBezTo>
                  <a:pt x="183" y="202"/>
                  <a:pt x="183" y="202"/>
                  <a:pt x="183" y="202"/>
                </a:cubicBezTo>
                <a:cubicBezTo>
                  <a:pt x="185" y="203"/>
                  <a:pt x="185" y="203"/>
                  <a:pt x="185" y="203"/>
                </a:cubicBezTo>
                <a:cubicBezTo>
                  <a:pt x="188" y="203"/>
                  <a:pt x="188" y="203"/>
                  <a:pt x="188" y="203"/>
                </a:cubicBezTo>
                <a:cubicBezTo>
                  <a:pt x="189" y="203"/>
                  <a:pt x="189" y="203"/>
                  <a:pt x="189" y="203"/>
                </a:cubicBezTo>
                <a:cubicBezTo>
                  <a:pt x="191" y="202"/>
                  <a:pt x="191" y="202"/>
                  <a:pt x="191" y="202"/>
                </a:cubicBezTo>
                <a:cubicBezTo>
                  <a:pt x="192" y="202"/>
                  <a:pt x="192" y="202"/>
                  <a:pt x="192" y="202"/>
                </a:cubicBezTo>
                <a:cubicBezTo>
                  <a:pt x="194" y="201"/>
                  <a:pt x="194" y="201"/>
                  <a:pt x="194" y="201"/>
                </a:cubicBezTo>
                <a:cubicBezTo>
                  <a:pt x="195" y="200"/>
                  <a:pt x="195" y="200"/>
                  <a:pt x="195" y="200"/>
                </a:cubicBezTo>
                <a:cubicBezTo>
                  <a:pt x="197" y="199"/>
                  <a:pt x="197" y="199"/>
                  <a:pt x="197" y="199"/>
                </a:cubicBezTo>
                <a:cubicBezTo>
                  <a:pt x="198" y="198"/>
                  <a:pt x="198" y="198"/>
                  <a:pt x="198" y="198"/>
                </a:cubicBezTo>
                <a:cubicBezTo>
                  <a:pt x="198" y="196"/>
                  <a:pt x="198" y="196"/>
                  <a:pt x="198" y="196"/>
                </a:cubicBezTo>
                <a:cubicBezTo>
                  <a:pt x="199" y="194"/>
                  <a:pt x="199" y="194"/>
                  <a:pt x="199" y="194"/>
                </a:cubicBezTo>
                <a:cubicBezTo>
                  <a:pt x="199" y="191"/>
                  <a:pt x="199" y="191"/>
                  <a:pt x="199" y="191"/>
                </a:cubicBezTo>
                <a:cubicBezTo>
                  <a:pt x="198" y="188"/>
                  <a:pt x="198" y="188"/>
                  <a:pt x="198" y="188"/>
                </a:cubicBezTo>
                <a:cubicBezTo>
                  <a:pt x="198" y="185"/>
                  <a:pt x="198" y="185"/>
                  <a:pt x="198" y="185"/>
                </a:cubicBezTo>
                <a:cubicBezTo>
                  <a:pt x="199" y="184"/>
                  <a:pt x="199" y="184"/>
                  <a:pt x="199" y="184"/>
                </a:cubicBezTo>
                <a:cubicBezTo>
                  <a:pt x="199" y="183"/>
                  <a:pt x="199" y="183"/>
                  <a:pt x="199" y="183"/>
                </a:cubicBezTo>
                <a:cubicBezTo>
                  <a:pt x="200" y="182"/>
                  <a:pt x="200" y="182"/>
                  <a:pt x="200" y="182"/>
                </a:cubicBezTo>
                <a:cubicBezTo>
                  <a:pt x="200" y="181"/>
                  <a:pt x="200" y="181"/>
                  <a:pt x="200" y="181"/>
                </a:cubicBezTo>
                <a:cubicBezTo>
                  <a:pt x="201" y="180"/>
                  <a:pt x="201" y="180"/>
                  <a:pt x="201" y="180"/>
                </a:cubicBezTo>
                <a:cubicBezTo>
                  <a:pt x="202" y="179"/>
                  <a:pt x="202" y="179"/>
                  <a:pt x="202" y="179"/>
                </a:cubicBezTo>
                <a:cubicBezTo>
                  <a:pt x="202" y="178"/>
                  <a:pt x="202" y="178"/>
                  <a:pt x="202" y="178"/>
                </a:cubicBezTo>
                <a:cubicBezTo>
                  <a:pt x="202" y="177"/>
                  <a:pt x="202" y="177"/>
                  <a:pt x="202" y="177"/>
                </a:cubicBezTo>
                <a:cubicBezTo>
                  <a:pt x="202" y="175"/>
                  <a:pt x="202" y="175"/>
                  <a:pt x="202" y="175"/>
                </a:cubicBezTo>
                <a:cubicBezTo>
                  <a:pt x="202" y="174"/>
                  <a:pt x="202" y="174"/>
                  <a:pt x="202" y="174"/>
                </a:cubicBezTo>
                <a:cubicBezTo>
                  <a:pt x="202" y="173"/>
                  <a:pt x="202" y="173"/>
                  <a:pt x="202" y="173"/>
                </a:cubicBezTo>
                <a:cubicBezTo>
                  <a:pt x="201" y="172"/>
                  <a:pt x="201" y="172"/>
                  <a:pt x="201" y="172"/>
                </a:cubicBezTo>
                <a:cubicBezTo>
                  <a:pt x="200" y="171"/>
                  <a:pt x="200" y="171"/>
                  <a:pt x="200" y="171"/>
                </a:cubicBezTo>
                <a:cubicBezTo>
                  <a:pt x="199" y="169"/>
                  <a:pt x="199" y="169"/>
                  <a:pt x="199" y="169"/>
                </a:cubicBezTo>
                <a:cubicBezTo>
                  <a:pt x="198" y="169"/>
                  <a:pt x="198" y="169"/>
                  <a:pt x="198" y="169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98" y="167"/>
                  <a:pt x="198" y="167"/>
                  <a:pt x="198" y="167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1" y="165"/>
                  <a:pt x="201" y="165"/>
                  <a:pt x="201" y="165"/>
                </a:cubicBezTo>
                <a:cubicBezTo>
                  <a:pt x="202" y="164"/>
                  <a:pt x="202" y="164"/>
                  <a:pt x="202" y="164"/>
                </a:cubicBezTo>
                <a:cubicBezTo>
                  <a:pt x="203" y="163"/>
                  <a:pt x="203" y="163"/>
                  <a:pt x="203" y="163"/>
                </a:cubicBezTo>
                <a:cubicBezTo>
                  <a:pt x="203" y="162"/>
                  <a:pt x="203" y="162"/>
                  <a:pt x="203" y="162"/>
                </a:cubicBezTo>
                <a:cubicBezTo>
                  <a:pt x="204" y="161"/>
                  <a:pt x="204" y="161"/>
                  <a:pt x="204" y="161"/>
                </a:cubicBezTo>
                <a:cubicBezTo>
                  <a:pt x="203" y="160"/>
                  <a:pt x="203" y="160"/>
                  <a:pt x="203" y="160"/>
                </a:cubicBezTo>
                <a:cubicBezTo>
                  <a:pt x="202" y="155"/>
                  <a:pt x="202" y="155"/>
                  <a:pt x="202" y="155"/>
                </a:cubicBezTo>
                <a:cubicBezTo>
                  <a:pt x="201" y="152"/>
                  <a:pt x="201" y="152"/>
                  <a:pt x="201" y="152"/>
                </a:cubicBezTo>
                <a:cubicBezTo>
                  <a:pt x="201" y="148"/>
                  <a:pt x="201" y="148"/>
                  <a:pt x="201" y="148"/>
                </a:cubicBezTo>
                <a:cubicBezTo>
                  <a:pt x="201" y="145"/>
                  <a:pt x="201" y="145"/>
                  <a:pt x="201" y="145"/>
                </a:cubicBezTo>
                <a:cubicBezTo>
                  <a:pt x="203" y="144"/>
                  <a:pt x="203" y="144"/>
                  <a:pt x="203" y="144"/>
                </a:cubicBezTo>
                <a:cubicBezTo>
                  <a:pt x="204" y="143"/>
                  <a:pt x="204" y="143"/>
                  <a:pt x="204" y="143"/>
                </a:cubicBezTo>
                <a:cubicBezTo>
                  <a:pt x="206" y="142"/>
                  <a:pt x="206" y="142"/>
                  <a:pt x="206" y="142"/>
                </a:cubicBezTo>
                <a:cubicBezTo>
                  <a:pt x="207" y="141"/>
                  <a:pt x="207" y="141"/>
                  <a:pt x="207" y="141"/>
                </a:cubicBezTo>
                <a:cubicBezTo>
                  <a:pt x="208" y="140"/>
                  <a:pt x="208" y="140"/>
                  <a:pt x="208" y="140"/>
                </a:cubicBezTo>
                <a:cubicBezTo>
                  <a:pt x="209" y="139"/>
                  <a:pt x="209" y="139"/>
                  <a:pt x="209" y="139"/>
                </a:cubicBezTo>
                <a:cubicBezTo>
                  <a:pt x="209" y="138"/>
                  <a:pt x="209" y="138"/>
                  <a:pt x="209" y="138"/>
                </a:cubicBezTo>
                <a:lnTo>
                  <a:pt x="209" y="136"/>
                </a:lnTo>
                <a:close/>
                <a:moveTo>
                  <a:pt x="98" y="144"/>
                </a:moveTo>
                <a:cubicBezTo>
                  <a:pt x="91" y="144"/>
                  <a:pt x="86" y="139"/>
                  <a:pt x="86" y="132"/>
                </a:cubicBezTo>
                <a:cubicBezTo>
                  <a:pt x="86" y="125"/>
                  <a:pt x="91" y="120"/>
                  <a:pt x="98" y="120"/>
                </a:cubicBezTo>
                <a:cubicBezTo>
                  <a:pt x="105" y="120"/>
                  <a:pt x="110" y="125"/>
                  <a:pt x="110" y="132"/>
                </a:cubicBezTo>
                <a:cubicBezTo>
                  <a:pt x="110" y="139"/>
                  <a:pt x="105" y="144"/>
                  <a:pt x="98" y="144"/>
                </a:cubicBezTo>
                <a:close/>
                <a:moveTo>
                  <a:pt x="115" y="86"/>
                </a:moveTo>
                <a:cubicBezTo>
                  <a:pt x="109" y="93"/>
                  <a:pt x="107" y="99"/>
                  <a:pt x="107" y="107"/>
                </a:cubicBezTo>
                <a:cubicBezTo>
                  <a:pt x="107" y="110"/>
                  <a:pt x="107" y="110"/>
                  <a:pt x="107" y="110"/>
                </a:cubicBezTo>
                <a:cubicBezTo>
                  <a:pt x="90" y="110"/>
                  <a:pt x="90" y="110"/>
                  <a:pt x="90" y="110"/>
                </a:cubicBezTo>
                <a:cubicBezTo>
                  <a:pt x="90" y="106"/>
                  <a:pt x="90" y="106"/>
                  <a:pt x="90" y="106"/>
                </a:cubicBezTo>
                <a:cubicBezTo>
                  <a:pt x="89" y="98"/>
                  <a:pt x="92" y="89"/>
                  <a:pt x="99" y="81"/>
                </a:cubicBezTo>
                <a:cubicBezTo>
                  <a:pt x="105" y="74"/>
                  <a:pt x="109" y="68"/>
                  <a:pt x="109" y="62"/>
                </a:cubicBezTo>
                <a:cubicBezTo>
                  <a:pt x="109" y="56"/>
                  <a:pt x="105" y="51"/>
                  <a:pt x="96" y="51"/>
                </a:cubicBezTo>
                <a:cubicBezTo>
                  <a:pt x="91" y="51"/>
                  <a:pt x="85" y="53"/>
                  <a:pt x="81" y="56"/>
                </a:cubicBezTo>
                <a:cubicBezTo>
                  <a:pt x="76" y="42"/>
                  <a:pt x="76" y="42"/>
                  <a:pt x="76" y="42"/>
                </a:cubicBezTo>
                <a:cubicBezTo>
                  <a:pt x="82" y="38"/>
                  <a:pt x="90" y="36"/>
                  <a:pt x="100" y="36"/>
                </a:cubicBezTo>
                <a:cubicBezTo>
                  <a:pt x="120" y="36"/>
                  <a:pt x="129" y="47"/>
                  <a:pt x="129" y="59"/>
                </a:cubicBezTo>
                <a:cubicBezTo>
                  <a:pt x="129" y="71"/>
                  <a:pt x="122" y="78"/>
                  <a:pt x="115" y="86"/>
                </a:cubicBezTo>
                <a:close/>
              </a:path>
            </a:pathLst>
          </a:custGeom>
          <a:solidFill>
            <a:srgbClr val="1E7AB6">
              <a:alpha val="28000"/>
            </a:srgb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1E7AB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8058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23850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Worst Case for Weighted Union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7890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ABA6ED-830C-4422-819D-7D41B03D088C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789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3789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C893F1-29A1-4E23-BF77-6120C6703A87}" type="slidenum">
              <a:rPr lang="en-US" altLang="zh-CN" sz="790"/>
              <a:pPr/>
              <a:t>22</a:t>
            </a:fld>
            <a:endParaRPr lang="en-US" altLang="zh-CN" sz="790"/>
          </a:p>
        </p:txBody>
      </p:sp>
      <p:sp>
        <p:nvSpPr>
          <p:cNvPr id="59" name="Text Box 3"/>
          <p:cNvSpPr txBox="1">
            <a:spLocks noChangeArrowheads="1"/>
          </p:cNvSpPr>
          <p:nvPr/>
        </p:nvSpPr>
        <p:spPr bwMode="auto">
          <a:xfrm>
            <a:off x="1895475" y="1904365"/>
            <a:ext cx="3286125" cy="1995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N/2 Weighted Unions</a:t>
            </a:r>
          </a:p>
          <a:p>
            <a:endParaRPr lang="en-US" altLang="zh-CN" dirty="0">
              <a:latin typeface="Sitka Text" pitchFamily="2" charset="0"/>
              <a:ea typeface="宋体" panose="02010600030101010101" pitchFamily="2" charset="-122"/>
            </a:endParaRPr>
          </a:p>
          <a:p>
            <a:endParaRPr lang="en-US" altLang="zh-CN" dirty="0">
              <a:latin typeface="Sitka Text" pitchFamily="2" charset="0"/>
              <a:ea typeface="宋体" panose="02010600030101010101" pitchFamily="2" charset="-122"/>
            </a:endParaRPr>
          </a:p>
          <a:p>
            <a:endParaRPr lang="en-US" altLang="zh-CN" dirty="0">
              <a:latin typeface="Sitka Text" pitchFamily="2" charset="0"/>
              <a:ea typeface="宋体" panose="02010600030101010101" pitchFamily="2" charset="-122"/>
            </a:endParaRPr>
          </a:p>
          <a:p>
            <a:endParaRPr lang="en-US" altLang="zh-CN" dirty="0">
              <a:latin typeface="Sitka Text" pitchFamily="2" charset="0"/>
              <a:ea typeface="宋体" panose="02010600030101010101" pitchFamily="2" charset="-122"/>
            </a:endParaRPr>
          </a:p>
          <a:p>
            <a:endParaRPr lang="en-US" altLang="zh-CN" dirty="0">
              <a:latin typeface="Sitka Text" pitchFamily="2" charset="0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N/4 Weighted Unions</a:t>
            </a:r>
          </a:p>
        </p:txBody>
      </p:sp>
      <p:sp>
        <p:nvSpPr>
          <p:cNvPr id="60" name="Oval 4"/>
          <p:cNvSpPr>
            <a:spLocks noChangeArrowheads="1"/>
          </p:cNvSpPr>
          <p:nvPr/>
        </p:nvSpPr>
        <p:spPr bwMode="auto">
          <a:xfrm>
            <a:off x="2974349" y="2403645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61" name="Oval 5"/>
          <p:cNvSpPr>
            <a:spLocks noChangeArrowheads="1"/>
          </p:cNvSpPr>
          <p:nvPr/>
        </p:nvSpPr>
        <p:spPr bwMode="auto">
          <a:xfrm>
            <a:off x="2974349" y="2821429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62" name="Line 6"/>
          <p:cNvSpPr>
            <a:spLocks noChangeShapeType="1"/>
          </p:cNvSpPr>
          <p:nvPr/>
        </p:nvSpPr>
        <p:spPr bwMode="auto">
          <a:xfrm flipV="1">
            <a:off x="3088649" y="262910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3" name="Oval 7"/>
          <p:cNvSpPr>
            <a:spLocks noChangeArrowheads="1"/>
          </p:cNvSpPr>
          <p:nvPr/>
        </p:nvSpPr>
        <p:spPr bwMode="auto">
          <a:xfrm>
            <a:off x="3488699" y="2403645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64" name="Oval 8"/>
          <p:cNvSpPr>
            <a:spLocks noChangeArrowheads="1"/>
          </p:cNvSpPr>
          <p:nvPr/>
        </p:nvSpPr>
        <p:spPr bwMode="auto">
          <a:xfrm>
            <a:off x="3488699" y="2821429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65" name="Line 9"/>
          <p:cNvSpPr>
            <a:spLocks noChangeShapeType="1"/>
          </p:cNvSpPr>
          <p:nvPr/>
        </p:nvSpPr>
        <p:spPr bwMode="auto">
          <a:xfrm flipV="1">
            <a:off x="3602999" y="262910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6" name="Oval 10"/>
          <p:cNvSpPr>
            <a:spLocks noChangeArrowheads="1"/>
          </p:cNvSpPr>
          <p:nvPr/>
        </p:nvSpPr>
        <p:spPr bwMode="auto">
          <a:xfrm>
            <a:off x="3945899" y="2403645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67" name="Oval 11"/>
          <p:cNvSpPr>
            <a:spLocks noChangeArrowheads="1"/>
          </p:cNvSpPr>
          <p:nvPr/>
        </p:nvSpPr>
        <p:spPr bwMode="auto">
          <a:xfrm>
            <a:off x="3945899" y="2821429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68" name="Line 12"/>
          <p:cNvSpPr>
            <a:spLocks noChangeShapeType="1"/>
          </p:cNvSpPr>
          <p:nvPr/>
        </p:nvSpPr>
        <p:spPr bwMode="auto">
          <a:xfrm flipV="1">
            <a:off x="4060199" y="262910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9" name="Oval 13"/>
          <p:cNvSpPr>
            <a:spLocks noChangeArrowheads="1"/>
          </p:cNvSpPr>
          <p:nvPr/>
        </p:nvSpPr>
        <p:spPr bwMode="auto">
          <a:xfrm>
            <a:off x="4460249" y="2403645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70" name="Oval 14"/>
          <p:cNvSpPr>
            <a:spLocks noChangeArrowheads="1"/>
          </p:cNvSpPr>
          <p:nvPr/>
        </p:nvSpPr>
        <p:spPr bwMode="auto">
          <a:xfrm>
            <a:off x="4460249" y="2821429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71" name="Line 15"/>
          <p:cNvSpPr>
            <a:spLocks noChangeShapeType="1"/>
          </p:cNvSpPr>
          <p:nvPr/>
        </p:nvSpPr>
        <p:spPr bwMode="auto">
          <a:xfrm flipV="1">
            <a:off x="4574549" y="262910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2" name="Oval 16"/>
          <p:cNvSpPr>
            <a:spLocks noChangeArrowheads="1"/>
          </p:cNvSpPr>
          <p:nvPr/>
        </p:nvSpPr>
        <p:spPr bwMode="auto">
          <a:xfrm>
            <a:off x="4917449" y="2403645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73" name="Oval 17"/>
          <p:cNvSpPr>
            <a:spLocks noChangeArrowheads="1"/>
          </p:cNvSpPr>
          <p:nvPr/>
        </p:nvSpPr>
        <p:spPr bwMode="auto">
          <a:xfrm>
            <a:off x="4917449" y="2821429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74" name="Line 18"/>
          <p:cNvSpPr>
            <a:spLocks noChangeShapeType="1"/>
          </p:cNvSpPr>
          <p:nvPr/>
        </p:nvSpPr>
        <p:spPr bwMode="auto">
          <a:xfrm flipV="1">
            <a:off x="5031749" y="262910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5" name="Oval 19"/>
          <p:cNvSpPr>
            <a:spLocks noChangeArrowheads="1"/>
          </p:cNvSpPr>
          <p:nvPr/>
        </p:nvSpPr>
        <p:spPr bwMode="auto">
          <a:xfrm>
            <a:off x="5431798" y="2403645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76" name="Oval 20"/>
          <p:cNvSpPr>
            <a:spLocks noChangeArrowheads="1"/>
          </p:cNvSpPr>
          <p:nvPr/>
        </p:nvSpPr>
        <p:spPr bwMode="auto">
          <a:xfrm>
            <a:off x="5431798" y="2821429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77" name="Line 21"/>
          <p:cNvSpPr>
            <a:spLocks noChangeShapeType="1"/>
          </p:cNvSpPr>
          <p:nvPr/>
        </p:nvSpPr>
        <p:spPr bwMode="auto">
          <a:xfrm flipV="1">
            <a:off x="5546098" y="262910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8" name="Oval 22"/>
          <p:cNvSpPr>
            <a:spLocks noChangeArrowheads="1"/>
          </p:cNvSpPr>
          <p:nvPr/>
        </p:nvSpPr>
        <p:spPr bwMode="auto">
          <a:xfrm>
            <a:off x="5888998" y="2403645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79" name="Oval 23"/>
          <p:cNvSpPr>
            <a:spLocks noChangeArrowheads="1"/>
          </p:cNvSpPr>
          <p:nvPr/>
        </p:nvSpPr>
        <p:spPr bwMode="auto">
          <a:xfrm>
            <a:off x="5888998" y="2821429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80" name="Line 24"/>
          <p:cNvSpPr>
            <a:spLocks noChangeShapeType="1"/>
          </p:cNvSpPr>
          <p:nvPr/>
        </p:nvSpPr>
        <p:spPr bwMode="auto">
          <a:xfrm flipV="1">
            <a:off x="6003298" y="262910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1" name="Oval 25"/>
          <p:cNvSpPr>
            <a:spLocks noChangeArrowheads="1"/>
          </p:cNvSpPr>
          <p:nvPr/>
        </p:nvSpPr>
        <p:spPr bwMode="auto">
          <a:xfrm>
            <a:off x="6403348" y="2403645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82" name="Oval 26"/>
          <p:cNvSpPr>
            <a:spLocks noChangeArrowheads="1"/>
          </p:cNvSpPr>
          <p:nvPr/>
        </p:nvSpPr>
        <p:spPr bwMode="auto">
          <a:xfrm>
            <a:off x="6403348" y="2821429"/>
            <a:ext cx="228600" cy="22545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83" name="Line 27"/>
          <p:cNvSpPr>
            <a:spLocks noChangeShapeType="1"/>
          </p:cNvSpPr>
          <p:nvPr/>
        </p:nvSpPr>
        <p:spPr bwMode="auto">
          <a:xfrm flipV="1">
            <a:off x="6517648" y="262910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4" name="Oval 28"/>
          <p:cNvSpPr>
            <a:spLocks noChangeArrowheads="1"/>
          </p:cNvSpPr>
          <p:nvPr/>
        </p:nvSpPr>
        <p:spPr bwMode="auto">
          <a:xfrm>
            <a:off x="3031499" y="4264195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85" name="Oval 29"/>
          <p:cNvSpPr>
            <a:spLocks noChangeArrowheads="1"/>
          </p:cNvSpPr>
          <p:nvPr/>
        </p:nvSpPr>
        <p:spPr bwMode="auto">
          <a:xfrm>
            <a:off x="2802899" y="4650449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86" name="Line 30"/>
          <p:cNvSpPr>
            <a:spLocks noChangeShapeType="1"/>
          </p:cNvSpPr>
          <p:nvPr/>
        </p:nvSpPr>
        <p:spPr bwMode="auto">
          <a:xfrm flipV="1">
            <a:off x="2974349" y="4489651"/>
            <a:ext cx="171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7" name="Oval 31"/>
          <p:cNvSpPr>
            <a:spLocks noChangeArrowheads="1"/>
          </p:cNvSpPr>
          <p:nvPr/>
        </p:nvSpPr>
        <p:spPr bwMode="auto">
          <a:xfrm>
            <a:off x="3202949" y="4650449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88" name="Oval 32"/>
          <p:cNvSpPr>
            <a:spLocks noChangeArrowheads="1"/>
          </p:cNvSpPr>
          <p:nvPr/>
        </p:nvSpPr>
        <p:spPr bwMode="auto">
          <a:xfrm>
            <a:off x="3202949" y="5065411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89" name="Line 33"/>
          <p:cNvSpPr>
            <a:spLocks noChangeShapeType="1"/>
          </p:cNvSpPr>
          <p:nvPr/>
        </p:nvSpPr>
        <p:spPr bwMode="auto">
          <a:xfrm flipV="1">
            <a:off x="3317249" y="4875905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0" name="Line 34"/>
          <p:cNvSpPr>
            <a:spLocks noChangeShapeType="1"/>
          </p:cNvSpPr>
          <p:nvPr/>
        </p:nvSpPr>
        <p:spPr bwMode="auto">
          <a:xfrm flipH="1" flipV="1">
            <a:off x="3202949" y="4489651"/>
            <a:ext cx="1143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1" name="Oval 35"/>
          <p:cNvSpPr>
            <a:spLocks noChangeArrowheads="1"/>
          </p:cNvSpPr>
          <p:nvPr/>
        </p:nvSpPr>
        <p:spPr bwMode="auto">
          <a:xfrm>
            <a:off x="4003049" y="4264195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92" name="Oval 36"/>
          <p:cNvSpPr>
            <a:spLocks noChangeArrowheads="1"/>
          </p:cNvSpPr>
          <p:nvPr/>
        </p:nvSpPr>
        <p:spPr bwMode="auto">
          <a:xfrm>
            <a:off x="3774449" y="4650449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93" name="Line 37"/>
          <p:cNvSpPr>
            <a:spLocks noChangeShapeType="1"/>
          </p:cNvSpPr>
          <p:nvPr/>
        </p:nvSpPr>
        <p:spPr bwMode="auto">
          <a:xfrm flipV="1">
            <a:off x="3945899" y="4489651"/>
            <a:ext cx="171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4" name="Oval 38"/>
          <p:cNvSpPr>
            <a:spLocks noChangeArrowheads="1"/>
          </p:cNvSpPr>
          <p:nvPr/>
        </p:nvSpPr>
        <p:spPr bwMode="auto">
          <a:xfrm>
            <a:off x="4174499" y="4650449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95" name="Oval 39"/>
          <p:cNvSpPr>
            <a:spLocks noChangeArrowheads="1"/>
          </p:cNvSpPr>
          <p:nvPr/>
        </p:nvSpPr>
        <p:spPr bwMode="auto">
          <a:xfrm>
            <a:off x="4174499" y="5065411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96" name="Line 40"/>
          <p:cNvSpPr>
            <a:spLocks noChangeShapeType="1"/>
          </p:cNvSpPr>
          <p:nvPr/>
        </p:nvSpPr>
        <p:spPr bwMode="auto">
          <a:xfrm flipV="1">
            <a:off x="4288799" y="4875905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7" name="Line 41"/>
          <p:cNvSpPr>
            <a:spLocks noChangeShapeType="1"/>
          </p:cNvSpPr>
          <p:nvPr/>
        </p:nvSpPr>
        <p:spPr bwMode="auto">
          <a:xfrm flipH="1" flipV="1">
            <a:off x="4174499" y="4489651"/>
            <a:ext cx="1143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8" name="Oval 42"/>
          <p:cNvSpPr>
            <a:spLocks noChangeArrowheads="1"/>
          </p:cNvSpPr>
          <p:nvPr/>
        </p:nvSpPr>
        <p:spPr bwMode="auto">
          <a:xfrm>
            <a:off x="4974599" y="4264195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99" name="Oval 43"/>
          <p:cNvSpPr>
            <a:spLocks noChangeArrowheads="1"/>
          </p:cNvSpPr>
          <p:nvPr/>
        </p:nvSpPr>
        <p:spPr bwMode="auto">
          <a:xfrm>
            <a:off x="4745999" y="4650449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00" name="Line 44"/>
          <p:cNvSpPr>
            <a:spLocks noChangeShapeType="1"/>
          </p:cNvSpPr>
          <p:nvPr/>
        </p:nvSpPr>
        <p:spPr bwMode="auto">
          <a:xfrm flipV="1">
            <a:off x="4917449" y="4489651"/>
            <a:ext cx="171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1" name="Oval 45"/>
          <p:cNvSpPr>
            <a:spLocks noChangeArrowheads="1"/>
          </p:cNvSpPr>
          <p:nvPr/>
        </p:nvSpPr>
        <p:spPr bwMode="auto">
          <a:xfrm>
            <a:off x="5146049" y="4650449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02" name="Oval 46"/>
          <p:cNvSpPr>
            <a:spLocks noChangeArrowheads="1"/>
          </p:cNvSpPr>
          <p:nvPr/>
        </p:nvSpPr>
        <p:spPr bwMode="auto">
          <a:xfrm>
            <a:off x="5146049" y="5065411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03" name="Line 47"/>
          <p:cNvSpPr>
            <a:spLocks noChangeShapeType="1"/>
          </p:cNvSpPr>
          <p:nvPr/>
        </p:nvSpPr>
        <p:spPr bwMode="auto">
          <a:xfrm flipV="1">
            <a:off x="5260348" y="4875905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4" name="Line 48"/>
          <p:cNvSpPr>
            <a:spLocks noChangeShapeType="1"/>
          </p:cNvSpPr>
          <p:nvPr/>
        </p:nvSpPr>
        <p:spPr bwMode="auto">
          <a:xfrm flipH="1" flipV="1">
            <a:off x="5146049" y="4489651"/>
            <a:ext cx="1143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5" name="Oval 49"/>
          <p:cNvSpPr>
            <a:spLocks noChangeArrowheads="1"/>
          </p:cNvSpPr>
          <p:nvPr/>
        </p:nvSpPr>
        <p:spPr bwMode="auto">
          <a:xfrm>
            <a:off x="5946148" y="4264195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06" name="Oval 50"/>
          <p:cNvSpPr>
            <a:spLocks noChangeArrowheads="1"/>
          </p:cNvSpPr>
          <p:nvPr/>
        </p:nvSpPr>
        <p:spPr bwMode="auto">
          <a:xfrm>
            <a:off x="5717548" y="4650449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07" name="Line 51"/>
          <p:cNvSpPr>
            <a:spLocks noChangeShapeType="1"/>
          </p:cNvSpPr>
          <p:nvPr/>
        </p:nvSpPr>
        <p:spPr bwMode="auto">
          <a:xfrm flipV="1">
            <a:off x="5888998" y="4489651"/>
            <a:ext cx="171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8" name="Oval 52"/>
          <p:cNvSpPr>
            <a:spLocks noChangeArrowheads="1"/>
          </p:cNvSpPr>
          <p:nvPr/>
        </p:nvSpPr>
        <p:spPr bwMode="auto">
          <a:xfrm>
            <a:off x="6117598" y="4650449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09" name="Oval 53"/>
          <p:cNvSpPr>
            <a:spLocks noChangeArrowheads="1"/>
          </p:cNvSpPr>
          <p:nvPr/>
        </p:nvSpPr>
        <p:spPr bwMode="auto">
          <a:xfrm>
            <a:off x="6117598" y="5065411"/>
            <a:ext cx="228600" cy="2254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10" name="Line 54"/>
          <p:cNvSpPr>
            <a:spLocks noChangeShapeType="1"/>
          </p:cNvSpPr>
          <p:nvPr/>
        </p:nvSpPr>
        <p:spPr bwMode="auto">
          <a:xfrm flipV="1">
            <a:off x="6231898" y="4875905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11" name="Line 55"/>
          <p:cNvSpPr>
            <a:spLocks noChangeShapeType="1"/>
          </p:cNvSpPr>
          <p:nvPr/>
        </p:nvSpPr>
        <p:spPr bwMode="auto">
          <a:xfrm flipH="1" flipV="1">
            <a:off x="6117598" y="4489651"/>
            <a:ext cx="1143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0465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 of Worst Cast (cont’)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891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B51571-AFF8-4B8D-9248-79C1C7270B9C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891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3891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16EC48-1114-4FF8-8B73-01DFBA755911}" type="slidenum">
              <a:rPr lang="en-US" altLang="zh-CN" sz="790"/>
              <a:pPr/>
              <a:t>23</a:t>
            </a:fld>
            <a:endParaRPr lang="en-US" altLang="zh-CN" sz="790"/>
          </a:p>
        </p:txBody>
      </p:sp>
      <p:sp>
        <p:nvSpPr>
          <p:cNvPr id="38918" name="Text Box 3"/>
          <p:cNvSpPr txBox="1">
            <a:spLocks noChangeArrowheads="1"/>
          </p:cNvSpPr>
          <p:nvPr/>
        </p:nvSpPr>
        <p:spPr bwMode="auto">
          <a:xfrm>
            <a:off x="1621535" y="1771870"/>
            <a:ext cx="59055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After N -1 = N/2 + N/4 + …+ 1 Weighted Unions</a:t>
            </a:r>
          </a:p>
        </p:txBody>
      </p:sp>
      <p:sp>
        <p:nvSpPr>
          <p:cNvPr id="38952" name="Text Box 37"/>
          <p:cNvSpPr txBox="1">
            <a:spLocks noChangeArrowheads="1"/>
          </p:cNvSpPr>
          <p:nvPr/>
        </p:nvSpPr>
        <p:spPr bwMode="auto">
          <a:xfrm>
            <a:off x="467544" y="5229200"/>
            <a:ext cx="756084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If there are N = 2</a:t>
            </a:r>
            <a:r>
              <a:rPr lang="en-US" altLang="zh-CN" b="1" baseline="30000" dirty="0">
                <a:latin typeface="Sitka Text" pitchFamily="2" charset="0"/>
                <a:ea typeface="宋体" panose="02010600030101010101" pitchFamily="2" charset="-122"/>
              </a:rPr>
              <a:t>k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 nodes then the longest path from leaf to root has length k.</a:t>
            </a:r>
          </a:p>
        </p:txBody>
      </p:sp>
      <p:sp>
        <p:nvSpPr>
          <p:cNvPr id="46" name="Oval 4"/>
          <p:cNvSpPr>
            <a:spLocks noChangeArrowheads="1"/>
          </p:cNvSpPr>
          <p:nvPr/>
        </p:nvSpPr>
        <p:spPr bwMode="auto">
          <a:xfrm>
            <a:off x="2370455" y="2654300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47" name="Oval 5"/>
          <p:cNvSpPr>
            <a:spLocks noChangeArrowheads="1"/>
          </p:cNvSpPr>
          <p:nvPr/>
        </p:nvSpPr>
        <p:spPr bwMode="auto">
          <a:xfrm>
            <a:off x="2106930" y="3126105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48" name="Line 6"/>
          <p:cNvSpPr>
            <a:spLocks noChangeShapeType="1"/>
          </p:cNvSpPr>
          <p:nvPr/>
        </p:nvSpPr>
        <p:spPr bwMode="auto">
          <a:xfrm flipV="1">
            <a:off x="2304415" y="2890520"/>
            <a:ext cx="197485" cy="2355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9" name="Oval 7"/>
          <p:cNvSpPr>
            <a:spLocks noChangeArrowheads="1"/>
          </p:cNvSpPr>
          <p:nvPr/>
        </p:nvSpPr>
        <p:spPr bwMode="auto">
          <a:xfrm>
            <a:off x="2568575" y="3126105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50" name="Oval 8"/>
          <p:cNvSpPr>
            <a:spLocks noChangeArrowheads="1"/>
          </p:cNvSpPr>
          <p:nvPr/>
        </p:nvSpPr>
        <p:spPr bwMode="auto">
          <a:xfrm>
            <a:off x="2568575" y="3597910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51" name="Line 9"/>
          <p:cNvSpPr>
            <a:spLocks noChangeShapeType="1"/>
          </p:cNvSpPr>
          <p:nvPr/>
        </p:nvSpPr>
        <p:spPr bwMode="auto">
          <a:xfrm flipV="1">
            <a:off x="2700020" y="3361690"/>
            <a:ext cx="0" cy="2355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2" name="Line 10"/>
          <p:cNvSpPr>
            <a:spLocks noChangeShapeType="1"/>
          </p:cNvSpPr>
          <p:nvPr/>
        </p:nvSpPr>
        <p:spPr bwMode="auto">
          <a:xfrm flipH="1" flipV="1">
            <a:off x="2568575" y="2890520"/>
            <a:ext cx="132080" cy="2355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3" name="Oval 11"/>
          <p:cNvSpPr>
            <a:spLocks noChangeArrowheads="1"/>
          </p:cNvSpPr>
          <p:nvPr/>
        </p:nvSpPr>
        <p:spPr bwMode="auto">
          <a:xfrm>
            <a:off x="3293745" y="3126105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54" name="Oval 12"/>
          <p:cNvSpPr>
            <a:spLocks noChangeArrowheads="1"/>
          </p:cNvSpPr>
          <p:nvPr/>
        </p:nvSpPr>
        <p:spPr bwMode="auto">
          <a:xfrm>
            <a:off x="3029585" y="3597910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55" name="Line 13"/>
          <p:cNvSpPr>
            <a:spLocks noChangeShapeType="1"/>
          </p:cNvSpPr>
          <p:nvPr/>
        </p:nvSpPr>
        <p:spPr bwMode="auto">
          <a:xfrm flipV="1">
            <a:off x="3227705" y="3361690"/>
            <a:ext cx="197485" cy="2355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6" name="Oval 14"/>
          <p:cNvSpPr>
            <a:spLocks noChangeArrowheads="1"/>
          </p:cNvSpPr>
          <p:nvPr/>
        </p:nvSpPr>
        <p:spPr bwMode="auto">
          <a:xfrm>
            <a:off x="3491230" y="3597910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57" name="Oval 15"/>
          <p:cNvSpPr>
            <a:spLocks noChangeArrowheads="1"/>
          </p:cNvSpPr>
          <p:nvPr/>
        </p:nvSpPr>
        <p:spPr bwMode="auto">
          <a:xfrm>
            <a:off x="3491230" y="4069715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58" name="Line 16"/>
          <p:cNvSpPr>
            <a:spLocks noChangeShapeType="1"/>
          </p:cNvSpPr>
          <p:nvPr/>
        </p:nvSpPr>
        <p:spPr bwMode="auto">
          <a:xfrm flipV="1">
            <a:off x="3623310" y="3833495"/>
            <a:ext cx="0" cy="2355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9" name="Line 17"/>
          <p:cNvSpPr>
            <a:spLocks noChangeShapeType="1"/>
          </p:cNvSpPr>
          <p:nvPr/>
        </p:nvSpPr>
        <p:spPr bwMode="auto">
          <a:xfrm flipH="1" flipV="1">
            <a:off x="3491230" y="3361690"/>
            <a:ext cx="132080" cy="2355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0" name="Line 18"/>
          <p:cNvSpPr>
            <a:spLocks noChangeShapeType="1"/>
          </p:cNvSpPr>
          <p:nvPr/>
        </p:nvSpPr>
        <p:spPr bwMode="auto">
          <a:xfrm flipH="1" flipV="1">
            <a:off x="2634615" y="2811780"/>
            <a:ext cx="725170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1" name="Oval 19"/>
          <p:cNvSpPr>
            <a:spLocks noChangeArrowheads="1"/>
          </p:cNvSpPr>
          <p:nvPr/>
        </p:nvSpPr>
        <p:spPr bwMode="auto">
          <a:xfrm>
            <a:off x="4348480" y="3126105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62" name="Oval 20"/>
          <p:cNvSpPr>
            <a:spLocks noChangeArrowheads="1"/>
          </p:cNvSpPr>
          <p:nvPr/>
        </p:nvSpPr>
        <p:spPr bwMode="auto">
          <a:xfrm>
            <a:off x="4084320" y="3597910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63" name="Line 21"/>
          <p:cNvSpPr>
            <a:spLocks noChangeShapeType="1"/>
          </p:cNvSpPr>
          <p:nvPr/>
        </p:nvSpPr>
        <p:spPr bwMode="auto">
          <a:xfrm flipV="1">
            <a:off x="4282440" y="3361690"/>
            <a:ext cx="197485" cy="2355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4" name="Oval 22"/>
          <p:cNvSpPr>
            <a:spLocks noChangeArrowheads="1"/>
          </p:cNvSpPr>
          <p:nvPr/>
        </p:nvSpPr>
        <p:spPr bwMode="auto">
          <a:xfrm>
            <a:off x="4545965" y="3597910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65" name="Oval 23"/>
          <p:cNvSpPr>
            <a:spLocks noChangeArrowheads="1"/>
          </p:cNvSpPr>
          <p:nvPr/>
        </p:nvSpPr>
        <p:spPr bwMode="auto">
          <a:xfrm>
            <a:off x="4545965" y="4069715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66" name="Line 24"/>
          <p:cNvSpPr>
            <a:spLocks noChangeShapeType="1"/>
          </p:cNvSpPr>
          <p:nvPr/>
        </p:nvSpPr>
        <p:spPr bwMode="auto">
          <a:xfrm flipV="1">
            <a:off x="4678045" y="3833495"/>
            <a:ext cx="0" cy="2355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" name="Line 25"/>
          <p:cNvSpPr>
            <a:spLocks noChangeShapeType="1"/>
          </p:cNvSpPr>
          <p:nvPr/>
        </p:nvSpPr>
        <p:spPr bwMode="auto">
          <a:xfrm flipH="1" flipV="1">
            <a:off x="4545965" y="3361690"/>
            <a:ext cx="132080" cy="2355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8" name="Oval 26"/>
          <p:cNvSpPr>
            <a:spLocks noChangeArrowheads="1"/>
          </p:cNvSpPr>
          <p:nvPr/>
        </p:nvSpPr>
        <p:spPr bwMode="auto">
          <a:xfrm>
            <a:off x="5271135" y="3597910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69" name="Oval 27"/>
          <p:cNvSpPr>
            <a:spLocks noChangeArrowheads="1"/>
          </p:cNvSpPr>
          <p:nvPr/>
        </p:nvSpPr>
        <p:spPr bwMode="auto">
          <a:xfrm>
            <a:off x="5007610" y="4069715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70" name="Line 28"/>
          <p:cNvSpPr>
            <a:spLocks noChangeShapeType="1"/>
          </p:cNvSpPr>
          <p:nvPr/>
        </p:nvSpPr>
        <p:spPr bwMode="auto">
          <a:xfrm flipV="1">
            <a:off x="5205095" y="3833495"/>
            <a:ext cx="197485" cy="2355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1" name="Oval 29"/>
          <p:cNvSpPr>
            <a:spLocks noChangeArrowheads="1"/>
          </p:cNvSpPr>
          <p:nvPr/>
        </p:nvSpPr>
        <p:spPr bwMode="auto">
          <a:xfrm>
            <a:off x="5469255" y="4069715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72" name="Oval 30"/>
          <p:cNvSpPr>
            <a:spLocks noChangeArrowheads="1"/>
          </p:cNvSpPr>
          <p:nvPr/>
        </p:nvSpPr>
        <p:spPr bwMode="auto">
          <a:xfrm>
            <a:off x="5469255" y="4540885"/>
            <a:ext cx="263525" cy="23558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73" name="Line 31"/>
          <p:cNvSpPr>
            <a:spLocks noChangeShapeType="1"/>
          </p:cNvSpPr>
          <p:nvPr/>
        </p:nvSpPr>
        <p:spPr bwMode="auto">
          <a:xfrm flipV="1">
            <a:off x="5600700" y="4305300"/>
            <a:ext cx="0" cy="2355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4" name="Line 32"/>
          <p:cNvSpPr>
            <a:spLocks noChangeShapeType="1"/>
          </p:cNvSpPr>
          <p:nvPr/>
        </p:nvSpPr>
        <p:spPr bwMode="auto">
          <a:xfrm flipH="1" flipV="1">
            <a:off x="5469255" y="3833495"/>
            <a:ext cx="132080" cy="2355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5" name="Line 33"/>
          <p:cNvSpPr>
            <a:spLocks noChangeShapeType="1"/>
          </p:cNvSpPr>
          <p:nvPr/>
        </p:nvSpPr>
        <p:spPr bwMode="auto">
          <a:xfrm flipH="1" flipV="1">
            <a:off x="4612005" y="3283585"/>
            <a:ext cx="725170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6" name="Line 34"/>
          <p:cNvSpPr>
            <a:spLocks noChangeShapeType="1"/>
          </p:cNvSpPr>
          <p:nvPr/>
        </p:nvSpPr>
        <p:spPr bwMode="auto">
          <a:xfrm flipH="1" flipV="1">
            <a:off x="2634615" y="2733040"/>
            <a:ext cx="1779905" cy="393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7" name="Text Box 35"/>
          <p:cNvSpPr txBox="1">
            <a:spLocks noChangeArrowheads="1"/>
          </p:cNvSpPr>
          <p:nvPr/>
        </p:nvSpPr>
        <p:spPr bwMode="auto">
          <a:xfrm>
            <a:off x="6193790" y="4855845"/>
            <a:ext cx="76263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Find</a:t>
            </a:r>
          </a:p>
        </p:txBody>
      </p:sp>
      <p:sp>
        <p:nvSpPr>
          <p:cNvPr id="78" name="Line 36"/>
          <p:cNvSpPr>
            <a:spLocks noChangeShapeType="1"/>
          </p:cNvSpPr>
          <p:nvPr/>
        </p:nvSpPr>
        <p:spPr bwMode="auto">
          <a:xfrm flipH="1" flipV="1">
            <a:off x="5798820" y="4855210"/>
            <a:ext cx="395605" cy="2355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9" name="Line 38"/>
          <p:cNvSpPr>
            <a:spLocks noChangeShapeType="1"/>
          </p:cNvSpPr>
          <p:nvPr/>
        </p:nvSpPr>
        <p:spPr bwMode="auto">
          <a:xfrm>
            <a:off x="5996305" y="2418715"/>
            <a:ext cx="46164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0" name="Line 39"/>
          <p:cNvSpPr>
            <a:spLocks noChangeShapeType="1"/>
          </p:cNvSpPr>
          <p:nvPr/>
        </p:nvSpPr>
        <p:spPr bwMode="auto">
          <a:xfrm>
            <a:off x="5996305" y="4698365"/>
            <a:ext cx="46164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1" name="Line 40"/>
          <p:cNvSpPr>
            <a:spLocks noChangeShapeType="1"/>
          </p:cNvSpPr>
          <p:nvPr/>
        </p:nvSpPr>
        <p:spPr bwMode="auto">
          <a:xfrm>
            <a:off x="6194425" y="2418715"/>
            <a:ext cx="0" cy="942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2" name="Line 41"/>
          <p:cNvSpPr>
            <a:spLocks noChangeShapeType="1"/>
          </p:cNvSpPr>
          <p:nvPr/>
        </p:nvSpPr>
        <p:spPr bwMode="auto">
          <a:xfrm>
            <a:off x="6194425" y="3833495"/>
            <a:ext cx="0" cy="8648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3" name="Text Box 42"/>
          <p:cNvSpPr txBox="1">
            <a:spLocks noChangeArrowheads="1"/>
          </p:cNvSpPr>
          <p:nvPr/>
        </p:nvSpPr>
        <p:spPr bwMode="auto">
          <a:xfrm>
            <a:off x="5930265" y="3362325"/>
            <a:ext cx="772795" cy="322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log</a:t>
            </a:r>
            <a:r>
              <a:rPr lang="en-US" altLang="zh-CN" sz="1500" baseline="-25000" dirty="0">
                <a:latin typeface="Sitka Text" pitchFamily="2" charset="0"/>
                <a:ea typeface="宋体" panose="02010600030101010101" pitchFamily="2" charset="-122"/>
              </a:rPr>
              <a:t>2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0465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 alternative implementation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097521-753E-46D8-A292-3431C9FFEC87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7CBA45-EE91-4B40-94EB-53F20E51C007}" type="slidenum">
              <a:rPr lang="en-US" altLang="zh-CN" sz="790"/>
              <a:pPr/>
              <a:t>24</a:t>
            </a:fld>
            <a:endParaRPr lang="en-US" altLang="zh-CN" sz="790"/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614" y="1772546"/>
            <a:ext cx="4371975" cy="824210"/>
          </a:xfrm>
        </p:spPr>
        <p:txBody>
          <a:bodyPr>
            <a:noAutofit/>
          </a:bodyPr>
          <a:lstStyle/>
          <a:p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Union-by- height</a:t>
            </a: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3775789" y="2823870"/>
          <a:ext cx="2431415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3775790" y="2499834"/>
          <a:ext cx="2431415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矩形 35"/>
          <p:cNvSpPr/>
          <p:nvPr/>
        </p:nvSpPr>
        <p:spPr>
          <a:xfrm>
            <a:off x="2545351" y="2498383"/>
            <a:ext cx="118300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element </a:t>
            </a:r>
            <a:r>
              <a:rPr lang="en-US" altLang="zh-CN" dirty="0" err="1">
                <a:latin typeface="Sitka Text" pitchFamily="2" charset="0"/>
              </a:rPr>
              <a:t>i</a:t>
            </a:r>
          </a:p>
        </p:txBody>
      </p:sp>
      <p:sp>
        <p:nvSpPr>
          <p:cNvPr id="37" name="矩形 36"/>
          <p:cNvSpPr/>
          <p:nvPr/>
        </p:nvSpPr>
        <p:spPr>
          <a:xfrm>
            <a:off x="3196876" y="2823870"/>
            <a:ext cx="5568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s[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]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425065" y="4224655"/>
            <a:ext cx="4307205" cy="1878330"/>
            <a:chOff x="4908" y="7255"/>
            <a:chExt cx="4789" cy="2018"/>
          </a:xfrm>
        </p:grpSpPr>
        <p:sp>
          <p:nvSpPr>
            <p:cNvPr id="40" name="Text Box 17"/>
            <p:cNvSpPr txBox="1">
              <a:spLocks noChangeArrowheads="1"/>
            </p:cNvSpPr>
            <p:nvPr/>
          </p:nvSpPr>
          <p:spPr bwMode="auto">
            <a:xfrm>
              <a:off x="4908" y="7326"/>
              <a:ext cx="438" cy="36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1" name="Text Box 18"/>
            <p:cNvSpPr txBox="1">
              <a:spLocks noChangeArrowheads="1"/>
            </p:cNvSpPr>
            <p:nvPr/>
          </p:nvSpPr>
          <p:spPr bwMode="auto">
            <a:xfrm>
              <a:off x="8350" y="7259"/>
              <a:ext cx="438" cy="36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2" name="Text Box 19"/>
            <p:cNvSpPr txBox="1">
              <a:spLocks noChangeArrowheads="1"/>
            </p:cNvSpPr>
            <p:nvPr/>
          </p:nvSpPr>
          <p:spPr bwMode="auto">
            <a:xfrm>
              <a:off x="6581" y="7294"/>
              <a:ext cx="438" cy="36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3" name="Oval 11"/>
            <p:cNvSpPr>
              <a:spLocks noChangeArrowheads="1"/>
            </p:cNvSpPr>
            <p:nvPr/>
          </p:nvSpPr>
          <p:spPr bwMode="auto">
            <a:xfrm>
              <a:off x="5310" y="7255"/>
              <a:ext cx="405" cy="39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 b="1" dirty="0">
                  <a:latin typeface="Sitka Text" pitchFamily="2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4" name="Oval 12"/>
            <p:cNvSpPr>
              <a:spLocks noChangeArrowheads="1"/>
            </p:cNvSpPr>
            <p:nvPr/>
          </p:nvSpPr>
          <p:spPr bwMode="auto">
            <a:xfrm>
              <a:off x="5580" y="8065"/>
              <a:ext cx="405" cy="39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 b="1" dirty="0">
                  <a:latin typeface="Sitka Text" pitchFamily="2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5" name="Oval 13"/>
            <p:cNvSpPr>
              <a:spLocks noChangeArrowheads="1"/>
            </p:cNvSpPr>
            <p:nvPr/>
          </p:nvSpPr>
          <p:spPr bwMode="auto">
            <a:xfrm>
              <a:off x="6997" y="7255"/>
              <a:ext cx="405" cy="39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 b="1" dirty="0">
                  <a:latin typeface="Sitka Text" pitchFamily="2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6" name="Oval 14"/>
            <p:cNvSpPr>
              <a:spLocks noChangeArrowheads="1"/>
            </p:cNvSpPr>
            <p:nvPr/>
          </p:nvSpPr>
          <p:spPr bwMode="auto">
            <a:xfrm>
              <a:off x="9292" y="8065"/>
              <a:ext cx="405" cy="39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 b="1" dirty="0">
                  <a:latin typeface="Sitka Text" pitchFamily="2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7" name="Oval 15"/>
            <p:cNvSpPr>
              <a:spLocks noChangeArrowheads="1"/>
            </p:cNvSpPr>
            <p:nvPr/>
          </p:nvSpPr>
          <p:spPr bwMode="auto">
            <a:xfrm>
              <a:off x="8415" y="8065"/>
              <a:ext cx="405" cy="39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 b="1" dirty="0">
                  <a:latin typeface="Sitka Text" pitchFamily="2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8" name="Oval 16"/>
            <p:cNvSpPr>
              <a:spLocks noChangeArrowheads="1"/>
            </p:cNvSpPr>
            <p:nvPr/>
          </p:nvSpPr>
          <p:spPr bwMode="auto">
            <a:xfrm>
              <a:off x="8077" y="8875"/>
              <a:ext cx="405" cy="39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 b="1" dirty="0">
                  <a:latin typeface="Sitka Text" pitchFamily="2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9" name="Oval 17"/>
            <p:cNvSpPr>
              <a:spLocks noChangeArrowheads="1"/>
            </p:cNvSpPr>
            <p:nvPr/>
          </p:nvSpPr>
          <p:spPr bwMode="auto">
            <a:xfrm>
              <a:off x="8820" y="7255"/>
              <a:ext cx="405" cy="39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 b="1" dirty="0">
                  <a:latin typeface="Sitka Text" pitchFamily="2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50" name="Line 18"/>
            <p:cNvSpPr>
              <a:spLocks noChangeShapeType="1"/>
            </p:cNvSpPr>
            <p:nvPr/>
          </p:nvSpPr>
          <p:spPr bwMode="auto">
            <a:xfrm flipH="1" flipV="1">
              <a:off x="5563" y="7653"/>
              <a:ext cx="152" cy="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015" b="1">
                <a:latin typeface="Sitka Text" pitchFamily="2" charset="0"/>
              </a:endParaRPr>
            </a:p>
          </p:txBody>
        </p:sp>
        <p:sp>
          <p:nvSpPr>
            <p:cNvPr id="51" name="Line 19"/>
            <p:cNvSpPr>
              <a:spLocks noChangeShapeType="1"/>
            </p:cNvSpPr>
            <p:nvPr/>
          </p:nvSpPr>
          <p:spPr bwMode="auto">
            <a:xfrm flipV="1">
              <a:off x="8685" y="7653"/>
              <a:ext cx="270" cy="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015" b="1">
                <a:latin typeface="Sitka Text" pitchFamily="2" charset="0"/>
              </a:endParaRPr>
            </a:p>
          </p:txBody>
        </p:sp>
        <p:sp>
          <p:nvSpPr>
            <p:cNvPr id="52" name="Line 20"/>
            <p:cNvSpPr>
              <a:spLocks noChangeShapeType="1"/>
            </p:cNvSpPr>
            <p:nvPr/>
          </p:nvSpPr>
          <p:spPr bwMode="auto">
            <a:xfrm flipH="1" flipV="1">
              <a:off x="9090" y="7638"/>
              <a:ext cx="270" cy="4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015" b="1">
                <a:latin typeface="Sitka Text" pitchFamily="2" charset="0"/>
              </a:endParaRPr>
            </a:p>
          </p:txBody>
        </p:sp>
        <p:sp>
          <p:nvSpPr>
            <p:cNvPr id="53" name="Line 21"/>
            <p:cNvSpPr>
              <a:spLocks noChangeShapeType="1"/>
            </p:cNvSpPr>
            <p:nvPr/>
          </p:nvSpPr>
          <p:spPr bwMode="auto">
            <a:xfrm flipV="1">
              <a:off x="8347" y="8463"/>
              <a:ext cx="198" cy="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015" b="1">
                <a:latin typeface="Sitka Text" pitchFamily="2" charset="0"/>
              </a:endParaRPr>
            </a:p>
          </p:txBody>
        </p:sp>
      </p:grpSp>
      <p:sp>
        <p:nvSpPr>
          <p:cNvPr id="2" name="矩形标注 1"/>
          <p:cNvSpPr/>
          <p:nvPr/>
        </p:nvSpPr>
        <p:spPr>
          <a:xfrm>
            <a:off x="3237230" y="3444875"/>
            <a:ext cx="1638300" cy="351155"/>
          </a:xfrm>
          <a:prstGeom prst="wedgeRectCallout">
            <a:avLst>
              <a:gd name="adj1" fmla="val -6078"/>
              <a:gd name="adj2" fmla="val -14130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Sitka Text" pitchFamily="2" charset="0"/>
              </a:rPr>
              <a:t>- height - 1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5815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Union-by- height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993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399773-D52C-48BD-B9FD-E52CEEC56BFE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993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3994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A6EF1F9-25CC-44E1-A1B1-067111909AC9}" type="slidenum">
              <a:rPr lang="en-US" altLang="zh-CN" sz="790"/>
              <a:pPr/>
              <a:t>25</a:t>
            </a:fld>
            <a:endParaRPr lang="en-US" altLang="zh-CN" sz="790"/>
          </a:p>
        </p:txBody>
      </p:sp>
      <p:sp>
        <p:nvSpPr>
          <p:cNvPr id="2" name="矩形 1"/>
          <p:cNvSpPr/>
          <p:nvPr/>
        </p:nvSpPr>
        <p:spPr>
          <a:xfrm>
            <a:off x="467995" y="1484630"/>
            <a:ext cx="8087360" cy="4799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/**</a:t>
            </a:r>
          </a:p>
          <a:p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 * Union two disjoint sets.</a:t>
            </a:r>
          </a:p>
          <a:p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 * For simplicity, we assume root1 and root2 </a:t>
            </a:r>
          </a:p>
          <a:p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 * are distinct and represent set names.</a:t>
            </a:r>
          </a:p>
          <a:p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 * root1 is the root of set 1.</a:t>
            </a:r>
          </a:p>
          <a:p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 * root2 is the root of set 2.</a:t>
            </a:r>
          </a:p>
          <a:p>
            <a:r>
              <a:rPr lang="zh-CN" altLang="en-US" dirty="0">
                <a:solidFill>
                  <a:srgbClr val="008000"/>
                </a:solidFill>
                <a:latin typeface="Sitka Text" pitchFamily="2" charset="0"/>
              </a:rPr>
              <a:t>*</a:t>
            </a:r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/</a:t>
            </a:r>
          </a:p>
          <a:p>
            <a:r>
              <a:rPr lang="en-US" altLang="zh-CN" dirty="0">
                <a:latin typeface="Sitka Text" pitchFamily="2" charset="0"/>
              </a:rPr>
              <a:t>void </a:t>
            </a:r>
            <a:r>
              <a:rPr lang="en-US" altLang="zh-CN" dirty="0" err="1">
                <a:latin typeface="Sitka Text" pitchFamily="2" charset="0"/>
              </a:rPr>
              <a:t>DisjSets</a:t>
            </a:r>
            <a:r>
              <a:rPr lang="en-US" altLang="zh-CN" dirty="0">
                <a:latin typeface="Sitka Text" pitchFamily="2" charset="0"/>
              </a:rPr>
              <a:t>::</a:t>
            </a:r>
            <a:r>
              <a:rPr lang="en-US" altLang="zh-CN" dirty="0" err="1">
                <a:latin typeface="Sitka Text" pitchFamily="2" charset="0"/>
              </a:rPr>
              <a:t>unionSets</a:t>
            </a:r>
            <a:r>
              <a:rPr lang="en-US" altLang="zh-CN" dirty="0">
                <a:latin typeface="Sitka Text" pitchFamily="2" charset="0"/>
              </a:rPr>
              <a:t>(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root1,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root2 )</a:t>
            </a:r>
          </a:p>
          <a:p>
            <a:r>
              <a:rPr lang="en-US" altLang="zh-CN" dirty="0">
                <a:latin typeface="Sitka Text" pitchFamily="2" charset="0"/>
              </a:rPr>
              <a:t>{</a:t>
            </a:r>
          </a:p>
          <a:p>
            <a:r>
              <a:rPr lang="nl-NL" altLang="zh-CN" dirty="0">
                <a:latin typeface="Sitka Text" pitchFamily="2" charset="0"/>
              </a:rPr>
              <a:t>    if( s[ root2 ] &lt; s[ root1 ] ) </a:t>
            </a:r>
            <a:r>
              <a:rPr lang="nl-NL" altLang="zh-CN" dirty="0">
                <a:solidFill>
                  <a:srgbClr val="008000"/>
                </a:solidFill>
                <a:latin typeface="Sitka Text" pitchFamily="2" charset="0"/>
              </a:rPr>
              <a:t>// root2 is deeper</a:t>
            </a:r>
          </a:p>
          <a:p>
            <a:r>
              <a:rPr lang="en-US" altLang="zh-CN" dirty="0">
                <a:latin typeface="Sitka Text" pitchFamily="2" charset="0"/>
              </a:rPr>
              <a:t>        s[ root1 ] = root2; </a:t>
            </a:r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// Make root2 new root</a:t>
            </a:r>
          </a:p>
          <a:p>
            <a:r>
              <a:rPr lang="en-US" altLang="zh-CN" dirty="0">
                <a:latin typeface="Sitka Text" pitchFamily="2" charset="0"/>
              </a:rPr>
              <a:t>    else {</a:t>
            </a:r>
          </a:p>
          <a:p>
            <a:r>
              <a:rPr lang="en-US" altLang="zh-CN" dirty="0">
                <a:latin typeface="Sitka Text" pitchFamily="2" charset="0"/>
              </a:rPr>
              <a:t>        if( s[ root1 ] == s[ root2 ] )</a:t>
            </a:r>
          </a:p>
          <a:p>
            <a:r>
              <a:rPr lang="en-US" altLang="zh-CN" dirty="0">
                <a:latin typeface="Sitka Text" pitchFamily="2" charset="0"/>
              </a:rPr>
              <a:t>        </a:t>
            </a:r>
            <a:r>
              <a:rPr lang="en-US" altLang="zh-CN" dirty="0">
                <a:solidFill>
                  <a:srgbClr val="FF0000"/>
                </a:solidFill>
                <a:latin typeface="Sitka Text" pitchFamily="2" charset="0"/>
              </a:rPr>
              <a:t>--s[ root1 ]; </a:t>
            </a:r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// Update height if same, NOTE height is negative</a:t>
            </a:r>
          </a:p>
          <a:p>
            <a:r>
              <a:rPr lang="en-US" altLang="zh-CN" dirty="0">
                <a:latin typeface="Sitka Text" pitchFamily="2" charset="0"/>
              </a:rPr>
              <a:t>        s[ root2 ] = root1; </a:t>
            </a:r>
            <a:r>
              <a:rPr lang="en-US" altLang="zh-CN" dirty="0">
                <a:solidFill>
                  <a:srgbClr val="008000"/>
                </a:solidFill>
                <a:latin typeface="Sitka Text" pitchFamily="2" charset="0"/>
              </a:rPr>
              <a:t>// Make root1 new root</a:t>
            </a:r>
          </a:p>
          <a:p>
            <a:r>
              <a:rPr lang="en-US" altLang="zh-CN" dirty="0">
                <a:latin typeface="Sitka Text" pitchFamily="2" charset="0"/>
              </a:rPr>
              <a:t>    }</a:t>
            </a:r>
          </a:p>
          <a:p>
            <a:r>
              <a:rPr lang="en-US" altLang="zh-CN" dirty="0">
                <a:latin typeface="Sitka Text" pitchFamily="2" charset="0"/>
              </a:rPr>
              <a:t>}</a:t>
            </a:r>
          </a:p>
        </p:txBody>
      </p:sp>
      <p:grpSp>
        <p:nvGrpSpPr>
          <p:cNvPr id="122" name="Group 115"/>
          <p:cNvGrpSpPr/>
          <p:nvPr/>
        </p:nvGrpSpPr>
        <p:grpSpPr>
          <a:xfrm>
            <a:off x="7807325" y="537464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8006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3350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Path Compression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6498DF9-DE33-475F-A524-F15919119DC1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AF5901-E8B0-4C50-96D7-DBCC52268E82}" type="slidenum">
              <a:rPr lang="en-US" altLang="zh-CN" sz="790"/>
              <a:pPr/>
              <a:t>26</a:t>
            </a:fld>
            <a:endParaRPr lang="en-US" altLang="zh-CN" sz="790"/>
          </a:p>
        </p:txBody>
      </p:sp>
      <p:sp>
        <p:nvSpPr>
          <p:cNvPr id="41990" name="Rectangle 1055"/>
          <p:cNvSpPr>
            <a:spLocks noGrp="1" noChangeArrowheads="1"/>
          </p:cNvSpPr>
          <p:nvPr>
            <p:ph type="body" idx="1"/>
          </p:nvPr>
        </p:nvSpPr>
        <p:spPr>
          <a:xfrm>
            <a:off x="672465" y="1736090"/>
            <a:ext cx="8130540" cy="97218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On a Find operation point all the nodes on the search path directly to the root.</a:t>
            </a:r>
          </a:p>
        </p:txBody>
      </p:sp>
      <p:sp>
        <p:nvSpPr>
          <p:cNvPr id="41991" name="Oval 1028"/>
          <p:cNvSpPr>
            <a:spLocks noChangeArrowheads="1"/>
          </p:cNvSpPr>
          <p:nvPr/>
        </p:nvSpPr>
        <p:spPr bwMode="auto">
          <a:xfrm>
            <a:off x="975360" y="3014345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1992" name="Oval 1029"/>
          <p:cNvSpPr>
            <a:spLocks noChangeArrowheads="1"/>
          </p:cNvSpPr>
          <p:nvPr/>
        </p:nvSpPr>
        <p:spPr bwMode="auto">
          <a:xfrm>
            <a:off x="1233805" y="3892550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1993" name="Oval 1030"/>
          <p:cNvSpPr>
            <a:spLocks noChangeArrowheads="1"/>
          </p:cNvSpPr>
          <p:nvPr/>
        </p:nvSpPr>
        <p:spPr bwMode="auto">
          <a:xfrm>
            <a:off x="1621790" y="5575935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1994" name="Oval 1031"/>
          <p:cNvSpPr>
            <a:spLocks noChangeArrowheads="1"/>
          </p:cNvSpPr>
          <p:nvPr/>
        </p:nvSpPr>
        <p:spPr bwMode="auto">
          <a:xfrm>
            <a:off x="3173730" y="3819525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1995" name="Oval 1032"/>
          <p:cNvSpPr>
            <a:spLocks noChangeArrowheads="1"/>
          </p:cNvSpPr>
          <p:nvPr/>
        </p:nvSpPr>
        <p:spPr bwMode="auto">
          <a:xfrm>
            <a:off x="2332990" y="3819525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41996" name="Oval 1033"/>
          <p:cNvSpPr>
            <a:spLocks noChangeArrowheads="1"/>
          </p:cNvSpPr>
          <p:nvPr/>
        </p:nvSpPr>
        <p:spPr bwMode="auto">
          <a:xfrm>
            <a:off x="2009775" y="4697730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41997" name="Oval 1034"/>
          <p:cNvSpPr>
            <a:spLocks noChangeArrowheads="1"/>
          </p:cNvSpPr>
          <p:nvPr/>
        </p:nvSpPr>
        <p:spPr bwMode="auto">
          <a:xfrm>
            <a:off x="2720975" y="2941320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41998" name="Line 1035"/>
          <p:cNvSpPr>
            <a:spLocks noChangeShapeType="1"/>
          </p:cNvSpPr>
          <p:nvPr/>
        </p:nvSpPr>
        <p:spPr bwMode="auto">
          <a:xfrm flipH="1" flipV="1">
            <a:off x="1233805" y="3380740"/>
            <a:ext cx="129540" cy="5124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1999" name="Line 1036"/>
          <p:cNvSpPr>
            <a:spLocks noChangeShapeType="1"/>
          </p:cNvSpPr>
          <p:nvPr/>
        </p:nvSpPr>
        <p:spPr bwMode="auto">
          <a:xfrm flipV="1">
            <a:off x="2592070" y="3307080"/>
            <a:ext cx="258445" cy="5124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00" name="Line 1037"/>
          <p:cNvSpPr>
            <a:spLocks noChangeShapeType="1"/>
          </p:cNvSpPr>
          <p:nvPr/>
        </p:nvSpPr>
        <p:spPr bwMode="auto">
          <a:xfrm flipH="1" flipV="1">
            <a:off x="3044825" y="3234055"/>
            <a:ext cx="258445" cy="5854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01" name="Line 1038"/>
          <p:cNvSpPr>
            <a:spLocks noChangeShapeType="1"/>
          </p:cNvSpPr>
          <p:nvPr/>
        </p:nvSpPr>
        <p:spPr bwMode="auto">
          <a:xfrm flipV="1">
            <a:off x="2268855" y="4185285"/>
            <a:ext cx="193675" cy="5124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02" name="Line 1039"/>
          <p:cNvSpPr>
            <a:spLocks noChangeShapeType="1"/>
          </p:cNvSpPr>
          <p:nvPr/>
        </p:nvSpPr>
        <p:spPr bwMode="auto">
          <a:xfrm flipV="1">
            <a:off x="1880870" y="5064125"/>
            <a:ext cx="258445" cy="5124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03" name="Oval 1040"/>
          <p:cNvSpPr>
            <a:spLocks noChangeArrowheads="1"/>
          </p:cNvSpPr>
          <p:nvPr/>
        </p:nvSpPr>
        <p:spPr bwMode="auto">
          <a:xfrm>
            <a:off x="5077460" y="3014345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2004" name="Oval 1041"/>
          <p:cNvSpPr>
            <a:spLocks noChangeArrowheads="1"/>
          </p:cNvSpPr>
          <p:nvPr/>
        </p:nvSpPr>
        <p:spPr bwMode="auto">
          <a:xfrm>
            <a:off x="5336540" y="3892550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2005" name="Oval 1042"/>
          <p:cNvSpPr>
            <a:spLocks noChangeArrowheads="1"/>
          </p:cNvSpPr>
          <p:nvPr/>
        </p:nvSpPr>
        <p:spPr bwMode="auto">
          <a:xfrm>
            <a:off x="6047740" y="3892550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2006" name="Oval 1043"/>
          <p:cNvSpPr>
            <a:spLocks noChangeArrowheads="1"/>
          </p:cNvSpPr>
          <p:nvPr/>
        </p:nvSpPr>
        <p:spPr bwMode="auto">
          <a:xfrm>
            <a:off x="7599680" y="3892550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2007" name="Oval 1044"/>
          <p:cNvSpPr>
            <a:spLocks noChangeArrowheads="1"/>
          </p:cNvSpPr>
          <p:nvPr/>
        </p:nvSpPr>
        <p:spPr bwMode="auto">
          <a:xfrm>
            <a:off x="7082155" y="3892550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42008" name="Oval 1045"/>
          <p:cNvSpPr>
            <a:spLocks noChangeArrowheads="1"/>
          </p:cNvSpPr>
          <p:nvPr/>
        </p:nvSpPr>
        <p:spPr bwMode="auto">
          <a:xfrm>
            <a:off x="6564630" y="3892550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42009" name="Oval 1046"/>
          <p:cNvSpPr>
            <a:spLocks noChangeArrowheads="1"/>
          </p:cNvSpPr>
          <p:nvPr/>
        </p:nvSpPr>
        <p:spPr bwMode="auto">
          <a:xfrm>
            <a:off x="7146925" y="3014345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42010" name="Line 1047"/>
          <p:cNvSpPr>
            <a:spLocks noChangeShapeType="1"/>
          </p:cNvSpPr>
          <p:nvPr/>
        </p:nvSpPr>
        <p:spPr bwMode="auto">
          <a:xfrm flipH="1" flipV="1">
            <a:off x="5336540" y="3380740"/>
            <a:ext cx="129540" cy="5124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11" name="Line 1048"/>
          <p:cNvSpPr>
            <a:spLocks noChangeShapeType="1"/>
          </p:cNvSpPr>
          <p:nvPr/>
        </p:nvSpPr>
        <p:spPr bwMode="auto">
          <a:xfrm flipV="1">
            <a:off x="7276465" y="3380740"/>
            <a:ext cx="0" cy="5124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12" name="Line 1049"/>
          <p:cNvSpPr>
            <a:spLocks noChangeShapeType="1"/>
          </p:cNvSpPr>
          <p:nvPr/>
        </p:nvSpPr>
        <p:spPr bwMode="auto">
          <a:xfrm flipH="1" flipV="1">
            <a:off x="7470140" y="3307080"/>
            <a:ext cx="258445" cy="5854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13" name="Line 1050"/>
          <p:cNvSpPr>
            <a:spLocks noChangeShapeType="1"/>
          </p:cNvSpPr>
          <p:nvPr/>
        </p:nvSpPr>
        <p:spPr bwMode="auto">
          <a:xfrm flipV="1">
            <a:off x="6758940" y="3307080"/>
            <a:ext cx="452755" cy="5854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14" name="Line 1051"/>
          <p:cNvSpPr>
            <a:spLocks noChangeShapeType="1"/>
          </p:cNvSpPr>
          <p:nvPr/>
        </p:nvSpPr>
        <p:spPr bwMode="auto">
          <a:xfrm flipV="1">
            <a:off x="6241415" y="3234055"/>
            <a:ext cx="905510" cy="6584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15" name="Line 1052"/>
          <p:cNvSpPr>
            <a:spLocks noChangeShapeType="1"/>
          </p:cNvSpPr>
          <p:nvPr/>
        </p:nvSpPr>
        <p:spPr bwMode="auto">
          <a:xfrm>
            <a:off x="4093845" y="4260215"/>
            <a:ext cx="71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16" name="Text Box 1053"/>
          <p:cNvSpPr txBox="1">
            <a:spLocks noChangeArrowheads="1"/>
          </p:cNvSpPr>
          <p:nvPr/>
        </p:nvSpPr>
        <p:spPr bwMode="auto">
          <a:xfrm>
            <a:off x="3899535" y="3937000"/>
            <a:ext cx="1593850" cy="36893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PC-Find(3)</a:t>
            </a:r>
          </a:p>
        </p:txBody>
      </p:sp>
      <p:sp>
        <p:nvSpPr>
          <p:cNvPr id="42017" name="Oval 1056"/>
          <p:cNvSpPr>
            <a:spLocks noChangeArrowheads="1"/>
          </p:cNvSpPr>
          <p:nvPr/>
        </p:nvSpPr>
        <p:spPr bwMode="auto">
          <a:xfrm>
            <a:off x="2850515" y="4697730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42018" name="Oval 1057"/>
          <p:cNvSpPr>
            <a:spLocks noChangeArrowheads="1"/>
          </p:cNvSpPr>
          <p:nvPr/>
        </p:nvSpPr>
        <p:spPr bwMode="auto">
          <a:xfrm>
            <a:off x="3496945" y="4697730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42019" name="Line 1058"/>
          <p:cNvSpPr>
            <a:spLocks noChangeShapeType="1"/>
          </p:cNvSpPr>
          <p:nvPr/>
        </p:nvSpPr>
        <p:spPr bwMode="auto">
          <a:xfrm flipV="1">
            <a:off x="3044825" y="4185285"/>
            <a:ext cx="258445" cy="5124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20" name="Line 1059"/>
          <p:cNvSpPr>
            <a:spLocks noChangeShapeType="1"/>
          </p:cNvSpPr>
          <p:nvPr/>
        </p:nvSpPr>
        <p:spPr bwMode="auto">
          <a:xfrm flipH="1" flipV="1">
            <a:off x="3496945" y="4185285"/>
            <a:ext cx="193675" cy="5124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21" name="Oval 1060"/>
          <p:cNvSpPr>
            <a:spLocks noChangeArrowheads="1"/>
          </p:cNvSpPr>
          <p:nvPr/>
        </p:nvSpPr>
        <p:spPr bwMode="auto">
          <a:xfrm>
            <a:off x="2268855" y="5649595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42022" name="Line 1061"/>
          <p:cNvSpPr>
            <a:spLocks noChangeShapeType="1"/>
          </p:cNvSpPr>
          <p:nvPr/>
        </p:nvSpPr>
        <p:spPr bwMode="auto">
          <a:xfrm flipH="1" flipV="1">
            <a:off x="2332990" y="5064125"/>
            <a:ext cx="129540" cy="5854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23" name="Oval 1062"/>
          <p:cNvSpPr>
            <a:spLocks noChangeArrowheads="1"/>
          </p:cNvSpPr>
          <p:nvPr/>
        </p:nvSpPr>
        <p:spPr bwMode="auto">
          <a:xfrm>
            <a:off x="7211695" y="4771390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42024" name="Oval 1063"/>
          <p:cNvSpPr>
            <a:spLocks noChangeArrowheads="1"/>
          </p:cNvSpPr>
          <p:nvPr/>
        </p:nvSpPr>
        <p:spPr bwMode="auto">
          <a:xfrm>
            <a:off x="7858125" y="4771390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42025" name="Line 1064"/>
          <p:cNvSpPr>
            <a:spLocks noChangeShapeType="1"/>
          </p:cNvSpPr>
          <p:nvPr/>
        </p:nvSpPr>
        <p:spPr bwMode="auto">
          <a:xfrm flipV="1">
            <a:off x="7405370" y="4258945"/>
            <a:ext cx="258445" cy="5124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26" name="Line 1065"/>
          <p:cNvSpPr>
            <a:spLocks noChangeShapeType="1"/>
          </p:cNvSpPr>
          <p:nvPr/>
        </p:nvSpPr>
        <p:spPr bwMode="auto">
          <a:xfrm flipH="1" flipV="1">
            <a:off x="7858125" y="4258945"/>
            <a:ext cx="193675" cy="5124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2027" name="Oval 1066"/>
          <p:cNvSpPr>
            <a:spLocks noChangeArrowheads="1"/>
          </p:cNvSpPr>
          <p:nvPr/>
        </p:nvSpPr>
        <p:spPr bwMode="auto">
          <a:xfrm>
            <a:off x="6564630" y="4771390"/>
            <a:ext cx="387985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42028" name="Line 1067"/>
          <p:cNvSpPr>
            <a:spLocks noChangeShapeType="1"/>
          </p:cNvSpPr>
          <p:nvPr/>
        </p:nvSpPr>
        <p:spPr bwMode="auto">
          <a:xfrm flipV="1">
            <a:off x="6758940" y="4258945"/>
            <a:ext cx="0" cy="5124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509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Self-Adjustment Works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3010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401E60-D805-4ED7-AAB4-4E323F786AF4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4301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4301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04DA2F-111A-4C69-BFF6-178C73F57CFA}" type="slidenum">
              <a:rPr lang="en-US" altLang="zh-CN" sz="790"/>
              <a:pPr/>
              <a:t>27</a:t>
            </a:fld>
            <a:endParaRPr lang="en-US" altLang="zh-CN" sz="790"/>
          </a:p>
        </p:txBody>
      </p:sp>
      <p:sp>
        <p:nvSpPr>
          <p:cNvPr id="67" name="Oval 3"/>
          <p:cNvSpPr>
            <a:spLocks noChangeArrowheads="1"/>
          </p:cNvSpPr>
          <p:nvPr/>
        </p:nvSpPr>
        <p:spPr bwMode="auto">
          <a:xfrm>
            <a:off x="1574800" y="2066925"/>
            <a:ext cx="177165" cy="17716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68" name="Line 5"/>
          <p:cNvSpPr>
            <a:spLocks noChangeShapeType="1"/>
          </p:cNvSpPr>
          <p:nvPr/>
        </p:nvSpPr>
        <p:spPr bwMode="auto">
          <a:xfrm>
            <a:off x="1663700" y="2244090"/>
            <a:ext cx="0" cy="266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9" name="Oval 6"/>
          <p:cNvSpPr>
            <a:spLocks noChangeArrowheads="1"/>
          </p:cNvSpPr>
          <p:nvPr/>
        </p:nvSpPr>
        <p:spPr bwMode="auto">
          <a:xfrm>
            <a:off x="1574800" y="2510155"/>
            <a:ext cx="177165" cy="17716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70" name="Line 7"/>
          <p:cNvSpPr>
            <a:spLocks noChangeShapeType="1"/>
          </p:cNvSpPr>
          <p:nvPr/>
        </p:nvSpPr>
        <p:spPr bwMode="auto">
          <a:xfrm>
            <a:off x="1663700" y="2687320"/>
            <a:ext cx="0" cy="266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1" name="Oval 8"/>
          <p:cNvSpPr>
            <a:spLocks noChangeArrowheads="1"/>
          </p:cNvSpPr>
          <p:nvPr/>
        </p:nvSpPr>
        <p:spPr bwMode="auto">
          <a:xfrm>
            <a:off x="1574800" y="2953385"/>
            <a:ext cx="177165" cy="17716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72" name="Line 9"/>
          <p:cNvSpPr>
            <a:spLocks noChangeShapeType="1"/>
          </p:cNvSpPr>
          <p:nvPr/>
        </p:nvSpPr>
        <p:spPr bwMode="auto">
          <a:xfrm>
            <a:off x="1663700" y="3130550"/>
            <a:ext cx="0" cy="266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3" name="Oval 10"/>
          <p:cNvSpPr>
            <a:spLocks noChangeArrowheads="1"/>
          </p:cNvSpPr>
          <p:nvPr/>
        </p:nvSpPr>
        <p:spPr bwMode="auto">
          <a:xfrm>
            <a:off x="1574800" y="3396615"/>
            <a:ext cx="177165" cy="17716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74" name="Line 11"/>
          <p:cNvSpPr>
            <a:spLocks noChangeShapeType="1"/>
          </p:cNvSpPr>
          <p:nvPr/>
        </p:nvSpPr>
        <p:spPr bwMode="auto">
          <a:xfrm>
            <a:off x="1663700" y="3573780"/>
            <a:ext cx="0" cy="266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5" name="Oval 12"/>
          <p:cNvSpPr>
            <a:spLocks noChangeArrowheads="1"/>
          </p:cNvSpPr>
          <p:nvPr/>
        </p:nvSpPr>
        <p:spPr bwMode="auto">
          <a:xfrm>
            <a:off x="1574800" y="3839845"/>
            <a:ext cx="177165" cy="17716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76" name="Line 13"/>
          <p:cNvSpPr>
            <a:spLocks noChangeShapeType="1"/>
          </p:cNvSpPr>
          <p:nvPr/>
        </p:nvSpPr>
        <p:spPr bwMode="auto">
          <a:xfrm>
            <a:off x="1663700" y="4017010"/>
            <a:ext cx="0" cy="266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7" name="Oval 14"/>
          <p:cNvSpPr>
            <a:spLocks noChangeArrowheads="1"/>
          </p:cNvSpPr>
          <p:nvPr/>
        </p:nvSpPr>
        <p:spPr bwMode="auto">
          <a:xfrm>
            <a:off x="1574800" y="4283075"/>
            <a:ext cx="177165" cy="17716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78" name="Line 15"/>
          <p:cNvSpPr>
            <a:spLocks noChangeShapeType="1"/>
          </p:cNvSpPr>
          <p:nvPr/>
        </p:nvSpPr>
        <p:spPr bwMode="auto">
          <a:xfrm>
            <a:off x="1663700" y="4460240"/>
            <a:ext cx="0" cy="266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9" name="Oval 16"/>
          <p:cNvSpPr>
            <a:spLocks noChangeArrowheads="1"/>
          </p:cNvSpPr>
          <p:nvPr/>
        </p:nvSpPr>
        <p:spPr bwMode="auto">
          <a:xfrm>
            <a:off x="1574800" y="4726305"/>
            <a:ext cx="177165" cy="17716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80" name="Line 17"/>
          <p:cNvSpPr>
            <a:spLocks noChangeShapeType="1"/>
          </p:cNvSpPr>
          <p:nvPr/>
        </p:nvSpPr>
        <p:spPr bwMode="auto">
          <a:xfrm>
            <a:off x="1663700" y="4903470"/>
            <a:ext cx="0" cy="266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1" name="Oval 18"/>
          <p:cNvSpPr>
            <a:spLocks noChangeArrowheads="1"/>
          </p:cNvSpPr>
          <p:nvPr/>
        </p:nvSpPr>
        <p:spPr bwMode="auto">
          <a:xfrm>
            <a:off x="1574800" y="5169535"/>
            <a:ext cx="177165" cy="17716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82" name="AutoShape 20"/>
          <p:cNvSpPr>
            <a:spLocks noChangeArrowheads="1"/>
          </p:cNvSpPr>
          <p:nvPr/>
        </p:nvSpPr>
        <p:spPr bwMode="auto">
          <a:xfrm rot="19469605">
            <a:off x="1929765" y="206692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83" name="AutoShape 22"/>
          <p:cNvSpPr>
            <a:spLocks noChangeArrowheads="1"/>
          </p:cNvSpPr>
          <p:nvPr/>
        </p:nvSpPr>
        <p:spPr bwMode="auto">
          <a:xfrm rot="2130395" flipH="1">
            <a:off x="1017270" y="2040890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84" name="AutoShape 23"/>
          <p:cNvSpPr>
            <a:spLocks noChangeArrowheads="1"/>
          </p:cNvSpPr>
          <p:nvPr/>
        </p:nvSpPr>
        <p:spPr bwMode="auto">
          <a:xfrm rot="19469605">
            <a:off x="1929765" y="251015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85" name="AutoShape 24"/>
          <p:cNvSpPr>
            <a:spLocks noChangeArrowheads="1"/>
          </p:cNvSpPr>
          <p:nvPr/>
        </p:nvSpPr>
        <p:spPr bwMode="auto">
          <a:xfrm rot="2130395" flipH="1">
            <a:off x="1017270" y="2484120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86" name="AutoShape 25"/>
          <p:cNvSpPr>
            <a:spLocks noChangeArrowheads="1"/>
          </p:cNvSpPr>
          <p:nvPr/>
        </p:nvSpPr>
        <p:spPr bwMode="auto">
          <a:xfrm rot="19469605">
            <a:off x="1929765" y="295338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87" name="AutoShape 26"/>
          <p:cNvSpPr>
            <a:spLocks noChangeArrowheads="1"/>
          </p:cNvSpPr>
          <p:nvPr/>
        </p:nvSpPr>
        <p:spPr bwMode="auto">
          <a:xfrm rot="2130395" flipH="1">
            <a:off x="1017270" y="2927350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88" name="AutoShape 27"/>
          <p:cNvSpPr>
            <a:spLocks noChangeArrowheads="1"/>
          </p:cNvSpPr>
          <p:nvPr/>
        </p:nvSpPr>
        <p:spPr bwMode="auto">
          <a:xfrm rot="19469605">
            <a:off x="1929765" y="339661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89" name="AutoShape 28"/>
          <p:cNvSpPr>
            <a:spLocks noChangeArrowheads="1"/>
          </p:cNvSpPr>
          <p:nvPr/>
        </p:nvSpPr>
        <p:spPr bwMode="auto">
          <a:xfrm rot="2130395" flipH="1">
            <a:off x="1017270" y="3370580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90" name="AutoShape 29"/>
          <p:cNvSpPr>
            <a:spLocks noChangeArrowheads="1"/>
          </p:cNvSpPr>
          <p:nvPr/>
        </p:nvSpPr>
        <p:spPr bwMode="auto">
          <a:xfrm rot="2130395" flipH="1">
            <a:off x="1043305" y="383984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91" name="AutoShape 30"/>
          <p:cNvSpPr>
            <a:spLocks noChangeArrowheads="1"/>
          </p:cNvSpPr>
          <p:nvPr/>
        </p:nvSpPr>
        <p:spPr bwMode="auto">
          <a:xfrm rot="2130395" flipH="1">
            <a:off x="1043305" y="428307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92" name="AutoShape 31"/>
          <p:cNvSpPr>
            <a:spLocks noChangeArrowheads="1"/>
          </p:cNvSpPr>
          <p:nvPr/>
        </p:nvSpPr>
        <p:spPr bwMode="auto">
          <a:xfrm rot="2130395" flipH="1">
            <a:off x="1043305" y="472630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93" name="AutoShape 32"/>
          <p:cNvSpPr>
            <a:spLocks noChangeArrowheads="1"/>
          </p:cNvSpPr>
          <p:nvPr/>
        </p:nvSpPr>
        <p:spPr bwMode="auto">
          <a:xfrm rot="2130395" flipH="1">
            <a:off x="1043305" y="516953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94" name="AutoShape 33"/>
          <p:cNvSpPr>
            <a:spLocks noChangeArrowheads="1"/>
          </p:cNvSpPr>
          <p:nvPr/>
        </p:nvSpPr>
        <p:spPr bwMode="auto">
          <a:xfrm rot="19469605">
            <a:off x="1929765" y="383984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95" name="AutoShape 34"/>
          <p:cNvSpPr>
            <a:spLocks noChangeArrowheads="1"/>
          </p:cNvSpPr>
          <p:nvPr/>
        </p:nvSpPr>
        <p:spPr bwMode="auto">
          <a:xfrm rot="19469605">
            <a:off x="1929765" y="428307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96" name="AutoShape 35"/>
          <p:cNvSpPr>
            <a:spLocks noChangeArrowheads="1"/>
          </p:cNvSpPr>
          <p:nvPr/>
        </p:nvSpPr>
        <p:spPr bwMode="auto">
          <a:xfrm rot="19469605">
            <a:off x="1929765" y="472630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97" name="AutoShape 36"/>
          <p:cNvSpPr>
            <a:spLocks noChangeArrowheads="1"/>
          </p:cNvSpPr>
          <p:nvPr/>
        </p:nvSpPr>
        <p:spPr bwMode="auto">
          <a:xfrm rot="19469605">
            <a:off x="1929765" y="516953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98" name="Line 37"/>
          <p:cNvSpPr>
            <a:spLocks noChangeShapeType="1"/>
          </p:cNvSpPr>
          <p:nvPr/>
        </p:nvSpPr>
        <p:spPr bwMode="auto">
          <a:xfrm>
            <a:off x="2993390" y="4371340"/>
            <a:ext cx="177292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9" name="Oval 38"/>
          <p:cNvSpPr>
            <a:spLocks noChangeArrowheads="1"/>
          </p:cNvSpPr>
          <p:nvPr/>
        </p:nvSpPr>
        <p:spPr bwMode="auto">
          <a:xfrm>
            <a:off x="6007100" y="2066925"/>
            <a:ext cx="177165" cy="17716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00" name="AutoShape 39"/>
          <p:cNvSpPr>
            <a:spLocks noChangeArrowheads="1"/>
          </p:cNvSpPr>
          <p:nvPr/>
        </p:nvSpPr>
        <p:spPr bwMode="auto">
          <a:xfrm rot="17914049">
            <a:off x="6390640" y="177228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01" name="AutoShape 40"/>
          <p:cNvSpPr>
            <a:spLocks noChangeArrowheads="1"/>
          </p:cNvSpPr>
          <p:nvPr/>
        </p:nvSpPr>
        <p:spPr bwMode="auto">
          <a:xfrm rot="4031654" flipH="1">
            <a:off x="5415280" y="177228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02" name="Oval 41"/>
          <p:cNvSpPr>
            <a:spLocks noChangeArrowheads="1"/>
          </p:cNvSpPr>
          <p:nvPr/>
        </p:nvSpPr>
        <p:spPr bwMode="auto">
          <a:xfrm>
            <a:off x="4500245" y="2864485"/>
            <a:ext cx="177165" cy="17716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03" name="AutoShape 42"/>
          <p:cNvSpPr>
            <a:spLocks noChangeArrowheads="1"/>
          </p:cNvSpPr>
          <p:nvPr/>
        </p:nvSpPr>
        <p:spPr bwMode="auto">
          <a:xfrm rot="112716" flipH="1">
            <a:off x="4145915" y="304228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04" name="AutoShape 43"/>
          <p:cNvSpPr>
            <a:spLocks noChangeArrowheads="1"/>
          </p:cNvSpPr>
          <p:nvPr/>
        </p:nvSpPr>
        <p:spPr bwMode="auto">
          <a:xfrm rot="21130149">
            <a:off x="4677410" y="304228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05" name="Oval 50"/>
          <p:cNvSpPr>
            <a:spLocks noChangeArrowheads="1"/>
          </p:cNvSpPr>
          <p:nvPr/>
        </p:nvSpPr>
        <p:spPr bwMode="auto">
          <a:xfrm>
            <a:off x="5652770" y="2864485"/>
            <a:ext cx="177165" cy="17716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06" name="AutoShape 51"/>
          <p:cNvSpPr>
            <a:spLocks noChangeArrowheads="1"/>
          </p:cNvSpPr>
          <p:nvPr/>
        </p:nvSpPr>
        <p:spPr bwMode="auto">
          <a:xfrm rot="112716" flipH="1">
            <a:off x="5298440" y="304228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07" name="AutoShape 52"/>
          <p:cNvSpPr>
            <a:spLocks noChangeArrowheads="1"/>
          </p:cNvSpPr>
          <p:nvPr/>
        </p:nvSpPr>
        <p:spPr bwMode="auto">
          <a:xfrm rot="21130149">
            <a:off x="5829935" y="3042285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08" name="Oval 53"/>
          <p:cNvSpPr>
            <a:spLocks noChangeArrowheads="1"/>
          </p:cNvSpPr>
          <p:nvPr/>
        </p:nvSpPr>
        <p:spPr bwMode="auto">
          <a:xfrm>
            <a:off x="6805295" y="2953385"/>
            <a:ext cx="177165" cy="17716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09" name="AutoShape 54"/>
          <p:cNvSpPr>
            <a:spLocks noChangeArrowheads="1"/>
          </p:cNvSpPr>
          <p:nvPr/>
        </p:nvSpPr>
        <p:spPr bwMode="auto">
          <a:xfrm rot="112716" flipH="1">
            <a:off x="6450330" y="3130550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10" name="AutoShape 55"/>
          <p:cNvSpPr>
            <a:spLocks noChangeArrowheads="1"/>
          </p:cNvSpPr>
          <p:nvPr/>
        </p:nvSpPr>
        <p:spPr bwMode="auto">
          <a:xfrm rot="21130149">
            <a:off x="6982460" y="3130550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11" name="Oval 56"/>
          <p:cNvSpPr>
            <a:spLocks noChangeArrowheads="1"/>
          </p:cNvSpPr>
          <p:nvPr/>
        </p:nvSpPr>
        <p:spPr bwMode="auto">
          <a:xfrm>
            <a:off x="7868920" y="2953385"/>
            <a:ext cx="177165" cy="17716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12" name="AutoShape 57"/>
          <p:cNvSpPr>
            <a:spLocks noChangeArrowheads="1"/>
          </p:cNvSpPr>
          <p:nvPr/>
        </p:nvSpPr>
        <p:spPr bwMode="auto">
          <a:xfrm rot="112716" flipH="1">
            <a:off x="7514590" y="3130550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13" name="AutoShape 58"/>
          <p:cNvSpPr>
            <a:spLocks noChangeArrowheads="1"/>
          </p:cNvSpPr>
          <p:nvPr/>
        </p:nvSpPr>
        <p:spPr bwMode="auto">
          <a:xfrm rot="21130149">
            <a:off x="8046085" y="3130550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14" name="Oval 59"/>
          <p:cNvSpPr>
            <a:spLocks noChangeArrowheads="1"/>
          </p:cNvSpPr>
          <p:nvPr/>
        </p:nvSpPr>
        <p:spPr bwMode="auto">
          <a:xfrm>
            <a:off x="5741670" y="3839845"/>
            <a:ext cx="177165" cy="17716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15" name="AutoShape 60"/>
          <p:cNvSpPr>
            <a:spLocks noChangeArrowheads="1"/>
          </p:cNvSpPr>
          <p:nvPr/>
        </p:nvSpPr>
        <p:spPr bwMode="auto">
          <a:xfrm rot="112716" flipH="1">
            <a:off x="5386705" y="4017010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16" name="AutoShape 61"/>
          <p:cNvSpPr>
            <a:spLocks noChangeArrowheads="1"/>
          </p:cNvSpPr>
          <p:nvPr/>
        </p:nvSpPr>
        <p:spPr bwMode="auto">
          <a:xfrm rot="21130149">
            <a:off x="5918835" y="4017010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17" name="Oval 62"/>
          <p:cNvSpPr>
            <a:spLocks noChangeArrowheads="1"/>
          </p:cNvSpPr>
          <p:nvPr/>
        </p:nvSpPr>
        <p:spPr bwMode="auto">
          <a:xfrm>
            <a:off x="6982460" y="3928110"/>
            <a:ext cx="177165" cy="17716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18" name="AutoShape 63"/>
          <p:cNvSpPr>
            <a:spLocks noChangeArrowheads="1"/>
          </p:cNvSpPr>
          <p:nvPr/>
        </p:nvSpPr>
        <p:spPr bwMode="auto">
          <a:xfrm rot="112716" flipH="1">
            <a:off x="6628130" y="4105910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19" name="AutoShape 64"/>
          <p:cNvSpPr>
            <a:spLocks noChangeArrowheads="1"/>
          </p:cNvSpPr>
          <p:nvPr/>
        </p:nvSpPr>
        <p:spPr bwMode="auto">
          <a:xfrm rot="21130149">
            <a:off x="7159625" y="4105910"/>
            <a:ext cx="386080" cy="62039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20" name="Line 65"/>
          <p:cNvSpPr>
            <a:spLocks noChangeShapeType="1"/>
          </p:cNvSpPr>
          <p:nvPr/>
        </p:nvSpPr>
        <p:spPr bwMode="auto">
          <a:xfrm flipH="1">
            <a:off x="5741670" y="2244090"/>
            <a:ext cx="354330" cy="6203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1" name="Line 66"/>
          <p:cNvSpPr>
            <a:spLocks noChangeShapeType="1"/>
          </p:cNvSpPr>
          <p:nvPr/>
        </p:nvSpPr>
        <p:spPr bwMode="auto">
          <a:xfrm>
            <a:off x="6184900" y="2155825"/>
            <a:ext cx="709295" cy="7975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2" name="Line 67"/>
          <p:cNvSpPr>
            <a:spLocks noChangeShapeType="1"/>
          </p:cNvSpPr>
          <p:nvPr/>
        </p:nvSpPr>
        <p:spPr bwMode="auto">
          <a:xfrm flipH="1">
            <a:off x="4589145" y="2155825"/>
            <a:ext cx="1418590" cy="7092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3" name="Line 68"/>
          <p:cNvSpPr>
            <a:spLocks noChangeShapeType="1"/>
          </p:cNvSpPr>
          <p:nvPr/>
        </p:nvSpPr>
        <p:spPr bwMode="auto">
          <a:xfrm>
            <a:off x="6096000" y="2155825"/>
            <a:ext cx="1861820" cy="7975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4" name="Freeform 69"/>
          <p:cNvSpPr/>
          <p:nvPr/>
        </p:nvSpPr>
        <p:spPr bwMode="auto">
          <a:xfrm>
            <a:off x="5918835" y="2244090"/>
            <a:ext cx="473075" cy="1595755"/>
          </a:xfrm>
          <a:custGeom>
            <a:avLst/>
            <a:gdLst>
              <a:gd name="T0" fmla="*/ 152400 w 256"/>
              <a:gd name="T1" fmla="*/ 0 h 864"/>
              <a:gd name="T2" fmla="*/ 381000 w 256"/>
              <a:gd name="T3" fmla="*/ 1143000 h 864"/>
              <a:gd name="T4" fmla="*/ 0 w 256"/>
              <a:gd name="T5" fmla="*/ 1371600 h 8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6" h="864">
                <a:moveTo>
                  <a:pt x="96" y="0"/>
                </a:moveTo>
                <a:cubicBezTo>
                  <a:pt x="176" y="288"/>
                  <a:pt x="256" y="576"/>
                  <a:pt x="240" y="720"/>
                </a:cubicBezTo>
                <a:cubicBezTo>
                  <a:pt x="224" y="864"/>
                  <a:pt x="112" y="864"/>
                  <a:pt x="0" y="86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25" name="Freeform 70"/>
          <p:cNvSpPr/>
          <p:nvPr/>
        </p:nvSpPr>
        <p:spPr bwMode="auto">
          <a:xfrm>
            <a:off x="6273165" y="2244090"/>
            <a:ext cx="1447800" cy="1684020"/>
          </a:xfrm>
          <a:custGeom>
            <a:avLst/>
            <a:gdLst>
              <a:gd name="T0" fmla="*/ 0 w 784"/>
              <a:gd name="T1" fmla="*/ 0 h 912"/>
              <a:gd name="T2" fmla="*/ 1143000 w 784"/>
              <a:gd name="T3" fmla="*/ 990600 h 912"/>
              <a:gd name="T4" fmla="*/ 609600 w 784"/>
              <a:gd name="T5" fmla="*/ 1447800 h 9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84" h="912">
                <a:moveTo>
                  <a:pt x="0" y="0"/>
                </a:moveTo>
                <a:cubicBezTo>
                  <a:pt x="328" y="236"/>
                  <a:pt x="656" y="472"/>
                  <a:pt x="720" y="624"/>
                </a:cubicBezTo>
                <a:cubicBezTo>
                  <a:pt x="784" y="776"/>
                  <a:pt x="584" y="844"/>
                  <a:pt x="384" y="91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26" name="Text Box 71"/>
          <p:cNvSpPr txBox="1">
            <a:spLocks noChangeArrowheads="1"/>
          </p:cNvSpPr>
          <p:nvPr/>
        </p:nvSpPr>
        <p:spPr bwMode="auto">
          <a:xfrm>
            <a:off x="2993390" y="3928745"/>
            <a:ext cx="1788795" cy="4597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latin typeface="Sitka Text" pitchFamily="2" charset="0"/>
                <a:ea typeface="宋体" panose="02010600030101010101" pitchFamily="2" charset="-122"/>
              </a:rPr>
              <a:t>PC-Find(x)</a:t>
            </a:r>
          </a:p>
        </p:txBody>
      </p:sp>
      <p:sp>
        <p:nvSpPr>
          <p:cNvPr id="127" name="Text Box 72"/>
          <p:cNvSpPr txBox="1">
            <a:spLocks noChangeArrowheads="1"/>
          </p:cNvSpPr>
          <p:nvPr/>
        </p:nvSpPr>
        <p:spPr bwMode="auto">
          <a:xfrm>
            <a:off x="1467485" y="5271135"/>
            <a:ext cx="431165" cy="4597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509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Path Compression Find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403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CD14B5-49E9-42F5-ADF5-6B3EC5FAD49C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4403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4403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C6C962-B1F9-4F09-8D89-CA66B48E8A28}" type="slidenum">
              <a:rPr lang="en-US" altLang="zh-CN" sz="790"/>
              <a:pPr/>
              <a:t>28</a:t>
            </a:fld>
            <a:endParaRPr lang="en-US" altLang="zh-CN" sz="790"/>
          </a:p>
        </p:txBody>
      </p:sp>
      <p:sp>
        <p:nvSpPr>
          <p:cNvPr id="2" name="矩形 1"/>
          <p:cNvSpPr/>
          <p:nvPr/>
        </p:nvSpPr>
        <p:spPr>
          <a:xfrm>
            <a:off x="467995" y="1628775"/>
            <a:ext cx="8165465" cy="43541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/**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  * Perform a find with path compression.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  * Error checks omitted again for simplicity.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  * Return the set containing x.</a:t>
            </a:r>
          </a:p>
          <a:p>
            <a:r>
              <a:rPr lang="zh-CN" altLang="en-US" sz="2400" dirty="0">
                <a:solidFill>
                  <a:srgbClr val="008000"/>
                </a:solidFill>
                <a:latin typeface="Sitka Text" pitchFamily="2" charset="0"/>
              </a:rPr>
              <a:t>*</a:t>
            </a:r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/</a:t>
            </a:r>
          </a:p>
          <a:p>
            <a:r>
              <a:rPr lang="en-US" altLang="zh-CN" sz="2400" dirty="0" err="1">
                <a:latin typeface="Sitka Text" pitchFamily="2" charset="0"/>
              </a:rPr>
              <a:t>int</a:t>
            </a:r>
            <a:r>
              <a:rPr lang="en-US" altLang="zh-CN" sz="2400" dirty="0">
                <a:latin typeface="Sitka Text" pitchFamily="2" charset="0"/>
              </a:rPr>
              <a:t> </a:t>
            </a:r>
            <a:r>
              <a:rPr lang="en-US" altLang="zh-CN" sz="2400" dirty="0" err="1">
                <a:latin typeface="Sitka Text" pitchFamily="2" charset="0"/>
              </a:rPr>
              <a:t>DisjSets</a:t>
            </a:r>
            <a:r>
              <a:rPr lang="en-US" altLang="zh-CN" sz="2400" dirty="0">
                <a:latin typeface="Sitka Text" pitchFamily="2" charset="0"/>
              </a:rPr>
              <a:t>::find( </a:t>
            </a:r>
            <a:r>
              <a:rPr lang="en-US" altLang="zh-CN" sz="2400" dirty="0" err="1">
                <a:latin typeface="Sitka Text" pitchFamily="2" charset="0"/>
              </a:rPr>
              <a:t>int</a:t>
            </a:r>
            <a:r>
              <a:rPr lang="en-US" altLang="zh-CN" sz="2400" dirty="0">
                <a:latin typeface="Sitka Text" pitchFamily="2" charset="0"/>
              </a:rPr>
              <a:t> x )</a:t>
            </a:r>
          </a:p>
          <a:p>
            <a:r>
              <a:rPr lang="en-US" altLang="zh-CN" sz="2400" dirty="0">
                <a:latin typeface="Sitka Text" pitchFamily="2" charset="0"/>
              </a:rPr>
              <a:t>{</a:t>
            </a:r>
          </a:p>
          <a:p>
            <a:r>
              <a:rPr lang="en-US" altLang="zh-CN" sz="2400" dirty="0">
                <a:latin typeface="Sitka Text" pitchFamily="2" charset="0"/>
              </a:rPr>
              <a:t>    if( s[ x ] &lt; 0 )</a:t>
            </a:r>
          </a:p>
          <a:p>
            <a:r>
              <a:rPr lang="en-US" altLang="zh-CN" sz="2400" dirty="0">
                <a:latin typeface="Sitka Text" pitchFamily="2" charset="0"/>
              </a:rPr>
              <a:t>        return x;</a:t>
            </a:r>
          </a:p>
          <a:p>
            <a:r>
              <a:rPr lang="en-US" altLang="zh-CN" sz="2400" dirty="0">
                <a:latin typeface="Sitka Text" pitchFamily="2" charset="0"/>
              </a:rPr>
              <a:t>    else</a:t>
            </a:r>
          </a:p>
          <a:p>
            <a:r>
              <a:rPr lang="en-US" altLang="zh-CN" sz="2400" dirty="0">
                <a:latin typeface="Sitka Text" pitchFamily="2" charset="0"/>
              </a:rPr>
              <a:t>        return s[ x ] = find( s[ x ] );</a:t>
            </a:r>
          </a:p>
          <a:p>
            <a:r>
              <a:rPr lang="en-US" altLang="zh-CN" sz="2400" dirty="0">
                <a:latin typeface="Sitka Text" pitchFamily="2" charset="0"/>
              </a:rPr>
              <a:t>}</a:t>
            </a:r>
          </a:p>
        </p:txBody>
      </p:sp>
      <p:grpSp>
        <p:nvGrpSpPr>
          <p:cNvPr id="4" name="组合 3"/>
          <p:cNvGrpSpPr/>
          <p:nvPr/>
        </p:nvGrpSpPr>
        <p:grpSpPr>
          <a:xfrm rot="16620000">
            <a:off x="8042910" y="5382895"/>
            <a:ext cx="769620" cy="811530"/>
            <a:chOff x="7852" y="8022"/>
            <a:chExt cx="520" cy="548"/>
          </a:xfrm>
          <a:solidFill>
            <a:schemeClr val="accent1">
              <a:lumMod val="50000"/>
              <a:alpha val="11000"/>
            </a:schemeClr>
          </a:solidFill>
        </p:grpSpPr>
        <p:sp>
          <p:nvSpPr>
            <p:cNvPr id="16" name="Freeform 309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852" y="8022"/>
              <a:ext cx="520" cy="549"/>
            </a:xfrm>
            <a:custGeom>
              <a:avLst/>
              <a:gdLst>
                <a:gd name="T0" fmla="*/ 186 w 545"/>
                <a:gd name="T1" fmla="*/ 136 h 574"/>
                <a:gd name="T2" fmla="*/ 145 w 545"/>
                <a:gd name="T3" fmla="*/ 398 h 574"/>
                <a:gd name="T4" fmla="*/ 3 w 545"/>
                <a:gd name="T5" fmla="*/ 512 h 574"/>
                <a:gd name="T6" fmla="*/ 55 w 545"/>
                <a:gd name="T7" fmla="*/ 574 h 574"/>
                <a:gd name="T8" fmla="*/ 83 w 545"/>
                <a:gd name="T9" fmla="*/ 553 h 574"/>
                <a:gd name="T10" fmla="*/ 171 w 545"/>
                <a:gd name="T11" fmla="*/ 455 h 574"/>
                <a:gd name="T12" fmla="*/ 208 w 545"/>
                <a:gd name="T13" fmla="*/ 405 h 574"/>
                <a:gd name="T14" fmla="*/ 227 w 545"/>
                <a:gd name="T15" fmla="*/ 388 h 574"/>
                <a:gd name="T16" fmla="*/ 271 w 545"/>
                <a:gd name="T17" fmla="*/ 340 h 574"/>
                <a:gd name="T18" fmla="*/ 138 w 545"/>
                <a:gd name="T19" fmla="*/ 487 h 574"/>
                <a:gd name="T20" fmla="*/ 136 w 545"/>
                <a:gd name="T21" fmla="*/ 486 h 574"/>
                <a:gd name="T22" fmla="*/ 148 w 545"/>
                <a:gd name="T23" fmla="*/ 475 h 574"/>
                <a:gd name="T24" fmla="*/ 117 w 545"/>
                <a:gd name="T25" fmla="*/ 504 h 574"/>
                <a:gd name="T26" fmla="*/ 122 w 545"/>
                <a:gd name="T27" fmla="*/ 506 h 574"/>
                <a:gd name="T28" fmla="*/ 173 w 545"/>
                <a:gd name="T29" fmla="*/ 431 h 574"/>
                <a:gd name="T30" fmla="*/ 155 w 545"/>
                <a:gd name="T31" fmla="*/ 428 h 574"/>
                <a:gd name="T32" fmla="*/ 165 w 545"/>
                <a:gd name="T33" fmla="*/ 451 h 574"/>
                <a:gd name="T34" fmla="*/ 154 w 545"/>
                <a:gd name="T35" fmla="*/ 462 h 574"/>
                <a:gd name="T36" fmla="*/ 150 w 545"/>
                <a:gd name="T37" fmla="*/ 465 h 574"/>
                <a:gd name="T38" fmla="*/ 127 w 545"/>
                <a:gd name="T39" fmla="*/ 446 h 574"/>
                <a:gd name="T40" fmla="*/ 109 w 545"/>
                <a:gd name="T41" fmla="*/ 455 h 574"/>
                <a:gd name="T42" fmla="*/ 116 w 545"/>
                <a:gd name="T43" fmla="*/ 493 h 574"/>
                <a:gd name="T44" fmla="*/ 101 w 545"/>
                <a:gd name="T45" fmla="*/ 510 h 574"/>
                <a:gd name="T46" fmla="*/ 75 w 545"/>
                <a:gd name="T47" fmla="*/ 485 h 574"/>
                <a:gd name="T48" fmla="*/ 56 w 545"/>
                <a:gd name="T49" fmla="*/ 499 h 574"/>
                <a:gd name="T50" fmla="*/ 42 w 545"/>
                <a:gd name="T51" fmla="*/ 513 h 574"/>
                <a:gd name="T52" fmla="*/ 48 w 545"/>
                <a:gd name="T53" fmla="*/ 545 h 574"/>
                <a:gd name="T54" fmla="*/ 62 w 545"/>
                <a:gd name="T55" fmla="*/ 560 h 574"/>
                <a:gd name="T56" fmla="*/ 55 w 545"/>
                <a:gd name="T57" fmla="*/ 559 h 574"/>
                <a:gd name="T58" fmla="*/ 11 w 545"/>
                <a:gd name="T59" fmla="*/ 515 h 574"/>
                <a:gd name="T60" fmla="*/ 91 w 545"/>
                <a:gd name="T61" fmla="*/ 538 h 574"/>
                <a:gd name="T62" fmla="*/ 92 w 545"/>
                <a:gd name="T63" fmla="*/ 536 h 574"/>
                <a:gd name="T64" fmla="*/ 107 w 545"/>
                <a:gd name="T65" fmla="*/ 517 h 574"/>
                <a:gd name="T66" fmla="*/ 116 w 545"/>
                <a:gd name="T67" fmla="*/ 505 h 574"/>
                <a:gd name="T68" fmla="*/ 124 w 545"/>
                <a:gd name="T69" fmla="*/ 500 h 574"/>
                <a:gd name="T70" fmla="*/ 133 w 545"/>
                <a:gd name="T71" fmla="*/ 490 h 574"/>
                <a:gd name="T72" fmla="*/ 124 w 545"/>
                <a:gd name="T73" fmla="*/ 503 h 574"/>
                <a:gd name="T74" fmla="*/ 229 w 545"/>
                <a:gd name="T75" fmla="*/ 372 h 574"/>
                <a:gd name="T76" fmla="*/ 202 w 545"/>
                <a:gd name="T77" fmla="*/ 375 h 574"/>
                <a:gd name="T78" fmla="*/ 190 w 545"/>
                <a:gd name="T79" fmla="*/ 389 h 574"/>
                <a:gd name="T80" fmla="*/ 189 w 545"/>
                <a:gd name="T81" fmla="*/ 410 h 574"/>
                <a:gd name="T82" fmla="*/ 181 w 545"/>
                <a:gd name="T83" fmla="*/ 408 h 574"/>
                <a:gd name="T84" fmla="*/ 175 w 545"/>
                <a:gd name="T85" fmla="*/ 415 h 574"/>
                <a:gd name="T86" fmla="*/ 263 w 545"/>
                <a:gd name="T87" fmla="*/ 337 h 574"/>
                <a:gd name="T88" fmla="*/ 240 w 545"/>
                <a:gd name="T89" fmla="*/ 328 h 574"/>
                <a:gd name="T90" fmla="*/ 232 w 545"/>
                <a:gd name="T91" fmla="*/ 341 h 574"/>
                <a:gd name="T92" fmla="*/ 231 w 545"/>
                <a:gd name="T93" fmla="*/ 370 h 574"/>
                <a:gd name="T94" fmla="*/ 223 w 545"/>
                <a:gd name="T95" fmla="*/ 278 h 574"/>
                <a:gd name="T96" fmla="*/ 476 w 545"/>
                <a:gd name="T97" fmla="*/ 308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45" h="574">
                  <a:moveTo>
                    <a:pt x="525" y="138"/>
                  </a:moveTo>
                  <a:cubicBezTo>
                    <a:pt x="505" y="58"/>
                    <a:pt x="435" y="11"/>
                    <a:pt x="355" y="8"/>
                  </a:cubicBezTo>
                  <a:cubicBezTo>
                    <a:pt x="317" y="6"/>
                    <a:pt x="278" y="15"/>
                    <a:pt x="246" y="36"/>
                  </a:cubicBezTo>
                  <a:cubicBezTo>
                    <a:pt x="212" y="59"/>
                    <a:pt x="194" y="97"/>
                    <a:pt x="186" y="136"/>
                  </a:cubicBezTo>
                  <a:cubicBezTo>
                    <a:pt x="178" y="174"/>
                    <a:pt x="184" y="214"/>
                    <a:pt x="198" y="251"/>
                  </a:cubicBezTo>
                  <a:cubicBezTo>
                    <a:pt x="205" y="268"/>
                    <a:pt x="215" y="287"/>
                    <a:pt x="228" y="304"/>
                  </a:cubicBezTo>
                  <a:cubicBezTo>
                    <a:pt x="197" y="331"/>
                    <a:pt x="168" y="361"/>
                    <a:pt x="146" y="396"/>
                  </a:cubicBezTo>
                  <a:cubicBezTo>
                    <a:pt x="146" y="397"/>
                    <a:pt x="145" y="397"/>
                    <a:pt x="145" y="398"/>
                  </a:cubicBezTo>
                  <a:cubicBezTo>
                    <a:pt x="126" y="397"/>
                    <a:pt x="103" y="410"/>
                    <a:pt x="85" y="423"/>
                  </a:cubicBezTo>
                  <a:cubicBezTo>
                    <a:pt x="65" y="438"/>
                    <a:pt x="47" y="457"/>
                    <a:pt x="30" y="476"/>
                  </a:cubicBezTo>
                  <a:cubicBezTo>
                    <a:pt x="24" y="482"/>
                    <a:pt x="11" y="495"/>
                    <a:pt x="8" y="506"/>
                  </a:cubicBezTo>
                  <a:cubicBezTo>
                    <a:pt x="6" y="508"/>
                    <a:pt x="5" y="510"/>
                    <a:pt x="3" y="512"/>
                  </a:cubicBezTo>
                  <a:cubicBezTo>
                    <a:pt x="1" y="513"/>
                    <a:pt x="0" y="515"/>
                    <a:pt x="1" y="516"/>
                  </a:cubicBezTo>
                  <a:cubicBezTo>
                    <a:pt x="5" y="530"/>
                    <a:pt x="11" y="542"/>
                    <a:pt x="21" y="552"/>
                  </a:cubicBezTo>
                  <a:cubicBezTo>
                    <a:pt x="26" y="556"/>
                    <a:pt x="32" y="560"/>
                    <a:pt x="38" y="563"/>
                  </a:cubicBezTo>
                  <a:cubicBezTo>
                    <a:pt x="43" y="567"/>
                    <a:pt x="49" y="571"/>
                    <a:pt x="55" y="574"/>
                  </a:cubicBezTo>
                  <a:cubicBezTo>
                    <a:pt x="55" y="574"/>
                    <a:pt x="56" y="574"/>
                    <a:pt x="57" y="574"/>
                  </a:cubicBezTo>
                  <a:cubicBezTo>
                    <a:pt x="58" y="574"/>
                    <a:pt x="59" y="574"/>
                    <a:pt x="60" y="573"/>
                  </a:cubicBezTo>
                  <a:cubicBezTo>
                    <a:pt x="62" y="570"/>
                    <a:pt x="65" y="568"/>
                    <a:pt x="68" y="565"/>
                  </a:cubicBezTo>
                  <a:cubicBezTo>
                    <a:pt x="74" y="562"/>
                    <a:pt x="80" y="555"/>
                    <a:pt x="83" y="553"/>
                  </a:cubicBezTo>
                  <a:cubicBezTo>
                    <a:pt x="103" y="537"/>
                    <a:pt x="121" y="518"/>
                    <a:pt x="138" y="498"/>
                  </a:cubicBezTo>
                  <a:cubicBezTo>
                    <a:pt x="141" y="494"/>
                    <a:pt x="158" y="476"/>
                    <a:pt x="170" y="457"/>
                  </a:cubicBezTo>
                  <a:cubicBezTo>
                    <a:pt x="170" y="457"/>
                    <a:pt x="170" y="458"/>
                    <a:pt x="170" y="458"/>
                  </a:cubicBezTo>
                  <a:cubicBezTo>
                    <a:pt x="172" y="458"/>
                    <a:pt x="172" y="456"/>
                    <a:pt x="171" y="455"/>
                  </a:cubicBezTo>
                  <a:cubicBezTo>
                    <a:pt x="177" y="446"/>
                    <a:pt x="181" y="438"/>
                    <a:pt x="182" y="432"/>
                  </a:cubicBezTo>
                  <a:cubicBezTo>
                    <a:pt x="184" y="431"/>
                    <a:pt x="185" y="431"/>
                    <a:pt x="186" y="429"/>
                  </a:cubicBezTo>
                  <a:cubicBezTo>
                    <a:pt x="192" y="420"/>
                    <a:pt x="199" y="412"/>
                    <a:pt x="207" y="405"/>
                  </a:cubicBezTo>
                  <a:cubicBezTo>
                    <a:pt x="208" y="405"/>
                    <a:pt x="208" y="405"/>
                    <a:pt x="208" y="405"/>
                  </a:cubicBezTo>
                  <a:cubicBezTo>
                    <a:pt x="209" y="404"/>
                    <a:pt x="209" y="404"/>
                    <a:pt x="209" y="403"/>
                  </a:cubicBezTo>
                  <a:cubicBezTo>
                    <a:pt x="214" y="399"/>
                    <a:pt x="218" y="395"/>
                    <a:pt x="223" y="391"/>
                  </a:cubicBezTo>
                  <a:cubicBezTo>
                    <a:pt x="224" y="391"/>
                    <a:pt x="226" y="391"/>
                    <a:pt x="227" y="391"/>
                  </a:cubicBezTo>
                  <a:cubicBezTo>
                    <a:pt x="228" y="390"/>
                    <a:pt x="229" y="388"/>
                    <a:pt x="227" y="388"/>
                  </a:cubicBezTo>
                  <a:cubicBezTo>
                    <a:pt x="227" y="388"/>
                    <a:pt x="227" y="388"/>
                    <a:pt x="226" y="388"/>
                  </a:cubicBezTo>
                  <a:cubicBezTo>
                    <a:pt x="242" y="374"/>
                    <a:pt x="258" y="361"/>
                    <a:pt x="269" y="344"/>
                  </a:cubicBezTo>
                  <a:cubicBezTo>
                    <a:pt x="270" y="343"/>
                    <a:pt x="270" y="341"/>
                    <a:pt x="270" y="340"/>
                  </a:cubicBezTo>
                  <a:cubicBezTo>
                    <a:pt x="270" y="340"/>
                    <a:pt x="270" y="340"/>
                    <a:pt x="271" y="340"/>
                  </a:cubicBezTo>
                  <a:cubicBezTo>
                    <a:pt x="280" y="347"/>
                    <a:pt x="291" y="353"/>
                    <a:pt x="302" y="358"/>
                  </a:cubicBezTo>
                  <a:cubicBezTo>
                    <a:pt x="345" y="373"/>
                    <a:pt x="395" y="368"/>
                    <a:pt x="436" y="349"/>
                  </a:cubicBezTo>
                  <a:cubicBezTo>
                    <a:pt x="514" y="313"/>
                    <a:pt x="545" y="217"/>
                    <a:pt x="525" y="138"/>
                  </a:cubicBezTo>
                  <a:close/>
                  <a:moveTo>
                    <a:pt x="138" y="487"/>
                  </a:moveTo>
                  <a:cubicBezTo>
                    <a:pt x="138" y="487"/>
                    <a:pt x="138" y="487"/>
                    <a:pt x="138" y="487"/>
                  </a:cubicBezTo>
                  <a:cubicBezTo>
                    <a:pt x="138" y="487"/>
                    <a:pt x="138" y="487"/>
                    <a:pt x="138" y="487"/>
                  </a:cubicBezTo>
                  <a:cubicBezTo>
                    <a:pt x="139" y="486"/>
                    <a:pt x="137" y="485"/>
                    <a:pt x="137" y="486"/>
                  </a:cubicBezTo>
                  <a:cubicBezTo>
                    <a:pt x="136" y="486"/>
                    <a:pt x="136" y="486"/>
                    <a:pt x="136" y="486"/>
                  </a:cubicBezTo>
                  <a:cubicBezTo>
                    <a:pt x="136" y="486"/>
                    <a:pt x="136" y="486"/>
                    <a:pt x="136" y="485"/>
                  </a:cubicBezTo>
                  <a:cubicBezTo>
                    <a:pt x="139" y="482"/>
                    <a:pt x="143" y="479"/>
                    <a:pt x="147" y="476"/>
                  </a:cubicBezTo>
                  <a:cubicBezTo>
                    <a:pt x="147" y="476"/>
                    <a:pt x="147" y="476"/>
                    <a:pt x="148" y="475"/>
                  </a:cubicBezTo>
                  <a:cubicBezTo>
                    <a:pt x="148" y="475"/>
                    <a:pt x="148" y="475"/>
                    <a:pt x="148" y="475"/>
                  </a:cubicBezTo>
                  <a:cubicBezTo>
                    <a:pt x="148" y="475"/>
                    <a:pt x="149" y="474"/>
                    <a:pt x="149" y="474"/>
                  </a:cubicBezTo>
                  <a:cubicBezTo>
                    <a:pt x="145" y="479"/>
                    <a:pt x="142" y="483"/>
                    <a:pt x="138" y="487"/>
                  </a:cubicBezTo>
                  <a:close/>
                  <a:moveTo>
                    <a:pt x="122" y="506"/>
                  </a:moveTo>
                  <a:cubicBezTo>
                    <a:pt x="120" y="505"/>
                    <a:pt x="119" y="505"/>
                    <a:pt x="117" y="504"/>
                  </a:cubicBezTo>
                  <a:cubicBezTo>
                    <a:pt x="118" y="503"/>
                    <a:pt x="119" y="501"/>
                    <a:pt x="120" y="500"/>
                  </a:cubicBezTo>
                  <a:cubicBezTo>
                    <a:pt x="121" y="500"/>
                    <a:pt x="121" y="500"/>
                    <a:pt x="122" y="500"/>
                  </a:cubicBezTo>
                  <a:cubicBezTo>
                    <a:pt x="122" y="502"/>
                    <a:pt x="122" y="504"/>
                    <a:pt x="122" y="506"/>
                  </a:cubicBezTo>
                  <a:cubicBezTo>
                    <a:pt x="122" y="506"/>
                    <a:pt x="122" y="506"/>
                    <a:pt x="122" y="506"/>
                  </a:cubicBezTo>
                  <a:close/>
                  <a:moveTo>
                    <a:pt x="31" y="492"/>
                  </a:moveTo>
                  <a:cubicBezTo>
                    <a:pt x="44" y="476"/>
                    <a:pt x="58" y="461"/>
                    <a:pt x="73" y="447"/>
                  </a:cubicBezTo>
                  <a:cubicBezTo>
                    <a:pt x="97" y="425"/>
                    <a:pt x="150" y="383"/>
                    <a:pt x="171" y="429"/>
                  </a:cubicBezTo>
                  <a:cubicBezTo>
                    <a:pt x="172" y="430"/>
                    <a:pt x="172" y="431"/>
                    <a:pt x="173" y="431"/>
                  </a:cubicBezTo>
                  <a:cubicBezTo>
                    <a:pt x="173" y="433"/>
                    <a:pt x="173" y="436"/>
                    <a:pt x="172" y="438"/>
                  </a:cubicBezTo>
                  <a:cubicBezTo>
                    <a:pt x="172" y="439"/>
                    <a:pt x="172" y="439"/>
                    <a:pt x="171" y="440"/>
                  </a:cubicBezTo>
                  <a:cubicBezTo>
                    <a:pt x="168" y="434"/>
                    <a:pt x="162" y="429"/>
                    <a:pt x="157" y="426"/>
                  </a:cubicBezTo>
                  <a:cubicBezTo>
                    <a:pt x="155" y="425"/>
                    <a:pt x="154" y="428"/>
                    <a:pt x="155" y="428"/>
                  </a:cubicBezTo>
                  <a:cubicBezTo>
                    <a:pt x="161" y="431"/>
                    <a:pt x="166" y="437"/>
                    <a:pt x="168" y="442"/>
                  </a:cubicBezTo>
                  <a:cubicBezTo>
                    <a:pt x="169" y="442"/>
                    <a:pt x="169" y="443"/>
                    <a:pt x="170" y="443"/>
                  </a:cubicBezTo>
                  <a:cubicBezTo>
                    <a:pt x="168" y="445"/>
                    <a:pt x="167" y="448"/>
                    <a:pt x="165" y="451"/>
                  </a:cubicBezTo>
                  <a:cubicBezTo>
                    <a:pt x="165" y="451"/>
                    <a:pt x="165" y="451"/>
                    <a:pt x="165" y="451"/>
                  </a:cubicBezTo>
                  <a:cubicBezTo>
                    <a:pt x="158" y="448"/>
                    <a:pt x="152" y="443"/>
                    <a:pt x="147" y="437"/>
                  </a:cubicBezTo>
                  <a:cubicBezTo>
                    <a:pt x="147" y="436"/>
                    <a:pt x="146" y="437"/>
                    <a:pt x="146" y="437"/>
                  </a:cubicBezTo>
                  <a:cubicBezTo>
                    <a:pt x="151" y="443"/>
                    <a:pt x="155" y="450"/>
                    <a:pt x="162" y="454"/>
                  </a:cubicBezTo>
                  <a:cubicBezTo>
                    <a:pt x="160" y="457"/>
                    <a:pt x="157" y="460"/>
                    <a:pt x="154" y="462"/>
                  </a:cubicBezTo>
                  <a:cubicBezTo>
                    <a:pt x="151" y="460"/>
                    <a:pt x="147" y="458"/>
                    <a:pt x="145" y="454"/>
                  </a:cubicBezTo>
                  <a:cubicBezTo>
                    <a:pt x="140" y="450"/>
                    <a:pt x="138" y="443"/>
                    <a:pt x="138" y="437"/>
                  </a:cubicBezTo>
                  <a:cubicBezTo>
                    <a:pt x="138" y="436"/>
                    <a:pt x="136" y="436"/>
                    <a:pt x="136" y="437"/>
                  </a:cubicBezTo>
                  <a:cubicBezTo>
                    <a:pt x="136" y="447"/>
                    <a:pt x="141" y="460"/>
                    <a:pt x="150" y="465"/>
                  </a:cubicBezTo>
                  <a:cubicBezTo>
                    <a:pt x="148" y="467"/>
                    <a:pt x="146" y="469"/>
                    <a:pt x="144" y="470"/>
                  </a:cubicBezTo>
                  <a:cubicBezTo>
                    <a:pt x="142" y="468"/>
                    <a:pt x="139" y="466"/>
                    <a:pt x="137" y="464"/>
                  </a:cubicBezTo>
                  <a:cubicBezTo>
                    <a:pt x="132" y="459"/>
                    <a:pt x="130" y="452"/>
                    <a:pt x="128" y="446"/>
                  </a:cubicBezTo>
                  <a:cubicBezTo>
                    <a:pt x="128" y="446"/>
                    <a:pt x="127" y="446"/>
                    <a:pt x="127" y="446"/>
                  </a:cubicBezTo>
                  <a:cubicBezTo>
                    <a:pt x="128" y="453"/>
                    <a:pt x="131" y="458"/>
                    <a:pt x="134" y="464"/>
                  </a:cubicBezTo>
                  <a:cubicBezTo>
                    <a:pt x="136" y="466"/>
                    <a:pt x="138" y="470"/>
                    <a:pt x="141" y="473"/>
                  </a:cubicBezTo>
                  <a:cubicBezTo>
                    <a:pt x="137" y="476"/>
                    <a:pt x="133" y="478"/>
                    <a:pt x="130" y="481"/>
                  </a:cubicBezTo>
                  <a:cubicBezTo>
                    <a:pt x="122" y="473"/>
                    <a:pt x="116" y="464"/>
                    <a:pt x="109" y="455"/>
                  </a:cubicBezTo>
                  <a:cubicBezTo>
                    <a:pt x="109" y="455"/>
                    <a:pt x="108" y="456"/>
                    <a:pt x="108" y="456"/>
                  </a:cubicBezTo>
                  <a:cubicBezTo>
                    <a:pt x="113" y="466"/>
                    <a:pt x="119" y="476"/>
                    <a:pt x="127" y="483"/>
                  </a:cubicBezTo>
                  <a:cubicBezTo>
                    <a:pt x="126" y="484"/>
                    <a:pt x="125" y="485"/>
                    <a:pt x="125" y="485"/>
                  </a:cubicBezTo>
                  <a:cubicBezTo>
                    <a:pt x="122" y="488"/>
                    <a:pt x="119" y="491"/>
                    <a:pt x="116" y="493"/>
                  </a:cubicBezTo>
                  <a:cubicBezTo>
                    <a:pt x="107" y="488"/>
                    <a:pt x="100" y="479"/>
                    <a:pt x="95" y="470"/>
                  </a:cubicBezTo>
                  <a:cubicBezTo>
                    <a:pt x="95" y="469"/>
                    <a:pt x="93" y="470"/>
                    <a:pt x="94" y="470"/>
                  </a:cubicBezTo>
                  <a:cubicBezTo>
                    <a:pt x="98" y="480"/>
                    <a:pt x="104" y="491"/>
                    <a:pt x="113" y="497"/>
                  </a:cubicBezTo>
                  <a:cubicBezTo>
                    <a:pt x="108" y="501"/>
                    <a:pt x="105" y="506"/>
                    <a:pt x="101" y="510"/>
                  </a:cubicBezTo>
                  <a:cubicBezTo>
                    <a:pt x="101" y="510"/>
                    <a:pt x="100" y="510"/>
                    <a:pt x="100" y="509"/>
                  </a:cubicBezTo>
                  <a:cubicBezTo>
                    <a:pt x="99" y="509"/>
                    <a:pt x="99" y="509"/>
                    <a:pt x="98" y="510"/>
                  </a:cubicBezTo>
                  <a:cubicBezTo>
                    <a:pt x="90" y="502"/>
                    <a:pt x="83" y="492"/>
                    <a:pt x="76" y="484"/>
                  </a:cubicBezTo>
                  <a:cubicBezTo>
                    <a:pt x="76" y="483"/>
                    <a:pt x="75" y="484"/>
                    <a:pt x="75" y="485"/>
                  </a:cubicBezTo>
                  <a:cubicBezTo>
                    <a:pt x="81" y="496"/>
                    <a:pt x="87" y="507"/>
                    <a:pt x="97" y="516"/>
                  </a:cubicBezTo>
                  <a:cubicBezTo>
                    <a:pt x="93" y="521"/>
                    <a:pt x="89" y="526"/>
                    <a:pt x="85" y="531"/>
                  </a:cubicBezTo>
                  <a:cubicBezTo>
                    <a:pt x="73" y="523"/>
                    <a:pt x="62" y="513"/>
                    <a:pt x="57" y="499"/>
                  </a:cubicBezTo>
                  <a:cubicBezTo>
                    <a:pt x="57" y="498"/>
                    <a:pt x="56" y="498"/>
                    <a:pt x="56" y="499"/>
                  </a:cubicBezTo>
                  <a:cubicBezTo>
                    <a:pt x="60" y="513"/>
                    <a:pt x="70" y="527"/>
                    <a:pt x="83" y="535"/>
                  </a:cubicBezTo>
                  <a:cubicBezTo>
                    <a:pt x="79" y="539"/>
                    <a:pt x="76" y="543"/>
                    <a:pt x="73" y="547"/>
                  </a:cubicBezTo>
                  <a:cubicBezTo>
                    <a:pt x="58" y="541"/>
                    <a:pt x="48" y="528"/>
                    <a:pt x="43" y="513"/>
                  </a:cubicBezTo>
                  <a:cubicBezTo>
                    <a:pt x="43" y="512"/>
                    <a:pt x="42" y="512"/>
                    <a:pt x="42" y="513"/>
                  </a:cubicBezTo>
                  <a:cubicBezTo>
                    <a:pt x="46" y="529"/>
                    <a:pt x="55" y="544"/>
                    <a:pt x="69" y="551"/>
                  </a:cubicBezTo>
                  <a:cubicBezTo>
                    <a:pt x="68" y="553"/>
                    <a:pt x="67" y="554"/>
                    <a:pt x="66" y="556"/>
                  </a:cubicBezTo>
                  <a:cubicBezTo>
                    <a:pt x="65" y="555"/>
                    <a:pt x="64" y="555"/>
                    <a:pt x="63" y="554"/>
                  </a:cubicBezTo>
                  <a:cubicBezTo>
                    <a:pt x="57" y="552"/>
                    <a:pt x="53" y="548"/>
                    <a:pt x="48" y="545"/>
                  </a:cubicBezTo>
                  <a:cubicBezTo>
                    <a:pt x="41" y="538"/>
                    <a:pt x="34" y="530"/>
                    <a:pt x="29" y="522"/>
                  </a:cubicBezTo>
                  <a:cubicBezTo>
                    <a:pt x="28" y="521"/>
                    <a:pt x="27" y="522"/>
                    <a:pt x="28" y="523"/>
                  </a:cubicBezTo>
                  <a:cubicBezTo>
                    <a:pt x="33" y="532"/>
                    <a:pt x="39" y="540"/>
                    <a:pt x="46" y="547"/>
                  </a:cubicBezTo>
                  <a:cubicBezTo>
                    <a:pt x="50" y="551"/>
                    <a:pt x="56" y="557"/>
                    <a:pt x="62" y="560"/>
                  </a:cubicBezTo>
                  <a:cubicBezTo>
                    <a:pt x="60" y="562"/>
                    <a:pt x="58" y="563"/>
                    <a:pt x="56" y="565"/>
                  </a:cubicBezTo>
                  <a:cubicBezTo>
                    <a:pt x="55" y="565"/>
                    <a:pt x="54" y="564"/>
                    <a:pt x="53" y="563"/>
                  </a:cubicBezTo>
                  <a:cubicBezTo>
                    <a:pt x="54" y="563"/>
                    <a:pt x="55" y="563"/>
                    <a:pt x="55" y="562"/>
                  </a:cubicBezTo>
                  <a:cubicBezTo>
                    <a:pt x="57" y="561"/>
                    <a:pt x="57" y="560"/>
                    <a:pt x="55" y="559"/>
                  </a:cubicBezTo>
                  <a:cubicBezTo>
                    <a:pt x="50" y="555"/>
                    <a:pt x="43" y="555"/>
                    <a:pt x="38" y="552"/>
                  </a:cubicBezTo>
                  <a:cubicBezTo>
                    <a:pt x="37" y="552"/>
                    <a:pt x="36" y="551"/>
                    <a:pt x="36" y="551"/>
                  </a:cubicBezTo>
                  <a:cubicBezTo>
                    <a:pt x="29" y="545"/>
                    <a:pt x="22" y="538"/>
                    <a:pt x="16" y="531"/>
                  </a:cubicBezTo>
                  <a:cubicBezTo>
                    <a:pt x="13" y="526"/>
                    <a:pt x="9" y="518"/>
                    <a:pt x="11" y="515"/>
                  </a:cubicBezTo>
                  <a:cubicBezTo>
                    <a:pt x="11" y="515"/>
                    <a:pt x="11" y="515"/>
                    <a:pt x="11" y="514"/>
                  </a:cubicBezTo>
                  <a:cubicBezTo>
                    <a:pt x="20" y="512"/>
                    <a:pt x="25" y="498"/>
                    <a:pt x="31" y="492"/>
                  </a:cubicBezTo>
                  <a:close/>
                  <a:moveTo>
                    <a:pt x="90" y="539"/>
                  </a:moveTo>
                  <a:cubicBezTo>
                    <a:pt x="90" y="539"/>
                    <a:pt x="91" y="539"/>
                    <a:pt x="91" y="538"/>
                  </a:cubicBezTo>
                  <a:cubicBezTo>
                    <a:pt x="90" y="539"/>
                    <a:pt x="89" y="540"/>
                    <a:pt x="88" y="541"/>
                  </a:cubicBezTo>
                  <a:cubicBezTo>
                    <a:pt x="89" y="540"/>
                    <a:pt x="90" y="539"/>
                    <a:pt x="90" y="539"/>
                  </a:cubicBezTo>
                  <a:close/>
                  <a:moveTo>
                    <a:pt x="92" y="538"/>
                  </a:moveTo>
                  <a:cubicBezTo>
                    <a:pt x="92" y="537"/>
                    <a:pt x="92" y="537"/>
                    <a:pt x="92" y="536"/>
                  </a:cubicBezTo>
                  <a:cubicBezTo>
                    <a:pt x="96" y="531"/>
                    <a:pt x="100" y="526"/>
                    <a:pt x="104" y="520"/>
                  </a:cubicBezTo>
                  <a:cubicBezTo>
                    <a:pt x="105" y="521"/>
                    <a:pt x="105" y="520"/>
                    <a:pt x="106" y="519"/>
                  </a:cubicBezTo>
                  <a:cubicBezTo>
                    <a:pt x="106" y="520"/>
                    <a:pt x="107" y="519"/>
                    <a:pt x="107" y="518"/>
                  </a:cubicBezTo>
                  <a:cubicBezTo>
                    <a:pt x="107" y="518"/>
                    <a:pt x="107" y="518"/>
                    <a:pt x="107" y="517"/>
                  </a:cubicBezTo>
                  <a:cubicBezTo>
                    <a:pt x="110" y="517"/>
                    <a:pt x="111" y="515"/>
                    <a:pt x="114" y="514"/>
                  </a:cubicBezTo>
                  <a:cubicBezTo>
                    <a:pt x="115" y="514"/>
                    <a:pt x="114" y="512"/>
                    <a:pt x="113" y="512"/>
                  </a:cubicBezTo>
                  <a:cubicBezTo>
                    <a:pt x="112" y="512"/>
                    <a:pt x="111" y="512"/>
                    <a:pt x="110" y="512"/>
                  </a:cubicBezTo>
                  <a:cubicBezTo>
                    <a:pt x="112" y="510"/>
                    <a:pt x="114" y="507"/>
                    <a:pt x="116" y="505"/>
                  </a:cubicBezTo>
                  <a:cubicBezTo>
                    <a:pt x="117" y="506"/>
                    <a:pt x="119" y="507"/>
                    <a:pt x="120" y="508"/>
                  </a:cubicBezTo>
                  <a:cubicBezTo>
                    <a:pt x="111" y="518"/>
                    <a:pt x="101" y="528"/>
                    <a:pt x="92" y="538"/>
                  </a:cubicBezTo>
                  <a:close/>
                  <a:moveTo>
                    <a:pt x="124" y="503"/>
                  </a:moveTo>
                  <a:cubicBezTo>
                    <a:pt x="124" y="502"/>
                    <a:pt x="124" y="501"/>
                    <a:pt x="124" y="500"/>
                  </a:cubicBezTo>
                  <a:cubicBezTo>
                    <a:pt x="124" y="500"/>
                    <a:pt x="124" y="500"/>
                    <a:pt x="124" y="500"/>
                  </a:cubicBezTo>
                  <a:cubicBezTo>
                    <a:pt x="125" y="499"/>
                    <a:pt x="125" y="499"/>
                    <a:pt x="125" y="498"/>
                  </a:cubicBezTo>
                  <a:cubicBezTo>
                    <a:pt x="125" y="497"/>
                    <a:pt x="126" y="497"/>
                    <a:pt x="128" y="496"/>
                  </a:cubicBezTo>
                  <a:cubicBezTo>
                    <a:pt x="131" y="495"/>
                    <a:pt x="132" y="492"/>
                    <a:pt x="133" y="490"/>
                  </a:cubicBezTo>
                  <a:cubicBezTo>
                    <a:pt x="134" y="490"/>
                    <a:pt x="134" y="490"/>
                    <a:pt x="135" y="490"/>
                  </a:cubicBezTo>
                  <a:cubicBezTo>
                    <a:pt x="135" y="490"/>
                    <a:pt x="135" y="490"/>
                    <a:pt x="135" y="491"/>
                  </a:cubicBezTo>
                  <a:cubicBezTo>
                    <a:pt x="133" y="494"/>
                    <a:pt x="130" y="497"/>
                    <a:pt x="128" y="500"/>
                  </a:cubicBezTo>
                  <a:cubicBezTo>
                    <a:pt x="127" y="501"/>
                    <a:pt x="125" y="502"/>
                    <a:pt x="124" y="503"/>
                  </a:cubicBezTo>
                  <a:close/>
                  <a:moveTo>
                    <a:pt x="231" y="370"/>
                  </a:moveTo>
                  <a:cubicBezTo>
                    <a:pt x="226" y="366"/>
                    <a:pt x="220" y="362"/>
                    <a:pt x="218" y="356"/>
                  </a:cubicBezTo>
                  <a:cubicBezTo>
                    <a:pt x="218" y="356"/>
                    <a:pt x="217" y="356"/>
                    <a:pt x="217" y="356"/>
                  </a:cubicBezTo>
                  <a:cubicBezTo>
                    <a:pt x="219" y="362"/>
                    <a:pt x="224" y="368"/>
                    <a:pt x="229" y="372"/>
                  </a:cubicBezTo>
                  <a:cubicBezTo>
                    <a:pt x="224" y="377"/>
                    <a:pt x="219" y="381"/>
                    <a:pt x="214" y="385"/>
                  </a:cubicBezTo>
                  <a:cubicBezTo>
                    <a:pt x="214" y="385"/>
                    <a:pt x="214" y="385"/>
                    <a:pt x="214" y="385"/>
                  </a:cubicBezTo>
                  <a:cubicBezTo>
                    <a:pt x="209" y="383"/>
                    <a:pt x="206" y="379"/>
                    <a:pt x="204" y="374"/>
                  </a:cubicBezTo>
                  <a:cubicBezTo>
                    <a:pt x="204" y="373"/>
                    <a:pt x="202" y="374"/>
                    <a:pt x="202" y="375"/>
                  </a:cubicBezTo>
                  <a:cubicBezTo>
                    <a:pt x="205" y="380"/>
                    <a:pt x="208" y="384"/>
                    <a:pt x="212" y="387"/>
                  </a:cubicBezTo>
                  <a:cubicBezTo>
                    <a:pt x="208" y="391"/>
                    <a:pt x="203" y="395"/>
                    <a:pt x="198" y="400"/>
                  </a:cubicBezTo>
                  <a:cubicBezTo>
                    <a:pt x="198" y="400"/>
                    <a:pt x="198" y="400"/>
                    <a:pt x="198" y="399"/>
                  </a:cubicBezTo>
                  <a:cubicBezTo>
                    <a:pt x="194" y="397"/>
                    <a:pt x="191" y="393"/>
                    <a:pt x="190" y="389"/>
                  </a:cubicBezTo>
                  <a:cubicBezTo>
                    <a:pt x="190" y="388"/>
                    <a:pt x="188" y="388"/>
                    <a:pt x="188" y="389"/>
                  </a:cubicBezTo>
                  <a:cubicBezTo>
                    <a:pt x="189" y="394"/>
                    <a:pt x="191" y="398"/>
                    <a:pt x="195" y="401"/>
                  </a:cubicBezTo>
                  <a:cubicBezTo>
                    <a:pt x="195" y="401"/>
                    <a:pt x="196" y="401"/>
                    <a:pt x="197" y="402"/>
                  </a:cubicBezTo>
                  <a:cubicBezTo>
                    <a:pt x="194" y="404"/>
                    <a:pt x="192" y="407"/>
                    <a:pt x="189" y="410"/>
                  </a:cubicBezTo>
                  <a:cubicBezTo>
                    <a:pt x="187" y="409"/>
                    <a:pt x="184" y="408"/>
                    <a:pt x="182" y="406"/>
                  </a:cubicBezTo>
                  <a:cubicBezTo>
                    <a:pt x="177" y="403"/>
                    <a:pt x="173" y="399"/>
                    <a:pt x="171" y="394"/>
                  </a:cubicBezTo>
                  <a:cubicBezTo>
                    <a:pt x="170" y="393"/>
                    <a:pt x="170" y="394"/>
                    <a:pt x="170" y="394"/>
                  </a:cubicBezTo>
                  <a:cubicBezTo>
                    <a:pt x="172" y="400"/>
                    <a:pt x="176" y="404"/>
                    <a:pt x="181" y="408"/>
                  </a:cubicBezTo>
                  <a:cubicBezTo>
                    <a:pt x="183" y="409"/>
                    <a:pt x="185" y="411"/>
                    <a:pt x="187" y="412"/>
                  </a:cubicBezTo>
                  <a:cubicBezTo>
                    <a:pt x="185" y="415"/>
                    <a:pt x="183" y="417"/>
                    <a:pt x="182" y="420"/>
                  </a:cubicBezTo>
                  <a:cubicBezTo>
                    <a:pt x="180" y="418"/>
                    <a:pt x="179" y="416"/>
                    <a:pt x="176" y="415"/>
                  </a:cubicBezTo>
                  <a:cubicBezTo>
                    <a:pt x="175" y="415"/>
                    <a:pt x="175" y="415"/>
                    <a:pt x="175" y="415"/>
                  </a:cubicBezTo>
                  <a:cubicBezTo>
                    <a:pt x="174" y="415"/>
                    <a:pt x="173" y="414"/>
                    <a:pt x="172" y="413"/>
                  </a:cubicBezTo>
                  <a:cubicBezTo>
                    <a:pt x="168" y="407"/>
                    <a:pt x="163" y="403"/>
                    <a:pt x="157" y="401"/>
                  </a:cubicBezTo>
                  <a:cubicBezTo>
                    <a:pt x="179" y="368"/>
                    <a:pt x="205" y="338"/>
                    <a:pt x="231" y="308"/>
                  </a:cubicBezTo>
                  <a:cubicBezTo>
                    <a:pt x="240" y="320"/>
                    <a:pt x="251" y="330"/>
                    <a:pt x="263" y="337"/>
                  </a:cubicBezTo>
                  <a:cubicBezTo>
                    <a:pt x="262" y="337"/>
                    <a:pt x="261" y="338"/>
                    <a:pt x="260" y="339"/>
                  </a:cubicBezTo>
                  <a:cubicBezTo>
                    <a:pt x="260" y="339"/>
                    <a:pt x="260" y="339"/>
                    <a:pt x="260" y="339"/>
                  </a:cubicBezTo>
                  <a:cubicBezTo>
                    <a:pt x="253" y="337"/>
                    <a:pt x="246" y="333"/>
                    <a:pt x="242" y="327"/>
                  </a:cubicBezTo>
                  <a:cubicBezTo>
                    <a:pt x="241" y="326"/>
                    <a:pt x="240" y="327"/>
                    <a:pt x="240" y="328"/>
                  </a:cubicBezTo>
                  <a:cubicBezTo>
                    <a:pt x="245" y="334"/>
                    <a:pt x="251" y="338"/>
                    <a:pt x="259" y="341"/>
                  </a:cubicBezTo>
                  <a:cubicBezTo>
                    <a:pt x="255" y="346"/>
                    <a:pt x="251" y="350"/>
                    <a:pt x="248" y="355"/>
                  </a:cubicBezTo>
                  <a:cubicBezTo>
                    <a:pt x="245" y="355"/>
                    <a:pt x="243" y="354"/>
                    <a:pt x="241" y="353"/>
                  </a:cubicBezTo>
                  <a:cubicBezTo>
                    <a:pt x="236" y="351"/>
                    <a:pt x="233" y="346"/>
                    <a:pt x="232" y="341"/>
                  </a:cubicBezTo>
                  <a:cubicBezTo>
                    <a:pt x="232" y="341"/>
                    <a:pt x="231" y="341"/>
                    <a:pt x="231" y="342"/>
                  </a:cubicBezTo>
                  <a:cubicBezTo>
                    <a:pt x="232" y="347"/>
                    <a:pt x="235" y="352"/>
                    <a:pt x="240" y="355"/>
                  </a:cubicBezTo>
                  <a:cubicBezTo>
                    <a:pt x="241" y="356"/>
                    <a:pt x="243" y="357"/>
                    <a:pt x="245" y="357"/>
                  </a:cubicBezTo>
                  <a:cubicBezTo>
                    <a:pt x="241" y="362"/>
                    <a:pt x="236" y="366"/>
                    <a:pt x="231" y="370"/>
                  </a:cubicBezTo>
                  <a:close/>
                  <a:moveTo>
                    <a:pt x="476" y="308"/>
                  </a:moveTo>
                  <a:cubicBezTo>
                    <a:pt x="439" y="349"/>
                    <a:pt x="382" y="364"/>
                    <a:pt x="328" y="356"/>
                  </a:cubicBezTo>
                  <a:cubicBezTo>
                    <a:pt x="287" y="349"/>
                    <a:pt x="260" y="321"/>
                    <a:pt x="233" y="292"/>
                  </a:cubicBezTo>
                  <a:cubicBezTo>
                    <a:pt x="230" y="288"/>
                    <a:pt x="226" y="283"/>
                    <a:pt x="223" y="278"/>
                  </a:cubicBezTo>
                  <a:cubicBezTo>
                    <a:pt x="210" y="257"/>
                    <a:pt x="201" y="233"/>
                    <a:pt x="196" y="209"/>
                  </a:cubicBezTo>
                  <a:cubicBezTo>
                    <a:pt x="186" y="161"/>
                    <a:pt x="196" y="104"/>
                    <a:pt x="228" y="66"/>
                  </a:cubicBezTo>
                  <a:cubicBezTo>
                    <a:pt x="282" y="0"/>
                    <a:pt x="400" y="4"/>
                    <a:pt x="462" y="54"/>
                  </a:cubicBezTo>
                  <a:cubicBezTo>
                    <a:pt x="539" y="116"/>
                    <a:pt x="540" y="238"/>
                    <a:pt x="476" y="308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5" name="Freeform 31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058" y="8067"/>
              <a:ext cx="274" cy="268"/>
            </a:xfrm>
            <a:custGeom>
              <a:avLst/>
              <a:gdLst>
                <a:gd name="T0" fmla="*/ 62 w 287"/>
                <a:gd name="T1" fmla="*/ 35 h 282"/>
                <a:gd name="T2" fmla="*/ 24 w 287"/>
                <a:gd name="T3" fmla="*/ 88 h 282"/>
                <a:gd name="T4" fmla="*/ 21 w 287"/>
                <a:gd name="T5" fmla="*/ 111 h 282"/>
                <a:gd name="T6" fmla="*/ 103 w 287"/>
                <a:gd name="T7" fmla="*/ 267 h 282"/>
                <a:gd name="T8" fmla="*/ 266 w 287"/>
                <a:gd name="T9" fmla="*/ 174 h 282"/>
                <a:gd name="T10" fmla="*/ 183 w 287"/>
                <a:gd name="T11" fmla="*/ 12 h 282"/>
                <a:gd name="T12" fmla="*/ 62 w 287"/>
                <a:gd name="T13" fmla="*/ 35 h 282"/>
                <a:gd name="T14" fmla="*/ 169 w 287"/>
                <a:gd name="T15" fmla="*/ 19 h 282"/>
                <a:gd name="T16" fmla="*/ 258 w 287"/>
                <a:gd name="T17" fmla="*/ 163 h 282"/>
                <a:gd name="T18" fmla="*/ 125 w 287"/>
                <a:gd name="T19" fmla="*/ 258 h 282"/>
                <a:gd name="T20" fmla="*/ 41 w 287"/>
                <a:gd name="T21" fmla="*/ 80 h 282"/>
                <a:gd name="T22" fmla="*/ 38 w 287"/>
                <a:gd name="T23" fmla="*/ 79 h 282"/>
                <a:gd name="T24" fmla="*/ 37 w 287"/>
                <a:gd name="T25" fmla="*/ 80 h 282"/>
                <a:gd name="T26" fmla="*/ 50 w 287"/>
                <a:gd name="T27" fmla="*/ 59 h 282"/>
                <a:gd name="T28" fmla="*/ 169 w 287"/>
                <a:gd name="T29" fmla="*/ 1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" h="282">
                  <a:moveTo>
                    <a:pt x="62" y="35"/>
                  </a:moveTo>
                  <a:cubicBezTo>
                    <a:pt x="44" y="49"/>
                    <a:pt x="32" y="67"/>
                    <a:pt x="24" y="88"/>
                  </a:cubicBezTo>
                  <a:cubicBezTo>
                    <a:pt x="21" y="96"/>
                    <a:pt x="21" y="103"/>
                    <a:pt x="21" y="111"/>
                  </a:cubicBezTo>
                  <a:cubicBezTo>
                    <a:pt x="0" y="174"/>
                    <a:pt x="36" y="253"/>
                    <a:pt x="103" y="267"/>
                  </a:cubicBezTo>
                  <a:cubicBezTo>
                    <a:pt x="174" y="282"/>
                    <a:pt x="244" y="244"/>
                    <a:pt x="266" y="174"/>
                  </a:cubicBezTo>
                  <a:cubicBezTo>
                    <a:pt x="287" y="107"/>
                    <a:pt x="250" y="33"/>
                    <a:pt x="183" y="12"/>
                  </a:cubicBezTo>
                  <a:cubicBezTo>
                    <a:pt x="145" y="0"/>
                    <a:pt x="94" y="9"/>
                    <a:pt x="62" y="35"/>
                  </a:cubicBezTo>
                  <a:close/>
                  <a:moveTo>
                    <a:pt x="169" y="19"/>
                  </a:moveTo>
                  <a:cubicBezTo>
                    <a:pt x="236" y="30"/>
                    <a:pt x="272" y="100"/>
                    <a:pt x="258" y="163"/>
                  </a:cubicBezTo>
                  <a:cubicBezTo>
                    <a:pt x="244" y="226"/>
                    <a:pt x="187" y="261"/>
                    <a:pt x="125" y="258"/>
                  </a:cubicBezTo>
                  <a:cubicBezTo>
                    <a:pt x="38" y="255"/>
                    <a:pt x="12" y="150"/>
                    <a:pt x="41" y="80"/>
                  </a:cubicBezTo>
                  <a:cubicBezTo>
                    <a:pt x="41" y="79"/>
                    <a:pt x="39" y="78"/>
                    <a:pt x="38" y="79"/>
                  </a:cubicBezTo>
                  <a:cubicBezTo>
                    <a:pt x="38" y="79"/>
                    <a:pt x="38" y="79"/>
                    <a:pt x="37" y="80"/>
                  </a:cubicBezTo>
                  <a:cubicBezTo>
                    <a:pt x="41" y="73"/>
                    <a:pt x="45" y="66"/>
                    <a:pt x="50" y="59"/>
                  </a:cubicBezTo>
                  <a:cubicBezTo>
                    <a:pt x="78" y="24"/>
                    <a:pt x="127" y="12"/>
                    <a:pt x="169" y="19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8" name="Freeform 311"/>
            <p:cNvSpPr/>
            <p:nvPr>
              <p:custDataLst>
                <p:tags r:id="rId7"/>
              </p:custDataLst>
            </p:nvPr>
          </p:nvSpPr>
          <p:spPr bwMode="auto">
            <a:xfrm>
              <a:off x="8045" y="8060"/>
              <a:ext cx="186" cy="167"/>
            </a:xfrm>
            <a:custGeom>
              <a:avLst/>
              <a:gdLst>
                <a:gd name="T0" fmla="*/ 51 w 194"/>
                <a:gd name="T1" fmla="*/ 47 h 176"/>
                <a:gd name="T2" fmla="*/ 116 w 194"/>
                <a:gd name="T3" fmla="*/ 14 h 176"/>
                <a:gd name="T4" fmla="*/ 191 w 194"/>
                <a:gd name="T5" fmla="*/ 10 h 176"/>
                <a:gd name="T6" fmla="*/ 191 w 194"/>
                <a:gd name="T7" fmla="*/ 6 h 176"/>
                <a:gd name="T8" fmla="*/ 43 w 194"/>
                <a:gd name="T9" fmla="*/ 48 h 176"/>
                <a:gd name="T10" fmla="*/ 16 w 194"/>
                <a:gd name="T11" fmla="*/ 175 h 176"/>
                <a:gd name="T12" fmla="*/ 17 w 194"/>
                <a:gd name="T13" fmla="*/ 175 h 176"/>
                <a:gd name="T14" fmla="*/ 51 w 194"/>
                <a:gd name="T15" fmla="*/ 4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76">
                  <a:moveTo>
                    <a:pt x="51" y="47"/>
                  </a:moveTo>
                  <a:cubicBezTo>
                    <a:pt x="70" y="29"/>
                    <a:pt x="91" y="18"/>
                    <a:pt x="116" y="14"/>
                  </a:cubicBezTo>
                  <a:cubicBezTo>
                    <a:pt x="141" y="9"/>
                    <a:pt x="167" y="13"/>
                    <a:pt x="191" y="10"/>
                  </a:cubicBezTo>
                  <a:cubicBezTo>
                    <a:pt x="194" y="10"/>
                    <a:pt x="194" y="7"/>
                    <a:pt x="191" y="6"/>
                  </a:cubicBezTo>
                  <a:cubicBezTo>
                    <a:pt x="137" y="0"/>
                    <a:pt x="83" y="8"/>
                    <a:pt x="43" y="48"/>
                  </a:cubicBezTo>
                  <a:cubicBezTo>
                    <a:pt x="7" y="83"/>
                    <a:pt x="0" y="128"/>
                    <a:pt x="16" y="175"/>
                  </a:cubicBezTo>
                  <a:cubicBezTo>
                    <a:pt x="16" y="176"/>
                    <a:pt x="17" y="175"/>
                    <a:pt x="17" y="175"/>
                  </a:cubicBezTo>
                  <a:cubicBezTo>
                    <a:pt x="3" y="126"/>
                    <a:pt x="15" y="83"/>
                    <a:pt x="51" y="47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0" name="Freeform 312"/>
            <p:cNvSpPr/>
            <p:nvPr>
              <p:custDataLst>
                <p:tags r:id="rId8"/>
              </p:custDataLst>
            </p:nvPr>
          </p:nvSpPr>
          <p:spPr bwMode="auto">
            <a:xfrm>
              <a:off x="8065" y="8075"/>
              <a:ext cx="279" cy="302"/>
            </a:xfrm>
            <a:custGeom>
              <a:avLst/>
              <a:gdLst>
                <a:gd name="T0" fmla="*/ 203 w 294"/>
                <a:gd name="T1" fmla="*/ 4 h 317"/>
                <a:gd name="T2" fmla="*/ 258 w 294"/>
                <a:gd name="T3" fmla="*/ 37 h 317"/>
                <a:gd name="T4" fmla="*/ 282 w 294"/>
                <a:gd name="T5" fmla="*/ 97 h 317"/>
                <a:gd name="T6" fmla="*/ 254 w 294"/>
                <a:gd name="T7" fmla="*/ 218 h 317"/>
                <a:gd name="T8" fmla="*/ 1 w 294"/>
                <a:gd name="T9" fmla="*/ 192 h 317"/>
                <a:gd name="T10" fmla="*/ 0 w 294"/>
                <a:gd name="T11" fmla="*/ 192 h 317"/>
                <a:gd name="T12" fmla="*/ 258 w 294"/>
                <a:gd name="T13" fmla="*/ 224 h 317"/>
                <a:gd name="T14" fmla="*/ 287 w 294"/>
                <a:gd name="T15" fmla="*/ 88 h 317"/>
                <a:gd name="T16" fmla="*/ 203 w 294"/>
                <a:gd name="T17" fmla="*/ 0 h 317"/>
                <a:gd name="T18" fmla="*/ 203 w 294"/>
                <a:gd name="T19" fmla="*/ 4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" h="317">
                  <a:moveTo>
                    <a:pt x="203" y="4"/>
                  </a:moveTo>
                  <a:cubicBezTo>
                    <a:pt x="225" y="12"/>
                    <a:pt x="243" y="18"/>
                    <a:pt x="258" y="37"/>
                  </a:cubicBezTo>
                  <a:cubicBezTo>
                    <a:pt x="273" y="53"/>
                    <a:pt x="279" y="76"/>
                    <a:pt x="282" y="97"/>
                  </a:cubicBezTo>
                  <a:cubicBezTo>
                    <a:pt x="287" y="138"/>
                    <a:pt x="276" y="183"/>
                    <a:pt x="254" y="218"/>
                  </a:cubicBezTo>
                  <a:cubicBezTo>
                    <a:pt x="194" y="316"/>
                    <a:pt x="51" y="281"/>
                    <a:pt x="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41" y="296"/>
                    <a:pt x="194" y="317"/>
                    <a:pt x="258" y="224"/>
                  </a:cubicBezTo>
                  <a:cubicBezTo>
                    <a:pt x="285" y="186"/>
                    <a:pt x="294" y="134"/>
                    <a:pt x="287" y="88"/>
                  </a:cubicBezTo>
                  <a:cubicBezTo>
                    <a:pt x="281" y="47"/>
                    <a:pt x="249" y="1"/>
                    <a:pt x="203" y="0"/>
                  </a:cubicBezTo>
                  <a:cubicBezTo>
                    <a:pt x="201" y="0"/>
                    <a:pt x="201" y="3"/>
                    <a:pt x="203" y="4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58318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505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3D06EB-781F-4373-B22E-179C5215E3B8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4505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4506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CB10DB-6BEA-4CBB-A6AD-2DB130707578}" type="slidenum">
              <a:rPr lang="en-US" altLang="zh-CN" sz="790"/>
              <a:pPr/>
              <a:t>29</a:t>
            </a:fld>
            <a:endParaRPr lang="en-US" altLang="zh-CN" sz="790"/>
          </a:p>
        </p:txBody>
      </p:sp>
      <p:sp>
        <p:nvSpPr>
          <p:cNvPr id="45080" name="Text Box 21"/>
          <p:cNvSpPr txBox="1">
            <a:spLocks noChangeArrowheads="1"/>
          </p:cNvSpPr>
          <p:nvPr/>
        </p:nvSpPr>
        <p:spPr bwMode="auto">
          <a:xfrm>
            <a:off x="1338580" y="5518150"/>
            <a:ext cx="42037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45081" name="Line 22"/>
          <p:cNvSpPr>
            <a:spLocks noChangeShapeType="1"/>
          </p:cNvSpPr>
          <p:nvPr/>
        </p:nvSpPr>
        <p:spPr bwMode="auto">
          <a:xfrm flipV="1">
            <a:off x="1760220" y="5763895"/>
            <a:ext cx="398780" cy="946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>
              <a:latin typeface="Sitka Text" pitchFamily="2" charset="0"/>
            </a:endParaRPr>
          </a:p>
        </p:txBody>
      </p:sp>
      <p:sp>
        <p:nvSpPr>
          <p:cNvPr id="26" name="Oval 1028"/>
          <p:cNvSpPr>
            <a:spLocks noChangeArrowheads="1"/>
          </p:cNvSpPr>
          <p:nvPr/>
        </p:nvSpPr>
        <p:spPr bwMode="auto">
          <a:xfrm>
            <a:off x="1475740" y="1916430"/>
            <a:ext cx="478790" cy="47180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7" name="Oval 1029"/>
          <p:cNvSpPr>
            <a:spLocks noChangeArrowheads="1"/>
          </p:cNvSpPr>
          <p:nvPr/>
        </p:nvSpPr>
        <p:spPr bwMode="auto">
          <a:xfrm>
            <a:off x="1795145" y="3049270"/>
            <a:ext cx="478790" cy="47180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8" name="Oval 1030"/>
          <p:cNvSpPr>
            <a:spLocks noChangeArrowheads="1"/>
          </p:cNvSpPr>
          <p:nvPr/>
        </p:nvSpPr>
        <p:spPr bwMode="auto">
          <a:xfrm>
            <a:off x="2273935" y="5220970"/>
            <a:ext cx="478790" cy="47180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9" name="Oval 1031"/>
          <p:cNvSpPr>
            <a:spLocks noChangeArrowheads="1"/>
          </p:cNvSpPr>
          <p:nvPr/>
        </p:nvSpPr>
        <p:spPr bwMode="auto">
          <a:xfrm>
            <a:off x="4187825" y="2954655"/>
            <a:ext cx="478790" cy="47180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0" name="Oval 1032"/>
          <p:cNvSpPr>
            <a:spLocks noChangeArrowheads="1"/>
          </p:cNvSpPr>
          <p:nvPr/>
        </p:nvSpPr>
        <p:spPr bwMode="auto">
          <a:xfrm>
            <a:off x="3150870" y="2954655"/>
            <a:ext cx="478790" cy="47180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1" name="Oval 1033"/>
          <p:cNvSpPr>
            <a:spLocks noChangeArrowheads="1"/>
          </p:cNvSpPr>
          <p:nvPr/>
        </p:nvSpPr>
        <p:spPr bwMode="auto">
          <a:xfrm>
            <a:off x="2752090" y="4088130"/>
            <a:ext cx="478790" cy="47180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2" name="Oval 1034"/>
          <p:cNvSpPr>
            <a:spLocks noChangeArrowheads="1"/>
          </p:cNvSpPr>
          <p:nvPr/>
        </p:nvSpPr>
        <p:spPr bwMode="auto">
          <a:xfrm>
            <a:off x="3629660" y="1821815"/>
            <a:ext cx="478790" cy="47180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33" name="Line 1035"/>
          <p:cNvSpPr>
            <a:spLocks noChangeShapeType="1"/>
          </p:cNvSpPr>
          <p:nvPr/>
        </p:nvSpPr>
        <p:spPr bwMode="auto">
          <a:xfrm flipH="1" flipV="1">
            <a:off x="1795145" y="2388235"/>
            <a:ext cx="159385" cy="66103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>
              <a:latin typeface="Sitka Text" pitchFamily="2" charset="0"/>
            </a:endParaRPr>
          </a:p>
        </p:txBody>
      </p:sp>
      <p:sp>
        <p:nvSpPr>
          <p:cNvPr id="34" name="Line 1036"/>
          <p:cNvSpPr>
            <a:spLocks noChangeShapeType="1"/>
          </p:cNvSpPr>
          <p:nvPr/>
        </p:nvSpPr>
        <p:spPr bwMode="auto">
          <a:xfrm flipV="1">
            <a:off x="3470275" y="2293620"/>
            <a:ext cx="318770" cy="66103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>
              <a:latin typeface="Sitka Text" pitchFamily="2" charset="0"/>
            </a:endParaRPr>
          </a:p>
        </p:txBody>
      </p:sp>
      <p:sp>
        <p:nvSpPr>
          <p:cNvPr id="35" name="Line 1037"/>
          <p:cNvSpPr>
            <a:spLocks noChangeShapeType="1"/>
          </p:cNvSpPr>
          <p:nvPr/>
        </p:nvSpPr>
        <p:spPr bwMode="auto">
          <a:xfrm flipH="1" flipV="1">
            <a:off x="4028440" y="2199640"/>
            <a:ext cx="318770" cy="755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>
              <a:latin typeface="Sitka Text" pitchFamily="2" charset="0"/>
            </a:endParaRPr>
          </a:p>
        </p:txBody>
      </p:sp>
      <p:sp>
        <p:nvSpPr>
          <p:cNvPr id="36" name="Line 1038"/>
          <p:cNvSpPr>
            <a:spLocks noChangeShapeType="1"/>
          </p:cNvSpPr>
          <p:nvPr/>
        </p:nvSpPr>
        <p:spPr bwMode="auto">
          <a:xfrm flipV="1">
            <a:off x="3071495" y="3427095"/>
            <a:ext cx="239395" cy="66103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>
              <a:latin typeface="Sitka Text" pitchFamily="2" charset="0"/>
            </a:endParaRPr>
          </a:p>
        </p:txBody>
      </p:sp>
      <p:sp>
        <p:nvSpPr>
          <p:cNvPr id="37" name="Line 1039"/>
          <p:cNvSpPr>
            <a:spLocks noChangeShapeType="1"/>
          </p:cNvSpPr>
          <p:nvPr/>
        </p:nvSpPr>
        <p:spPr bwMode="auto">
          <a:xfrm flipV="1">
            <a:off x="2592705" y="4559935"/>
            <a:ext cx="318770" cy="66103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>
              <a:latin typeface="Sitka Text" pitchFamily="2" charset="0"/>
            </a:endParaRPr>
          </a:p>
        </p:txBody>
      </p:sp>
      <p:sp>
        <p:nvSpPr>
          <p:cNvPr id="38" name="Oval 1056"/>
          <p:cNvSpPr>
            <a:spLocks noChangeArrowheads="1"/>
          </p:cNvSpPr>
          <p:nvPr/>
        </p:nvSpPr>
        <p:spPr bwMode="auto">
          <a:xfrm>
            <a:off x="3789045" y="4088130"/>
            <a:ext cx="478790" cy="47180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39" name="Oval 1057"/>
          <p:cNvSpPr>
            <a:spLocks noChangeArrowheads="1"/>
          </p:cNvSpPr>
          <p:nvPr/>
        </p:nvSpPr>
        <p:spPr bwMode="auto">
          <a:xfrm>
            <a:off x="4586605" y="4088130"/>
            <a:ext cx="478790" cy="47180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40" name="Line 1058"/>
          <p:cNvSpPr>
            <a:spLocks noChangeShapeType="1"/>
          </p:cNvSpPr>
          <p:nvPr/>
        </p:nvSpPr>
        <p:spPr bwMode="auto">
          <a:xfrm flipV="1">
            <a:off x="4028440" y="3427095"/>
            <a:ext cx="318770" cy="66103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>
              <a:latin typeface="Sitka Text" pitchFamily="2" charset="0"/>
            </a:endParaRPr>
          </a:p>
        </p:txBody>
      </p:sp>
      <p:sp>
        <p:nvSpPr>
          <p:cNvPr id="41" name="Line 1059"/>
          <p:cNvSpPr>
            <a:spLocks noChangeShapeType="1"/>
          </p:cNvSpPr>
          <p:nvPr/>
        </p:nvSpPr>
        <p:spPr bwMode="auto">
          <a:xfrm flipH="1" flipV="1">
            <a:off x="4586605" y="3427095"/>
            <a:ext cx="239395" cy="66103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>
              <a:latin typeface="Sitka Text" pitchFamily="2" charset="0"/>
            </a:endParaRPr>
          </a:p>
        </p:txBody>
      </p:sp>
      <p:sp>
        <p:nvSpPr>
          <p:cNvPr id="42" name="Oval 1060"/>
          <p:cNvSpPr>
            <a:spLocks noChangeArrowheads="1"/>
          </p:cNvSpPr>
          <p:nvPr/>
        </p:nvSpPr>
        <p:spPr bwMode="auto">
          <a:xfrm>
            <a:off x="3071495" y="5315585"/>
            <a:ext cx="478790" cy="47180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43" name="Line 1061"/>
          <p:cNvSpPr>
            <a:spLocks noChangeShapeType="1"/>
          </p:cNvSpPr>
          <p:nvPr/>
        </p:nvSpPr>
        <p:spPr bwMode="auto">
          <a:xfrm flipH="1" flipV="1">
            <a:off x="3150870" y="4559935"/>
            <a:ext cx="159385" cy="755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>
              <a:latin typeface="Sitka Text" pitchFamily="2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862106" y="5225478"/>
            <a:ext cx="350012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Sitka Text" pitchFamily="2" charset="0"/>
              </a:rPr>
              <a:t>return s[ x ] = find( s[ x ] 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8484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533525"/>
            <a:ext cx="8676640" cy="4705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24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Disjoint Union / Find</a:t>
            </a:r>
            <a:br>
              <a:rPr lang="en-US" altLang="zh-CN" sz="24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</a:br>
            <a:r>
              <a:rPr lang="en-US" altLang="zh-CN" sz="24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with Weighted Union and Path Compression 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7BE3D6-36D2-49B1-AB49-873095256D16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5580EB-31FC-489F-B894-38DD33D66BB6}" type="slidenum">
              <a:rPr lang="en-US" altLang="zh-CN" sz="790"/>
              <a:pPr/>
              <a:t>30</a:t>
            </a:fld>
            <a:endParaRPr lang="en-US" altLang="zh-CN" sz="790"/>
          </a:p>
        </p:txBody>
      </p:sp>
      <p:sp>
        <p:nvSpPr>
          <p:cNvPr id="4608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62092" y="1828802"/>
            <a:ext cx="7886700" cy="4351337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Worst case time complexity for a W-Union is O(1) and for a PC-Find is O(log N). </a:t>
            </a: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Time complexity for m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 N </a:t>
            </a:r>
            <a:r>
              <a:rPr lang="en-US" altLang="zh-CN" dirty="0">
                <a:ea typeface="宋体" panose="02010600030101010101" pitchFamily="2" charset="-122"/>
              </a:rPr>
              <a:t>operations on N elements is O(m log* N) 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Here, log* </a:t>
            </a:r>
            <a:r>
              <a:rPr lang="en-US" altLang="zh-CN" dirty="0"/>
              <a:t>N is the number of iterated logarithm and a very slow growing function. (log∗ 2</a:t>
            </a:r>
            <a:r>
              <a:rPr lang="en-US" altLang="zh-CN" baseline="30000" dirty="0"/>
              <a:t>65536</a:t>
            </a:r>
            <a:r>
              <a:rPr lang="en-US" altLang="zh-CN" dirty="0"/>
              <a:t> = 5) </a:t>
            </a:r>
          </a:p>
          <a:p>
            <a:pPr lvl="1">
              <a:buNone/>
            </a:pPr>
            <a:r>
              <a:rPr lang="en-US" altLang="zh-CN" dirty="0"/>
              <a:t>    log</a:t>
            </a:r>
            <a:r>
              <a:rPr lang="zh-CN" altLang="en-US" dirty="0"/>
              <a:t>*（</a:t>
            </a:r>
            <a:r>
              <a:rPr lang="en-US" altLang="zh-CN" dirty="0"/>
              <a:t>2</a:t>
            </a:r>
            <a:r>
              <a:rPr lang="en-US" altLang="zh-CN" baseline="30000" dirty="0"/>
              <a:t>16  </a:t>
            </a:r>
            <a:r>
              <a:rPr lang="en-US" altLang="zh-CN" dirty="0"/>
              <a:t>= 65536) = 4</a:t>
            </a:r>
          </a:p>
          <a:p>
            <a:pPr lvl="1">
              <a:buNone/>
            </a:pPr>
            <a:r>
              <a:rPr lang="en-US" altLang="zh-CN" dirty="0"/>
              <a:t>log∗ 2 = 1, log∗ 4 = 2, log∗ 16 = 3, log∗ 65536 = 4, log∗ 2</a:t>
            </a:r>
            <a:r>
              <a:rPr lang="en-US" altLang="zh-CN" baseline="30000" dirty="0"/>
              <a:t>65536</a:t>
            </a:r>
            <a:r>
              <a:rPr lang="en-US" altLang="zh-CN" dirty="0"/>
              <a:t> = 5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Essentially constant time per operation!</a:t>
            </a: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2" name="组合 1424"/>
          <p:cNvGrpSpPr/>
          <p:nvPr/>
        </p:nvGrpSpPr>
        <p:grpSpPr>
          <a:xfrm rot="21000000">
            <a:off x="7886700" y="530161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9080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Amortized Complexity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71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F53C25-05F2-4D2A-BBDB-0FDCC349EA11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471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471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48D4E3-728D-40D4-9B7B-94E47B48D798}" type="slidenum">
              <a:rPr lang="en-US" altLang="zh-CN" sz="790"/>
              <a:pPr/>
              <a:t>31</a:t>
            </a:fld>
            <a:endParaRPr lang="en-US" altLang="zh-CN" sz="790"/>
          </a:p>
        </p:txBody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685" y="1828800"/>
            <a:ext cx="8459470" cy="377380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For disjoint union / find with weighted union and path compression. 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average time per operation is essentially a constant.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 worst case time for a PC-Find is O(log N).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An individual operation can be costly, but over time the average cost per operation is not.  </a:t>
            </a:r>
          </a:p>
        </p:txBody>
      </p:sp>
      <p:grpSp>
        <p:nvGrpSpPr>
          <p:cNvPr id="2" name="组合 1424"/>
          <p:cNvGrpSpPr/>
          <p:nvPr/>
        </p:nvGrpSpPr>
        <p:grpSpPr>
          <a:xfrm rot="21000000">
            <a:off x="7886700" y="530161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0474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 Application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5A04CA-C7E8-4B03-B766-261B3A23C850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E157C5-01C7-495F-BA1C-19F27F2E3C6F}" type="slidenum">
              <a:rPr lang="en-US" altLang="zh-CN" sz="790"/>
              <a:pPr/>
              <a:t>32</a:t>
            </a:fld>
            <a:endParaRPr lang="en-US" altLang="zh-CN" sz="790"/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844040"/>
            <a:ext cx="8084185" cy="815340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Build a  random maze by erasing edges.</a:t>
            </a:r>
          </a:p>
        </p:txBody>
      </p:sp>
      <p:grpSp>
        <p:nvGrpSpPr>
          <p:cNvPr id="2" name="Group 6"/>
          <p:cNvGrpSpPr/>
          <p:nvPr/>
        </p:nvGrpSpPr>
        <p:grpSpPr bwMode="auto">
          <a:xfrm>
            <a:off x="3092388" y="2844924"/>
            <a:ext cx="457200" cy="400050"/>
            <a:chOff x="1200" y="1824"/>
            <a:chExt cx="384" cy="336"/>
          </a:xfrm>
        </p:grpSpPr>
        <p:sp>
          <p:nvSpPr>
            <p:cNvPr id="118" name="Line 4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9" name="Line 5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4" name="Group 7"/>
          <p:cNvGrpSpPr/>
          <p:nvPr/>
        </p:nvGrpSpPr>
        <p:grpSpPr bwMode="auto">
          <a:xfrm>
            <a:off x="3549588" y="2844924"/>
            <a:ext cx="457200" cy="400050"/>
            <a:chOff x="1200" y="1824"/>
            <a:chExt cx="384" cy="336"/>
          </a:xfrm>
        </p:grpSpPr>
        <p:sp>
          <p:nvSpPr>
            <p:cNvPr id="121" name="Line 8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2" name="Line 9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6" name="Group 10"/>
          <p:cNvGrpSpPr/>
          <p:nvPr/>
        </p:nvGrpSpPr>
        <p:grpSpPr bwMode="auto">
          <a:xfrm>
            <a:off x="4006788" y="2844924"/>
            <a:ext cx="457200" cy="400050"/>
            <a:chOff x="1200" y="1824"/>
            <a:chExt cx="384" cy="336"/>
          </a:xfrm>
        </p:grpSpPr>
        <p:sp>
          <p:nvSpPr>
            <p:cNvPr id="124" name="Line 11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5" name="Line 12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8" name="Group 13"/>
          <p:cNvGrpSpPr/>
          <p:nvPr/>
        </p:nvGrpSpPr>
        <p:grpSpPr bwMode="auto">
          <a:xfrm>
            <a:off x="4463988" y="2844924"/>
            <a:ext cx="457200" cy="400050"/>
            <a:chOff x="1200" y="1824"/>
            <a:chExt cx="384" cy="336"/>
          </a:xfrm>
        </p:grpSpPr>
        <p:sp>
          <p:nvSpPr>
            <p:cNvPr id="127" name="Line 14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8" name="Line 15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0" name="Group 16"/>
          <p:cNvGrpSpPr/>
          <p:nvPr/>
        </p:nvGrpSpPr>
        <p:grpSpPr bwMode="auto">
          <a:xfrm>
            <a:off x="4921188" y="2844924"/>
            <a:ext cx="457200" cy="400050"/>
            <a:chOff x="1200" y="1824"/>
            <a:chExt cx="384" cy="336"/>
          </a:xfrm>
        </p:grpSpPr>
        <p:sp>
          <p:nvSpPr>
            <p:cNvPr id="130" name="Line 17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1" name="Line 18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1" name="Group 19"/>
          <p:cNvGrpSpPr/>
          <p:nvPr/>
        </p:nvGrpSpPr>
        <p:grpSpPr bwMode="auto">
          <a:xfrm>
            <a:off x="5378388" y="2844924"/>
            <a:ext cx="457200" cy="400050"/>
            <a:chOff x="1200" y="1824"/>
            <a:chExt cx="384" cy="336"/>
          </a:xfrm>
        </p:grpSpPr>
        <p:sp>
          <p:nvSpPr>
            <p:cNvPr id="133" name="Line 20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4" name="Line 21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2" name="Group 22"/>
          <p:cNvGrpSpPr/>
          <p:nvPr/>
        </p:nvGrpSpPr>
        <p:grpSpPr bwMode="auto">
          <a:xfrm>
            <a:off x="3092388" y="3244974"/>
            <a:ext cx="457200" cy="400050"/>
            <a:chOff x="1200" y="1824"/>
            <a:chExt cx="384" cy="336"/>
          </a:xfrm>
        </p:grpSpPr>
        <p:sp>
          <p:nvSpPr>
            <p:cNvPr id="136" name="Line 23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7" name="Line 24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3" name="Group 25"/>
          <p:cNvGrpSpPr/>
          <p:nvPr/>
        </p:nvGrpSpPr>
        <p:grpSpPr bwMode="auto">
          <a:xfrm>
            <a:off x="3549588" y="3244974"/>
            <a:ext cx="457200" cy="400050"/>
            <a:chOff x="1200" y="1824"/>
            <a:chExt cx="384" cy="336"/>
          </a:xfrm>
        </p:grpSpPr>
        <p:sp>
          <p:nvSpPr>
            <p:cNvPr id="139" name="Line 26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0" name="Line 27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4" name="Group 28"/>
          <p:cNvGrpSpPr/>
          <p:nvPr/>
        </p:nvGrpSpPr>
        <p:grpSpPr bwMode="auto">
          <a:xfrm>
            <a:off x="4006788" y="3244974"/>
            <a:ext cx="457200" cy="400050"/>
            <a:chOff x="1200" y="1824"/>
            <a:chExt cx="384" cy="336"/>
          </a:xfrm>
        </p:grpSpPr>
        <p:sp>
          <p:nvSpPr>
            <p:cNvPr id="142" name="Line 29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3" name="Line 30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5" name="Group 31"/>
          <p:cNvGrpSpPr/>
          <p:nvPr/>
        </p:nvGrpSpPr>
        <p:grpSpPr bwMode="auto">
          <a:xfrm>
            <a:off x="4463988" y="3244974"/>
            <a:ext cx="457200" cy="400050"/>
            <a:chOff x="1200" y="1824"/>
            <a:chExt cx="384" cy="336"/>
          </a:xfrm>
        </p:grpSpPr>
        <p:sp>
          <p:nvSpPr>
            <p:cNvPr id="145" name="Line 32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6" name="Line 33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6" name="Group 34"/>
          <p:cNvGrpSpPr/>
          <p:nvPr/>
        </p:nvGrpSpPr>
        <p:grpSpPr bwMode="auto">
          <a:xfrm>
            <a:off x="4921188" y="3244974"/>
            <a:ext cx="457200" cy="400050"/>
            <a:chOff x="1200" y="1824"/>
            <a:chExt cx="384" cy="336"/>
          </a:xfrm>
        </p:grpSpPr>
        <p:sp>
          <p:nvSpPr>
            <p:cNvPr id="148" name="Line 35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9" name="Line 36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7" name="Group 37"/>
          <p:cNvGrpSpPr/>
          <p:nvPr/>
        </p:nvGrpSpPr>
        <p:grpSpPr bwMode="auto">
          <a:xfrm>
            <a:off x="5378388" y="3244974"/>
            <a:ext cx="457200" cy="400050"/>
            <a:chOff x="1200" y="1824"/>
            <a:chExt cx="384" cy="336"/>
          </a:xfrm>
        </p:grpSpPr>
        <p:sp>
          <p:nvSpPr>
            <p:cNvPr id="151" name="Line 38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52" name="Line 39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8" name="Group 40"/>
          <p:cNvGrpSpPr/>
          <p:nvPr/>
        </p:nvGrpSpPr>
        <p:grpSpPr bwMode="auto">
          <a:xfrm>
            <a:off x="3092388" y="3645024"/>
            <a:ext cx="457200" cy="400050"/>
            <a:chOff x="1200" y="1824"/>
            <a:chExt cx="384" cy="336"/>
          </a:xfrm>
        </p:grpSpPr>
        <p:sp>
          <p:nvSpPr>
            <p:cNvPr id="154" name="Line 41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55" name="Line 42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9" name="Group 43"/>
          <p:cNvGrpSpPr/>
          <p:nvPr/>
        </p:nvGrpSpPr>
        <p:grpSpPr bwMode="auto">
          <a:xfrm>
            <a:off x="3549588" y="3645024"/>
            <a:ext cx="457200" cy="400050"/>
            <a:chOff x="1200" y="1824"/>
            <a:chExt cx="384" cy="336"/>
          </a:xfrm>
        </p:grpSpPr>
        <p:sp>
          <p:nvSpPr>
            <p:cNvPr id="157" name="Line 44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58" name="Line 45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0" name="Group 46"/>
          <p:cNvGrpSpPr/>
          <p:nvPr/>
        </p:nvGrpSpPr>
        <p:grpSpPr bwMode="auto">
          <a:xfrm>
            <a:off x="4006788" y="3645024"/>
            <a:ext cx="457200" cy="400050"/>
            <a:chOff x="1200" y="1824"/>
            <a:chExt cx="384" cy="336"/>
          </a:xfrm>
        </p:grpSpPr>
        <p:sp>
          <p:nvSpPr>
            <p:cNvPr id="160" name="Line 47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1" name="Line 48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1" name="Group 49"/>
          <p:cNvGrpSpPr/>
          <p:nvPr/>
        </p:nvGrpSpPr>
        <p:grpSpPr bwMode="auto">
          <a:xfrm>
            <a:off x="4463988" y="3645024"/>
            <a:ext cx="457200" cy="400050"/>
            <a:chOff x="1200" y="1824"/>
            <a:chExt cx="384" cy="336"/>
          </a:xfrm>
        </p:grpSpPr>
        <p:sp>
          <p:nvSpPr>
            <p:cNvPr id="163" name="Line 50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4" name="Line 51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2" name="Group 52"/>
          <p:cNvGrpSpPr/>
          <p:nvPr/>
        </p:nvGrpSpPr>
        <p:grpSpPr bwMode="auto">
          <a:xfrm>
            <a:off x="4921188" y="3645024"/>
            <a:ext cx="457200" cy="400050"/>
            <a:chOff x="1200" y="1824"/>
            <a:chExt cx="384" cy="336"/>
          </a:xfrm>
        </p:grpSpPr>
        <p:sp>
          <p:nvSpPr>
            <p:cNvPr id="166" name="Line 53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7" name="Line 54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3" name="Group 55"/>
          <p:cNvGrpSpPr/>
          <p:nvPr/>
        </p:nvGrpSpPr>
        <p:grpSpPr bwMode="auto">
          <a:xfrm>
            <a:off x="5378388" y="3645024"/>
            <a:ext cx="457200" cy="400050"/>
            <a:chOff x="1200" y="1824"/>
            <a:chExt cx="384" cy="336"/>
          </a:xfrm>
        </p:grpSpPr>
        <p:sp>
          <p:nvSpPr>
            <p:cNvPr id="169" name="Line 56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0" name="Line 57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4" name="Group 58"/>
          <p:cNvGrpSpPr/>
          <p:nvPr/>
        </p:nvGrpSpPr>
        <p:grpSpPr bwMode="auto">
          <a:xfrm>
            <a:off x="3092388" y="4045074"/>
            <a:ext cx="457200" cy="400050"/>
            <a:chOff x="1200" y="1824"/>
            <a:chExt cx="384" cy="336"/>
          </a:xfrm>
        </p:grpSpPr>
        <p:sp>
          <p:nvSpPr>
            <p:cNvPr id="172" name="Line 59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3" name="Line 60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5" name="Group 61"/>
          <p:cNvGrpSpPr/>
          <p:nvPr/>
        </p:nvGrpSpPr>
        <p:grpSpPr bwMode="auto">
          <a:xfrm>
            <a:off x="3549588" y="4045074"/>
            <a:ext cx="457200" cy="400050"/>
            <a:chOff x="1200" y="1824"/>
            <a:chExt cx="384" cy="336"/>
          </a:xfrm>
        </p:grpSpPr>
        <p:sp>
          <p:nvSpPr>
            <p:cNvPr id="175" name="Line 62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6" name="Line 63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6" name="Group 64"/>
          <p:cNvGrpSpPr/>
          <p:nvPr/>
        </p:nvGrpSpPr>
        <p:grpSpPr bwMode="auto">
          <a:xfrm>
            <a:off x="4006788" y="4045074"/>
            <a:ext cx="457200" cy="400050"/>
            <a:chOff x="1200" y="1824"/>
            <a:chExt cx="384" cy="336"/>
          </a:xfrm>
        </p:grpSpPr>
        <p:sp>
          <p:nvSpPr>
            <p:cNvPr id="178" name="Line 65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9" name="Line 66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7" name="Group 67"/>
          <p:cNvGrpSpPr/>
          <p:nvPr/>
        </p:nvGrpSpPr>
        <p:grpSpPr bwMode="auto">
          <a:xfrm>
            <a:off x="4463988" y="4045074"/>
            <a:ext cx="457200" cy="400050"/>
            <a:chOff x="1200" y="1824"/>
            <a:chExt cx="384" cy="336"/>
          </a:xfrm>
        </p:grpSpPr>
        <p:sp>
          <p:nvSpPr>
            <p:cNvPr id="181" name="Line 68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2" name="Line 69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8" name="Group 70"/>
          <p:cNvGrpSpPr/>
          <p:nvPr/>
        </p:nvGrpSpPr>
        <p:grpSpPr bwMode="auto">
          <a:xfrm>
            <a:off x="4921188" y="4045074"/>
            <a:ext cx="457200" cy="400050"/>
            <a:chOff x="1200" y="1824"/>
            <a:chExt cx="384" cy="336"/>
          </a:xfrm>
        </p:grpSpPr>
        <p:sp>
          <p:nvSpPr>
            <p:cNvPr id="184" name="Line 71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5" name="Line 72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9" name="Group 73"/>
          <p:cNvGrpSpPr/>
          <p:nvPr/>
        </p:nvGrpSpPr>
        <p:grpSpPr bwMode="auto">
          <a:xfrm>
            <a:off x="5378388" y="4045074"/>
            <a:ext cx="457200" cy="400050"/>
            <a:chOff x="1200" y="1824"/>
            <a:chExt cx="384" cy="336"/>
          </a:xfrm>
        </p:grpSpPr>
        <p:sp>
          <p:nvSpPr>
            <p:cNvPr id="187" name="Line 74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8" name="Line 75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30" name="Group 76"/>
          <p:cNvGrpSpPr/>
          <p:nvPr/>
        </p:nvGrpSpPr>
        <p:grpSpPr bwMode="auto">
          <a:xfrm>
            <a:off x="3092388" y="4445124"/>
            <a:ext cx="457200" cy="400050"/>
            <a:chOff x="1200" y="1824"/>
            <a:chExt cx="384" cy="336"/>
          </a:xfrm>
        </p:grpSpPr>
        <p:sp>
          <p:nvSpPr>
            <p:cNvPr id="190" name="Line 77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1" name="Line 78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31" name="Group 79"/>
          <p:cNvGrpSpPr/>
          <p:nvPr/>
        </p:nvGrpSpPr>
        <p:grpSpPr bwMode="auto">
          <a:xfrm>
            <a:off x="3549588" y="4445124"/>
            <a:ext cx="457200" cy="400050"/>
            <a:chOff x="1200" y="1824"/>
            <a:chExt cx="384" cy="336"/>
          </a:xfrm>
        </p:grpSpPr>
        <p:sp>
          <p:nvSpPr>
            <p:cNvPr id="193" name="Line 80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4" name="Line 81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27" name="Group 82"/>
          <p:cNvGrpSpPr/>
          <p:nvPr/>
        </p:nvGrpSpPr>
        <p:grpSpPr bwMode="auto">
          <a:xfrm>
            <a:off x="4006788" y="4445124"/>
            <a:ext cx="457200" cy="400050"/>
            <a:chOff x="1200" y="1824"/>
            <a:chExt cx="384" cy="336"/>
          </a:xfrm>
        </p:grpSpPr>
        <p:sp>
          <p:nvSpPr>
            <p:cNvPr id="196" name="Line 83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7" name="Line 84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28" name="Group 85"/>
          <p:cNvGrpSpPr/>
          <p:nvPr/>
        </p:nvGrpSpPr>
        <p:grpSpPr bwMode="auto">
          <a:xfrm>
            <a:off x="4463988" y="4445124"/>
            <a:ext cx="457200" cy="400050"/>
            <a:chOff x="1200" y="1824"/>
            <a:chExt cx="384" cy="336"/>
          </a:xfrm>
        </p:grpSpPr>
        <p:sp>
          <p:nvSpPr>
            <p:cNvPr id="199" name="Line 86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0" name="Line 87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29" name="Group 88"/>
          <p:cNvGrpSpPr/>
          <p:nvPr/>
        </p:nvGrpSpPr>
        <p:grpSpPr bwMode="auto">
          <a:xfrm>
            <a:off x="4921188" y="4445124"/>
            <a:ext cx="457200" cy="400050"/>
            <a:chOff x="1200" y="1824"/>
            <a:chExt cx="384" cy="336"/>
          </a:xfrm>
        </p:grpSpPr>
        <p:sp>
          <p:nvSpPr>
            <p:cNvPr id="202" name="Line 89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3" name="Line 90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30" name="Group 91"/>
          <p:cNvGrpSpPr/>
          <p:nvPr/>
        </p:nvGrpSpPr>
        <p:grpSpPr bwMode="auto">
          <a:xfrm>
            <a:off x="5378388" y="4445124"/>
            <a:ext cx="457200" cy="400050"/>
            <a:chOff x="1200" y="1824"/>
            <a:chExt cx="384" cy="336"/>
          </a:xfrm>
        </p:grpSpPr>
        <p:sp>
          <p:nvSpPr>
            <p:cNvPr id="205" name="Line 92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" name="Line 93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31" name="Group 94"/>
          <p:cNvGrpSpPr/>
          <p:nvPr/>
        </p:nvGrpSpPr>
        <p:grpSpPr bwMode="auto">
          <a:xfrm>
            <a:off x="3092388" y="4845174"/>
            <a:ext cx="457200" cy="400050"/>
            <a:chOff x="1200" y="1824"/>
            <a:chExt cx="384" cy="336"/>
          </a:xfrm>
        </p:grpSpPr>
        <p:sp>
          <p:nvSpPr>
            <p:cNvPr id="208" name="Line 95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9" name="Line 96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32" name="Group 97"/>
          <p:cNvGrpSpPr/>
          <p:nvPr/>
        </p:nvGrpSpPr>
        <p:grpSpPr bwMode="auto">
          <a:xfrm>
            <a:off x="3549588" y="4845174"/>
            <a:ext cx="457200" cy="400050"/>
            <a:chOff x="1200" y="1824"/>
            <a:chExt cx="384" cy="336"/>
          </a:xfrm>
        </p:grpSpPr>
        <p:sp>
          <p:nvSpPr>
            <p:cNvPr id="211" name="Line 98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2" name="Line 99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33" name="Group 100"/>
          <p:cNvGrpSpPr/>
          <p:nvPr/>
        </p:nvGrpSpPr>
        <p:grpSpPr bwMode="auto">
          <a:xfrm>
            <a:off x="4006788" y="4845174"/>
            <a:ext cx="457200" cy="400050"/>
            <a:chOff x="1200" y="1824"/>
            <a:chExt cx="384" cy="336"/>
          </a:xfrm>
        </p:grpSpPr>
        <p:sp>
          <p:nvSpPr>
            <p:cNvPr id="214" name="Line 101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5" name="Line 102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34" name="Group 103"/>
          <p:cNvGrpSpPr/>
          <p:nvPr/>
        </p:nvGrpSpPr>
        <p:grpSpPr bwMode="auto">
          <a:xfrm>
            <a:off x="4463988" y="4845174"/>
            <a:ext cx="457200" cy="400050"/>
            <a:chOff x="1200" y="1824"/>
            <a:chExt cx="384" cy="336"/>
          </a:xfrm>
        </p:grpSpPr>
        <p:sp>
          <p:nvSpPr>
            <p:cNvPr id="217" name="Line 104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8" name="Line 105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35" name="Group 106"/>
          <p:cNvGrpSpPr/>
          <p:nvPr/>
        </p:nvGrpSpPr>
        <p:grpSpPr bwMode="auto">
          <a:xfrm>
            <a:off x="4921188" y="4845174"/>
            <a:ext cx="457200" cy="400050"/>
            <a:chOff x="1200" y="1824"/>
            <a:chExt cx="384" cy="336"/>
          </a:xfrm>
        </p:grpSpPr>
        <p:sp>
          <p:nvSpPr>
            <p:cNvPr id="220" name="Line 107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1" name="Line 108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36" name="Group 109"/>
          <p:cNvGrpSpPr/>
          <p:nvPr/>
        </p:nvGrpSpPr>
        <p:grpSpPr bwMode="auto">
          <a:xfrm>
            <a:off x="5378388" y="4845174"/>
            <a:ext cx="457200" cy="400050"/>
            <a:chOff x="1200" y="1824"/>
            <a:chExt cx="384" cy="336"/>
          </a:xfrm>
        </p:grpSpPr>
        <p:sp>
          <p:nvSpPr>
            <p:cNvPr id="223" name="Line 110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4" name="Line 111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225" name="Line 113"/>
          <p:cNvSpPr>
            <a:spLocks noChangeShapeType="1"/>
          </p:cNvSpPr>
          <p:nvPr/>
        </p:nvSpPr>
        <p:spPr bwMode="auto">
          <a:xfrm rot="10800000">
            <a:off x="3092388" y="5245224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6" name="Line 114"/>
          <p:cNvSpPr>
            <a:spLocks noChangeShapeType="1"/>
          </p:cNvSpPr>
          <p:nvPr/>
        </p:nvSpPr>
        <p:spPr bwMode="auto">
          <a:xfrm rot="10800000">
            <a:off x="3092388" y="2844924"/>
            <a:ext cx="0" cy="2400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813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 Application (ct’d)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CC97A5-6520-46ED-8BDC-6E79A0117EF8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FB9FC2-AC26-4CA1-8486-DD0B40F6314F}" type="slidenum">
              <a:rPr lang="en-US" altLang="zh-CN" sz="790"/>
              <a:pPr/>
              <a:t>33</a:t>
            </a:fld>
            <a:endParaRPr lang="en-US" altLang="zh-CN" sz="790"/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02858" y="1934470"/>
            <a:ext cx="4371975" cy="21431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Pick Start and End</a:t>
            </a:r>
          </a:p>
        </p:txBody>
      </p:sp>
      <p:sp>
        <p:nvSpPr>
          <p:cNvPr id="83" name="Line 6"/>
          <p:cNvSpPr>
            <a:spLocks noChangeShapeType="1"/>
          </p:cNvSpPr>
          <p:nvPr/>
        </p:nvSpPr>
        <p:spPr bwMode="auto">
          <a:xfrm>
            <a:off x="3524436" y="28229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4" name="Line 8"/>
          <p:cNvSpPr>
            <a:spLocks noChangeShapeType="1"/>
          </p:cNvSpPr>
          <p:nvPr/>
        </p:nvSpPr>
        <p:spPr bwMode="auto">
          <a:xfrm>
            <a:off x="3524436" y="28229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5" name="Line 9"/>
          <p:cNvSpPr>
            <a:spLocks noChangeShapeType="1"/>
          </p:cNvSpPr>
          <p:nvPr/>
        </p:nvSpPr>
        <p:spPr bwMode="auto">
          <a:xfrm>
            <a:off x="3981636" y="28229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6" name="Line 11"/>
          <p:cNvSpPr>
            <a:spLocks noChangeShapeType="1"/>
          </p:cNvSpPr>
          <p:nvPr/>
        </p:nvSpPr>
        <p:spPr bwMode="auto">
          <a:xfrm>
            <a:off x="3981636" y="28229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7" name="Line 12"/>
          <p:cNvSpPr>
            <a:spLocks noChangeShapeType="1"/>
          </p:cNvSpPr>
          <p:nvPr/>
        </p:nvSpPr>
        <p:spPr bwMode="auto">
          <a:xfrm>
            <a:off x="4438836" y="28229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8" name="Line 14"/>
          <p:cNvSpPr>
            <a:spLocks noChangeShapeType="1"/>
          </p:cNvSpPr>
          <p:nvPr/>
        </p:nvSpPr>
        <p:spPr bwMode="auto">
          <a:xfrm>
            <a:off x="4438836" y="28229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9" name="Line 15"/>
          <p:cNvSpPr>
            <a:spLocks noChangeShapeType="1"/>
          </p:cNvSpPr>
          <p:nvPr/>
        </p:nvSpPr>
        <p:spPr bwMode="auto">
          <a:xfrm>
            <a:off x="4896036" y="28229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0" name="Line 17"/>
          <p:cNvSpPr>
            <a:spLocks noChangeShapeType="1"/>
          </p:cNvSpPr>
          <p:nvPr/>
        </p:nvSpPr>
        <p:spPr bwMode="auto">
          <a:xfrm>
            <a:off x="4896036" y="28229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1" name="Line 18"/>
          <p:cNvSpPr>
            <a:spLocks noChangeShapeType="1"/>
          </p:cNvSpPr>
          <p:nvPr/>
        </p:nvSpPr>
        <p:spPr bwMode="auto">
          <a:xfrm>
            <a:off x="5353236" y="28229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2" name="Line 20"/>
          <p:cNvSpPr>
            <a:spLocks noChangeShapeType="1"/>
          </p:cNvSpPr>
          <p:nvPr/>
        </p:nvSpPr>
        <p:spPr bwMode="auto">
          <a:xfrm>
            <a:off x="5353236" y="28229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3" name="Line 21"/>
          <p:cNvSpPr>
            <a:spLocks noChangeShapeType="1"/>
          </p:cNvSpPr>
          <p:nvPr/>
        </p:nvSpPr>
        <p:spPr bwMode="auto">
          <a:xfrm>
            <a:off x="5810436" y="28229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4" name="Line 23"/>
          <p:cNvSpPr>
            <a:spLocks noChangeShapeType="1"/>
          </p:cNvSpPr>
          <p:nvPr/>
        </p:nvSpPr>
        <p:spPr bwMode="auto">
          <a:xfrm>
            <a:off x="3067236" y="32229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5" name="Line 24"/>
          <p:cNvSpPr>
            <a:spLocks noChangeShapeType="1"/>
          </p:cNvSpPr>
          <p:nvPr/>
        </p:nvSpPr>
        <p:spPr bwMode="auto">
          <a:xfrm>
            <a:off x="3524436" y="32229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6" name="Line 26"/>
          <p:cNvSpPr>
            <a:spLocks noChangeShapeType="1"/>
          </p:cNvSpPr>
          <p:nvPr/>
        </p:nvSpPr>
        <p:spPr bwMode="auto">
          <a:xfrm>
            <a:off x="3524436" y="32229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7" name="Line 27"/>
          <p:cNvSpPr>
            <a:spLocks noChangeShapeType="1"/>
          </p:cNvSpPr>
          <p:nvPr/>
        </p:nvSpPr>
        <p:spPr bwMode="auto">
          <a:xfrm>
            <a:off x="3981636" y="32229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8" name="Line 29"/>
          <p:cNvSpPr>
            <a:spLocks noChangeShapeType="1"/>
          </p:cNvSpPr>
          <p:nvPr/>
        </p:nvSpPr>
        <p:spPr bwMode="auto">
          <a:xfrm>
            <a:off x="3981636" y="32229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9" name="Line 30"/>
          <p:cNvSpPr>
            <a:spLocks noChangeShapeType="1"/>
          </p:cNvSpPr>
          <p:nvPr/>
        </p:nvSpPr>
        <p:spPr bwMode="auto">
          <a:xfrm>
            <a:off x="4438836" y="32229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0" name="Line 32"/>
          <p:cNvSpPr>
            <a:spLocks noChangeShapeType="1"/>
          </p:cNvSpPr>
          <p:nvPr/>
        </p:nvSpPr>
        <p:spPr bwMode="auto">
          <a:xfrm>
            <a:off x="4438836" y="32229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1" name="Line 33"/>
          <p:cNvSpPr>
            <a:spLocks noChangeShapeType="1"/>
          </p:cNvSpPr>
          <p:nvPr/>
        </p:nvSpPr>
        <p:spPr bwMode="auto">
          <a:xfrm>
            <a:off x="4896036" y="32229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2" name="Line 35"/>
          <p:cNvSpPr>
            <a:spLocks noChangeShapeType="1"/>
          </p:cNvSpPr>
          <p:nvPr/>
        </p:nvSpPr>
        <p:spPr bwMode="auto">
          <a:xfrm>
            <a:off x="4896036" y="32229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3" name="Line 36"/>
          <p:cNvSpPr>
            <a:spLocks noChangeShapeType="1"/>
          </p:cNvSpPr>
          <p:nvPr/>
        </p:nvSpPr>
        <p:spPr bwMode="auto">
          <a:xfrm>
            <a:off x="5353236" y="32229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4" name="Line 38"/>
          <p:cNvSpPr>
            <a:spLocks noChangeShapeType="1"/>
          </p:cNvSpPr>
          <p:nvPr/>
        </p:nvSpPr>
        <p:spPr bwMode="auto">
          <a:xfrm>
            <a:off x="5353236" y="32229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5" name="Line 39"/>
          <p:cNvSpPr>
            <a:spLocks noChangeShapeType="1"/>
          </p:cNvSpPr>
          <p:nvPr/>
        </p:nvSpPr>
        <p:spPr bwMode="auto">
          <a:xfrm>
            <a:off x="5810436" y="32229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6" name="Line 41"/>
          <p:cNvSpPr>
            <a:spLocks noChangeShapeType="1"/>
          </p:cNvSpPr>
          <p:nvPr/>
        </p:nvSpPr>
        <p:spPr bwMode="auto">
          <a:xfrm>
            <a:off x="3067236" y="36230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7" name="Line 42"/>
          <p:cNvSpPr>
            <a:spLocks noChangeShapeType="1"/>
          </p:cNvSpPr>
          <p:nvPr/>
        </p:nvSpPr>
        <p:spPr bwMode="auto">
          <a:xfrm>
            <a:off x="3524436" y="36230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8" name="Line 44"/>
          <p:cNvSpPr>
            <a:spLocks noChangeShapeType="1"/>
          </p:cNvSpPr>
          <p:nvPr/>
        </p:nvSpPr>
        <p:spPr bwMode="auto">
          <a:xfrm>
            <a:off x="3524436" y="36230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9" name="Line 45"/>
          <p:cNvSpPr>
            <a:spLocks noChangeShapeType="1"/>
          </p:cNvSpPr>
          <p:nvPr/>
        </p:nvSpPr>
        <p:spPr bwMode="auto">
          <a:xfrm>
            <a:off x="3981636" y="36230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0" name="Line 47"/>
          <p:cNvSpPr>
            <a:spLocks noChangeShapeType="1"/>
          </p:cNvSpPr>
          <p:nvPr/>
        </p:nvSpPr>
        <p:spPr bwMode="auto">
          <a:xfrm>
            <a:off x="3981636" y="36230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1" name="Line 48"/>
          <p:cNvSpPr>
            <a:spLocks noChangeShapeType="1"/>
          </p:cNvSpPr>
          <p:nvPr/>
        </p:nvSpPr>
        <p:spPr bwMode="auto">
          <a:xfrm>
            <a:off x="4438836" y="36230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2" name="Line 50"/>
          <p:cNvSpPr>
            <a:spLocks noChangeShapeType="1"/>
          </p:cNvSpPr>
          <p:nvPr/>
        </p:nvSpPr>
        <p:spPr bwMode="auto">
          <a:xfrm>
            <a:off x="4438836" y="36230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3" name="Line 51"/>
          <p:cNvSpPr>
            <a:spLocks noChangeShapeType="1"/>
          </p:cNvSpPr>
          <p:nvPr/>
        </p:nvSpPr>
        <p:spPr bwMode="auto">
          <a:xfrm>
            <a:off x="4896036" y="36230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4" name="Line 53"/>
          <p:cNvSpPr>
            <a:spLocks noChangeShapeType="1"/>
          </p:cNvSpPr>
          <p:nvPr/>
        </p:nvSpPr>
        <p:spPr bwMode="auto">
          <a:xfrm>
            <a:off x="4896036" y="36230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5" name="Line 54"/>
          <p:cNvSpPr>
            <a:spLocks noChangeShapeType="1"/>
          </p:cNvSpPr>
          <p:nvPr/>
        </p:nvSpPr>
        <p:spPr bwMode="auto">
          <a:xfrm>
            <a:off x="5353236" y="36230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6" name="Line 56"/>
          <p:cNvSpPr>
            <a:spLocks noChangeShapeType="1"/>
          </p:cNvSpPr>
          <p:nvPr/>
        </p:nvSpPr>
        <p:spPr bwMode="auto">
          <a:xfrm>
            <a:off x="5353236" y="36230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7" name="Line 57"/>
          <p:cNvSpPr>
            <a:spLocks noChangeShapeType="1"/>
          </p:cNvSpPr>
          <p:nvPr/>
        </p:nvSpPr>
        <p:spPr bwMode="auto">
          <a:xfrm>
            <a:off x="5810436" y="36230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8" name="Line 59"/>
          <p:cNvSpPr>
            <a:spLocks noChangeShapeType="1"/>
          </p:cNvSpPr>
          <p:nvPr/>
        </p:nvSpPr>
        <p:spPr bwMode="auto">
          <a:xfrm>
            <a:off x="3067236" y="40230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9" name="Line 60"/>
          <p:cNvSpPr>
            <a:spLocks noChangeShapeType="1"/>
          </p:cNvSpPr>
          <p:nvPr/>
        </p:nvSpPr>
        <p:spPr bwMode="auto">
          <a:xfrm>
            <a:off x="3524436" y="40230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0" name="Line 62"/>
          <p:cNvSpPr>
            <a:spLocks noChangeShapeType="1"/>
          </p:cNvSpPr>
          <p:nvPr/>
        </p:nvSpPr>
        <p:spPr bwMode="auto">
          <a:xfrm>
            <a:off x="3524436" y="40230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1" name="Line 63"/>
          <p:cNvSpPr>
            <a:spLocks noChangeShapeType="1"/>
          </p:cNvSpPr>
          <p:nvPr/>
        </p:nvSpPr>
        <p:spPr bwMode="auto">
          <a:xfrm>
            <a:off x="3981636" y="40230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2" name="Line 65"/>
          <p:cNvSpPr>
            <a:spLocks noChangeShapeType="1"/>
          </p:cNvSpPr>
          <p:nvPr/>
        </p:nvSpPr>
        <p:spPr bwMode="auto">
          <a:xfrm>
            <a:off x="3981636" y="40230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3" name="Line 66"/>
          <p:cNvSpPr>
            <a:spLocks noChangeShapeType="1"/>
          </p:cNvSpPr>
          <p:nvPr/>
        </p:nvSpPr>
        <p:spPr bwMode="auto">
          <a:xfrm>
            <a:off x="4438836" y="40230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4" name="Line 68"/>
          <p:cNvSpPr>
            <a:spLocks noChangeShapeType="1"/>
          </p:cNvSpPr>
          <p:nvPr/>
        </p:nvSpPr>
        <p:spPr bwMode="auto">
          <a:xfrm>
            <a:off x="4438836" y="40230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5" name="Line 69"/>
          <p:cNvSpPr>
            <a:spLocks noChangeShapeType="1"/>
          </p:cNvSpPr>
          <p:nvPr/>
        </p:nvSpPr>
        <p:spPr bwMode="auto">
          <a:xfrm>
            <a:off x="4896036" y="40230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6" name="Line 71"/>
          <p:cNvSpPr>
            <a:spLocks noChangeShapeType="1"/>
          </p:cNvSpPr>
          <p:nvPr/>
        </p:nvSpPr>
        <p:spPr bwMode="auto">
          <a:xfrm>
            <a:off x="4896036" y="40230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7" name="Line 72"/>
          <p:cNvSpPr>
            <a:spLocks noChangeShapeType="1"/>
          </p:cNvSpPr>
          <p:nvPr/>
        </p:nvSpPr>
        <p:spPr bwMode="auto">
          <a:xfrm>
            <a:off x="5353236" y="40230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8" name="Line 74"/>
          <p:cNvSpPr>
            <a:spLocks noChangeShapeType="1"/>
          </p:cNvSpPr>
          <p:nvPr/>
        </p:nvSpPr>
        <p:spPr bwMode="auto">
          <a:xfrm>
            <a:off x="5353236" y="40230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9" name="Line 75"/>
          <p:cNvSpPr>
            <a:spLocks noChangeShapeType="1"/>
          </p:cNvSpPr>
          <p:nvPr/>
        </p:nvSpPr>
        <p:spPr bwMode="auto">
          <a:xfrm>
            <a:off x="5810436" y="40230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0" name="Line 77"/>
          <p:cNvSpPr>
            <a:spLocks noChangeShapeType="1"/>
          </p:cNvSpPr>
          <p:nvPr/>
        </p:nvSpPr>
        <p:spPr bwMode="auto">
          <a:xfrm>
            <a:off x="3067236" y="44231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1" name="Line 78"/>
          <p:cNvSpPr>
            <a:spLocks noChangeShapeType="1"/>
          </p:cNvSpPr>
          <p:nvPr/>
        </p:nvSpPr>
        <p:spPr bwMode="auto">
          <a:xfrm>
            <a:off x="3524436" y="44231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2" name="Line 80"/>
          <p:cNvSpPr>
            <a:spLocks noChangeShapeType="1"/>
          </p:cNvSpPr>
          <p:nvPr/>
        </p:nvSpPr>
        <p:spPr bwMode="auto">
          <a:xfrm>
            <a:off x="3524436" y="44231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3" name="Line 81"/>
          <p:cNvSpPr>
            <a:spLocks noChangeShapeType="1"/>
          </p:cNvSpPr>
          <p:nvPr/>
        </p:nvSpPr>
        <p:spPr bwMode="auto">
          <a:xfrm>
            <a:off x="3981636" y="44231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4" name="Line 83"/>
          <p:cNvSpPr>
            <a:spLocks noChangeShapeType="1"/>
          </p:cNvSpPr>
          <p:nvPr/>
        </p:nvSpPr>
        <p:spPr bwMode="auto">
          <a:xfrm>
            <a:off x="3981636" y="44231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5" name="Line 84"/>
          <p:cNvSpPr>
            <a:spLocks noChangeShapeType="1"/>
          </p:cNvSpPr>
          <p:nvPr/>
        </p:nvSpPr>
        <p:spPr bwMode="auto">
          <a:xfrm>
            <a:off x="4438836" y="44231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6" name="Line 86"/>
          <p:cNvSpPr>
            <a:spLocks noChangeShapeType="1"/>
          </p:cNvSpPr>
          <p:nvPr/>
        </p:nvSpPr>
        <p:spPr bwMode="auto">
          <a:xfrm>
            <a:off x="4438836" y="44231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7" name="Line 87"/>
          <p:cNvSpPr>
            <a:spLocks noChangeShapeType="1"/>
          </p:cNvSpPr>
          <p:nvPr/>
        </p:nvSpPr>
        <p:spPr bwMode="auto">
          <a:xfrm>
            <a:off x="4896036" y="44231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8" name="Line 89"/>
          <p:cNvSpPr>
            <a:spLocks noChangeShapeType="1"/>
          </p:cNvSpPr>
          <p:nvPr/>
        </p:nvSpPr>
        <p:spPr bwMode="auto">
          <a:xfrm>
            <a:off x="4896036" y="44231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9" name="Line 90"/>
          <p:cNvSpPr>
            <a:spLocks noChangeShapeType="1"/>
          </p:cNvSpPr>
          <p:nvPr/>
        </p:nvSpPr>
        <p:spPr bwMode="auto">
          <a:xfrm>
            <a:off x="5353236" y="44231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0" name="Line 92"/>
          <p:cNvSpPr>
            <a:spLocks noChangeShapeType="1"/>
          </p:cNvSpPr>
          <p:nvPr/>
        </p:nvSpPr>
        <p:spPr bwMode="auto">
          <a:xfrm>
            <a:off x="5353236" y="44231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1" name="Line 93"/>
          <p:cNvSpPr>
            <a:spLocks noChangeShapeType="1"/>
          </p:cNvSpPr>
          <p:nvPr/>
        </p:nvSpPr>
        <p:spPr bwMode="auto">
          <a:xfrm>
            <a:off x="5810436" y="442311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2" name="Line 95"/>
          <p:cNvSpPr>
            <a:spLocks noChangeShapeType="1"/>
          </p:cNvSpPr>
          <p:nvPr/>
        </p:nvSpPr>
        <p:spPr bwMode="auto">
          <a:xfrm>
            <a:off x="3067236" y="48231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3" name="Line 96"/>
          <p:cNvSpPr>
            <a:spLocks noChangeShapeType="1"/>
          </p:cNvSpPr>
          <p:nvPr/>
        </p:nvSpPr>
        <p:spPr bwMode="auto">
          <a:xfrm>
            <a:off x="3524436" y="48231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4" name="Line 98"/>
          <p:cNvSpPr>
            <a:spLocks noChangeShapeType="1"/>
          </p:cNvSpPr>
          <p:nvPr/>
        </p:nvSpPr>
        <p:spPr bwMode="auto">
          <a:xfrm>
            <a:off x="3524436" y="48231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5" name="Line 99"/>
          <p:cNvSpPr>
            <a:spLocks noChangeShapeType="1"/>
          </p:cNvSpPr>
          <p:nvPr/>
        </p:nvSpPr>
        <p:spPr bwMode="auto">
          <a:xfrm>
            <a:off x="3981636" y="48231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6" name="Line 101"/>
          <p:cNvSpPr>
            <a:spLocks noChangeShapeType="1"/>
          </p:cNvSpPr>
          <p:nvPr/>
        </p:nvSpPr>
        <p:spPr bwMode="auto">
          <a:xfrm>
            <a:off x="3981636" y="48231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7" name="Line 102"/>
          <p:cNvSpPr>
            <a:spLocks noChangeShapeType="1"/>
          </p:cNvSpPr>
          <p:nvPr/>
        </p:nvSpPr>
        <p:spPr bwMode="auto">
          <a:xfrm>
            <a:off x="4438836" y="48231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8" name="Line 104"/>
          <p:cNvSpPr>
            <a:spLocks noChangeShapeType="1"/>
          </p:cNvSpPr>
          <p:nvPr/>
        </p:nvSpPr>
        <p:spPr bwMode="auto">
          <a:xfrm>
            <a:off x="4438836" y="48231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9" name="Line 105"/>
          <p:cNvSpPr>
            <a:spLocks noChangeShapeType="1"/>
          </p:cNvSpPr>
          <p:nvPr/>
        </p:nvSpPr>
        <p:spPr bwMode="auto">
          <a:xfrm>
            <a:off x="4896036" y="48231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0" name="Line 107"/>
          <p:cNvSpPr>
            <a:spLocks noChangeShapeType="1"/>
          </p:cNvSpPr>
          <p:nvPr/>
        </p:nvSpPr>
        <p:spPr bwMode="auto">
          <a:xfrm>
            <a:off x="4896036" y="48231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1" name="Line 108"/>
          <p:cNvSpPr>
            <a:spLocks noChangeShapeType="1"/>
          </p:cNvSpPr>
          <p:nvPr/>
        </p:nvSpPr>
        <p:spPr bwMode="auto">
          <a:xfrm>
            <a:off x="5353236" y="4823166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2" name="Line 110"/>
          <p:cNvSpPr>
            <a:spLocks noChangeShapeType="1"/>
          </p:cNvSpPr>
          <p:nvPr/>
        </p:nvSpPr>
        <p:spPr bwMode="auto">
          <a:xfrm>
            <a:off x="5353236" y="482316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3" name="Line 112"/>
          <p:cNvSpPr>
            <a:spLocks noChangeShapeType="1"/>
          </p:cNvSpPr>
          <p:nvPr/>
        </p:nvSpPr>
        <p:spPr bwMode="auto">
          <a:xfrm rot="10800000">
            <a:off x="3067236" y="5223216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4" name="Line 113"/>
          <p:cNvSpPr>
            <a:spLocks noChangeShapeType="1"/>
          </p:cNvSpPr>
          <p:nvPr/>
        </p:nvSpPr>
        <p:spPr bwMode="auto">
          <a:xfrm rot="10800000">
            <a:off x="3067236" y="3222966"/>
            <a:ext cx="0" cy="200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5" name="Text Box 114"/>
          <p:cNvSpPr txBox="1">
            <a:spLocks noChangeArrowheads="1"/>
          </p:cNvSpPr>
          <p:nvPr/>
        </p:nvSpPr>
        <p:spPr bwMode="auto">
          <a:xfrm>
            <a:off x="2724336" y="2822916"/>
            <a:ext cx="62484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Start</a:t>
            </a:r>
          </a:p>
        </p:txBody>
      </p:sp>
      <p:sp>
        <p:nvSpPr>
          <p:cNvPr id="156" name="Text Box 115"/>
          <p:cNvSpPr txBox="1">
            <a:spLocks noChangeArrowheads="1"/>
          </p:cNvSpPr>
          <p:nvPr/>
        </p:nvSpPr>
        <p:spPr bwMode="auto">
          <a:xfrm>
            <a:off x="5638986" y="4880316"/>
            <a:ext cx="52895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End</a:t>
            </a:r>
          </a:p>
        </p:txBody>
      </p:sp>
      <p:sp>
        <p:nvSpPr>
          <p:cNvPr id="157" name="Line 116"/>
          <p:cNvSpPr>
            <a:spLocks noChangeShapeType="1"/>
          </p:cNvSpPr>
          <p:nvPr/>
        </p:nvSpPr>
        <p:spPr bwMode="auto">
          <a:xfrm>
            <a:off x="3124386" y="28229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8" name="Line 117"/>
          <p:cNvSpPr>
            <a:spLocks noChangeShapeType="1"/>
          </p:cNvSpPr>
          <p:nvPr/>
        </p:nvSpPr>
        <p:spPr bwMode="auto">
          <a:xfrm>
            <a:off x="5353236" y="522321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813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 Application (ct’d)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4E5ECF-1077-4A27-9AE7-BA528AF1BAC7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8C84DE-2CA1-40FB-A6CB-5878CA1D3D73}" type="slidenum">
              <a:rPr lang="en-US" altLang="zh-CN" sz="790"/>
              <a:pPr/>
              <a:t>34</a:t>
            </a:fld>
            <a:endParaRPr lang="en-US" altLang="zh-CN" sz="790"/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2175" y="1965325"/>
            <a:ext cx="8075930" cy="737870"/>
          </a:xfrm>
        </p:spPr>
        <p:txBody>
          <a:bodyPr>
            <a:noAutofit/>
          </a:bodyPr>
          <a:lstStyle/>
          <a:p>
            <a:r>
              <a:rPr lang="en-US" altLang="zh-CN" sz="2800" dirty="0">
                <a:ea typeface="宋体" panose="02010600030101010101" pitchFamily="2" charset="-122"/>
              </a:rPr>
              <a:t>Repeatedly pick random edges to delete.</a:t>
            </a:r>
          </a:p>
        </p:txBody>
      </p:sp>
      <p:sp>
        <p:nvSpPr>
          <p:cNvPr id="62" name="Line 5"/>
          <p:cNvSpPr>
            <a:spLocks noChangeShapeType="1"/>
          </p:cNvSpPr>
          <p:nvPr/>
        </p:nvSpPr>
        <p:spPr bwMode="auto">
          <a:xfrm>
            <a:off x="3711606" y="305095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3" name="Line 6"/>
          <p:cNvSpPr>
            <a:spLocks noChangeShapeType="1"/>
          </p:cNvSpPr>
          <p:nvPr/>
        </p:nvSpPr>
        <p:spPr bwMode="auto">
          <a:xfrm>
            <a:off x="4168806" y="305095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4" name="Line 7"/>
          <p:cNvSpPr>
            <a:spLocks noChangeShapeType="1"/>
          </p:cNvSpPr>
          <p:nvPr/>
        </p:nvSpPr>
        <p:spPr bwMode="auto">
          <a:xfrm>
            <a:off x="4168806" y="305095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5" name="Line 8"/>
          <p:cNvSpPr>
            <a:spLocks noChangeShapeType="1"/>
          </p:cNvSpPr>
          <p:nvPr/>
        </p:nvSpPr>
        <p:spPr bwMode="auto">
          <a:xfrm>
            <a:off x="4626006" y="305095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6" name="Line 9"/>
          <p:cNvSpPr>
            <a:spLocks noChangeShapeType="1"/>
          </p:cNvSpPr>
          <p:nvPr/>
        </p:nvSpPr>
        <p:spPr bwMode="auto">
          <a:xfrm>
            <a:off x="4626006" y="305095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7" name="Line 10"/>
          <p:cNvSpPr>
            <a:spLocks noChangeShapeType="1"/>
          </p:cNvSpPr>
          <p:nvPr/>
        </p:nvSpPr>
        <p:spPr bwMode="auto">
          <a:xfrm>
            <a:off x="5083206" y="305095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8" name="Line 11"/>
          <p:cNvSpPr>
            <a:spLocks noChangeShapeType="1"/>
          </p:cNvSpPr>
          <p:nvPr/>
        </p:nvSpPr>
        <p:spPr bwMode="auto">
          <a:xfrm>
            <a:off x="5083206" y="305095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9" name="Line 12"/>
          <p:cNvSpPr>
            <a:spLocks noChangeShapeType="1"/>
          </p:cNvSpPr>
          <p:nvPr/>
        </p:nvSpPr>
        <p:spPr bwMode="auto">
          <a:xfrm>
            <a:off x="5540406" y="305095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0" name="Line 13"/>
          <p:cNvSpPr>
            <a:spLocks noChangeShapeType="1"/>
          </p:cNvSpPr>
          <p:nvPr/>
        </p:nvSpPr>
        <p:spPr bwMode="auto">
          <a:xfrm>
            <a:off x="5540406" y="305095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1" name="Line 14"/>
          <p:cNvSpPr>
            <a:spLocks noChangeShapeType="1"/>
          </p:cNvSpPr>
          <p:nvPr/>
        </p:nvSpPr>
        <p:spPr bwMode="auto">
          <a:xfrm>
            <a:off x="5997606" y="305095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2" name="Line 15"/>
          <p:cNvSpPr>
            <a:spLocks noChangeShapeType="1"/>
          </p:cNvSpPr>
          <p:nvPr/>
        </p:nvSpPr>
        <p:spPr bwMode="auto">
          <a:xfrm>
            <a:off x="3254406" y="345100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3" name="Line 19"/>
          <p:cNvSpPr>
            <a:spLocks noChangeShapeType="1"/>
          </p:cNvSpPr>
          <p:nvPr/>
        </p:nvSpPr>
        <p:spPr bwMode="auto">
          <a:xfrm>
            <a:off x="4168806" y="345100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4" name="Line 20"/>
          <p:cNvSpPr>
            <a:spLocks noChangeShapeType="1"/>
          </p:cNvSpPr>
          <p:nvPr/>
        </p:nvSpPr>
        <p:spPr bwMode="auto">
          <a:xfrm>
            <a:off x="4626006" y="345100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5" name="Line 21"/>
          <p:cNvSpPr>
            <a:spLocks noChangeShapeType="1"/>
          </p:cNvSpPr>
          <p:nvPr/>
        </p:nvSpPr>
        <p:spPr bwMode="auto">
          <a:xfrm>
            <a:off x="4626006" y="345100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6" name="Line 22"/>
          <p:cNvSpPr>
            <a:spLocks noChangeShapeType="1"/>
          </p:cNvSpPr>
          <p:nvPr/>
        </p:nvSpPr>
        <p:spPr bwMode="auto">
          <a:xfrm>
            <a:off x="5083206" y="345100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7" name="Line 23"/>
          <p:cNvSpPr>
            <a:spLocks noChangeShapeType="1"/>
          </p:cNvSpPr>
          <p:nvPr/>
        </p:nvSpPr>
        <p:spPr bwMode="auto">
          <a:xfrm>
            <a:off x="5083206" y="345100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8" name="Line 24"/>
          <p:cNvSpPr>
            <a:spLocks noChangeShapeType="1"/>
          </p:cNvSpPr>
          <p:nvPr/>
        </p:nvSpPr>
        <p:spPr bwMode="auto">
          <a:xfrm>
            <a:off x="5540406" y="345100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9" name="Line 25"/>
          <p:cNvSpPr>
            <a:spLocks noChangeShapeType="1"/>
          </p:cNvSpPr>
          <p:nvPr/>
        </p:nvSpPr>
        <p:spPr bwMode="auto">
          <a:xfrm>
            <a:off x="5540406" y="345100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0" name="Line 26"/>
          <p:cNvSpPr>
            <a:spLocks noChangeShapeType="1"/>
          </p:cNvSpPr>
          <p:nvPr/>
        </p:nvSpPr>
        <p:spPr bwMode="auto">
          <a:xfrm>
            <a:off x="5997606" y="345100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1" name="Line 28"/>
          <p:cNvSpPr>
            <a:spLocks noChangeShapeType="1"/>
          </p:cNvSpPr>
          <p:nvPr/>
        </p:nvSpPr>
        <p:spPr bwMode="auto">
          <a:xfrm>
            <a:off x="3711606" y="385105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2" name="Line 29"/>
          <p:cNvSpPr>
            <a:spLocks noChangeShapeType="1"/>
          </p:cNvSpPr>
          <p:nvPr/>
        </p:nvSpPr>
        <p:spPr bwMode="auto">
          <a:xfrm>
            <a:off x="3711606" y="385105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3" name="Line 30"/>
          <p:cNvSpPr>
            <a:spLocks noChangeShapeType="1"/>
          </p:cNvSpPr>
          <p:nvPr/>
        </p:nvSpPr>
        <p:spPr bwMode="auto">
          <a:xfrm>
            <a:off x="4168806" y="385105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4" name="Line 31"/>
          <p:cNvSpPr>
            <a:spLocks noChangeShapeType="1"/>
          </p:cNvSpPr>
          <p:nvPr/>
        </p:nvSpPr>
        <p:spPr bwMode="auto">
          <a:xfrm>
            <a:off x="4168806" y="385105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5" name="Line 33"/>
          <p:cNvSpPr>
            <a:spLocks noChangeShapeType="1"/>
          </p:cNvSpPr>
          <p:nvPr/>
        </p:nvSpPr>
        <p:spPr bwMode="auto">
          <a:xfrm>
            <a:off x="4626006" y="385105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6" name="Line 34"/>
          <p:cNvSpPr>
            <a:spLocks noChangeShapeType="1"/>
          </p:cNvSpPr>
          <p:nvPr/>
        </p:nvSpPr>
        <p:spPr bwMode="auto">
          <a:xfrm>
            <a:off x="5083206" y="385105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7" name="Line 36"/>
          <p:cNvSpPr>
            <a:spLocks noChangeShapeType="1"/>
          </p:cNvSpPr>
          <p:nvPr/>
        </p:nvSpPr>
        <p:spPr bwMode="auto">
          <a:xfrm>
            <a:off x="5540406" y="385105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8" name="Line 37"/>
          <p:cNvSpPr>
            <a:spLocks noChangeShapeType="1"/>
          </p:cNvSpPr>
          <p:nvPr/>
        </p:nvSpPr>
        <p:spPr bwMode="auto">
          <a:xfrm>
            <a:off x="5540406" y="385105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9" name="Line 38"/>
          <p:cNvSpPr>
            <a:spLocks noChangeShapeType="1"/>
          </p:cNvSpPr>
          <p:nvPr/>
        </p:nvSpPr>
        <p:spPr bwMode="auto">
          <a:xfrm>
            <a:off x="5997606" y="385105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0" name="Line 40"/>
          <p:cNvSpPr>
            <a:spLocks noChangeShapeType="1"/>
          </p:cNvSpPr>
          <p:nvPr/>
        </p:nvSpPr>
        <p:spPr bwMode="auto">
          <a:xfrm>
            <a:off x="3711606" y="425110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1" name="Line 42"/>
          <p:cNvSpPr>
            <a:spLocks noChangeShapeType="1"/>
          </p:cNvSpPr>
          <p:nvPr/>
        </p:nvSpPr>
        <p:spPr bwMode="auto">
          <a:xfrm>
            <a:off x="4168806" y="425110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2" name="Line 44"/>
          <p:cNvSpPr>
            <a:spLocks noChangeShapeType="1"/>
          </p:cNvSpPr>
          <p:nvPr/>
        </p:nvSpPr>
        <p:spPr bwMode="auto">
          <a:xfrm>
            <a:off x="4626006" y="425110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3" name="Line 45"/>
          <p:cNvSpPr>
            <a:spLocks noChangeShapeType="1"/>
          </p:cNvSpPr>
          <p:nvPr/>
        </p:nvSpPr>
        <p:spPr bwMode="auto">
          <a:xfrm>
            <a:off x="4626006" y="425110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4" name="Line 47"/>
          <p:cNvSpPr>
            <a:spLocks noChangeShapeType="1"/>
          </p:cNvSpPr>
          <p:nvPr/>
        </p:nvSpPr>
        <p:spPr bwMode="auto">
          <a:xfrm>
            <a:off x="5083206" y="425110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5" name="Line 48"/>
          <p:cNvSpPr>
            <a:spLocks noChangeShapeType="1"/>
          </p:cNvSpPr>
          <p:nvPr/>
        </p:nvSpPr>
        <p:spPr bwMode="auto">
          <a:xfrm>
            <a:off x="5540406" y="425110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6" name="Line 49"/>
          <p:cNvSpPr>
            <a:spLocks noChangeShapeType="1"/>
          </p:cNvSpPr>
          <p:nvPr/>
        </p:nvSpPr>
        <p:spPr bwMode="auto">
          <a:xfrm>
            <a:off x="5540406" y="425110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7" name="Line 50"/>
          <p:cNvSpPr>
            <a:spLocks noChangeShapeType="1"/>
          </p:cNvSpPr>
          <p:nvPr/>
        </p:nvSpPr>
        <p:spPr bwMode="auto">
          <a:xfrm>
            <a:off x="5997606" y="425110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8" name="Line 51"/>
          <p:cNvSpPr>
            <a:spLocks noChangeShapeType="1"/>
          </p:cNvSpPr>
          <p:nvPr/>
        </p:nvSpPr>
        <p:spPr bwMode="auto">
          <a:xfrm>
            <a:off x="3254406" y="465115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9" name="Line 52"/>
          <p:cNvSpPr>
            <a:spLocks noChangeShapeType="1"/>
          </p:cNvSpPr>
          <p:nvPr/>
        </p:nvSpPr>
        <p:spPr bwMode="auto">
          <a:xfrm>
            <a:off x="3711606" y="465115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0" name="Line 55"/>
          <p:cNvSpPr>
            <a:spLocks noChangeShapeType="1"/>
          </p:cNvSpPr>
          <p:nvPr/>
        </p:nvSpPr>
        <p:spPr bwMode="auto">
          <a:xfrm>
            <a:off x="4168806" y="465115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1" name="Line 56"/>
          <p:cNvSpPr>
            <a:spLocks noChangeShapeType="1"/>
          </p:cNvSpPr>
          <p:nvPr/>
        </p:nvSpPr>
        <p:spPr bwMode="auto">
          <a:xfrm>
            <a:off x="4626006" y="465115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2" name="Line 57"/>
          <p:cNvSpPr>
            <a:spLocks noChangeShapeType="1"/>
          </p:cNvSpPr>
          <p:nvPr/>
        </p:nvSpPr>
        <p:spPr bwMode="auto">
          <a:xfrm>
            <a:off x="4626006" y="465115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3" name="Line 58"/>
          <p:cNvSpPr>
            <a:spLocks noChangeShapeType="1"/>
          </p:cNvSpPr>
          <p:nvPr/>
        </p:nvSpPr>
        <p:spPr bwMode="auto">
          <a:xfrm>
            <a:off x="5083206" y="465115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4" name="Line 62"/>
          <p:cNvSpPr>
            <a:spLocks noChangeShapeType="1"/>
          </p:cNvSpPr>
          <p:nvPr/>
        </p:nvSpPr>
        <p:spPr bwMode="auto">
          <a:xfrm>
            <a:off x="5997606" y="465115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5" name="Line 63"/>
          <p:cNvSpPr>
            <a:spLocks noChangeShapeType="1"/>
          </p:cNvSpPr>
          <p:nvPr/>
        </p:nvSpPr>
        <p:spPr bwMode="auto">
          <a:xfrm>
            <a:off x="3254406" y="505120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6" name="Line 64"/>
          <p:cNvSpPr>
            <a:spLocks noChangeShapeType="1"/>
          </p:cNvSpPr>
          <p:nvPr/>
        </p:nvSpPr>
        <p:spPr bwMode="auto">
          <a:xfrm>
            <a:off x="3711606" y="505120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7" name="Line 65"/>
          <p:cNvSpPr>
            <a:spLocks noChangeShapeType="1"/>
          </p:cNvSpPr>
          <p:nvPr/>
        </p:nvSpPr>
        <p:spPr bwMode="auto">
          <a:xfrm>
            <a:off x="3711606" y="505120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8" name="Line 67"/>
          <p:cNvSpPr>
            <a:spLocks noChangeShapeType="1"/>
          </p:cNvSpPr>
          <p:nvPr/>
        </p:nvSpPr>
        <p:spPr bwMode="auto">
          <a:xfrm>
            <a:off x="4168806" y="505120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9" name="Line 69"/>
          <p:cNvSpPr>
            <a:spLocks noChangeShapeType="1"/>
          </p:cNvSpPr>
          <p:nvPr/>
        </p:nvSpPr>
        <p:spPr bwMode="auto">
          <a:xfrm>
            <a:off x="4626006" y="505120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0" name="Line 73"/>
          <p:cNvSpPr>
            <a:spLocks noChangeShapeType="1"/>
          </p:cNvSpPr>
          <p:nvPr/>
        </p:nvSpPr>
        <p:spPr bwMode="auto">
          <a:xfrm>
            <a:off x="5540406" y="505120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1" name="Line 74"/>
          <p:cNvSpPr>
            <a:spLocks noChangeShapeType="1"/>
          </p:cNvSpPr>
          <p:nvPr/>
        </p:nvSpPr>
        <p:spPr bwMode="auto">
          <a:xfrm rot="10800000">
            <a:off x="3254406" y="5451258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2" name="Line 75"/>
          <p:cNvSpPr>
            <a:spLocks noChangeShapeType="1"/>
          </p:cNvSpPr>
          <p:nvPr/>
        </p:nvSpPr>
        <p:spPr bwMode="auto">
          <a:xfrm rot="10800000">
            <a:off x="3254406" y="3451008"/>
            <a:ext cx="0" cy="200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3" name="Text Box 76"/>
          <p:cNvSpPr txBox="1">
            <a:spLocks noChangeArrowheads="1"/>
          </p:cNvSpPr>
          <p:nvPr/>
        </p:nvSpPr>
        <p:spPr bwMode="auto">
          <a:xfrm>
            <a:off x="2911506" y="3050958"/>
            <a:ext cx="62484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Start</a:t>
            </a:r>
          </a:p>
        </p:txBody>
      </p:sp>
      <p:sp>
        <p:nvSpPr>
          <p:cNvPr id="114" name="Text Box 77"/>
          <p:cNvSpPr txBox="1">
            <a:spLocks noChangeArrowheads="1"/>
          </p:cNvSpPr>
          <p:nvPr/>
        </p:nvSpPr>
        <p:spPr bwMode="auto">
          <a:xfrm>
            <a:off x="5826156" y="5108358"/>
            <a:ext cx="52895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End</a:t>
            </a:r>
          </a:p>
        </p:txBody>
      </p:sp>
      <p:sp>
        <p:nvSpPr>
          <p:cNvPr id="115" name="Line 78"/>
          <p:cNvSpPr>
            <a:spLocks noChangeShapeType="1"/>
          </p:cNvSpPr>
          <p:nvPr/>
        </p:nvSpPr>
        <p:spPr bwMode="auto">
          <a:xfrm>
            <a:off x="3311556" y="305095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6" name="Line 79"/>
          <p:cNvSpPr>
            <a:spLocks noChangeShapeType="1"/>
          </p:cNvSpPr>
          <p:nvPr/>
        </p:nvSpPr>
        <p:spPr bwMode="auto">
          <a:xfrm>
            <a:off x="5540406" y="545125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987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Desired Properties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630534-505D-4C96-80AD-AB8B7C2B1A7E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8407B0-3540-4221-8AE5-24A292592CDC}" type="slidenum">
              <a:rPr lang="en-US" altLang="zh-CN" sz="790"/>
              <a:pPr/>
              <a:t>35</a:t>
            </a:fld>
            <a:endParaRPr lang="en-US" altLang="zh-CN" sz="790"/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2092" y="1757047"/>
            <a:ext cx="7886700" cy="4351337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None of the boundary is deleted</a:t>
            </a: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Every cell is reachable from every other cell.</a:t>
            </a: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There are no cycles – no cell can reach itself by a path unless it retraces some part of the path.</a:t>
            </a:r>
          </a:p>
        </p:txBody>
      </p:sp>
      <p:grpSp>
        <p:nvGrpSpPr>
          <p:cNvPr id="2" name="组合 954"/>
          <p:cNvGrpSpPr/>
          <p:nvPr/>
        </p:nvGrpSpPr>
        <p:grpSpPr>
          <a:xfrm rot="5640000">
            <a:off x="8107345" y="5477232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5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6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7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8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9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10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1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2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3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4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5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6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7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8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19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20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1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2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3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4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5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6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7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8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29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30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1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2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3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4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5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6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7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8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39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40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1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2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3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5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6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7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8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49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50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3501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 Cycle (we don’t want that)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7410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C7F5DE-299C-43DF-B13A-873A41AAED54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741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1741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811E91-4BDC-4134-B566-BB09CF50E831}" type="slidenum">
              <a:rPr lang="en-US" altLang="zh-CN" sz="790"/>
              <a:pPr/>
              <a:t>36</a:t>
            </a:fld>
            <a:endParaRPr lang="en-US" altLang="zh-CN" sz="790"/>
          </a:p>
        </p:txBody>
      </p:sp>
      <p:sp>
        <p:nvSpPr>
          <p:cNvPr id="58" name="Line 3"/>
          <p:cNvSpPr>
            <a:spLocks noChangeShapeType="1"/>
          </p:cNvSpPr>
          <p:nvPr/>
        </p:nvSpPr>
        <p:spPr bwMode="auto">
          <a:xfrm>
            <a:off x="3657600" y="2618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59" name="Line 4"/>
          <p:cNvSpPr>
            <a:spLocks noChangeShapeType="1"/>
          </p:cNvSpPr>
          <p:nvPr/>
        </p:nvSpPr>
        <p:spPr bwMode="auto">
          <a:xfrm>
            <a:off x="4114800" y="26189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0" name="Line 5"/>
          <p:cNvSpPr>
            <a:spLocks noChangeShapeType="1"/>
          </p:cNvSpPr>
          <p:nvPr/>
        </p:nvSpPr>
        <p:spPr bwMode="auto">
          <a:xfrm>
            <a:off x="4114800" y="2618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1" name="Line 6"/>
          <p:cNvSpPr>
            <a:spLocks noChangeShapeType="1"/>
          </p:cNvSpPr>
          <p:nvPr/>
        </p:nvSpPr>
        <p:spPr bwMode="auto">
          <a:xfrm>
            <a:off x="4572000" y="26189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2" name="Line 7"/>
          <p:cNvSpPr>
            <a:spLocks noChangeShapeType="1"/>
          </p:cNvSpPr>
          <p:nvPr/>
        </p:nvSpPr>
        <p:spPr bwMode="auto">
          <a:xfrm>
            <a:off x="4572000" y="2618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3" name="Line 8"/>
          <p:cNvSpPr>
            <a:spLocks noChangeShapeType="1"/>
          </p:cNvSpPr>
          <p:nvPr/>
        </p:nvSpPr>
        <p:spPr bwMode="auto">
          <a:xfrm>
            <a:off x="5029200" y="26189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4" name="Line 9"/>
          <p:cNvSpPr>
            <a:spLocks noChangeShapeType="1"/>
          </p:cNvSpPr>
          <p:nvPr/>
        </p:nvSpPr>
        <p:spPr bwMode="auto">
          <a:xfrm>
            <a:off x="5029200" y="2618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5" name="Line 10"/>
          <p:cNvSpPr>
            <a:spLocks noChangeShapeType="1"/>
          </p:cNvSpPr>
          <p:nvPr/>
        </p:nvSpPr>
        <p:spPr bwMode="auto">
          <a:xfrm>
            <a:off x="5486400" y="26189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6" name="Line 11"/>
          <p:cNvSpPr>
            <a:spLocks noChangeShapeType="1"/>
          </p:cNvSpPr>
          <p:nvPr/>
        </p:nvSpPr>
        <p:spPr bwMode="auto">
          <a:xfrm>
            <a:off x="5486400" y="2618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7" name="Line 12"/>
          <p:cNvSpPr>
            <a:spLocks noChangeShapeType="1"/>
          </p:cNvSpPr>
          <p:nvPr/>
        </p:nvSpPr>
        <p:spPr bwMode="auto">
          <a:xfrm>
            <a:off x="5943600" y="26189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8" name="Line 13"/>
          <p:cNvSpPr>
            <a:spLocks noChangeShapeType="1"/>
          </p:cNvSpPr>
          <p:nvPr/>
        </p:nvSpPr>
        <p:spPr bwMode="auto">
          <a:xfrm>
            <a:off x="3200400" y="30189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9" name="Line 14"/>
          <p:cNvSpPr>
            <a:spLocks noChangeShapeType="1"/>
          </p:cNvSpPr>
          <p:nvPr/>
        </p:nvSpPr>
        <p:spPr bwMode="auto">
          <a:xfrm>
            <a:off x="4114800" y="30189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0" name="Line 15"/>
          <p:cNvSpPr>
            <a:spLocks noChangeShapeType="1"/>
          </p:cNvSpPr>
          <p:nvPr/>
        </p:nvSpPr>
        <p:spPr bwMode="auto">
          <a:xfrm>
            <a:off x="4572000" y="30189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1" name="Line 16"/>
          <p:cNvSpPr>
            <a:spLocks noChangeShapeType="1"/>
          </p:cNvSpPr>
          <p:nvPr/>
        </p:nvSpPr>
        <p:spPr bwMode="auto">
          <a:xfrm>
            <a:off x="4572000" y="30189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2" name="Line 17"/>
          <p:cNvSpPr>
            <a:spLocks noChangeShapeType="1"/>
          </p:cNvSpPr>
          <p:nvPr/>
        </p:nvSpPr>
        <p:spPr bwMode="auto">
          <a:xfrm>
            <a:off x="5029200" y="30189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3" name="Line 18"/>
          <p:cNvSpPr>
            <a:spLocks noChangeShapeType="1"/>
          </p:cNvSpPr>
          <p:nvPr/>
        </p:nvSpPr>
        <p:spPr bwMode="auto">
          <a:xfrm>
            <a:off x="5029200" y="30189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4" name="Line 19"/>
          <p:cNvSpPr>
            <a:spLocks noChangeShapeType="1"/>
          </p:cNvSpPr>
          <p:nvPr/>
        </p:nvSpPr>
        <p:spPr bwMode="auto">
          <a:xfrm>
            <a:off x="5486400" y="30189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5" name="Line 20"/>
          <p:cNvSpPr>
            <a:spLocks noChangeShapeType="1"/>
          </p:cNvSpPr>
          <p:nvPr/>
        </p:nvSpPr>
        <p:spPr bwMode="auto">
          <a:xfrm>
            <a:off x="5486400" y="30189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6" name="Line 21"/>
          <p:cNvSpPr>
            <a:spLocks noChangeShapeType="1"/>
          </p:cNvSpPr>
          <p:nvPr/>
        </p:nvSpPr>
        <p:spPr bwMode="auto">
          <a:xfrm>
            <a:off x="5943600" y="30189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7" name="Line 22"/>
          <p:cNvSpPr>
            <a:spLocks noChangeShapeType="1"/>
          </p:cNvSpPr>
          <p:nvPr/>
        </p:nvSpPr>
        <p:spPr bwMode="auto">
          <a:xfrm>
            <a:off x="3657600" y="34190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8" name="Line 24"/>
          <p:cNvSpPr>
            <a:spLocks noChangeShapeType="1"/>
          </p:cNvSpPr>
          <p:nvPr/>
        </p:nvSpPr>
        <p:spPr bwMode="auto">
          <a:xfrm>
            <a:off x="4114800" y="34190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9" name="Line 26"/>
          <p:cNvSpPr>
            <a:spLocks noChangeShapeType="1"/>
          </p:cNvSpPr>
          <p:nvPr/>
        </p:nvSpPr>
        <p:spPr bwMode="auto">
          <a:xfrm>
            <a:off x="4572000" y="34190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0" name="Line 27"/>
          <p:cNvSpPr>
            <a:spLocks noChangeShapeType="1"/>
          </p:cNvSpPr>
          <p:nvPr/>
        </p:nvSpPr>
        <p:spPr bwMode="auto">
          <a:xfrm>
            <a:off x="5029200" y="34190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1" name="Line 28"/>
          <p:cNvSpPr>
            <a:spLocks noChangeShapeType="1"/>
          </p:cNvSpPr>
          <p:nvPr/>
        </p:nvSpPr>
        <p:spPr bwMode="auto">
          <a:xfrm>
            <a:off x="5486400" y="34190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2" name="Line 29"/>
          <p:cNvSpPr>
            <a:spLocks noChangeShapeType="1"/>
          </p:cNvSpPr>
          <p:nvPr/>
        </p:nvSpPr>
        <p:spPr bwMode="auto">
          <a:xfrm>
            <a:off x="5486400" y="34190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3" name="Line 30"/>
          <p:cNvSpPr>
            <a:spLocks noChangeShapeType="1"/>
          </p:cNvSpPr>
          <p:nvPr/>
        </p:nvSpPr>
        <p:spPr bwMode="auto">
          <a:xfrm>
            <a:off x="5943600" y="34190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4" name="Line 31"/>
          <p:cNvSpPr>
            <a:spLocks noChangeShapeType="1"/>
          </p:cNvSpPr>
          <p:nvPr/>
        </p:nvSpPr>
        <p:spPr bwMode="auto">
          <a:xfrm>
            <a:off x="3657600" y="38190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5" name="Line 32"/>
          <p:cNvSpPr>
            <a:spLocks noChangeShapeType="1"/>
          </p:cNvSpPr>
          <p:nvPr/>
        </p:nvSpPr>
        <p:spPr bwMode="auto">
          <a:xfrm>
            <a:off x="4114800" y="38190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6" name="Line 34"/>
          <p:cNvSpPr>
            <a:spLocks noChangeShapeType="1"/>
          </p:cNvSpPr>
          <p:nvPr/>
        </p:nvSpPr>
        <p:spPr bwMode="auto">
          <a:xfrm>
            <a:off x="4572000" y="38190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7" name="Line 35"/>
          <p:cNvSpPr>
            <a:spLocks noChangeShapeType="1"/>
          </p:cNvSpPr>
          <p:nvPr/>
        </p:nvSpPr>
        <p:spPr bwMode="auto">
          <a:xfrm>
            <a:off x="5029200" y="38190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8" name="Line 36"/>
          <p:cNvSpPr>
            <a:spLocks noChangeShapeType="1"/>
          </p:cNvSpPr>
          <p:nvPr/>
        </p:nvSpPr>
        <p:spPr bwMode="auto">
          <a:xfrm>
            <a:off x="5486400" y="38190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9" name="Line 37"/>
          <p:cNvSpPr>
            <a:spLocks noChangeShapeType="1"/>
          </p:cNvSpPr>
          <p:nvPr/>
        </p:nvSpPr>
        <p:spPr bwMode="auto">
          <a:xfrm>
            <a:off x="5486400" y="38190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0" name="Line 38"/>
          <p:cNvSpPr>
            <a:spLocks noChangeShapeType="1"/>
          </p:cNvSpPr>
          <p:nvPr/>
        </p:nvSpPr>
        <p:spPr bwMode="auto">
          <a:xfrm>
            <a:off x="5943600" y="38190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1" name="Line 39"/>
          <p:cNvSpPr>
            <a:spLocks noChangeShapeType="1"/>
          </p:cNvSpPr>
          <p:nvPr/>
        </p:nvSpPr>
        <p:spPr bwMode="auto">
          <a:xfrm>
            <a:off x="3200400" y="42191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2" name="Line 40"/>
          <p:cNvSpPr>
            <a:spLocks noChangeShapeType="1"/>
          </p:cNvSpPr>
          <p:nvPr/>
        </p:nvSpPr>
        <p:spPr bwMode="auto">
          <a:xfrm>
            <a:off x="3657600" y="42191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3" name="Line 41"/>
          <p:cNvSpPr>
            <a:spLocks noChangeShapeType="1"/>
          </p:cNvSpPr>
          <p:nvPr/>
        </p:nvSpPr>
        <p:spPr bwMode="auto">
          <a:xfrm>
            <a:off x="4114800" y="42191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4" name="Line 42"/>
          <p:cNvSpPr>
            <a:spLocks noChangeShapeType="1"/>
          </p:cNvSpPr>
          <p:nvPr/>
        </p:nvSpPr>
        <p:spPr bwMode="auto">
          <a:xfrm>
            <a:off x="4572000" y="42191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5" name="Line 43"/>
          <p:cNvSpPr>
            <a:spLocks noChangeShapeType="1"/>
          </p:cNvSpPr>
          <p:nvPr/>
        </p:nvSpPr>
        <p:spPr bwMode="auto">
          <a:xfrm>
            <a:off x="4572000" y="42191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6" name="Line 44"/>
          <p:cNvSpPr>
            <a:spLocks noChangeShapeType="1"/>
          </p:cNvSpPr>
          <p:nvPr/>
        </p:nvSpPr>
        <p:spPr bwMode="auto">
          <a:xfrm>
            <a:off x="5029200" y="42191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7" name="Line 45"/>
          <p:cNvSpPr>
            <a:spLocks noChangeShapeType="1"/>
          </p:cNvSpPr>
          <p:nvPr/>
        </p:nvSpPr>
        <p:spPr bwMode="auto">
          <a:xfrm>
            <a:off x="5943600" y="42191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8" name="Line 46"/>
          <p:cNvSpPr>
            <a:spLocks noChangeShapeType="1"/>
          </p:cNvSpPr>
          <p:nvPr/>
        </p:nvSpPr>
        <p:spPr bwMode="auto">
          <a:xfrm>
            <a:off x="3200400" y="46191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9" name="Line 47"/>
          <p:cNvSpPr>
            <a:spLocks noChangeShapeType="1"/>
          </p:cNvSpPr>
          <p:nvPr/>
        </p:nvSpPr>
        <p:spPr bwMode="auto">
          <a:xfrm>
            <a:off x="3657600" y="46191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0" name="Line 49"/>
          <p:cNvSpPr>
            <a:spLocks noChangeShapeType="1"/>
          </p:cNvSpPr>
          <p:nvPr/>
        </p:nvSpPr>
        <p:spPr bwMode="auto">
          <a:xfrm>
            <a:off x="4114800" y="46191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1" name="Line 50"/>
          <p:cNvSpPr>
            <a:spLocks noChangeShapeType="1"/>
          </p:cNvSpPr>
          <p:nvPr/>
        </p:nvSpPr>
        <p:spPr bwMode="auto">
          <a:xfrm>
            <a:off x="4572000" y="46191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2" name="Line 51"/>
          <p:cNvSpPr>
            <a:spLocks noChangeShapeType="1"/>
          </p:cNvSpPr>
          <p:nvPr/>
        </p:nvSpPr>
        <p:spPr bwMode="auto">
          <a:xfrm>
            <a:off x="5486400" y="46191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3" name="Line 52"/>
          <p:cNvSpPr>
            <a:spLocks noChangeShapeType="1"/>
          </p:cNvSpPr>
          <p:nvPr/>
        </p:nvSpPr>
        <p:spPr bwMode="auto">
          <a:xfrm rot="10800000">
            <a:off x="3200400" y="501921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4" name="Line 53"/>
          <p:cNvSpPr>
            <a:spLocks noChangeShapeType="1"/>
          </p:cNvSpPr>
          <p:nvPr/>
        </p:nvSpPr>
        <p:spPr bwMode="auto">
          <a:xfrm rot="10800000">
            <a:off x="3200400" y="3018960"/>
            <a:ext cx="0" cy="200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5" name="Text Box 54"/>
          <p:cNvSpPr txBox="1">
            <a:spLocks noChangeArrowheads="1"/>
          </p:cNvSpPr>
          <p:nvPr/>
        </p:nvSpPr>
        <p:spPr bwMode="auto">
          <a:xfrm>
            <a:off x="2686050" y="2618910"/>
            <a:ext cx="62484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Start</a:t>
            </a:r>
          </a:p>
        </p:txBody>
      </p:sp>
      <p:sp>
        <p:nvSpPr>
          <p:cNvPr id="106" name="Text Box 55"/>
          <p:cNvSpPr txBox="1">
            <a:spLocks noChangeArrowheads="1"/>
          </p:cNvSpPr>
          <p:nvPr/>
        </p:nvSpPr>
        <p:spPr bwMode="auto">
          <a:xfrm>
            <a:off x="5943600" y="4676310"/>
            <a:ext cx="52895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End</a:t>
            </a:r>
          </a:p>
        </p:txBody>
      </p:sp>
      <p:sp>
        <p:nvSpPr>
          <p:cNvPr id="107" name="Freeform 56"/>
          <p:cNvSpPr/>
          <p:nvPr/>
        </p:nvSpPr>
        <p:spPr bwMode="auto">
          <a:xfrm>
            <a:off x="3788569" y="3214223"/>
            <a:ext cx="1462088" cy="1688306"/>
          </a:xfrm>
          <a:custGeom>
            <a:avLst/>
            <a:gdLst>
              <a:gd name="T0" fmla="*/ 120650 w 1228"/>
              <a:gd name="T1" fmla="*/ 147638 h 1418"/>
              <a:gd name="T2" fmla="*/ 41275 w 1228"/>
              <a:gd name="T3" fmla="*/ 523875 h 1418"/>
              <a:gd name="T4" fmla="*/ 0 w 1228"/>
              <a:gd name="T5" fmla="*/ 860425 h 1418"/>
              <a:gd name="T6" fmla="*/ 14288 w 1228"/>
              <a:gd name="T7" fmla="*/ 1693863 h 1418"/>
              <a:gd name="T8" fmla="*/ 201613 w 1228"/>
              <a:gd name="T9" fmla="*/ 2097088 h 1418"/>
              <a:gd name="T10" fmla="*/ 604838 w 1228"/>
              <a:gd name="T11" fmla="*/ 2232025 h 1418"/>
              <a:gd name="T12" fmla="*/ 1479550 w 1228"/>
              <a:gd name="T13" fmla="*/ 2190750 h 1418"/>
              <a:gd name="T14" fmla="*/ 1560513 w 1228"/>
              <a:gd name="T15" fmla="*/ 2111375 h 1418"/>
              <a:gd name="T16" fmla="*/ 1735138 w 1228"/>
              <a:gd name="T17" fmla="*/ 2003425 h 1418"/>
              <a:gd name="T18" fmla="*/ 1870075 w 1228"/>
              <a:gd name="T19" fmla="*/ 1787525 h 1418"/>
              <a:gd name="T20" fmla="*/ 1949450 w 1228"/>
              <a:gd name="T21" fmla="*/ 1504950 h 1418"/>
              <a:gd name="T22" fmla="*/ 1922463 w 1228"/>
              <a:gd name="T23" fmla="*/ 1250950 h 1418"/>
              <a:gd name="T24" fmla="*/ 1909763 w 1228"/>
              <a:gd name="T25" fmla="*/ 1209675 h 1418"/>
              <a:gd name="T26" fmla="*/ 1666875 w 1228"/>
              <a:gd name="T27" fmla="*/ 1169988 h 1418"/>
              <a:gd name="T28" fmla="*/ 887413 w 1228"/>
              <a:gd name="T29" fmla="*/ 1128713 h 1418"/>
              <a:gd name="T30" fmla="*/ 727075 w 1228"/>
              <a:gd name="T31" fmla="*/ 1074738 h 1418"/>
              <a:gd name="T32" fmla="*/ 739775 w 1228"/>
              <a:gd name="T33" fmla="*/ 819150 h 1418"/>
              <a:gd name="T34" fmla="*/ 727075 w 1228"/>
              <a:gd name="T35" fmla="*/ 322263 h 1418"/>
              <a:gd name="T36" fmla="*/ 685800 w 1228"/>
              <a:gd name="T37" fmla="*/ 241300 h 1418"/>
              <a:gd name="T38" fmla="*/ 604838 w 1228"/>
              <a:gd name="T39" fmla="*/ 201613 h 1418"/>
              <a:gd name="T40" fmla="*/ 336550 w 1228"/>
              <a:gd name="T41" fmla="*/ 0 h 1418"/>
              <a:gd name="T42" fmla="*/ 188913 w 1228"/>
              <a:gd name="T43" fmla="*/ 93663 h 1418"/>
              <a:gd name="T44" fmla="*/ 147638 w 1228"/>
              <a:gd name="T45" fmla="*/ 120650 h 1418"/>
              <a:gd name="T46" fmla="*/ 107950 w 1228"/>
              <a:gd name="T47" fmla="*/ 160338 h 1418"/>
              <a:gd name="T48" fmla="*/ 80963 w 1228"/>
              <a:gd name="T49" fmla="*/ 255588 h 1418"/>
              <a:gd name="T50" fmla="*/ 66675 w 1228"/>
              <a:gd name="T51" fmla="*/ 309563 h 141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1228" h="1418">
                <a:moveTo>
                  <a:pt x="76" y="93"/>
                </a:moveTo>
                <a:cubicBezTo>
                  <a:pt x="38" y="170"/>
                  <a:pt x="52" y="250"/>
                  <a:pt x="26" y="330"/>
                </a:cubicBezTo>
                <a:cubicBezTo>
                  <a:pt x="17" y="402"/>
                  <a:pt x="6" y="470"/>
                  <a:pt x="0" y="542"/>
                </a:cubicBezTo>
                <a:cubicBezTo>
                  <a:pt x="3" y="717"/>
                  <a:pt x="4" y="892"/>
                  <a:pt x="9" y="1067"/>
                </a:cubicBezTo>
                <a:cubicBezTo>
                  <a:pt x="11" y="1127"/>
                  <a:pt x="62" y="1292"/>
                  <a:pt x="127" y="1321"/>
                </a:cubicBezTo>
                <a:cubicBezTo>
                  <a:pt x="208" y="1358"/>
                  <a:pt x="300" y="1365"/>
                  <a:pt x="381" y="1406"/>
                </a:cubicBezTo>
                <a:cubicBezTo>
                  <a:pt x="459" y="1404"/>
                  <a:pt x="821" y="1418"/>
                  <a:pt x="932" y="1380"/>
                </a:cubicBezTo>
                <a:cubicBezTo>
                  <a:pt x="949" y="1363"/>
                  <a:pt x="961" y="1338"/>
                  <a:pt x="983" y="1330"/>
                </a:cubicBezTo>
                <a:cubicBezTo>
                  <a:pt x="1021" y="1316"/>
                  <a:pt x="1064" y="1292"/>
                  <a:pt x="1093" y="1262"/>
                </a:cubicBezTo>
                <a:cubicBezTo>
                  <a:pt x="1131" y="1222"/>
                  <a:pt x="1153" y="1175"/>
                  <a:pt x="1178" y="1126"/>
                </a:cubicBezTo>
                <a:cubicBezTo>
                  <a:pt x="1192" y="1066"/>
                  <a:pt x="1214" y="1008"/>
                  <a:pt x="1228" y="948"/>
                </a:cubicBezTo>
                <a:cubicBezTo>
                  <a:pt x="1222" y="895"/>
                  <a:pt x="1218" y="841"/>
                  <a:pt x="1211" y="788"/>
                </a:cubicBezTo>
                <a:cubicBezTo>
                  <a:pt x="1210" y="779"/>
                  <a:pt x="1211" y="766"/>
                  <a:pt x="1203" y="762"/>
                </a:cubicBezTo>
                <a:cubicBezTo>
                  <a:pt x="1172" y="748"/>
                  <a:pt x="1086" y="743"/>
                  <a:pt x="1050" y="737"/>
                </a:cubicBezTo>
                <a:cubicBezTo>
                  <a:pt x="886" y="712"/>
                  <a:pt x="728" y="715"/>
                  <a:pt x="559" y="711"/>
                </a:cubicBezTo>
                <a:cubicBezTo>
                  <a:pt x="520" y="704"/>
                  <a:pt x="491" y="699"/>
                  <a:pt x="458" y="677"/>
                </a:cubicBezTo>
                <a:cubicBezTo>
                  <a:pt x="439" y="624"/>
                  <a:pt x="453" y="569"/>
                  <a:pt x="466" y="516"/>
                </a:cubicBezTo>
                <a:cubicBezTo>
                  <a:pt x="474" y="368"/>
                  <a:pt x="488" y="347"/>
                  <a:pt x="458" y="203"/>
                </a:cubicBezTo>
                <a:cubicBezTo>
                  <a:pt x="455" y="190"/>
                  <a:pt x="442" y="160"/>
                  <a:pt x="432" y="152"/>
                </a:cubicBezTo>
                <a:cubicBezTo>
                  <a:pt x="417" y="141"/>
                  <a:pt x="397" y="137"/>
                  <a:pt x="381" y="127"/>
                </a:cubicBezTo>
                <a:cubicBezTo>
                  <a:pt x="315" y="89"/>
                  <a:pt x="265" y="53"/>
                  <a:pt x="212" y="0"/>
                </a:cubicBezTo>
                <a:cubicBezTo>
                  <a:pt x="151" y="12"/>
                  <a:pt x="158" y="21"/>
                  <a:pt x="119" y="59"/>
                </a:cubicBezTo>
                <a:cubicBezTo>
                  <a:pt x="112" y="66"/>
                  <a:pt x="101" y="69"/>
                  <a:pt x="93" y="76"/>
                </a:cubicBezTo>
                <a:cubicBezTo>
                  <a:pt x="84" y="83"/>
                  <a:pt x="76" y="93"/>
                  <a:pt x="68" y="101"/>
                </a:cubicBezTo>
                <a:cubicBezTo>
                  <a:pt x="53" y="143"/>
                  <a:pt x="63" y="112"/>
                  <a:pt x="51" y="161"/>
                </a:cubicBezTo>
                <a:cubicBezTo>
                  <a:pt x="48" y="172"/>
                  <a:pt x="42" y="195"/>
                  <a:pt x="42" y="195"/>
                </a:cubicBezTo>
              </a:path>
            </a:pathLst>
          </a:custGeom>
          <a:noFill/>
          <a:ln w="38100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8" name="Line 57"/>
          <p:cNvSpPr>
            <a:spLocks noChangeShapeType="1"/>
          </p:cNvSpPr>
          <p:nvPr/>
        </p:nvSpPr>
        <p:spPr bwMode="auto">
          <a:xfrm>
            <a:off x="3257550" y="2618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9" name="Line 58"/>
          <p:cNvSpPr>
            <a:spLocks noChangeShapeType="1"/>
          </p:cNvSpPr>
          <p:nvPr/>
        </p:nvSpPr>
        <p:spPr bwMode="auto">
          <a:xfrm>
            <a:off x="5486400" y="50192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630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 Good Solution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843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9196E52-6567-4727-87F4-49389127EB0A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843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1843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587E24-4C2E-4C97-AC64-A87A04F91E71}" type="slidenum">
              <a:rPr lang="en-US" altLang="zh-CN" sz="790"/>
              <a:pPr/>
              <a:t>37</a:t>
            </a:fld>
            <a:endParaRPr lang="en-US" altLang="zh-CN" sz="790"/>
          </a:p>
        </p:txBody>
      </p:sp>
      <p:sp>
        <p:nvSpPr>
          <p:cNvPr id="47" name="Line 4"/>
          <p:cNvSpPr>
            <a:spLocks noChangeShapeType="1"/>
          </p:cNvSpPr>
          <p:nvPr/>
        </p:nvSpPr>
        <p:spPr bwMode="auto">
          <a:xfrm>
            <a:off x="3682752" y="2618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48" name="Line 5"/>
          <p:cNvSpPr>
            <a:spLocks noChangeShapeType="1"/>
          </p:cNvSpPr>
          <p:nvPr/>
        </p:nvSpPr>
        <p:spPr bwMode="auto">
          <a:xfrm>
            <a:off x="4139952" y="26189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49" name="Line 6"/>
          <p:cNvSpPr>
            <a:spLocks noChangeShapeType="1"/>
          </p:cNvSpPr>
          <p:nvPr/>
        </p:nvSpPr>
        <p:spPr bwMode="auto">
          <a:xfrm>
            <a:off x="4139952" y="2618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50" name="Line 8"/>
          <p:cNvSpPr>
            <a:spLocks noChangeShapeType="1"/>
          </p:cNvSpPr>
          <p:nvPr/>
        </p:nvSpPr>
        <p:spPr bwMode="auto">
          <a:xfrm>
            <a:off x="4597152" y="2618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51" name="Line 10"/>
          <p:cNvSpPr>
            <a:spLocks noChangeShapeType="1"/>
          </p:cNvSpPr>
          <p:nvPr/>
        </p:nvSpPr>
        <p:spPr bwMode="auto">
          <a:xfrm>
            <a:off x="5054352" y="2618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52" name="Line 12"/>
          <p:cNvSpPr>
            <a:spLocks noChangeShapeType="1"/>
          </p:cNvSpPr>
          <p:nvPr/>
        </p:nvSpPr>
        <p:spPr bwMode="auto">
          <a:xfrm>
            <a:off x="5511552" y="2618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53" name="Line 13"/>
          <p:cNvSpPr>
            <a:spLocks noChangeShapeType="1"/>
          </p:cNvSpPr>
          <p:nvPr/>
        </p:nvSpPr>
        <p:spPr bwMode="auto">
          <a:xfrm>
            <a:off x="5968752" y="26189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54" name="Line 14"/>
          <p:cNvSpPr>
            <a:spLocks noChangeShapeType="1"/>
          </p:cNvSpPr>
          <p:nvPr/>
        </p:nvSpPr>
        <p:spPr bwMode="auto">
          <a:xfrm>
            <a:off x="3225552" y="30189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55" name="Line 15"/>
          <p:cNvSpPr>
            <a:spLocks noChangeShapeType="1"/>
          </p:cNvSpPr>
          <p:nvPr/>
        </p:nvSpPr>
        <p:spPr bwMode="auto">
          <a:xfrm>
            <a:off x="4139952" y="30189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56" name="Line 17"/>
          <p:cNvSpPr>
            <a:spLocks noChangeShapeType="1"/>
          </p:cNvSpPr>
          <p:nvPr/>
        </p:nvSpPr>
        <p:spPr bwMode="auto">
          <a:xfrm>
            <a:off x="4597152" y="30189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57" name="Line 19"/>
          <p:cNvSpPr>
            <a:spLocks noChangeShapeType="1"/>
          </p:cNvSpPr>
          <p:nvPr/>
        </p:nvSpPr>
        <p:spPr bwMode="auto">
          <a:xfrm>
            <a:off x="5054352" y="30189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58" name="Line 20"/>
          <p:cNvSpPr>
            <a:spLocks noChangeShapeType="1"/>
          </p:cNvSpPr>
          <p:nvPr/>
        </p:nvSpPr>
        <p:spPr bwMode="auto">
          <a:xfrm>
            <a:off x="5511552" y="30189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59" name="Line 22"/>
          <p:cNvSpPr>
            <a:spLocks noChangeShapeType="1"/>
          </p:cNvSpPr>
          <p:nvPr/>
        </p:nvSpPr>
        <p:spPr bwMode="auto">
          <a:xfrm>
            <a:off x="5968752" y="30189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0" name="Line 23"/>
          <p:cNvSpPr>
            <a:spLocks noChangeShapeType="1"/>
          </p:cNvSpPr>
          <p:nvPr/>
        </p:nvSpPr>
        <p:spPr bwMode="auto">
          <a:xfrm>
            <a:off x="3682752" y="34190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1" name="Line 24"/>
          <p:cNvSpPr>
            <a:spLocks noChangeShapeType="1"/>
          </p:cNvSpPr>
          <p:nvPr/>
        </p:nvSpPr>
        <p:spPr bwMode="auto">
          <a:xfrm>
            <a:off x="3682752" y="34190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2" name="Line 26"/>
          <p:cNvSpPr>
            <a:spLocks noChangeShapeType="1"/>
          </p:cNvSpPr>
          <p:nvPr/>
        </p:nvSpPr>
        <p:spPr bwMode="auto">
          <a:xfrm>
            <a:off x="4139952" y="34190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3" name="Line 27"/>
          <p:cNvSpPr>
            <a:spLocks noChangeShapeType="1"/>
          </p:cNvSpPr>
          <p:nvPr/>
        </p:nvSpPr>
        <p:spPr bwMode="auto">
          <a:xfrm>
            <a:off x="4597152" y="34190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4" name="Line 29"/>
          <p:cNvSpPr>
            <a:spLocks noChangeShapeType="1"/>
          </p:cNvSpPr>
          <p:nvPr/>
        </p:nvSpPr>
        <p:spPr bwMode="auto">
          <a:xfrm>
            <a:off x="5511552" y="34190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5" name="Line 31"/>
          <p:cNvSpPr>
            <a:spLocks noChangeShapeType="1"/>
          </p:cNvSpPr>
          <p:nvPr/>
        </p:nvSpPr>
        <p:spPr bwMode="auto">
          <a:xfrm>
            <a:off x="5968752" y="34190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6" name="Line 32"/>
          <p:cNvSpPr>
            <a:spLocks noChangeShapeType="1"/>
          </p:cNvSpPr>
          <p:nvPr/>
        </p:nvSpPr>
        <p:spPr bwMode="auto">
          <a:xfrm>
            <a:off x="3682752" y="38190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7" name="Line 33"/>
          <p:cNvSpPr>
            <a:spLocks noChangeShapeType="1"/>
          </p:cNvSpPr>
          <p:nvPr/>
        </p:nvSpPr>
        <p:spPr bwMode="auto">
          <a:xfrm>
            <a:off x="4139952" y="38190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8" name="Line 34"/>
          <p:cNvSpPr>
            <a:spLocks noChangeShapeType="1"/>
          </p:cNvSpPr>
          <p:nvPr/>
        </p:nvSpPr>
        <p:spPr bwMode="auto">
          <a:xfrm>
            <a:off x="4597152" y="38190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9" name="Line 35"/>
          <p:cNvSpPr>
            <a:spLocks noChangeShapeType="1"/>
          </p:cNvSpPr>
          <p:nvPr/>
        </p:nvSpPr>
        <p:spPr bwMode="auto">
          <a:xfrm>
            <a:off x="4597152" y="38190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0" name="Line 36"/>
          <p:cNvSpPr>
            <a:spLocks noChangeShapeType="1"/>
          </p:cNvSpPr>
          <p:nvPr/>
        </p:nvSpPr>
        <p:spPr bwMode="auto">
          <a:xfrm>
            <a:off x="5054352" y="38190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1" name="Line 37"/>
          <p:cNvSpPr>
            <a:spLocks noChangeShapeType="1"/>
          </p:cNvSpPr>
          <p:nvPr/>
        </p:nvSpPr>
        <p:spPr bwMode="auto">
          <a:xfrm>
            <a:off x="5511552" y="38190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2" name="Line 39"/>
          <p:cNvSpPr>
            <a:spLocks noChangeShapeType="1"/>
          </p:cNvSpPr>
          <p:nvPr/>
        </p:nvSpPr>
        <p:spPr bwMode="auto">
          <a:xfrm>
            <a:off x="5968752" y="38190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3" name="Line 40"/>
          <p:cNvSpPr>
            <a:spLocks noChangeShapeType="1"/>
          </p:cNvSpPr>
          <p:nvPr/>
        </p:nvSpPr>
        <p:spPr bwMode="auto">
          <a:xfrm>
            <a:off x="3225552" y="42191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4" name="Line 41"/>
          <p:cNvSpPr>
            <a:spLocks noChangeShapeType="1"/>
          </p:cNvSpPr>
          <p:nvPr/>
        </p:nvSpPr>
        <p:spPr bwMode="auto">
          <a:xfrm>
            <a:off x="3682752" y="42191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5" name="Line 42"/>
          <p:cNvSpPr>
            <a:spLocks noChangeShapeType="1"/>
          </p:cNvSpPr>
          <p:nvPr/>
        </p:nvSpPr>
        <p:spPr bwMode="auto">
          <a:xfrm>
            <a:off x="4139952" y="42191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6" name="Line 44"/>
          <p:cNvSpPr>
            <a:spLocks noChangeShapeType="1"/>
          </p:cNvSpPr>
          <p:nvPr/>
        </p:nvSpPr>
        <p:spPr bwMode="auto">
          <a:xfrm>
            <a:off x="4597152" y="42191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7" name="Line 45"/>
          <p:cNvSpPr>
            <a:spLocks noChangeShapeType="1"/>
          </p:cNvSpPr>
          <p:nvPr/>
        </p:nvSpPr>
        <p:spPr bwMode="auto">
          <a:xfrm>
            <a:off x="5054352" y="42191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8" name="Line 46"/>
          <p:cNvSpPr>
            <a:spLocks noChangeShapeType="1"/>
          </p:cNvSpPr>
          <p:nvPr/>
        </p:nvSpPr>
        <p:spPr bwMode="auto">
          <a:xfrm>
            <a:off x="5968752" y="42191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9" name="Line 49"/>
          <p:cNvSpPr>
            <a:spLocks noChangeShapeType="1"/>
          </p:cNvSpPr>
          <p:nvPr/>
        </p:nvSpPr>
        <p:spPr bwMode="auto">
          <a:xfrm>
            <a:off x="3682752" y="46191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0" name="Line 51"/>
          <p:cNvSpPr>
            <a:spLocks noChangeShapeType="1"/>
          </p:cNvSpPr>
          <p:nvPr/>
        </p:nvSpPr>
        <p:spPr bwMode="auto">
          <a:xfrm>
            <a:off x="4597152" y="46191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1" name="Line 52"/>
          <p:cNvSpPr>
            <a:spLocks noChangeShapeType="1"/>
          </p:cNvSpPr>
          <p:nvPr/>
        </p:nvSpPr>
        <p:spPr bwMode="auto">
          <a:xfrm>
            <a:off x="5511552" y="46191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2" name="Line 53"/>
          <p:cNvSpPr>
            <a:spLocks noChangeShapeType="1"/>
          </p:cNvSpPr>
          <p:nvPr/>
        </p:nvSpPr>
        <p:spPr bwMode="auto">
          <a:xfrm rot="10800000">
            <a:off x="3225552" y="501921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3" name="Line 54"/>
          <p:cNvSpPr>
            <a:spLocks noChangeShapeType="1"/>
          </p:cNvSpPr>
          <p:nvPr/>
        </p:nvSpPr>
        <p:spPr bwMode="auto">
          <a:xfrm rot="10800000">
            <a:off x="3225552" y="3018960"/>
            <a:ext cx="0" cy="200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4" name="Text Box 55"/>
          <p:cNvSpPr txBox="1">
            <a:spLocks noChangeArrowheads="1"/>
          </p:cNvSpPr>
          <p:nvPr/>
        </p:nvSpPr>
        <p:spPr bwMode="auto">
          <a:xfrm>
            <a:off x="2654052" y="2618910"/>
            <a:ext cx="62484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Start</a:t>
            </a:r>
          </a:p>
        </p:txBody>
      </p:sp>
      <p:sp>
        <p:nvSpPr>
          <p:cNvPr id="85" name="Text Box 56"/>
          <p:cNvSpPr txBox="1">
            <a:spLocks noChangeArrowheads="1"/>
          </p:cNvSpPr>
          <p:nvPr/>
        </p:nvSpPr>
        <p:spPr bwMode="auto">
          <a:xfrm>
            <a:off x="5911602" y="4676310"/>
            <a:ext cx="52895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End</a:t>
            </a:r>
          </a:p>
        </p:txBody>
      </p:sp>
      <p:sp>
        <p:nvSpPr>
          <p:cNvPr id="86" name="Line 57"/>
          <p:cNvSpPr>
            <a:spLocks noChangeShapeType="1"/>
          </p:cNvSpPr>
          <p:nvPr/>
        </p:nvSpPr>
        <p:spPr bwMode="auto">
          <a:xfrm>
            <a:off x="3282702" y="2618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7" name="Line 58"/>
          <p:cNvSpPr>
            <a:spLocks noChangeShapeType="1"/>
          </p:cNvSpPr>
          <p:nvPr/>
        </p:nvSpPr>
        <p:spPr bwMode="auto">
          <a:xfrm>
            <a:off x="5511552" y="50192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0815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Good Solution : A Hidden Tree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945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08B4FDE-EF27-4312-9B6B-F211E351F618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945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1946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8FA7A0-C6E7-442E-9A34-36C82D881FC6}" type="slidenum">
              <a:rPr lang="en-US" altLang="zh-CN" sz="790"/>
              <a:pPr/>
              <a:t>38</a:t>
            </a:fld>
            <a:endParaRPr lang="en-US" altLang="zh-CN" sz="790"/>
          </a:p>
        </p:txBody>
      </p:sp>
      <p:sp>
        <p:nvSpPr>
          <p:cNvPr id="102" name="Line 3"/>
          <p:cNvSpPr>
            <a:spLocks noChangeShapeType="1"/>
          </p:cNvSpPr>
          <p:nvPr/>
        </p:nvSpPr>
        <p:spPr bwMode="auto">
          <a:xfrm>
            <a:off x="3662363" y="275125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3" name="Line 4"/>
          <p:cNvSpPr>
            <a:spLocks noChangeShapeType="1"/>
          </p:cNvSpPr>
          <p:nvPr/>
        </p:nvSpPr>
        <p:spPr bwMode="auto">
          <a:xfrm>
            <a:off x="4119563" y="2751255"/>
            <a:ext cx="0" cy="40005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4" name="Line 5"/>
          <p:cNvSpPr>
            <a:spLocks noChangeShapeType="1"/>
          </p:cNvSpPr>
          <p:nvPr/>
        </p:nvSpPr>
        <p:spPr bwMode="auto">
          <a:xfrm>
            <a:off x="4119563" y="275125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5" name="Line 6"/>
          <p:cNvSpPr>
            <a:spLocks noChangeShapeType="1"/>
          </p:cNvSpPr>
          <p:nvPr/>
        </p:nvSpPr>
        <p:spPr bwMode="auto">
          <a:xfrm>
            <a:off x="4576763" y="275125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6" name="Line 7"/>
          <p:cNvSpPr>
            <a:spLocks noChangeShapeType="1"/>
          </p:cNvSpPr>
          <p:nvPr/>
        </p:nvSpPr>
        <p:spPr bwMode="auto">
          <a:xfrm>
            <a:off x="5033963" y="275125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7" name="Line 8"/>
          <p:cNvSpPr>
            <a:spLocks noChangeShapeType="1"/>
          </p:cNvSpPr>
          <p:nvPr/>
        </p:nvSpPr>
        <p:spPr bwMode="auto">
          <a:xfrm>
            <a:off x="5491163" y="275125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8" name="Line 9"/>
          <p:cNvSpPr>
            <a:spLocks noChangeShapeType="1"/>
          </p:cNvSpPr>
          <p:nvPr/>
        </p:nvSpPr>
        <p:spPr bwMode="auto">
          <a:xfrm>
            <a:off x="5948363" y="2751255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9" name="Line 10"/>
          <p:cNvSpPr>
            <a:spLocks noChangeShapeType="1"/>
          </p:cNvSpPr>
          <p:nvPr/>
        </p:nvSpPr>
        <p:spPr bwMode="auto">
          <a:xfrm>
            <a:off x="3205163" y="315130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0" name="Line 11"/>
          <p:cNvSpPr>
            <a:spLocks noChangeShapeType="1"/>
          </p:cNvSpPr>
          <p:nvPr/>
        </p:nvSpPr>
        <p:spPr bwMode="auto">
          <a:xfrm>
            <a:off x="4119563" y="315130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1" name="Line 12"/>
          <p:cNvSpPr>
            <a:spLocks noChangeShapeType="1"/>
          </p:cNvSpPr>
          <p:nvPr/>
        </p:nvSpPr>
        <p:spPr bwMode="auto">
          <a:xfrm>
            <a:off x="4576763" y="315130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2" name="Line 13"/>
          <p:cNvSpPr>
            <a:spLocks noChangeShapeType="1"/>
          </p:cNvSpPr>
          <p:nvPr/>
        </p:nvSpPr>
        <p:spPr bwMode="auto">
          <a:xfrm>
            <a:off x="5033963" y="315130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3" name="Line 14"/>
          <p:cNvSpPr>
            <a:spLocks noChangeShapeType="1"/>
          </p:cNvSpPr>
          <p:nvPr/>
        </p:nvSpPr>
        <p:spPr bwMode="auto">
          <a:xfrm>
            <a:off x="5491163" y="3151305"/>
            <a:ext cx="0" cy="40005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4" name="Line 15"/>
          <p:cNvSpPr>
            <a:spLocks noChangeShapeType="1"/>
          </p:cNvSpPr>
          <p:nvPr/>
        </p:nvSpPr>
        <p:spPr bwMode="auto">
          <a:xfrm>
            <a:off x="5948363" y="3151305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5" name="Line 16"/>
          <p:cNvSpPr>
            <a:spLocks noChangeShapeType="1"/>
          </p:cNvSpPr>
          <p:nvPr/>
        </p:nvSpPr>
        <p:spPr bwMode="auto">
          <a:xfrm>
            <a:off x="3662363" y="3551355"/>
            <a:ext cx="0" cy="40005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6" name="Line 17"/>
          <p:cNvSpPr>
            <a:spLocks noChangeShapeType="1"/>
          </p:cNvSpPr>
          <p:nvPr/>
        </p:nvSpPr>
        <p:spPr bwMode="auto">
          <a:xfrm>
            <a:off x="3662363" y="355135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7" name="Line 18"/>
          <p:cNvSpPr>
            <a:spLocks noChangeShapeType="1"/>
          </p:cNvSpPr>
          <p:nvPr/>
        </p:nvSpPr>
        <p:spPr bwMode="auto">
          <a:xfrm>
            <a:off x="4119563" y="355135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8" name="Line 19"/>
          <p:cNvSpPr>
            <a:spLocks noChangeShapeType="1"/>
          </p:cNvSpPr>
          <p:nvPr/>
        </p:nvSpPr>
        <p:spPr bwMode="auto">
          <a:xfrm>
            <a:off x="4576763" y="355135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9" name="Line 20"/>
          <p:cNvSpPr>
            <a:spLocks noChangeShapeType="1"/>
          </p:cNvSpPr>
          <p:nvPr/>
        </p:nvSpPr>
        <p:spPr bwMode="auto">
          <a:xfrm>
            <a:off x="5491163" y="3551355"/>
            <a:ext cx="0" cy="40005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0" name="Line 21"/>
          <p:cNvSpPr>
            <a:spLocks noChangeShapeType="1"/>
          </p:cNvSpPr>
          <p:nvPr/>
        </p:nvSpPr>
        <p:spPr bwMode="auto">
          <a:xfrm>
            <a:off x="5948363" y="3551355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1" name="Line 22"/>
          <p:cNvSpPr>
            <a:spLocks noChangeShapeType="1"/>
          </p:cNvSpPr>
          <p:nvPr/>
        </p:nvSpPr>
        <p:spPr bwMode="auto">
          <a:xfrm>
            <a:off x="3662363" y="3951405"/>
            <a:ext cx="0" cy="40005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2" name="Line 23"/>
          <p:cNvSpPr>
            <a:spLocks noChangeShapeType="1"/>
          </p:cNvSpPr>
          <p:nvPr/>
        </p:nvSpPr>
        <p:spPr bwMode="auto">
          <a:xfrm>
            <a:off x="4119563" y="3951405"/>
            <a:ext cx="0" cy="40005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3" name="Line 24"/>
          <p:cNvSpPr>
            <a:spLocks noChangeShapeType="1"/>
          </p:cNvSpPr>
          <p:nvPr/>
        </p:nvSpPr>
        <p:spPr bwMode="auto">
          <a:xfrm>
            <a:off x="4576763" y="3951405"/>
            <a:ext cx="0" cy="40005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4" name="Line 25"/>
          <p:cNvSpPr>
            <a:spLocks noChangeShapeType="1"/>
          </p:cNvSpPr>
          <p:nvPr/>
        </p:nvSpPr>
        <p:spPr bwMode="auto">
          <a:xfrm>
            <a:off x="4576763" y="395140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5" name="Line 26"/>
          <p:cNvSpPr>
            <a:spLocks noChangeShapeType="1"/>
          </p:cNvSpPr>
          <p:nvPr/>
        </p:nvSpPr>
        <p:spPr bwMode="auto">
          <a:xfrm>
            <a:off x="5033963" y="395140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6" name="Line 27"/>
          <p:cNvSpPr>
            <a:spLocks noChangeShapeType="1"/>
          </p:cNvSpPr>
          <p:nvPr/>
        </p:nvSpPr>
        <p:spPr bwMode="auto">
          <a:xfrm>
            <a:off x="5491163" y="3951405"/>
            <a:ext cx="0" cy="40005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7" name="Line 28"/>
          <p:cNvSpPr>
            <a:spLocks noChangeShapeType="1"/>
          </p:cNvSpPr>
          <p:nvPr/>
        </p:nvSpPr>
        <p:spPr bwMode="auto">
          <a:xfrm>
            <a:off x="5948363" y="3951405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8" name="Line 29"/>
          <p:cNvSpPr>
            <a:spLocks noChangeShapeType="1"/>
          </p:cNvSpPr>
          <p:nvPr/>
        </p:nvSpPr>
        <p:spPr bwMode="auto">
          <a:xfrm>
            <a:off x="3205163" y="435145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9" name="Line 30"/>
          <p:cNvSpPr>
            <a:spLocks noChangeShapeType="1"/>
          </p:cNvSpPr>
          <p:nvPr/>
        </p:nvSpPr>
        <p:spPr bwMode="auto">
          <a:xfrm>
            <a:off x="3662363" y="4351455"/>
            <a:ext cx="0" cy="40005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0" name="Line 31"/>
          <p:cNvSpPr>
            <a:spLocks noChangeShapeType="1"/>
          </p:cNvSpPr>
          <p:nvPr/>
        </p:nvSpPr>
        <p:spPr bwMode="auto">
          <a:xfrm>
            <a:off x="4119563" y="435145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1" name="Line 32"/>
          <p:cNvSpPr>
            <a:spLocks noChangeShapeType="1"/>
          </p:cNvSpPr>
          <p:nvPr/>
        </p:nvSpPr>
        <p:spPr bwMode="auto">
          <a:xfrm>
            <a:off x="4576763" y="435145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2" name="Line 33"/>
          <p:cNvSpPr>
            <a:spLocks noChangeShapeType="1"/>
          </p:cNvSpPr>
          <p:nvPr/>
        </p:nvSpPr>
        <p:spPr bwMode="auto">
          <a:xfrm>
            <a:off x="5033963" y="4351455"/>
            <a:ext cx="0" cy="40005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3" name="Line 34"/>
          <p:cNvSpPr>
            <a:spLocks noChangeShapeType="1"/>
          </p:cNvSpPr>
          <p:nvPr/>
        </p:nvSpPr>
        <p:spPr bwMode="auto">
          <a:xfrm>
            <a:off x="5948363" y="4351455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4" name="Line 35"/>
          <p:cNvSpPr>
            <a:spLocks noChangeShapeType="1"/>
          </p:cNvSpPr>
          <p:nvPr/>
        </p:nvSpPr>
        <p:spPr bwMode="auto">
          <a:xfrm>
            <a:off x="3662363" y="475150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5" name="Line 36"/>
          <p:cNvSpPr>
            <a:spLocks noChangeShapeType="1"/>
          </p:cNvSpPr>
          <p:nvPr/>
        </p:nvSpPr>
        <p:spPr bwMode="auto">
          <a:xfrm>
            <a:off x="4576763" y="475150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6" name="Line 37"/>
          <p:cNvSpPr>
            <a:spLocks noChangeShapeType="1"/>
          </p:cNvSpPr>
          <p:nvPr/>
        </p:nvSpPr>
        <p:spPr bwMode="auto">
          <a:xfrm>
            <a:off x="5491163" y="475150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7" name="Line 38"/>
          <p:cNvSpPr>
            <a:spLocks noChangeShapeType="1"/>
          </p:cNvSpPr>
          <p:nvPr/>
        </p:nvSpPr>
        <p:spPr bwMode="auto">
          <a:xfrm rot="10800000">
            <a:off x="3205163" y="5151555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8" name="Line 39"/>
          <p:cNvSpPr>
            <a:spLocks noChangeShapeType="1"/>
          </p:cNvSpPr>
          <p:nvPr/>
        </p:nvSpPr>
        <p:spPr bwMode="auto">
          <a:xfrm rot="10800000">
            <a:off x="3205163" y="3151305"/>
            <a:ext cx="0" cy="200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9" name="Text Box 40"/>
          <p:cNvSpPr txBox="1">
            <a:spLocks noChangeArrowheads="1"/>
          </p:cNvSpPr>
          <p:nvPr/>
        </p:nvSpPr>
        <p:spPr bwMode="auto">
          <a:xfrm>
            <a:off x="2690813" y="2751255"/>
            <a:ext cx="62484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Start</a:t>
            </a:r>
          </a:p>
        </p:txBody>
      </p:sp>
      <p:sp>
        <p:nvSpPr>
          <p:cNvPr id="140" name="Text Box 41"/>
          <p:cNvSpPr txBox="1">
            <a:spLocks noChangeArrowheads="1"/>
          </p:cNvSpPr>
          <p:nvPr/>
        </p:nvSpPr>
        <p:spPr bwMode="auto">
          <a:xfrm>
            <a:off x="5948363" y="4808655"/>
            <a:ext cx="52895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End</a:t>
            </a:r>
          </a:p>
        </p:txBody>
      </p:sp>
      <p:sp>
        <p:nvSpPr>
          <p:cNvPr id="141" name="Freeform 44"/>
          <p:cNvSpPr/>
          <p:nvPr/>
        </p:nvSpPr>
        <p:spPr bwMode="auto">
          <a:xfrm>
            <a:off x="3913585" y="3774002"/>
            <a:ext cx="1544240" cy="1216819"/>
          </a:xfrm>
          <a:custGeom>
            <a:avLst/>
            <a:gdLst>
              <a:gd name="T0" fmla="*/ 2058987 w 1297"/>
              <a:gd name="T1" fmla="*/ 1608138 h 1022"/>
              <a:gd name="T2" fmla="*/ 847725 w 1297"/>
              <a:gd name="T3" fmla="*/ 1595438 h 1022"/>
              <a:gd name="T4" fmla="*/ 795337 w 1297"/>
              <a:gd name="T5" fmla="*/ 1581150 h 1022"/>
              <a:gd name="T6" fmla="*/ 714375 w 1297"/>
              <a:gd name="T7" fmla="*/ 1366838 h 1022"/>
              <a:gd name="T8" fmla="*/ 687387 w 1297"/>
              <a:gd name="T9" fmla="*/ 1177925 h 1022"/>
              <a:gd name="T10" fmla="*/ 242887 w 1297"/>
              <a:gd name="T11" fmla="*/ 1057275 h 1022"/>
              <a:gd name="T12" fmla="*/ 109537 w 1297"/>
              <a:gd name="T13" fmla="*/ 909638 h 1022"/>
              <a:gd name="T14" fmla="*/ 95250 w 1297"/>
              <a:gd name="T15" fmla="*/ 855663 h 1022"/>
              <a:gd name="T16" fmla="*/ 230187 w 1297"/>
              <a:gd name="T17" fmla="*/ 74613 h 1022"/>
              <a:gd name="T18" fmla="*/ 269875 w 1297"/>
              <a:gd name="T19" fmla="*/ 20638 h 1022"/>
              <a:gd name="T20" fmla="*/ 768350 w 1297"/>
              <a:gd name="T21" fmla="*/ 74613 h 1022"/>
              <a:gd name="T22" fmla="*/ 1439862 w 1297"/>
              <a:gd name="T23" fmla="*/ 74613 h 102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7" h="1022">
                <a:moveTo>
                  <a:pt x="1297" y="1013"/>
                </a:moveTo>
                <a:cubicBezTo>
                  <a:pt x="1042" y="1022"/>
                  <a:pt x="789" y="1021"/>
                  <a:pt x="534" y="1005"/>
                </a:cubicBezTo>
                <a:cubicBezTo>
                  <a:pt x="523" y="1002"/>
                  <a:pt x="510" y="1002"/>
                  <a:pt x="501" y="996"/>
                </a:cubicBezTo>
                <a:cubicBezTo>
                  <a:pt x="480" y="982"/>
                  <a:pt x="459" y="890"/>
                  <a:pt x="450" y="861"/>
                </a:cubicBezTo>
                <a:cubicBezTo>
                  <a:pt x="446" y="821"/>
                  <a:pt x="458" y="773"/>
                  <a:pt x="433" y="742"/>
                </a:cubicBezTo>
                <a:cubicBezTo>
                  <a:pt x="382" y="679"/>
                  <a:pt x="212" y="669"/>
                  <a:pt x="153" y="666"/>
                </a:cubicBezTo>
                <a:cubicBezTo>
                  <a:pt x="117" y="642"/>
                  <a:pt x="100" y="604"/>
                  <a:pt x="69" y="573"/>
                </a:cubicBezTo>
                <a:cubicBezTo>
                  <a:pt x="66" y="562"/>
                  <a:pt x="60" y="551"/>
                  <a:pt x="60" y="539"/>
                </a:cubicBezTo>
                <a:cubicBezTo>
                  <a:pt x="60" y="499"/>
                  <a:pt x="0" y="119"/>
                  <a:pt x="145" y="47"/>
                </a:cubicBezTo>
                <a:cubicBezTo>
                  <a:pt x="153" y="36"/>
                  <a:pt x="156" y="15"/>
                  <a:pt x="170" y="13"/>
                </a:cubicBezTo>
                <a:cubicBezTo>
                  <a:pt x="275" y="0"/>
                  <a:pt x="381" y="33"/>
                  <a:pt x="484" y="47"/>
                </a:cubicBezTo>
                <a:cubicBezTo>
                  <a:pt x="617" y="95"/>
                  <a:pt x="907" y="47"/>
                  <a:pt x="907" y="47"/>
                </a:cubicBezTo>
              </a:path>
            </a:pathLst>
          </a:custGeom>
          <a:noFill/>
          <a:ln w="28575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2" name="Freeform 45"/>
          <p:cNvSpPr/>
          <p:nvPr/>
        </p:nvSpPr>
        <p:spPr bwMode="auto">
          <a:xfrm>
            <a:off x="3511154" y="2942946"/>
            <a:ext cx="1714500" cy="906065"/>
          </a:xfrm>
          <a:custGeom>
            <a:avLst/>
            <a:gdLst>
              <a:gd name="T0" fmla="*/ 1963738 w 1440"/>
              <a:gd name="T1" fmla="*/ 1182687 h 761"/>
              <a:gd name="T2" fmla="*/ 2286000 w 1440"/>
              <a:gd name="T3" fmla="*/ 995362 h 761"/>
              <a:gd name="T4" fmla="*/ 2246313 w 1440"/>
              <a:gd name="T5" fmla="*/ 793750 h 761"/>
              <a:gd name="T6" fmla="*/ 1600200 w 1440"/>
              <a:gd name="T7" fmla="*/ 550862 h 761"/>
              <a:gd name="T8" fmla="*/ 914400 w 1440"/>
              <a:gd name="T9" fmla="*/ 511175 h 761"/>
              <a:gd name="T10" fmla="*/ 646113 w 1440"/>
              <a:gd name="T11" fmla="*/ 390525 h 761"/>
              <a:gd name="T12" fmla="*/ 592138 w 1440"/>
              <a:gd name="T13" fmla="*/ 363537 h 761"/>
              <a:gd name="T14" fmla="*/ 496888 w 1440"/>
              <a:gd name="T15" fmla="*/ 161925 h 761"/>
              <a:gd name="T16" fmla="*/ 417513 w 1440"/>
              <a:gd name="T17" fmla="*/ 93662 h 761"/>
              <a:gd name="T18" fmla="*/ 107950 w 1440"/>
              <a:gd name="T19" fmla="*/ 0 h 761"/>
              <a:gd name="T20" fmla="*/ 0 w 1440"/>
              <a:gd name="T21" fmla="*/ 12700 h 76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440" h="761">
                <a:moveTo>
                  <a:pt x="1237" y="745"/>
                </a:moveTo>
                <a:cubicBezTo>
                  <a:pt x="1392" y="736"/>
                  <a:pt x="1392" y="761"/>
                  <a:pt x="1440" y="627"/>
                </a:cubicBezTo>
                <a:cubicBezTo>
                  <a:pt x="1436" y="600"/>
                  <a:pt x="1435" y="525"/>
                  <a:pt x="1415" y="500"/>
                </a:cubicBezTo>
                <a:cubicBezTo>
                  <a:pt x="1313" y="376"/>
                  <a:pt x="1158" y="368"/>
                  <a:pt x="1008" y="347"/>
                </a:cubicBezTo>
                <a:cubicBezTo>
                  <a:pt x="870" y="303"/>
                  <a:pt x="719" y="344"/>
                  <a:pt x="576" y="322"/>
                </a:cubicBezTo>
                <a:cubicBezTo>
                  <a:pt x="531" y="291"/>
                  <a:pt x="462" y="259"/>
                  <a:pt x="407" y="246"/>
                </a:cubicBezTo>
                <a:cubicBezTo>
                  <a:pt x="396" y="240"/>
                  <a:pt x="382" y="238"/>
                  <a:pt x="373" y="229"/>
                </a:cubicBezTo>
                <a:cubicBezTo>
                  <a:pt x="335" y="191"/>
                  <a:pt x="356" y="137"/>
                  <a:pt x="313" y="102"/>
                </a:cubicBezTo>
                <a:cubicBezTo>
                  <a:pt x="296" y="88"/>
                  <a:pt x="283" y="69"/>
                  <a:pt x="263" y="59"/>
                </a:cubicBezTo>
                <a:cubicBezTo>
                  <a:pt x="208" y="31"/>
                  <a:pt x="129" y="19"/>
                  <a:pt x="68" y="0"/>
                </a:cubicBezTo>
                <a:cubicBezTo>
                  <a:pt x="45" y="3"/>
                  <a:pt x="0" y="8"/>
                  <a:pt x="0" y="8"/>
                </a:cubicBezTo>
              </a:path>
            </a:pathLst>
          </a:custGeom>
          <a:noFill/>
          <a:ln w="28575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3" name="Freeform 46"/>
          <p:cNvSpPr/>
          <p:nvPr/>
        </p:nvSpPr>
        <p:spPr bwMode="auto">
          <a:xfrm>
            <a:off x="3480197" y="4546718"/>
            <a:ext cx="1039415" cy="442913"/>
          </a:xfrm>
          <a:custGeom>
            <a:avLst/>
            <a:gdLst>
              <a:gd name="T0" fmla="*/ 1385887 w 873"/>
              <a:gd name="T1" fmla="*/ 538163 h 372"/>
              <a:gd name="T2" fmla="*/ 95250 w 873"/>
              <a:gd name="T3" fmla="*/ 442913 h 372"/>
              <a:gd name="T4" fmla="*/ 53975 w 873"/>
              <a:gd name="T5" fmla="*/ 80963 h 372"/>
              <a:gd name="T6" fmla="*/ 68262 w 873"/>
              <a:gd name="T7" fmla="*/ 0 h 3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73" h="372">
                <a:moveTo>
                  <a:pt x="873" y="339"/>
                </a:moveTo>
                <a:cubicBezTo>
                  <a:pt x="603" y="352"/>
                  <a:pt x="319" y="372"/>
                  <a:pt x="60" y="279"/>
                </a:cubicBezTo>
                <a:cubicBezTo>
                  <a:pt x="0" y="201"/>
                  <a:pt x="24" y="182"/>
                  <a:pt x="34" y="51"/>
                </a:cubicBezTo>
                <a:cubicBezTo>
                  <a:pt x="35" y="34"/>
                  <a:pt x="43" y="0"/>
                  <a:pt x="43" y="0"/>
                </a:cubicBezTo>
              </a:path>
            </a:pathLst>
          </a:custGeom>
          <a:noFill/>
          <a:ln w="28575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4" name="Freeform 48"/>
          <p:cNvSpPr/>
          <p:nvPr/>
        </p:nvSpPr>
        <p:spPr bwMode="auto">
          <a:xfrm>
            <a:off x="4246960" y="2917943"/>
            <a:ext cx="1546622" cy="2071688"/>
          </a:xfrm>
          <a:custGeom>
            <a:avLst/>
            <a:gdLst>
              <a:gd name="T0" fmla="*/ 1290637 w 1299"/>
              <a:gd name="T1" fmla="*/ 2762250 h 1740"/>
              <a:gd name="T2" fmla="*/ 1277937 w 1299"/>
              <a:gd name="T3" fmla="*/ 2574925 h 1740"/>
              <a:gd name="T4" fmla="*/ 1304925 w 1299"/>
              <a:gd name="T5" fmla="*/ 2279650 h 1740"/>
              <a:gd name="T6" fmla="*/ 1762125 w 1299"/>
              <a:gd name="T7" fmla="*/ 2171700 h 1740"/>
              <a:gd name="T8" fmla="*/ 1855787 w 1299"/>
              <a:gd name="T9" fmla="*/ 2103438 h 1740"/>
              <a:gd name="T10" fmla="*/ 1909762 w 1299"/>
              <a:gd name="T11" fmla="*/ 2024063 h 1740"/>
              <a:gd name="T12" fmla="*/ 2003425 w 1299"/>
              <a:gd name="T13" fmla="*/ 1633538 h 1740"/>
              <a:gd name="T14" fmla="*/ 2030412 w 1299"/>
              <a:gd name="T15" fmla="*/ 758825 h 1740"/>
              <a:gd name="T16" fmla="*/ 1976437 w 1299"/>
              <a:gd name="T17" fmla="*/ 315913 h 1740"/>
              <a:gd name="T18" fmla="*/ 1828800 w 1299"/>
              <a:gd name="T19" fmla="*/ 180975 h 1740"/>
              <a:gd name="T20" fmla="*/ 1398587 w 1299"/>
              <a:gd name="T21" fmla="*/ 87313 h 1740"/>
              <a:gd name="T22" fmla="*/ 712787 w 1299"/>
              <a:gd name="T23" fmla="*/ 60325 h 1740"/>
              <a:gd name="T24" fmla="*/ 0 w 1299"/>
              <a:gd name="T25" fmla="*/ 114300 h 174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99" h="1740">
                <a:moveTo>
                  <a:pt x="813" y="1740"/>
                </a:moveTo>
                <a:cubicBezTo>
                  <a:pt x="810" y="1701"/>
                  <a:pt x="805" y="1661"/>
                  <a:pt x="805" y="1622"/>
                </a:cubicBezTo>
                <a:cubicBezTo>
                  <a:pt x="805" y="1560"/>
                  <a:pt x="783" y="1484"/>
                  <a:pt x="822" y="1436"/>
                </a:cubicBezTo>
                <a:cubicBezTo>
                  <a:pt x="878" y="1367"/>
                  <a:pt x="1048" y="1371"/>
                  <a:pt x="1110" y="1368"/>
                </a:cubicBezTo>
                <a:cubicBezTo>
                  <a:pt x="1144" y="1351"/>
                  <a:pt x="1146" y="1355"/>
                  <a:pt x="1169" y="1325"/>
                </a:cubicBezTo>
                <a:cubicBezTo>
                  <a:pt x="1181" y="1309"/>
                  <a:pt x="1203" y="1275"/>
                  <a:pt x="1203" y="1275"/>
                </a:cubicBezTo>
                <a:cubicBezTo>
                  <a:pt x="1217" y="1194"/>
                  <a:pt x="1214" y="1099"/>
                  <a:pt x="1262" y="1029"/>
                </a:cubicBezTo>
                <a:cubicBezTo>
                  <a:pt x="1267" y="845"/>
                  <a:pt x="1279" y="662"/>
                  <a:pt x="1279" y="478"/>
                </a:cubicBezTo>
                <a:cubicBezTo>
                  <a:pt x="1279" y="387"/>
                  <a:pt x="1299" y="279"/>
                  <a:pt x="1245" y="199"/>
                </a:cubicBezTo>
                <a:cubicBezTo>
                  <a:pt x="1229" y="146"/>
                  <a:pt x="1199" y="140"/>
                  <a:pt x="1152" y="114"/>
                </a:cubicBezTo>
                <a:cubicBezTo>
                  <a:pt x="1057" y="61"/>
                  <a:pt x="988" y="61"/>
                  <a:pt x="881" y="55"/>
                </a:cubicBezTo>
                <a:cubicBezTo>
                  <a:pt x="717" y="0"/>
                  <a:pt x="719" y="31"/>
                  <a:pt x="449" y="38"/>
                </a:cubicBezTo>
                <a:cubicBezTo>
                  <a:pt x="301" y="66"/>
                  <a:pt x="135" y="0"/>
                  <a:pt x="0" y="72"/>
                </a:cubicBezTo>
              </a:path>
            </a:pathLst>
          </a:custGeom>
          <a:noFill/>
          <a:ln w="28575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5" name="Freeform 49"/>
          <p:cNvSpPr/>
          <p:nvPr/>
        </p:nvSpPr>
        <p:spPr bwMode="auto">
          <a:xfrm>
            <a:off x="3369469" y="3235840"/>
            <a:ext cx="585788" cy="967978"/>
          </a:xfrm>
          <a:custGeom>
            <a:avLst/>
            <a:gdLst>
              <a:gd name="T0" fmla="*/ 781050 w 492"/>
              <a:gd name="T1" fmla="*/ 0 h 813"/>
              <a:gd name="T2" fmla="*/ 336550 w 492"/>
              <a:gd name="T3" fmla="*/ 52387 h 813"/>
              <a:gd name="T4" fmla="*/ 95250 w 492"/>
              <a:gd name="T5" fmla="*/ 214312 h 813"/>
              <a:gd name="T6" fmla="*/ 80963 w 492"/>
              <a:gd name="T7" fmla="*/ 255587 h 813"/>
              <a:gd name="T8" fmla="*/ 26988 w 492"/>
              <a:gd name="T9" fmla="*/ 334962 h 813"/>
              <a:gd name="T10" fmla="*/ 0 w 492"/>
              <a:gd name="T11" fmla="*/ 509587 h 813"/>
              <a:gd name="T12" fmla="*/ 14288 w 492"/>
              <a:gd name="T13" fmla="*/ 1290637 h 81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2" h="813">
                <a:moveTo>
                  <a:pt x="492" y="0"/>
                </a:moveTo>
                <a:cubicBezTo>
                  <a:pt x="399" y="11"/>
                  <a:pt x="306" y="22"/>
                  <a:pt x="212" y="33"/>
                </a:cubicBezTo>
                <a:cubicBezTo>
                  <a:pt x="151" y="49"/>
                  <a:pt x="90" y="76"/>
                  <a:pt x="60" y="135"/>
                </a:cubicBezTo>
                <a:cubicBezTo>
                  <a:pt x="56" y="143"/>
                  <a:pt x="56" y="153"/>
                  <a:pt x="51" y="161"/>
                </a:cubicBezTo>
                <a:cubicBezTo>
                  <a:pt x="41" y="179"/>
                  <a:pt x="17" y="211"/>
                  <a:pt x="17" y="211"/>
                </a:cubicBezTo>
                <a:cubicBezTo>
                  <a:pt x="8" y="250"/>
                  <a:pt x="0" y="278"/>
                  <a:pt x="0" y="321"/>
                </a:cubicBezTo>
                <a:cubicBezTo>
                  <a:pt x="0" y="485"/>
                  <a:pt x="9" y="813"/>
                  <a:pt x="9" y="813"/>
                </a:cubicBezTo>
              </a:path>
            </a:pathLst>
          </a:custGeom>
          <a:noFill/>
          <a:ln w="28575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6" name="Freeform 50"/>
          <p:cNvSpPr/>
          <p:nvPr/>
        </p:nvSpPr>
        <p:spPr bwMode="auto">
          <a:xfrm>
            <a:off x="4338638" y="3829961"/>
            <a:ext cx="50006" cy="423863"/>
          </a:xfrm>
          <a:custGeom>
            <a:avLst/>
            <a:gdLst>
              <a:gd name="T0" fmla="*/ 66675 w 42"/>
              <a:gd name="T1" fmla="*/ 0 h 356"/>
              <a:gd name="T2" fmla="*/ 0 w 42"/>
              <a:gd name="T3" fmla="*/ 323850 h 356"/>
              <a:gd name="T4" fmla="*/ 12700 w 42"/>
              <a:gd name="T5" fmla="*/ 565150 h 3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" h="356">
                <a:moveTo>
                  <a:pt x="42" y="0"/>
                </a:moveTo>
                <a:cubicBezTo>
                  <a:pt x="34" y="72"/>
                  <a:pt x="16" y="134"/>
                  <a:pt x="0" y="204"/>
                </a:cubicBezTo>
                <a:cubicBezTo>
                  <a:pt x="3" y="255"/>
                  <a:pt x="8" y="356"/>
                  <a:pt x="8" y="356"/>
                </a:cubicBezTo>
              </a:path>
            </a:pathLst>
          </a:custGeom>
          <a:noFill/>
          <a:ln w="28575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7" name="Freeform 51"/>
          <p:cNvSpPr/>
          <p:nvPr/>
        </p:nvSpPr>
        <p:spPr bwMode="auto">
          <a:xfrm>
            <a:off x="4781550" y="4172861"/>
            <a:ext cx="545306" cy="414338"/>
          </a:xfrm>
          <a:custGeom>
            <a:avLst/>
            <a:gdLst>
              <a:gd name="T0" fmla="*/ 727075 w 458"/>
              <a:gd name="T1" fmla="*/ 552450 h 348"/>
              <a:gd name="T2" fmla="*/ 685800 w 458"/>
              <a:gd name="T3" fmla="*/ 323850 h 348"/>
              <a:gd name="T4" fmla="*/ 658813 w 458"/>
              <a:gd name="T5" fmla="*/ 161925 h 348"/>
              <a:gd name="T6" fmla="*/ 646113 w 458"/>
              <a:gd name="T7" fmla="*/ 122238 h 348"/>
              <a:gd name="T8" fmla="*/ 444500 w 458"/>
              <a:gd name="T9" fmla="*/ 0 h 348"/>
              <a:gd name="T10" fmla="*/ 0 w 458"/>
              <a:gd name="T11" fmla="*/ 26988 h 3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58" h="348">
                <a:moveTo>
                  <a:pt x="458" y="348"/>
                </a:moveTo>
                <a:cubicBezTo>
                  <a:pt x="450" y="300"/>
                  <a:pt x="449" y="250"/>
                  <a:pt x="432" y="204"/>
                </a:cubicBezTo>
                <a:cubicBezTo>
                  <a:pt x="426" y="170"/>
                  <a:pt x="422" y="136"/>
                  <a:pt x="415" y="102"/>
                </a:cubicBezTo>
                <a:cubicBezTo>
                  <a:pt x="413" y="93"/>
                  <a:pt x="413" y="83"/>
                  <a:pt x="407" y="77"/>
                </a:cubicBezTo>
                <a:cubicBezTo>
                  <a:pt x="375" y="45"/>
                  <a:pt x="321" y="21"/>
                  <a:pt x="280" y="0"/>
                </a:cubicBezTo>
                <a:cubicBezTo>
                  <a:pt x="189" y="6"/>
                  <a:pt x="91" y="17"/>
                  <a:pt x="0" y="17"/>
                </a:cubicBezTo>
              </a:path>
            </a:pathLst>
          </a:custGeom>
          <a:noFill/>
          <a:ln w="28575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8" name="Line 52"/>
          <p:cNvSpPr>
            <a:spLocks noChangeShapeType="1"/>
          </p:cNvSpPr>
          <p:nvPr/>
        </p:nvSpPr>
        <p:spPr bwMode="auto">
          <a:xfrm>
            <a:off x="3262313" y="2751255"/>
            <a:ext cx="4572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9" name="Line 53"/>
          <p:cNvSpPr>
            <a:spLocks noChangeShapeType="1"/>
          </p:cNvSpPr>
          <p:nvPr/>
        </p:nvSpPr>
        <p:spPr bwMode="auto">
          <a:xfrm>
            <a:off x="5491163" y="515155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7136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Number the Cells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0482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507BC3-AB74-46DE-BA6D-5FF15210C42F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048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2048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B5B283-BF38-4732-8CFD-8EF802244556}" type="slidenum">
              <a:rPr lang="en-US" altLang="zh-CN" sz="790"/>
              <a:pPr/>
              <a:t>39</a:t>
            </a:fld>
            <a:endParaRPr lang="en-US" altLang="zh-CN" sz="790"/>
          </a:p>
        </p:txBody>
      </p:sp>
      <p:sp>
        <p:nvSpPr>
          <p:cNvPr id="20596" name="Text Box 113"/>
          <p:cNvSpPr txBox="1">
            <a:spLocks noChangeArrowheads="1"/>
          </p:cNvSpPr>
          <p:nvPr/>
        </p:nvSpPr>
        <p:spPr bwMode="auto">
          <a:xfrm>
            <a:off x="396240" y="1700530"/>
            <a:ext cx="8308340" cy="1059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We have disjoint sets S ={ {1}, {2}, {3}, {4},… {36} }  each cell is unto itself.</a:t>
            </a:r>
          </a:p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We have all possible edges E ={ (1,2), (1,7), (2,8), (2,3), … } 60 edges total.</a:t>
            </a:r>
          </a:p>
        </p:txBody>
      </p:sp>
      <p:sp>
        <p:nvSpPr>
          <p:cNvPr id="119" name="Line 3"/>
          <p:cNvSpPr>
            <a:spLocks noChangeShapeType="1"/>
          </p:cNvSpPr>
          <p:nvPr/>
        </p:nvSpPr>
        <p:spPr bwMode="auto">
          <a:xfrm>
            <a:off x="3638475" y="31179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0" name="Line 4"/>
          <p:cNvSpPr>
            <a:spLocks noChangeShapeType="1"/>
          </p:cNvSpPr>
          <p:nvPr/>
        </p:nvSpPr>
        <p:spPr bwMode="auto">
          <a:xfrm>
            <a:off x="3638475" y="31179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1" name="Line 5"/>
          <p:cNvSpPr>
            <a:spLocks noChangeShapeType="1"/>
          </p:cNvSpPr>
          <p:nvPr/>
        </p:nvSpPr>
        <p:spPr bwMode="auto">
          <a:xfrm>
            <a:off x="4095675" y="31179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2" name="Line 6"/>
          <p:cNvSpPr>
            <a:spLocks noChangeShapeType="1"/>
          </p:cNvSpPr>
          <p:nvPr/>
        </p:nvSpPr>
        <p:spPr bwMode="auto">
          <a:xfrm>
            <a:off x="4095675" y="31179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3" name="Line 7"/>
          <p:cNvSpPr>
            <a:spLocks noChangeShapeType="1"/>
          </p:cNvSpPr>
          <p:nvPr/>
        </p:nvSpPr>
        <p:spPr bwMode="auto">
          <a:xfrm>
            <a:off x="4552875" y="31179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4" name="Line 8"/>
          <p:cNvSpPr>
            <a:spLocks noChangeShapeType="1"/>
          </p:cNvSpPr>
          <p:nvPr/>
        </p:nvSpPr>
        <p:spPr bwMode="auto">
          <a:xfrm>
            <a:off x="4552875" y="31179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5" name="Line 9"/>
          <p:cNvSpPr>
            <a:spLocks noChangeShapeType="1"/>
          </p:cNvSpPr>
          <p:nvPr/>
        </p:nvSpPr>
        <p:spPr bwMode="auto">
          <a:xfrm>
            <a:off x="5010075" y="31179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6" name="Line 10"/>
          <p:cNvSpPr>
            <a:spLocks noChangeShapeType="1"/>
          </p:cNvSpPr>
          <p:nvPr/>
        </p:nvSpPr>
        <p:spPr bwMode="auto">
          <a:xfrm>
            <a:off x="5010075" y="31179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7" name="Line 11"/>
          <p:cNvSpPr>
            <a:spLocks noChangeShapeType="1"/>
          </p:cNvSpPr>
          <p:nvPr/>
        </p:nvSpPr>
        <p:spPr bwMode="auto">
          <a:xfrm>
            <a:off x="5467275" y="31179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8" name="Line 12"/>
          <p:cNvSpPr>
            <a:spLocks noChangeShapeType="1"/>
          </p:cNvSpPr>
          <p:nvPr/>
        </p:nvSpPr>
        <p:spPr bwMode="auto">
          <a:xfrm>
            <a:off x="5467275" y="31179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9" name="Line 13"/>
          <p:cNvSpPr>
            <a:spLocks noChangeShapeType="1"/>
          </p:cNvSpPr>
          <p:nvPr/>
        </p:nvSpPr>
        <p:spPr bwMode="auto">
          <a:xfrm>
            <a:off x="5924475" y="31179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0" name="Line 14"/>
          <p:cNvSpPr>
            <a:spLocks noChangeShapeType="1"/>
          </p:cNvSpPr>
          <p:nvPr/>
        </p:nvSpPr>
        <p:spPr bwMode="auto">
          <a:xfrm>
            <a:off x="3181275" y="35179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1" name="Line 15"/>
          <p:cNvSpPr>
            <a:spLocks noChangeShapeType="1"/>
          </p:cNvSpPr>
          <p:nvPr/>
        </p:nvSpPr>
        <p:spPr bwMode="auto">
          <a:xfrm>
            <a:off x="3638475" y="35179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2" name="Line 16"/>
          <p:cNvSpPr>
            <a:spLocks noChangeShapeType="1"/>
          </p:cNvSpPr>
          <p:nvPr/>
        </p:nvSpPr>
        <p:spPr bwMode="auto">
          <a:xfrm>
            <a:off x="3638475" y="35179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3" name="Line 17"/>
          <p:cNvSpPr>
            <a:spLocks noChangeShapeType="1"/>
          </p:cNvSpPr>
          <p:nvPr/>
        </p:nvSpPr>
        <p:spPr bwMode="auto">
          <a:xfrm>
            <a:off x="4095675" y="35179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4" name="Line 18"/>
          <p:cNvSpPr>
            <a:spLocks noChangeShapeType="1"/>
          </p:cNvSpPr>
          <p:nvPr/>
        </p:nvSpPr>
        <p:spPr bwMode="auto">
          <a:xfrm>
            <a:off x="4095675" y="35179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5" name="Line 19"/>
          <p:cNvSpPr>
            <a:spLocks noChangeShapeType="1"/>
          </p:cNvSpPr>
          <p:nvPr/>
        </p:nvSpPr>
        <p:spPr bwMode="auto">
          <a:xfrm>
            <a:off x="4552875" y="35179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6" name="Line 20"/>
          <p:cNvSpPr>
            <a:spLocks noChangeShapeType="1"/>
          </p:cNvSpPr>
          <p:nvPr/>
        </p:nvSpPr>
        <p:spPr bwMode="auto">
          <a:xfrm>
            <a:off x="4552875" y="35179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7" name="Line 21"/>
          <p:cNvSpPr>
            <a:spLocks noChangeShapeType="1"/>
          </p:cNvSpPr>
          <p:nvPr/>
        </p:nvSpPr>
        <p:spPr bwMode="auto">
          <a:xfrm>
            <a:off x="5010075" y="35179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8" name="Line 22"/>
          <p:cNvSpPr>
            <a:spLocks noChangeShapeType="1"/>
          </p:cNvSpPr>
          <p:nvPr/>
        </p:nvSpPr>
        <p:spPr bwMode="auto">
          <a:xfrm>
            <a:off x="5010075" y="35179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9" name="Line 23"/>
          <p:cNvSpPr>
            <a:spLocks noChangeShapeType="1"/>
          </p:cNvSpPr>
          <p:nvPr/>
        </p:nvSpPr>
        <p:spPr bwMode="auto">
          <a:xfrm>
            <a:off x="5467275" y="35179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0" name="Line 24"/>
          <p:cNvSpPr>
            <a:spLocks noChangeShapeType="1"/>
          </p:cNvSpPr>
          <p:nvPr/>
        </p:nvSpPr>
        <p:spPr bwMode="auto">
          <a:xfrm>
            <a:off x="5467275" y="35179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1" name="Line 25"/>
          <p:cNvSpPr>
            <a:spLocks noChangeShapeType="1"/>
          </p:cNvSpPr>
          <p:nvPr/>
        </p:nvSpPr>
        <p:spPr bwMode="auto">
          <a:xfrm>
            <a:off x="5924475" y="35179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2" name="Line 26"/>
          <p:cNvSpPr>
            <a:spLocks noChangeShapeType="1"/>
          </p:cNvSpPr>
          <p:nvPr/>
        </p:nvSpPr>
        <p:spPr bwMode="auto">
          <a:xfrm>
            <a:off x="3181275" y="39180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3" name="Line 27"/>
          <p:cNvSpPr>
            <a:spLocks noChangeShapeType="1"/>
          </p:cNvSpPr>
          <p:nvPr/>
        </p:nvSpPr>
        <p:spPr bwMode="auto">
          <a:xfrm>
            <a:off x="3638475" y="39180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4" name="Line 28"/>
          <p:cNvSpPr>
            <a:spLocks noChangeShapeType="1"/>
          </p:cNvSpPr>
          <p:nvPr/>
        </p:nvSpPr>
        <p:spPr bwMode="auto">
          <a:xfrm>
            <a:off x="3638475" y="39180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5" name="Line 29"/>
          <p:cNvSpPr>
            <a:spLocks noChangeShapeType="1"/>
          </p:cNvSpPr>
          <p:nvPr/>
        </p:nvSpPr>
        <p:spPr bwMode="auto">
          <a:xfrm>
            <a:off x="4095675" y="39180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6" name="Line 30"/>
          <p:cNvSpPr>
            <a:spLocks noChangeShapeType="1"/>
          </p:cNvSpPr>
          <p:nvPr/>
        </p:nvSpPr>
        <p:spPr bwMode="auto">
          <a:xfrm>
            <a:off x="4095675" y="39180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7" name="Line 31"/>
          <p:cNvSpPr>
            <a:spLocks noChangeShapeType="1"/>
          </p:cNvSpPr>
          <p:nvPr/>
        </p:nvSpPr>
        <p:spPr bwMode="auto">
          <a:xfrm>
            <a:off x="4552875" y="39180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8" name="Line 32"/>
          <p:cNvSpPr>
            <a:spLocks noChangeShapeType="1"/>
          </p:cNvSpPr>
          <p:nvPr/>
        </p:nvSpPr>
        <p:spPr bwMode="auto">
          <a:xfrm>
            <a:off x="4552875" y="39180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9" name="Line 33"/>
          <p:cNvSpPr>
            <a:spLocks noChangeShapeType="1"/>
          </p:cNvSpPr>
          <p:nvPr/>
        </p:nvSpPr>
        <p:spPr bwMode="auto">
          <a:xfrm>
            <a:off x="5010075" y="39180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0" name="Line 34"/>
          <p:cNvSpPr>
            <a:spLocks noChangeShapeType="1"/>
          </p:cNvSpPr>
          <p:nvPr/>
        </p:nvSpPr>
        <p:spPr bwMode="auto">
          <a:xfrm>
            <a:off x="5010075" y="39180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1" name="Line 35"/>
          <p:cNvSpPr>
            <a:spLocks noChangeShapeType="1"/>
          </p:cNvSpPr>
          <p:nvPr/>
        </p:nvSpPr>
        <p:spPr bwMode="auto">
          <a:xfrm>
            <a:off x="5467275" y="39180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2" name="Line 36"/>
          <p:cNvSpPr>
            <a:spLocks noChangeShapeType="1"/>
          </p:cNvSpPr>
          <p:nvPr/>
        </p:nvSpPr>
        <p:spPr bwMode="auto">
          <a:xfrm>
            <a:off x="5467275" y="39180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3" name="Line 37"/>
          <p:cNvSpPr>
            <a:spLocks noChangeShapeType="1"/>
          </p:cNvSpPr>
          <p:nvPr/>
        </p:nvSpPr>
        <p:spPr bwMode="auto">
          <a:xfrm>
            <a:off x="5924475" y="39180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4" name="Line 38"/>
          <p:cNvSpPr>
            <a:spLocks noChangeShapeType="1"/>
          </p:cNvSpPr>
          <p:nvPr/>
        </p:nvSpPr>
        <p:spPr bwMode="auto">
          <a:xfrm>
            <a:off x="3181275" y="43180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5" name="Line 39"/>
          <p:cNvSpPr>
            <a:spLocks noChangeShapeType="1"/>
          </p:cNvSpPr>
          <p:nvPr/>
        </p:nvSpPr>
        <p:spPr bwMode="auto">
          <a:xfrm>
            <a:off x="3638475" y="43180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6" name="Line 40"/>
          <p:cNvSpPr>
            <a:spLocks noChangeShapeType="1"/>
          </p:cNvSpPr>
          <p:nvPr/>
        </p:nvSpPr>
        <p:spPr bwMode="auto">
          <a:xfrm>
            <a:off x="3638475" y="43180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7" name="Line 41"/>
          <p:cNvSpPr>
            <a:spLocks noChangeShapeType="1"/>
          </p:cNvSpPr>
          <p:nvPr/>
        </p:nvSpPr>
        <p:spPr bwMode="auto">
          <a:xfrm>
            <a:off x="4095675" y="43180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8" name="Line 42"/>
          <p:cNvSpPr>
            <a:spLocks noChangeShapeType="1"/>
          </p:cNvSpPr>
          <p:nvPr/>
        </p:nvSpPr>
        <p:spPr bwMode="auto">
          <a:xfrm>
            <a:off x="4095675" y="43180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9" name="Line 43"/>
          <p:cNvSpPr>
            <a:spLocks noChangeShapeType="1"/>
          </p:cNvSpPr>
          <p:nvPr/>
        </p:nvSpPr>
        <p:spPr bwMode="auto">
          <a:xfrm>
            <a:off x="4552875" y="43180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60" name="Line 44"/>
          <p:cNvSpPr>
            <a:spLocks noChangeShapeType="1"/>
          </p:cNvSpPr>
          <p:nvPr/>
        </p:nvSpPr>
        <p:spPr bwMode="auto">
          <a:xfrm>
            <a:off x="4552875" y="43180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61" name="Line 45"/>
          <p:cNvSpPr>
            <a:spLocks noChangeShapeType="1"/>
          </p:cNvSpPr>
          <p:nvPr/>
        </p:nvSpPr>
        <p:spPr bwMode="auto">
          <a:xfrm>
            <a:off x="5010075" y="43180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62" name="Line 46"/>
          <p:cNvSpPr>
            <a:spLocks noChangeShapeType="1"/>
          </p:cNvSpPr>
          <p:nvPr/>
        </p:nvSpPr>
        <p:spPr bwMode="auto">
          <a:xfrm>
            <a:off x="5010075" y="43180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63" name="Line 47"/>
          <p:cNvSpPr>
            <a:spLocks noChangeShapeType="1"/>
          </p:cNvSpPr>
          <p:nvPr/>
        </p:nvSpPr>
        <p:spPr bwMode="auto">
          <a:xfrm>
            <a:off x="5467275" y="43180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64" name="Line 48"/>
          <p:cNvSpPr>
            <a:spLocks noChangeShapeType="1"/>
          </p:cNvSpPr>
          <p:nvPr/>
        </p:nvSpPr>
        <p:spPr bwMode="auto">
          <a:xfrm>
            <a:off x="5467275" y="43180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65" name="Line 49"/>
          <p:cNvSpPr>
            <a:spLocks noChangeShapeType="1"/>
          </p:cNvSpPr>
          <p:nvPr/>
        </p:nvSpPr>
        <p:spPr bwMode="auto">
          <a:xfrm>
            <a:off x="5924475" y="43180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66" name="Line 50"/>
          <p:cNvSpPr>
            <a:spLocks noChangeShapeType="1"/>
          </p:cNvSpPr>
          <p:nvPr/>
        </p:nvSpPr>
        <p:spPr bwMode="auto">
          <a:xfrm>
            <a:off x="3181275" y="47181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67" name="Line 51"/>
          <p:cNvSpPr>
            <a:spLocks noChangeShapeType="1"/>
          </p:cNvSpPr>
          <p:nvPr/>
        </p:nvSpPr>
        <p:spPr bwMode="auto">
          <a:xfrm>
            <a:off x="3638475" y="47181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68" name="Line 52"/>
          <p:cNvSpPr>
            <a:spLocks noChangeShapeType="1"/>
          </p:cNvSpPr>
          <p:nvPr/>
        </p:nvSpPr>
        <p:spPr bwMode="auto">
          <a:xfrm>
            <a:off x="3638475" y="47181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69" name="Line 53"/>
          <p:cNvSpPr>
            <a:spLocks noChangeShapeType="1"/>
          </p:cNvSpPr>
          <p:nvPr/>
        </p:nvSpPr>
        <p:spPr bwMode="auto">
          <a:xfrm>
            <a:off x="4095675" y="47181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70" name="Line 54"/>
          <p:cNvSpPr>
            <a:spLocks noChangeShapeType="1"/>
          </p:cNvSpPr>
          <p:nvPr/>
        </p:nvSpPr>
        <p:spPr bwMode="auto">
          <a:xfrm>
            <a:off x="4095675" y="47181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71" name="Line 55"/>
          <p:cNvSpPr>
            <a:spLocks noChangeShapeType="1"/>
          </p:cNvSpPr>
          <p:nvPr/>
        </p:nvSpPr>
        <p:spPr bwMode="auto">
          <a:xfrm>
            <a:off x="4552875" y="47181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72" name="Line 56"/>
          <p:cNvSpPr>
            <a:spLocks noChangeShapeType="1"/>
          </p:cNvSpPr>
          <p:nvPr/>
        </p:nvSpPr>
        <p:spPr bwMode="auto">
          <a:xfrm>
            <a:off x="4552875" y="47181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73" name="Line 57"/>
          <p:cNvSpPr>
            <a:spLocks noChangeShapeType="1"/>
          </p:cNvSpPr>
          <p:nvPr/>
        </p:nvSpPr>
        <p:spPr bwMode="auto">
          <a:xfrm>
            <a:off x="5010075" y="47181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74" name="Line 58"/>
          <p:cNvSpPr>
            <a:spLocks noChangeShapeType="1"/>
          </p:cNvSpPr>
          <p:nvPr/>
        </p:nvSpPr>
        <p:spPr bwMode="auto">
          <a:xfrm>
            <a:off x="5010075" y="47181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75" name="Line 59"/>
          <p:cNvSpPr>
            <a:spLocks noChangeShapeType="1"/>
          </p:cNvSpPr>
          <p:nvPr/>
        </p:nvSpPr>
        <p:spPr bwMode="auto">
          <a:xfrm>
            <a:off x="5467275" y="47181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76" name="Line 60"/>
          <p:cNvSpPr>
            <a:spLocks noChangeShapeType="1"/>
          </p:cNvSpPr>
          <p:nvPr/>
        </p:nvSpPr>
        <p:spPr bwMode="auto">
          <a:xfrm>
            <a:off x="5467275" y="47181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77" name="Line 61"/>
          <p:cNvSpPr>
            <a:spLocks noChangeShapeType="1"/>
          </p:cNvSpPr>
          <p:nvPr/>
        </p:nvSpPr>
        <p:spPr bwMode="auto">
          <a:xfrm>
            <a:off x="5924475" y="471814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78" name="Line 62"/>
          <p:cNvSpPr>
            <a:spLocks noChangeShapeType="1"/>
          </p:cNvSpPr>
          <p:nvPr/>
        </p:nvSpPr>
        <p:spPr bwMode="auto">
          <a:xfrm>
            <a:off x="3181275" y="51181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79" name="Line 63"/>
          <p:cNvSpPr>
            <a:spLocks noChangeShapeType="1"/>
          </p:cNvSpPr>
          <p:nvPr/>
        </p:nvSpPr>
        <p:spPr bwMode="auto">
          <a:xfrm>
            <a:off x="3638475" y="51181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80" name="Line 64"/>
          <p:cNvSpPr>
            <a:spLocks noChangeShapeType="1"/>
          </p:cNvSpPr>
          <p:nvPr/>
        </p:nvSpPr>
        <p:spPr bwMode="auto">
          <a:xfrm>
            <a:off x="3638475" y="51181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81" name="Line 65"/>
          <p:cNvSpPr>
            <a:spLocks noChangeShapeType="1"/>
          </p:cNvSpPr>
          <p:nvPr/>
        </p:nvSpPr>
        <p:spPr bwMode="auto">
          <a:xfrm>
            <a:off x="4095675" y="51181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82" name="Line 66"/>
          <p:cNvSpPr>
            <a:spLocks noChangeShapeType="1"/>
          </p:cNvSpPr>
          <p:nvPr/>
        </p:nvSpPr>
        <p:spPr bwMode="auto">
          <a:xfrm>
            <a:off x="4095675" y="51181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83" name="Line 67"/>
          <p:cNvSpPr>
            <a:spLocks noChangeShapeType="1"/>
          </p:cNvSpPr>
          <p:nvPr/>
        </p:nvSpPr>
        <p:spPr bwMode="auto">
          <a:xfrm>
            <a:off x="4552875" y="51181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84" name="Line 68"/>
          <p:cNvSpPr>
            <a:spLocks noChangeShapeType="1"/>
          </p:cNvSpPr>
          <p:nvPr/>
        </p:nvSpPr>
        <p:spPr bwMode="auto">
          <a:xfrm>
            <a:off x="4552875" y="51181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85" name="Line 69"/>
          <p:cNvSpPr>
            <a:spLocks noChangeShapeType="1"/>
          </p:cNvSpPr>
          <p:nvPr/>
        </p:nvSpPr>
        <p:spPr bwMode="auto">
          <a:xfrm>
            <a:off x="5010075" y="51181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86" name="Line 70"/>
          <p:cNvSpPr>
            <a:spLocks noChangeShapeType="1"/>
          </p:cNvSpPr>
          <p:nvPr/>
        </p:nvSpPr>
        <p:spPr bwMode="auto">
          <a:xfrm>
            <a:off x="5010075" y="51181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87" name="Line 71"/>
          <p:cNvSpPr>
            <a:spLocks noChangeShapeType="1"/>
          </p:cNvSpPr>
          <p:nvPr/>
        </p:nvSpPr>
        <p:spPr bwMode="auto">
          <a:xfrm>
            <a:off x="5467275" y="51181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88" name="Line 72"/>
          <p:cNvSpPr>
            <a:spLocks noChangeShapeType="1"/>
          </p:cNvSpPr>
          <p:nvPr/>
        </p:nvSpPr>
        <p:spPr bwMode="auto">
          <a:xfrm>
            <a:off x="5467275" y="511819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89" name="Line 73"/>
          <p:cNvSpPr>
            <a:spLocks noChangeShapeType="1"/>
          </p:cNvSpPr>
          <p:nvPr/>
        </p:nvSpPr>
        <p:spPr bwMode="auto">
          <a:xfrm rot="10800000">
            <a:off x="3181275" y="5518243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90" name="Line 74"/>
          <p:cNvSpPr>
            <a:spLocks noChangeShapeType="1"/>
          </p:cNvSpPr>
          <p:nvPr/>
        </p:nvSpPr>
        <p:spPr bwMode="auto">
          <a:xfrm rot="10800000">
            <a:off x="3181275" y="3517993"/>
            <a:ext cx="0" cy="200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91" name="Text Box 75"/>
          <p:cNvSpPr txBox="1">
            <a:spLocks noChangeArrowheads="1"/>
          </p:cNvSpPr>
          <p:nvPr/>
        </p:nvSpPr>
        <p:spPr bwMode="auto">
          <a:xfrm>
            <a:off x="2552625" y="3117943"/>
            <a:ext cx="62484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Start</a:t>
            </a:r>
          </a:p>
        </p:txBody>
      </p:sp>
      <p:sp>
        <p:nvSpPr>
          <p:cNvPr id="192" name="Text Box 76"/>
          <p:cNvSpPr txBox="1">
            <a:spLocks noChangeArrowheads="1"/>
          </p:cNvSpPr>
          <p:nvPr/>
        </p:nvSpPr>
        <p:spPr bwMode="auto">
          <a:xfrm>
            <a:off x="6038775" y="5175343"/>
            <a:ext cx="52895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End</a:t>
            </a:r>
          </a:p>
        </p:txBody>
      </p:sp>
      <p:sp>
        <p:nvSpPr>
          <p:cNvPr id="193" name="Rectangle 77"/>
          <p:cNvSpPr>
            <a:spLocks noChangeArrowheads="1"/>
          </p:cNvSpPr>
          <p:nvPr/>
        </p:nvSpPr>
        <p:spPr bwMode="auto">
          <a:xfrm>
            <a:off x="3238425" y="31750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94" name="Rectangle 78"/>
          <p:cNvSpPr>
            <a:spLocks noChangeArrowheads="1"/>
          </p:cNvSpPr>
          <p:nvPr/>
        </p:nvSpPr>
        <p:spPr bwMode="auto">
          <a:xfrm>
            <a:off x="3695625" y="31750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95" name="Rectangle 79"/>
          <p:cNvSpPr>
            <a:spLocks noChangeArrowheads="1"/>
          </p:cNvSpPr>
          <p:nvPr/>
        </p:nvSpPr>
        <p:spPr bwMode="auto">
          <a:xfrm>
            <a:off x="4152825" y="31750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96" name="Rectangle 80"/>
          <p:cNvSpPr>
            <a:spLocks noChangeArrowheads="1"/>
          </p:cNvSpPr>
          <p:nvPr/>
        </p:nvSpPr>
        <p:spPr bwMode="auto">
          <a:xfrm>
            <a:off x="4610025" y="31750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97" name="Rectangle 81"/>
          <p:cNvSpPr>
            <a:spLocks noChangeArrowheads="1"/>
          </p:cNvSpPr>
          <p:nvPr/>
        </p:nvSpPr>
        <p:spPr bwMode="auto">
          <a:xfrm>
            <a:off x="5067225" y="31750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98" name="Rectangle 82"/>
          <p:cNvSpPr>
            <a:spLocks noChangeArrowheads="1"/>
          </p:cNvSpPr>
          <p:nvPr/>
        </p:nvSpPr>
        <p:spPr bwMode="auto">
          <a:xfrm>
            <a:off x="5524425" y="31750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99" name="Rectangle 83"/>
          <p:cNvSpPr>
            <a:spLocks noChangeArrowheads="1"/>
          </p:cNvSpPr>
          <p:nvPr/>
        </p:nvSpPr>
        <p:spPr bwMode="auto">
          <a:xfrm>
            <a:off x="3238425" y="35751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200" name="Rectangle 84"/>
          <p:cNvSpPr>
            <a:spLocks noChangeArrowheads="1"/>
          </p:cNvSpPr>
          <p:nvPr/>
        </p:nvSpPr>
        <p:spPr bwMode="auto">
          <a:xfrm>
            <a:off x="3695625" y="35751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01" name="Rectangle 85"/>
          <p:cNvSpPr>
            <a:spLocks noChangeArrowheads="1"/>
          </p:cNvSpPr>
          <p:nvPr/>
        </p:nvSpPr>
        <p:spPr bwMode="auto">
          <a:xfrm>
            <a:off x="4152825" y="35751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202" name="Rectangle 86"/>
          <p:cNvSpPr>
            <a:spLocks noChangeArrowheads="1"/>
          </p:cNvSpPr>
          <p:nvPr/>
        </p:nvSpPr>
        <p:spPr bwMode="auto">
          <a:xfrm>
            <a:off x="4610025" y="35751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203" name="Rectangle 87"/>
          <p:cNvSpPr>
            <a:spLocks noChangeArrowheads="1"/>
          </p:cNvSpPr>
          <p:nvPr/>
        </p:nvSpPr>
        <p:spPr bwMode="auto">
          <a:xfrm>
            <a:off x="5067225" y="35751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11</a:t>
            </a:r>
          </a:p>
        </p:txBody>
      </p:sp>
      <p:sp>
        <p:nvSpPr>
          <p:cNvPr id="204" name="Rectangle 88"/>
          <p:cNvSpPr>
            <a:spLocks noChangeArrowheads="1"/>
          </p:cNvSpPr>
          <p:nvPr/>
        </p:nvSpPr>
        <p:spPr bwMode="auto">
          <a:xfrm>
            <a:off x="5524425" y="35751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205" name="Rectangle 89"/>
          <p:cNvSpPr>
            <a:spLocks noChangeArrowheads="1"/>
          </p:cNvSpPr>
          <p:nvPr/>
        </p:nvSpPr>
        <p:spPr bwMode="auto">
          <a:xfrm>
            <a:off x="3238425" y="39751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206" name="Rectangle 90"/>
          <p:cNvSpPr>
            <a:spLocks noChangeArrowheads="1"/>
          </p:cNvSpPr>
          <p:nvPr/>
        </p:nvSpPr>
        <p:spPr bwMode="auto">
          <a:xfrm>
            <a:off x="3695625" y="39751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14</a:t>
            </a:r>
          </a:p>
        </p:txBody>
      </p:sp>
      <p:sp>
        <p:nvSpPr>
          <p:cNvPr id="207" name="Rectangle 91"/>
          <p:cNvSpPr>
            <a:spLocks noChangeArrowheads="1"/>
          </p:cNvSpPr>
          <p:nvPr/>
        </p:nvSpPr>
        <p:spPr bwMode="auto">
          <a:xfrm>
            <a:off x="4152825" y="39751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208" name="Rectangle 92"/>
          <p:cNvSpPr>
            <a:spLocks noChangeArrowheads="1"/>
          </p:cNvSpPr>
          <p:nvPr/>
        </p:nvSpPr>
        <p:spPr bwMode="auto">
          <a:xfrm>
            <a:off x="4610025" y="39751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209" name="Rectangle 93"/>
          <p:cNvSpPr>
            <a:spLocks noChangeArrowheads="1"/>
          </p:cNvSpPr>
          <p:nvPr/>
        </p:nvSpPr>
        <p:spPr bwMode="auto">
          <a:xfrm>
            <a:off x="5067225" y="39751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17</a:t>
            </a:r>
          </a:p>
        </p:txBody>
      </p:sp>
      <p:sp>
        <p:nvSpPr>
          <p:cNvPr id="210" name="Rectangle 94"/>
          <p:cNvSpPr>
            <a:spLocks noChangeArrowheads="1"/>
          </p:cNvSpPr>
          <p:nvPr/>
        </p:nvSpPr>
        <p:spPr bwMode="auto">
          <a:xfrm>
            <a:off x="5524425" y="39751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18</a:t>
            </a:r>
          </a:p>
        </p:txBody>
      </p:sp>
      <p:sp>
        <p:nvSpPr>
          <p:cNvPr id="211" name="Rectangle 95"/>
          <p:cNvSpPr>
            <a:spLocks noChangeArrowheads="1"/>
          </p:cNvSpPr>
          <p:nvPr/>
        </p:nvSpPr>
        <p:spPr bwMode="auto">
          <a:xfrm>
            <a:off x="3238425" y="43752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19</a:t>
            </a:r>
          </a:p>
        </p:txBody>
      </p:sp>
      <p:sp>
        <p:nvSpPr>
          <p:cNvPr id="212" name="Rectangle 96"/>
          <p:cNvSpPr>
            <a:spLocks noChangeArrowheads="1"/>
          </p:cNvSpPr>
          <p:nvPr/>
        </p:nvSpPr>
        <p:spPr bwMode="auto">
          <a:xfrm>
            <a:off x="3695625" y="43752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213" name="Rectangle 97"/>
          <p:cNvSpPr>
            <a:spLocks noChangeArrowheads="1"/>
          </p:cNvSpPr>
          <p:nvPr/>
        </p:nvSpPr>
        <p:spPr bwMode="auto">
          <a:xfrm>
            <a:off x="4152825" y="43752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21</a:t>
            </a:r>
          </a:p>
        </p:txBody>
      </p:sp>
      <p:sp>
        <p:nvSpPr>
          <p:cNvPr id="214" name="Rectangle 98"/>
          <p:cNvSpPr>
            <a:spLocks noChangeArrowheads="1"/>
          </p:cNvSpPr>
          <p:nvPr/>
        </p:nvSpPr>
        <p:spPr bwMode="auto">
          <a:xfrm>
            <a:off x="4610025" y="43752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22</a:t>
            </a:r>
          </a:p>
        </p:txBody>
      </p:sp>
      <p:sp>
        <p:nvSpPr>
          <p:cNvPr id="215" name="Rectangle 99"/>
          <p:cNvSpPr>
            <a:spLocks noChangeArrowheads="1"/>
          </p:cNvSpPr>
          <p:nvPr/>
        </p:nvSpPr>
        <p:spPr bwMode="auto">
          <a:xfrm>
            <a:off x="5067225" y="43752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23</a:t>
            </a:r>
          </a:p>
        </p:txBody>
      </p:sp>
      <p:sp>
        <p:nvSpPr>
          <p:cNvPr id="216" name="Rectangle 100"/>
          <p:cNvSpPr>
            <a:spLocks noChangeArrowheads="1"/>
          </p:cNvSpPr>
          <p:nvPr/>
        </p:nvSpPr>
        <p:spPr bwMode="auto">
          <a:xfrm>
            <a:off x="5524425" y="43752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24</a:t>
            </a:r>
          </a:p>
        </p:txBody>
      </p:sp>
      <p:sp>
        <p:nvSpPr>
          <p:cNvPr id="217" name="Rectangle 101"/>
          <p:cNvSpPr>
            <a:spLocks noChangeArrowheads="1"/>
          </p:cNvSpPr>
          <p:nvPr/>
        </p:nvSpPr>
        <p:spPr bwMode="auto">
          <a:xfrm>
            <a:off x="3238425" y="47752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25</a:t>
            </a:r>
          </a:p>
        </p:txBody>
      </p:sp>
      <p:sp>
        <p:nvSpPr>
          <p:cNvPr id="218" name="Rectangle 102"/>
          <p:cNvSpPr>
            <a:spLocks noChangeArrowheads="1"/>
          </p:cNvSpPr>
          <p:nvPr/>
        </p:nvSpPr>
        <p:spPr bwMode="auto">
          <a:xfrm>
            <a:off x="3695625" y="47752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26</a:t>
            </a:r>
          </a:p>
        </p:txBody>
      </p:sp>
      <p:sp>
        <p:nvSpPr>
          <p:cNvPr id="219" name="Rectangle 103"/>
          <p:cNvSpPr>
            <a:spLocks noChangeArrowheads="1"/>
          </p:cNvSpPr>
          <p:nvPr/>
        </p:nvSpPr>
        <p:spPr bwMode="auto">
          <a:xfrm>
            <a:off x="4152825" y="47752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27</a:t>
            </a:r>
          </a:p>
        </p:txBody>
      </p:sp>
      <p:sp>
        <p:nvSpPr>
          <p:cNvPr id="220" name="Rectangle 104"/>
          <p:cNvSpPr>
            <a:spLocks noChangeArrowheads="1"/>
          </p:cNvSpPr>
          <p:nvPr/>
        </p:nvSpPr>
        <p:spPr bwMode="auto">
          <a:xfrm>
            <a:off x="4610025" y="47752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28</a:t>
            </a:r>
          </a:p>
        </p:txBody>
      </p:sp>
      <p:sp>
        <p:nvSpPr>
          <p:cNvPr id="221" name="Rectangle 105"/>
          <p:cNvSpPr>
            <a:spLocks noChangeArrowheads="1"/>
          </p:cNvSpPr>
          <p:nvPr/>
        </p:nvSpPr>
        <p:spPr bwMode="auto">
          <a:xfrm>
            <a:off x="5067225" y="47752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29</a:t>
            </a:r>
          </a:p>
        </p:txBody>
      </p:sp>
      <p:sp>
        <p:nvSpPr>
          <p:cNvPr id="222" name="Rectangle 106"/>
          <p:cNvSpPr>
            <a:spLocks noChangeArrowheads="1"/>
          </p:cNvSpPr>
          <p:nvPr/>
        </p:nvSpPr>
        <p:spPr bwMode="auto">
          <a:xfrm>
            <a:off x="5524425" y="477529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223" name="Rectangle 107"/>
          <p:cNvSpPr>
            <a:spLocks noChangeArrowheads="1"/>
          </p:cNvSpPr>
          <p:nvPr/>
        </p:nvSpPr>
        <p:spPr bwMode="auto">
          <a:xfrm>
            <a:off x="3238425" y="51753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31</a:t>
            </a:r>
          </a:p>
        </p:txBody>
      </p:sp>
      <p:sp>
        <p:nvSpPr>
          <p:cNvPr id="224" name="Rectangle 108"/>
          <p:cNvSpPr>
            <a:spLocks noChangeArrowheads="1"/>
          </p:cNvSpPr>
          <p:nvPr/>
        </p:nvSpPr>
        <p:spPr bwMode="auto">
          <a:xfrm>
            <a:off x="3695625" y="51753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5" name="Rectangle 109"/>
          <p:cNvSpPr>
            <a:spLocks noChangeArrowheads="1"/>
          </p:cNvSpPr>
          <p:nvPr/>
        </p:nvSpPr>
        <p:spPr bwMode="auto">
          <a:xfrm>
            <a:off x="4152825" y="51753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33</a:t>
            </a:r>
          </a:p>
        </p:txBody>
      </p:sp>
      <p:sp>
        <p:nvSpPr>
          <p:cNvPr id="226" name="Rectangle 110"/>
          <p:cNvSpPr>
            <a:spLocks noChangeArrowheads="1"/>
          </p:cNvSpPr>
          <p:nvPr/>
        </p:nvSpPr>
        <p:spPr bwMode="auto">
          <a:xfrm>
            <a:off x="4610025" y="51753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34</a:t>
            </a:r>
          </a:p>
        </p:txBody>
      </p:sp>
      <p:sp>
        <p:nvSpPr>
          <p:cNvPr id="227" name="Rectangle 111"/>
          <p:cNvSpPr>
            <a:spLocks noChangeArrowheads="1"/>
          </p:cNvSpPr>
          <p:nvPr/>
        </p:nvSpPr>
        <p:spPr bwMode="auto">
          <a:xfrm>
            <a:off x="5067225" y="51753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35</a:t>
            </a:r>
          </a:p>
        </p:txBody>
      </p:sp>
      <p:sp>
        <p:nvSpPr>
          <p:cNvPr id="228" name="Rectangle 112"/>
          <p:cNvSpPr>
            <a:spLocks noChangeArrowheads="1"/>
          </p:cNvSpPr>
          <p:nvPr/>
        </p:nvSpPr>
        <p:spPr bwMode="auto">
          <a:xfrm>
            <a:off x="5524425" y="5175343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36</a:t>
            </a:r>
          </a:p>
        </p:txBody>
      </p:sp>
      <p:sp>
        <p:nvSpPr>
          <p:cNvPr id="229" name="Line 114"/>
          <p:cNvSpPr>
            <a:spLocks noChangeShapeType="1"/>
          </p:cNvSpPr>
          <p:nvPr/>
        </p:nvSpPr>
        <p:spPr bwMode="auto">
          <a:xfrm>
            <a:off x="3238425" y="31179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230" name="Line 115"/>
          <p:cNvSpPr>
            <a:spLocks noChangeShapeType="1"/>
          </p:cNvSpPr>
          <p:nvPr/>
        </p:nvSpPr>
        <p:spPr bwMode="auto">
          <a:xfrm>
            <a:off x="5467275" y="55182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643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Basic Algorithm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5F3B0-D6E3-49EF-8004-557C0440A25E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B2B287-FB71-4634-A221-70AEC8D03BCD}" type="slidenum">
              <a:rPr lang="en-US" altLang="zh-CN" sz="790"/>
              <a:pPr/>
              <a:t>40</a:t>
            </a:fld>
            <a:endParaRPr lang="en-US" altLang="zh-CN" sz="790"/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1340" y="1700530"/>
            <a:ext cx="5156835" cy="1094740"/>
          </a:xfrm>
        </p:spPr>
        <p:txBody>
          <a:bodyPr>
            <a:noAutofit/>
          </a:bodyPr>
          <a:lstStyle/>
          <a:p>
            <a:pPr fontAlgn="auto">
              <a:lnSpc>
                <a:spcPct val="90000"/>
              </a:lnSpc>
              <a:spcBef>
                <a:spcPts val="18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S = set of sets of connected cells</a:t>
            </a:r>
          </a:p>
          <a:p>
            <a:pPr fontAlgn="auto">
              <a:lnSpc>
                <a:spcPct val="90000"/>
              </a:lnSpc>
              <a:spcBef>
                <a:spcPts val="18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E = set of edges</a:t>
            </a:r>
          </a:p>
          <a:p>
            <a:pPr fontAlgn="auto">
              <a:lnSpc>
                <a:spcPct val="90000"/>
              </a:lnSpc>
              <a:spcBef>
                <a:spcPts val="18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Maze = set of maze edges initially empty</a:t>
            </a:r>
          </a:p>
        </p:txBody>
      </p:sp>
      <p:sp>
        <p:nvSpPr>
          <p:cNvPr id="21511" name="Text Box 4"/>
          <p:cNvSpPr txBox="1">
            <a:spLocks noChangeArrowheads="1"/>
          </p:cNvSpPr>
          <p:nvPr/>
        </p:nvSpPr>
        <p:spPr bwMode="auto">
          <a:xfrm>
            <a:off x="1418590" y="3246755"/>
            <a:ext cx="6392545" cy="27997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While there is more than one set in S</a:t>
            </a:r>
          </a:p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   pick a random edge (</a:t>
            </a:r>
            <a:r>
              <a:rPr lang="en-US" altLang="zh-CN" sz="1600" dirty="0" err="1">
                <a:latin typeface="Sitka Text" pitchFamily="2" charset="0"/>
                <a:ea typeface="宋体" panose="02010600030101010101" pitchFamily="2" charset="-122"/>
              </a:rPr>
              <a:t>x,y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) and remove from E</a:t>
            </a:r>
          </a:p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   </a:t>
            </a:r>
            <a:r>
              <a:rPr lang="en-US" altLang="zh-CN" sz="16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u := Find(x);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v := Find(y);</a:t>
            </a:r>
          </a:p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   if u 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 v then</a:t>
            </a:r>
          </a:p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      </a:t>
            </a:r>
            <a:r>
              <a:rPr lang="en-US" altLang="zh-CN" sz="16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Union(</a:t>
            </a:r>
            <a:r>
              <a:rPr lang="en-US" altLang="zh-CN" sz="1600" dirty="0" err="1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u,v</a:t>
            </a:r>
            <a:r>
              <a:rPr lang="en-US" altLang="zh-CN" sz="16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//knock down the wall between the</a:t>
            </a:r>
          </a:p>
          <a:p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       // cells (cells in  the same set are </a:t>
            </a:r>
          </a:p>
          <a:p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       // connected)</a:t>
            </a:r>
          </a:p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   else</a:t>
            </a:r>
          </a:p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       </a:t>
            </a:r>
            <a:r>
              <a:rPr lang="en-US" altLang="zh-CN" sz="16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add (</a:t>
            </a:r>
            <a:r>
              <a:rPr lang="en-US" altLang="zh-CN" sz="1600" dirty="0" err="1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x,y</a:t>
            </a:r>
            <a:r>
              <a:rPr lang="en-US" altLang="zh-CN" sz="16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 to Maze 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//don’t remove because there is</a:t>
            </a:r>
          </a:p>
          <a:p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                 // already a path between x and y</a:t>
            </a:r>
          </a:p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All remaining members of E together with Maze form the maze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7706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 Step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2530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A2FAE6-E6BB-460F-9ED4-852284EB5064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253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2253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C3DD50-A0AF-4DA6-AD9E-BA5E0B41F8B4}" type="slidenum">
              <a:rPr lang="en-US" altLang="zh-CN" sz="790"/>
              <a:pPr/>
              <a:t>41</a:t>
            </a:fld>
            <a:endParaRPr lang="en-US" altLang="zh-CN" sz="790"/>
          </a:p>
        </p:txBody>
      </p:sp>
      <p:sp>
        <p:nvSpPr>
          <p:cNvPr id="99" name="Line 3"/>
          <p:cNvSpPr>
            <a:spLocks noChangeShapeType="1"/>
          </p:cNvSpPr>
          <p:nvPr/>
        </p:nvSpPr>
        <p:spPr bwMode="auto">
          <a:xfrm>
            <a:off x="360045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0" name="Line 4"/>
          <p:cNvSpPr>
            <a:spLocks noChangeShapeType="1"/>
          </p:cNvSpPr>
          <p:nvPr/>
        </p:nvSpPr>
        <p:spPr bwMode="auto">
          <a:xfrm>
            <a:off x="4057650" y="20574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1" name="Line 5"/>
          <p:cNvSpPr>
            <a:spLocks noChangeShapeType="1"/>
          </p:cNvSpPr>
          <p:nvPr/>
        </p:nvSpPr>
        <p:spPr bwMode="auto">
          <a:xfrm>
            <a:off x="405765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2" name="Line 6"/>
          <p:cNvSpPr>
            <a:spLocks noChangeShapeType="1"/>
          </p:cNvSpPr>
          <p:nvPr/>
        </p:nvSpPr>
        <p:spPr bwMode="auto">
          <a:xfrm>
            <a:off x="4514850" y="20574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3" name="Line 7"/>
          <p:cNvSpPr>
            <a:spLocks noChangeShapeType="1"/>
          </p:cNvSpPr>
          <p:nvPr/>
        </p:nvSpPr>
        <p:spPr bwMode="auto">
          <a:xfrm>
            <a:off x="451485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4" name="Line 8"/>
          <p:cNvSpPr>
            <a:spLocks noChangeShapeType="1"/>
          </p:cNvSpPr>
          <p:nvPr/>
        </p:nvSpPr>
        <p:spPr bwMode="auto">
          <a:xfrm>
            <a:off x="4972050" y="20574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5" name="Line 9"/>
          <p:cNvSpPr>
            <a:spLocks noChangeShapeType="1"/>
          </p:cNvSpPr>
          <p:nvPr/>
        </p:nvSpPr>
        <p:spPr bwMode="auto">
          <a:xfrm>
            <a:off x="497205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6" name="Line 10"/>
          <p:cNvSpPr>
            <a:spLocks noChangeShapeType="1"/>
          </p:cNvSpPr>
          <p:nvPr/>
        </p:nvSpPr>
        <p:spPr bwMode="auto">
          <a:xfrm>
            <a:off x="5429250" y="20574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7" name="Line 11"/>
          <p:cNvSpPr>
            <a:spLocks noChangeShapeType="1"/>
          </p:cNvSpPr>
          <p:nvPr/>
        </p:nvSpPr>
        <p:spPr bwMode="auto">
          <a:xfrm>
            <a:off x="542925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8" name="Line 12"/>
          <p:cNvSpPr>
            <a:spLocks noChangeShapeType="1"/>
          </p:cNvSpPr>
          <p:nvPr/>
        </p:nvSpPr>
        <p:spPr bwMode="auto">
          <a:xfrm>
            <a:off x="5886450" y="20574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9" name="Line 13"/>
          <p:cNvSpPr>
            <a:spLocks noChangeShapeType="1"/>
          </p:cNvSpPr>
          <p:nvPr/>
        </p:nvSpPr>
        <p:spPr bwMode="auto">
          <a:xfrm>
            <a:off x="3143250" y="24574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0" name="Line 14"/>
          <p:cNvSpPr>
            <a:spLocks noChangeShapeType="1"/>
          </p:cNvSpPr>
          <p:nvPr/>
        </p:nvSpPr>
        <p:spPr bwMode="auto">
          <a:xfrm>
            <a:off x="4057650" y="24574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1" name="Line 15"/>
          <p:cNvSpPr>
            <a:spLocks noChangeShapeType="1"/>
          </p:cNvSpPr>
          <p:nvPr/>
        </p:nvSpPr>
        <p:spPr bwMode="auto">
          <a:xfrm>
            <a:off x="4514850" y="245745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2" name="Line 16"/>
          <p:cNvSpPr>
            <a:spLocks noChangeShapeType="1"/>
          </p:cNvSpPr>
          <p:nvPr/>
        </p:nvSpPr>
        <p:spPr bwMode="auto">
          <a:xfrm>
            <a:off x="4514850" y="24574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3" name="Line 17"/>
          <p:cNvSpPr>
            <a:spLocks noChangeShapeType="1"/>
          </p:cNvSpPr>
          <p:nvPr/>
        </p:nvSpPr>
        <p:spPr bwMode="auto">
          <a:xfrm>
            <a:off x="4972050" y="245745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4" name="Line 18"/>
          <p:cNvSpPr>
            <a:spLocks noChangeShapeType="1"/>
          </p:cNvSpPr>
          <p:nvPr/>
        </p:nvSpPr>
        <p:spPr bwMode="auto">
          <a:xfrm>
            <a:off x="4972050" y="24574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5" name="Line 19"/>
          <p:cNvSpPr>
            <a:spLocks noChangeShapeType="1"/>
          </p:cNvSpPr>
          <p:nvPr/>
        </p:nvSpPr>
        <p:spPr bwMode="auto">
          <a:xfrm>
            <a:off x="5429250" y="245745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6" name="Line 20"/>
          <p:cNvSpPr>
            <a:spLocks noChangeShapeType="1"/>
          </p:cNvSpPr>
          <p:nvPr/>
        </p:nvSpPr>
        <p:spPr bwMode="auto">
          <a:xfrm>
            <a:off x="5429250" y="24574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7" name="Line 21"/>
          <p:cNvSpPr>
            <a:spLocks noChangeShapeType="1"/>
          </p:cNvSpPr>
          <p:nvPr/>
        </p:nvSpPr>
        <p:spPr bwMode="auto">
          <a:xfrm>
            <a:off x="5886450" y="245745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8" name="Line 22"/>
          <p:cNvSpPr>
            <a:spLocks noChangeShapeType="1"/>
          </p:cNvSpPr>
          <p:nvPr/>
        </p:nvSpPr>
        <p:spPr bwMode="auto">
          <a:xfrm>
            <a:off x="3600450" y="28575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9" name="Line 23"/>
          <p:cNvSpPr>
            <a:spLocks noChangeShapeType="1"/>
          </p:cNvSpPr>
          <p:nvPr/>
        </p:nvSpPr>
        <p:spPr bwMode="auto">
          <a:xfrm>
            <a:off x="3600450" y="2857500"/>
            <a:ext cx="457200" cy="0"/>
          </a:xfrm>
          <a:prstGeom prst="line">
            <a:avLst/>
          </a:prstGeom>
          <a:noFill/>
          <a:ln w="57150">
            <a:solidFill>
              <a:srgbClr val="5038FE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0" name="Line 24"/>
          <p:cNvSpPr>
            <a:spLocks noChangeShapeType="1"/>
          </p:cNvSpPr>
          <p:nvPr/>
        </p:nvSpPr>
        <p:spPr bwMode="auto">
          <a:xfrm>
            <a:off x="4057650" y="28575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1" name="Line 25"/>
          <p:cNvSpPr>
            <a:spLocks noChangeShapeType="1"/>
          </p:cNvSpPr>
          <p:nvPr/>
        </p:nvSpPr>
        <p:spPr bwMode="auto">
          <a:xfrm>
            <a:off x="4057650" y="28575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2" name="Line 26"/>
          <p:cNvSpPr>
            <a:spLocks noChangeShapeType="1"/>
          </p:cNvSpPr>
          <p:nvPr/>
        </p:nvSpPr>
        <p:spPr bwMode="auto">
          <a:xfrm>
            <a:off x="4514850" y="28575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3" name="Line 27"/>
          <p:cNvSpPr>
            <a:spLocks noChangeShapeType="1"/>
          </p:cNvSpPr>
          <p:nvPr/>
        </p:nvSpPr>
        <p:spPr bwMode="auto">
          <a:xfrm>
            <a:off x="4972050" y="28575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4" name="Line 28"/>
          <p:cNvSpPr>
            <a:spLocks noChangeShapeType="1"/>
          </p:cNvSpPr>
          <p:nvPr/>
        </p:nvSpPr>
        <p:spPr bwMode="auto">
          <a:xfrm>
            <a:off x="5429250" y="28575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5" name="Line 29"/>
          <p:cNvSpPr>
            <a:spLocks noChangeShapeType="1"/>
          </p:cNvSpPr>
          <p:nvPr/>
        </p:nvSpPr>
        <p:spPr bwMode="auto">
          <a:xfrm>
            <a:off x="5429250" y="28575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6" name="Line 30"/>
          <p:cNvSpPr>
            <a:spLocks noChangeShapeType="1"/>
          </p:cNvSpPr>
          <p:nvPr/>
        </p:nvSpPr>
        <p:spPr bwMode="auto">
          <a:xfrm>
            <a:off x="5886450" y="28575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7" name="Line 31"/>
          <p:cNvSpPr>
            <a:spLocks noChangeShapeType="1"/>
          </p:cNvSpPr>
          <p:nvPr/>
        </p:nvSpPr>
        <p:spPr bwMode="auto">
          <a:xfrm>
            <a:off x="3600450" y="325755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8" name="Line 32"/>
          <p:cNvSpPr>
            <a:spLocks noChangeShapeType="1"/>
          </p:cNvSpPr>
          <p:nvPr/>
        </p:nvSpPr>
        <p:spPr bwMode="auto">
          <a:xfrm>
            <a:off x="4057650" y="325755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9" name="Line 33"/>
          <p:cNvSpPr>
            <a:spLocks noChangeShapeType="1"/>
          </p:cNvSpPr>
          <p:nvPr/>
        </p:nvSpPr>
        <p:spPr bwMode="auto">
          <a:xfrm>
            <a:off x="4514850" y="325755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>
            <a:off x="4514850" y="32575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1" name="Line 35"/>
          <p:cNvSpPr>
            <a:spLocks noChangeShapeType="1"/>
          </p:cNvSpPr>
          <p:nvPr/>
        </p:nvSpPr>
        <p:spPr bwMode="auto">
          <a:xfrm>
            <a:off x="4972050" y="32575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2" name="Line 36"/>
          <p:cNvSpPr>
            <a:spLocks noChangeShapeType="1"/>
          </p:cNvSpPr>
          <p:nvPr/>
        </p:nvSpPr>
        <p:spPr bwMode="auto">
          <a:xfrm>
            <a:off x="5429250" y="325755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3" name="Line 37"/>
          <p:cNvSpPr>
            <a:spLocks noChangeShapeType="1"/>
          </p:cNvSpPr>
          <p:nvPr/>
        </p:nvSpPr>
        <p:spPr bwMode="auto">
          <a:xfrm>
            <a:off x="5429250" y="32575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4" name="Line 38"/>
          <p:cNvSpPr>
            <a:spLocks noChangeShapeType="1"/>
          </p:cNvSpPr>
          <p:nvPr/>
        </p:nvSpPr>
        <p:spPr bwMode="auto">
          <a:xfrm>
            <a:off x="5886450" y="325755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5" name="Line 39"/>
          <p:cNvSpPr>
            <a:spLocks noChangeShapeType="1"/>
          </p:cNvSpPr>
          <p:nvPr/>
        </p:nvSpPr>
        <p:spPr bwMode="auto">
          <a:xfrm>
            <a:off x="3143250" y="3657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6" name="Line 40"/>
          <p:cNvSpPr>
            <a:spLocks noChangeShapeType="1"/>
          </p:cNvSpPr>
          <p:nvPr/>
        </p:nvSpPr>
        <p:spPr bwMode="auto">
          <a:xfrm>
            <a:off x="3600450" y="36576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7" name="Line 41"/>
          <p:cNvSpPr>
            <a:spLocks noChangeShapeType="1"/>
          </p:cNvSpPr>
          <p:nvPr/>
        </p:nvSpPr>
        <p:spPr bwMode="auto">
          <a:xfrm>
            <a:off x="4057650" y="3657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8" name="Line 42"/>
          <p:cNvSpPr>
            <a:spLocks noChangeShapeType="1"/>
          </p:cNvSpPr>
          <p:nvPr/>
        </p:nvSpPr>
        <p:spPr bwMode="auto">
          <a:xfrm>
            <a:off x="4514850" y="36576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9" name="Line 43"/>
          <p:cNvSpPr>
            <a:spLocks noChangeShapeType="1"/>
          </p:cNvSpPr>
          <p:nvPr/>
        </p:nvSpPr>
        <p:spPr bwMode="auto">
          <a:xfrm>
            <a:off x="4514850" y="3657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0" name="Line 44"/>
          <p:cNvSpPr>
            <a:spLocks noChangeShapeType="1"/>
          </p:cNvSpPr>
          <p:nvPr/>
        </p:nvSpPr>
        <p:spPr bwMode="auto">
          <a:xfrm>
            <a:off x="4972050" y="36576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1" name="Line 45"/>
          <p:cNvSpPr>
            <a:spLocks noChangeShapeType="1"/>
          </p:cNvSpPr>
          <p:nvPr/>
        </p:nvSpPr>
        <p:spPr bwMode="auto">
          <a:xfrm>
            <a:off x="5886450" y="36576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2" name="Line 46"/>
          <p:cNvSpPr>
            <a:spLocks noChangeShapeType="1"/>
          </p:cNvSpPr>
          <p:nvPr/>
        </p:nvSpPr>
        <p:spPr bwMode="auto">
          <a:xfrm>
            <a:off x="3143250" y="40576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3" name="Line 47"/>
          <p:cNvSpPr>
            <a:spLocks noChangeShapeType="1"/>
          </p:cNvSpPr>
          <p:nvPr/>
        </p:nvSpPr>
        <p:spPr bwMode="auto">
          <a:xfrm>
            <a:off x="3600450" y="405765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4" name="Line 48"/>
          <p:cNvSpPr>
            <a:spLocks noChangeShapeType="1"/>
          </p:cNvSpPr>
          <p:nvPr/>
        </p:nvSpPr>
        <p:spPr bwMode="auto">
          <a:xfrm>
            <a:off x="3600450" y="40576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5" name="Line 49"/>
          <p:cNvSpPr>
            <a:spLocks noChangeShapeType="1"/>
          </p:cNvSpPr>
          <p:nvPr/>
        </p:nvSpPr>
        <p:spPr bwMode="auto">
          <a:xfrm>
            <a:off x="4057650" y="40576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6" name="Line 50"/>
          <p:cNvSpPr>
            <a:spLocks noChangeShapeType="1"/>
          </p:cNvSpPr>
          <p:nvPr/>
        </p:nvSpPr>
        <p:spPr bwMode="auto">
          <a:xfrm>
            <a:off x="4514850" y="40576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7" name="Line 51"/>
          <p:cNvSpPr>
            <a:spLocks noChangeShapeType="1"/>
          </p:cNvSpPr>
          <p:nvPr/>
        </p:nvSpPr>
        <p:spPr bwMode="auto">
          <a:xfrm>
            <a:off x="5429250" y="40576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8" name="Line 52"/>
          <p:cNvSpPr>
            <a:spLocks noChangeShapeType="1"/>
          </p:cNvSpPr>
          <p:nvPr/>
        </p:nvSpPr>
        <p:spPr bwMode="auto">
          <a:xfrm rot="10800000">
            <a:off x="3143250" y="44577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9" name="Line 53"/>
          <p:cNvSpPr>
            <a:spLocks noChangeShapeType="1"/>
          </p:cNvSpPr>
          <p:nvPr/>
        </p:nvSpPr>
        <p:spPr bwMode="auto">
          <a:xfrm rot="10800000">
            <a:off x="3143250" y="2457450"/>
            <a:ext cx="0" cy="200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50" name="Text Box 54"/>
          <p:cNvSpPr txBox="1">
            <a:spLocks noChangeArrowheads="1"/>
          </p:cNvSpPr>
          <p:nvPr/>
        </p:nvSpPr>
        <p:spPr bwMode="auto">
          <a:xfrm>
            <a:off x="2628900" y="2057400"/>
            <a:ext cx="62484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Start</a:t>
            </a:r>
          </a:p>
        </p:txBody>
      </p:sp>
      <p:sp>
        <p:nvSpPr>
          <p:cNvPr id="151" name="Text Box 55"/>
          <p:cNvSpPr txBox="1">
            <a:spLocks noChangeArrowheads="1"/>
          </p:cNvSpPr>
          <p:nvPr/>
        </p:nvSpPr>
        <p:spPr bwMode="auto">
          <a:xfrm>
            <a:off x="5886450" y="4057650"/>
            <a:ext cx="52895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End</a:t>
            </a:r>
          </a:p>
        </p:txBody>
      </p:sp>
      <p:sp>
        <p:nvSpPr>
          <p:cNvPr id="152" name="Rectangle 56"/>
          <p:cNvSpPr>
            <a:spLocks noChangeArrowheads="1"/>
          </p:cNvSpPr>
          <p:nvPr/>
        </p:nvSpPr>
        <p:spPr bwMode="auto">
          <a:xfrm>
            <a:off x="3200400" y="21145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3" name="Rectangle 57"/>
          <p:cNvSpPr>
            <a:spLocks noChangeArrowheads="1"/>
          </p:cNvSpPr>
          <p:nvPr/>
        </p:nvSpPr>
        <p:spPr bwMode="auto">
          <a:xfrm>
            <a:off x="3657600" y="21145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4" name="Rectangle 58"/>
          <p:cNvSpPr>
            <a:spLocks noChangeArrowheads="1"/>
          </p:cNvSpPr>
          <p:nvPr/>
        </p:nvSpPr>
        <p:spPr bwMode="auto">
          <a:xfrm>
            <a:off x="4114800" y="21145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55" name="Rectangle 59"/>
          <p:cNvSpPr>
            <a:spLocks noChangeArrowheads="1"/>
          </p:cNvSpPr>
          <p:nvPr/>
        </p:nvSpPr>
        <p:spPr bwMode="auto">
          <a:xfrm>
            <a:off x="4572000" y="21145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56" name="Rectangle 60"/>
          <p:cNvSpPr>
            <a:spLocks noChangeArrowheads="1"/>
          </p:cNvSpPr>
          <p:nvPr/>
        </p:nvSpPr>
        <p:spPr bwMode="auto">
          <a:xfrm>
            <a:off x="5029200" y="21145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57" name="Rectangle 61"/>
          <p:cNvSpPr>
            <a:spLocks noChangeArrowheads="1"/>
          </p:cNvSpPr>
          <p:nvPr/>
        </p:nvSpPr>
        <p:spPr bwMode="auto">
          <a:xfrm>
            <a:off x="5486400" y="21145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58" name="Rectangle 62"/>
          <p:cNvSpPr>
            <a:spLocks noChangeArrowheads="1"/>
          </p:cNvSpPr>
          <p:nvPr/>
        </p:nvSpPr>
        <p:spPr bwMode="auto">
          <a:xfrm>
            <a:off x="3200400" y="25146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59" name="Rectangle 63"/>
          <p:cNvSpPr>
            <a:spLocks noChangeArrowheads="1"/>
          </p:cNvSpPr>
          <p:nvPr/>
        </p:nvSpPr>
        <p:spPr bwMode="auto">
          <a:xfrm>
            <a:off x="3657600" y="25146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60" name="Rectangle 64"/>
          <p:cNvSpPr>
            <a:spLocks noChangeArrowheads="1"/>
          </p:cNvSpPr>
          <p:nvPr/>
        </p:nvSpPr>
        <p:spPr bwMode="auto">
          <a:xfrm>
            <a:off x="4114800" y="25146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61" name="Rectangle 65"/>
          <p:cNvSpPr>
            <a:spLocks noChangeArrowheads="1"/>
          </p:cNvSpPr>
          <p:nvPr/>
        </p:nvSpPr>
        <p:spPr bwMode="auto">
          <a:xfrm>
            <a:off x="4572000" y="25146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62" name="Rectangle 66"/>
          <p:cNvSpPr>
            <a:spLocks noChangeArrowheads="1"/>
          </p:cNvSpPr>
          <p:nvPr/>
        </p:nvSpPr>
        <p:spPr bwMode="auto">
          <a:xfrm>
            <a:off x="5029200" y="25146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11</a:t>
            </a:r>
          </a:p>
        </p:txBody>
      </p:sp>
      <p:sp>
        <p:nvSpPr>
          <p:cNvPr id="163" name="Rectangle 67"/>
          <p:cNvSpPr>
            <a:spLocks noChangeArrowheads="1"/>
          </p:cNvSpPr>
          <p:nvPr/>
        </p:nvSpPr>
        <p:spPr bwMode="auto">
          <a:xfrm>
            <a:off x="5486400" y="25146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64" name="Rectangle 68"/>
          <p:cNvSpPr>
            <a:spLocks noChangeArrowheads="1"/>
          </p:cNvSpPr>
          <p:nvPr/>
        </p:nvSpPr>
        <p:spPr bwMode="auto">
          <a:xfrm>
            <a:off x="3200400" y="29146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65" name="Rectangle 69"/>
          <p:cNvSpPr>
            <a:spLocks noChangeArrowheads="1"/>
          </p:cNvSpPr>
          <p:nvPr/>
        </p:nvSpPr>
        <p:spPr bwMode="auto">
          <a:xfrm>
            <a:off x="3657600" y="29146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14</a:t>
            </a:r>
          </a:p>
        </p:txBody>
      </p:sp>
      <p:sp>
        <p:nvSpPr>
          <p:cNvPr id="166" name="Rectangle 70"/>
          <p:cNvSpPr>
            <a:spLocks noChangeArrowheads="1"/>
          </p:cNvSpPr>
          <p:nvPr/>
        </p:nvSpPr>
        <p:spPr bwMode="auto">
          <a:xfrm>
            <a:off x="4114800" y="29146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167" name="Rectangle 71"/>
          <p:cNvSpPr>
            <a:spLocks noChangeArrowheads="1"/>
          </p:cNvSpPr>
          <p:nvPr/>
        </p:nvSpPr>
        <p:spPr bwMode="auto">
          <a:xfrm>
            <a:off x="4572000" y="29146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68" name="Rectangle 72"/>
          <p:cNvSpPr>
            <a:spLocks noChangeArrowheads="1"/>
          </p:cNvSpPr>
          <p:nvPr/>
        </p:nvSpPr>
        <p:spPr bwMode="auto">
          <a:xfrm>
            <a:off x="5029200" y="29146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17</a:t>
            </a:r>
          </a:p>
        </p:txBody>
      </p:sp>
      <p:sp>
        <p:nvSpPr>
          <p:cNvPr id="169" name="Rectangle 73"/>
          <p:cNvSpPr>
            <a:spLocks noChangeArrowheads="1"/>
          </p:cNvSpPr>
          <p:nvPr/>
        </p:nvSpPr>
        <p:spPr bwMode="auto">
          <a:xfrm>
            <a:off x="5486400" y="29146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18</a:t>
            </a:r>
          </a:p>
        </p:txBody>
      </p:sp>
      <p:sp>
        <p:nvSpPr>
          <p:cNvPr id="170" name="Rectangle 74"/>
          <p:cNvSpPr>
            <a:spLocks noChangeArrowheads="1"/>
          </p:cNvSpPr>
          <p:nvPr/>
        </p:nvSpPr>
        <p:spPr bwMode="auto">
          <a:xfrm>
            <a:off x="3200400" y="33147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19</a:t>
            </a:r>
          </a:p>
        </p:txBody>
      </p:sp>
      <p:sp>
        <p:nvSpPr>
          <p:cNvPr id="171" name="Rectangle 75"/>
          <p:cNvSpPr>
            <a:spLocks noChangeArrowheads="1"/>
          </p:cNvSpPr>
          <p:nvPr/>
        </p:nvSpPr>
        <p:spPr bwMode="auto">
          <a:xfrm>
            <a:off x="3657600" y="33147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172" name="Rectangle 76"/>
          <p:cNvSpPr>
            <a:spLocks noChangeArrowheads="1"/>
          </p:cNvSpPr>
          <p:nvPr/>
        </p:nvSpPr>
        <p:spPr bwMode="auto">
          <a:xfrm>
            <a:off x="4114800" y="33147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21</a:t>
            </a:r>
          </a:p>
        </p:txBody>
      </p:sp>
      <p:sp>
        <p:nvSpPr>
          <p:cNvPr id="173" name="Rectangle 77"/>
          <p:cNvSpPr>
            <a:spLocks noChangeArrowheads="1"/>
          </p:cNvSpPr>
          <p:nvPr/>
        </p:nvSpPr>
        <p:spPr bwMode="auto">
          <a:xfrm>
            <a:off x="4572000" y="33147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22</a:t>
            </a:r>
          </a:p>
        </p:txBody>
      </p:sp>
      <p:sp>
        <p:nvSpPr>
          <p:cNvPr id="174" name="Rectangle 78"/>
          <p:cNvSpPr>
            <a:spLocks noChangeArrowheads="1"/>
          </p:cNvSpPr>
          <p:nvPr/>
        </p:nvSpPr>
        <p:spPr bwMode="auto">
          <a:xfrm>
            <a:off x="5029200" y="33147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23</a:t>
            </a:r>
          </a:p>
        </p:txBody>
      </p:sp>
      <p:sp>
        <p:nvSpPr>
          <p:cNvPr id="175" name="Rectangle 79"/>
          <p:cNvSpPr>
            <a:spLocks noChangeArrowheads="1"/>
          </p:cNvSpPr>
          <p:nvPr/>
        </p:nvSpPr>
        <p:spPr bwMode="auto">
          <a:xfrm>
            <a:off x="5486400" y="33147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24</a:t>
            </a:r>
          </a:p>
        </p:txBody>
      </p:sp>
      <p:sp>
        <p:nvSpPr>
          <p:cNvPr id="176" name="Rectangle 80"/>
          <p:cNvSpPr>
            <a:spLocks noChangeArrowheads="1"/>
          </p:cNvSpPr>
          <p:nvPr/>
        </p:nvSpPr>
        <p:spPr bwMode="auto">
          <a:xfrm>
            <a:off x="3200400" y="37147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25</a:t>
            </a:r>
          </a:p>
        </p:txBody>
      </p:sp>
      <p:sp>
        <p:nvSpPr>
          <p:cNvPr id="177" name="Rectangle 81"/>
          <p:cNvSpPr>
            <a:spLocks noChangeArrowheads="1"/>
          </p:cNvSpPr>
          <p:nvPr/>
        </p:nvSpPr>
        <p:spPr bwMode="auto">
          <a:xfrm>
            <a:off x="3657600" y="37147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26</a:t>
            </a:r>
          </a:p>
        </p:txBody>
      </p:sp>
      <p:sp>
        <p:nvSpPr>
          <p:cNvPr id="178" name="Rectangle 82"/>
          <p:cNvSpPr>
            <a:spLocks noChangeArrowheads="1"/>
          </p:cNvSpPr>
          <p:nvPr/>
        </p:nvSpPr>
        <p:spPr bwMode="auto">
          <a:xfrm>
            <a:off x="4114800" y="37147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27</a:t>
            </a:r>
          </a:p>
        </p:txBody>
      </p:sp>
      <p:sp>
        <p:nvSpPr>
          <p:cNvPr id="179" name="Rectangle 83"/>
          <p:cNvSpPr>
            <a:spLocks noChangeArrowheads="1"/>
          </p:cNvSpPr>
          <p:nvPr/>
        </p:nvSpPr>
        <p:spPr bwMode="auto">
          <a:xfrm>
            <a:off x="4572000" y="37147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28</a:t>
            </a:r>
          </a:p>
        </p:txBody>
      </p:sp>
      <p:sp>
        <p:nvSpPr>
          <p:cNvPr id="180" name="Rectangle 84"/>
          <p:cNvSpPr>
            <a:spLocks noChangeArrowheads="1"/>
          </p:cNvSpPr>
          <p:nvPr/>
        </p:nvSpPr>
        <p:spPr bwMode="auto">
          <a:xfrm>
            <a:off x="5029200" y="37147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29</a:t>
            </a:r>
          </a:p>
        </p:txBody>
      </p:sp>
      <p:sp>
        <p:nvSpPr>
          <p:cNvPr id="181" name="Rectangle 85"/>
          <p:cNvSpPr>
            <a:spLocks noChangeArrowheads="1"/>
          </p:cNvSpPr>
          <p:nvPr/>
        </p:nvSpPr>
        <p:spPr bwMode="auto">
          <a:xfrm>
            <a:off x="5486400" y="37147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82" name="Rectangle 86"/>
          <p:cNvSpPr>
            <a:spLocks noChangeArrowheads="1"/>
          </p:cNvSpPr>
          <p:nvPr/>
        </p:nvSpPr>
        <p:spPr bwMode="auto">
          <a:xfrm>
            <a:off x="3200400" y="41148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31</a:t>
            </a:r>
          </a:p>
        </p:txBody>
      </p:sp>
      <p:sp>
        <p:nvSpPr>
          <p:cNvPr id="183" name="Rectangle 87"/>
          <p:cNvSpPr>
            <a:spLocks noChangeArrowheads="1"/>
          </p:cNvSpPr>
          <p:nvPr/>
        </p:nvSpPr>
        <p:spPr bwMode="auto">
          <a:xfrm>
            <a:off x="3657600" y="41148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84" name="Rectangle 88"/>
          <p:cNvSpPr>
            <a:spLocks noChangeArrowheads="1"/>
          </p:cNvSpPr>
          <p:nvPr/>
        </p:nvSpPr>
        <p:spPr bwMode="auto">
          <a:xfrm>
            <a:off x="4114800" y="41148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33</a:t>
            </a:r>
          </a:p>
        </p:txBody>
      </p:sp>
      <p:sp>
        <p:nvSpPr>
          <p:cNvPr id="185" name="Rectangle 89"/>
          <p:cNvSpPr>
            <a:spLocks noChangeArrowheads="1"/>
          </p:cNvSpPr>
          <p:nvPr/>
        </p:nvSpPr>
        <p:spPr bwMode="auto">
          <a:xfrm>
            <a:off x="4572000" y="41148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34</a:t>
            </a:r>
          </a:p>
        </p:txBody>
      </p:sp>
      <p:sp>
        <p:nvSpPr>
          <p:cNvPr id="186" name="Rectangle 90"/>
          <p:cNvSpPr>
            <a:spLocks noChangeArrowheads="1"/>
          </p:cNvSpPr>
          <p:nvPr/>
        </p:nvSpPr>
        <p:spPr bwMode="auto">
          <a:xfrm>
            <a:off x="5029200" y="41148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35</a:t>
            </a:r>
          </a:p>
        </p:txBody>
      </p:sp>
      <p:sp>
        <p:nvSpPr>
          <p:cNvPr id="187" name="Rectangle 91"/>
          <p:cNvSpPr>
            <a:spLocks noChangeArrowheads="1"/>
          </p:cNvSpPr>
          <p:nvPr/>
        </p:nvSpPr>
        <p:spPr bwMode="auto">
          <a:xfrm>
            <a:off x="5486400" y="41148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36</a:t>
            </a:r>
          </a:p>
        </p:txBody>
      </p:sp>
      <p:sp>
        <p:nvSpPr>
          <p:cNvPr id="188" name="Text Box 92"/>
          <p:cNvSpPr txBox="1">
            <a:spLocks noChangeArrowheads="1"/>
          </p:cNvSpPr>
          <p:nvPr/>
        </p:nvSpPr>
        <p:spPr bwMode="auto">
          <a:xfrm>
            <a:off x="2336800" y="4615815"/>
            <a:ext cx="6210300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S</a:t>
            </a:r>
          </a:p>
          <a:p>
            <a:r>
              <a:rPr lang="en-US" altLang="zh-CN" sz="15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{1,2,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7</a:t>
            </a:r>
            <a:r>
              <a:rPr lang="en-US" altLang="zh-CN" sz="15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,8,9,13,19}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, 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3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4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5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6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10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{11,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17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12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{14,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20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,26,27},{15,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16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,21}</a:t>
            </a: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.</a:t>
            </a: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.</a:t>
            </a: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{22,23,24,29,30,32,33,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34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,35,36}</a:t>
            </a:r>
          </a:p>
        </p:txBody>
      </p:sp>
      <p:sp>
        <p:nvSpPr>
          <p:cNvPr id="189" name="Text Box 93"/>
          <p:cNvSpPr txBox="1">
            <a:spLocks noChangeArrowheads="1"/>
          </p:cNvSpPr>
          <p:nvPr/>
        </p:nvSpPr>
        <p:spPr bwMode="auto">
          <a:xfrm>
            <a:off x="2945326" y="1633055"/>
            <a:ext cx="114808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Pick (8,14)</a:t>
            </a:r>
          </a:p>
        </p:txBody>
      </p:sp>
      <p:sp>
        <p:nvSpPr>
          <p:cNvPr id="190" name="Line 94"/>
          <p:cNvSpPr>
            <a:spLocks noChangeShapeType="1"/>
          </p:cNvSpPr>
          <p:nvPr/>
        </p:nvSpPr>
        <p:spPr bwMode="auto">
          <a:xfrm>
            <a:off x="320040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91" name="Line 95"/>
          <p:cNvSpPr>
            <a:spLocks noChangeShapeType="1"/>
          </p:cNvSpPr>
          <p:nvPr/>
        </p:nvSpPr>
        <p:spPr bwMode="auto">
          <a:xfrm>
            <a:off x="5429250" y="44577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689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355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605668-73F3-423B-BD59-799A620F1679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355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2355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789C5D-5330-406C-885C-38EC5BE23968}" type="slidenum">
              <a:rPr lang="en-US" altLang="zh-CN" sz="790"/>
              <a:pPr/>
              <a:t>42</a:t>
            </a:fld>
            <a:endParaRPr lang="en-US" altLang="zh-CN" sz="790"/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2195736" y="1952330"/>
            <a:ext cx="1566174" cy="40151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S</a:t>
            </a:r>
          </a:p>
          <a:p>
            <a:r>
              <a:rPr lang="en-US" altLang="zh-CN" sz="15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{1,2,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7</a:t>
            </a:r>
            <a:r>
              <a:rPr lang="en-US" altLang="zh-CN" sz="1500" dirty="0">
                <a:solidFill>
                  <a:schemeClr val="accent2"/>
                </a:solidFill>
                <a:latin typeface="Sitka Text" pitchFamily="2" charset="0"/>
                <a:ea typeface="宋体" panose="02010600030101010101" pitchFamily="2" charset="-122"/>
              </a:rPr>
              <a:t>,</a:t>
            </a:r>
            <a:r>
              <a:rPr lang="en-US" altLang="zh-CN" sz="15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8,9,13,19}</a:t>
            </a:r>
          </a:p>
          <a:p>
            <a:r>
              <a:rPr lang="en-US" altLang="zh-CN" sz="1500" dirty="0">
                <a:latin typeface="Sitka Text" pitchFamily="2" charset="0"/>
              </a:rPr>
              <a:t>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3</a:t>
            </a:r>
            <a:r>
              <a:rPr lang="en-US" altLang="zh-CN" sz="1500" dirty="0">
                <a:latin typeface="Sitka Text" pitchFamily="2" charset="0"/>
              </a:rPr>
              <a:t>}</a:t>
            </a:r>
          </a:p>
          <a:p>
            <a:r>
              <a:rPr lang="en-US" altLang="zh-CN" sz="1500" dirty="0">
                <a:latin typeface="Sitka Text" pitchFamily="2" charset="0"/>
              </a:rPr>
              <a:t>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4</a:t>
            </a:r>
            <a:r>
              <a:rPr lang="en-US" altLang="zh-CN" sz="1500" dirty="0">
                <a:latin typeface="Sitka Text" pitchFamily="2" charset="0"/>
              </a:rPr>
              <a:t>}</a:t>
            </a:r>
          </a:p>
          <a:p>
            <a:r>
              <a:rPr lang="en-US" altLang="zh-CN" sz="1500" dirty="0">
                <a:latin typeface="Sitka Text" pitchFamily="2" charset="0"/>
              </a:rPr>
              <a:t>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5</a:t>
            </a:r>
            <a:r>
              <a:rPr lang="en-US" altLang="zh-CN" sz="1500" dirty="0">
                <a:latin typeface="Sitka Text" pitchFamily="2" charset="0"/>
              </a:rPr>
              <a:t>}</a:t>
            </a:r>
          </a:p>
          <a:p>
            <a:r>
              <a:rPr lang="en-US" altLang="zh-CN" sz="1500" dirty="0">
                <a:latin typeface="Sitka Text" pitchFamily="2" charset="0"/>
              </a:rPr>
              <a:t>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6</a:t>
            </a:r>
            <a:r>
              <a:rPr lang="en-US" altLang="zh-CN" sz="1500" dirty="0">
                <a:latin typeface="Sitka Text" pitchFamily="2" charset="0"/>
              </a:rPr>
              <a:t>}</a:t>
            </a:r>
          </a:p>
          <a:p>
            <a:r>
              <a:rPr lang="en-US" altLang="zh-CN" sz="1500" dirty="0">
                <a:latin typeface="Sitka Text" pitchFamily="2" charset="0"/>
              </a:rPr>
              <a:t>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10</a:t>
            </a:r>
            <a:r>
              <a:rPr lang="en-US" altLang="zh-CN" sz="1500" dirty="0">
                <a:latin typeface="Sitka Text" pitchFamily="2" charset="0"/>
              </a:rPr>
              <a:t>}</a:t>
            </a:r>
          </a:p>
          <a:p>
            <a:r>
              <a:rPr lang="en-US" altLang="zh-CN" sz="1500" dirty="0">
                <a:latin typeface="Sitka Text" pitchFamily="2" charset="0"/>
              </a:rPr>
              <a:t>{11,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17</a:t>
            </a:r>
            <a:r>
              <a:rPr lang="en-US" altLang="zh-CN" sz="1500" dirty="0">
                <a:latin typeface="Sitka Text" pitchFamily="2" charset="0"/>
              </a:rPr>
              <a:t>}</a:t>
            </a:r>
          </a:p>
          <a:p>
            <a:r>
              <a:rPr lang="en-US" altLang="zh-CN" sz="1500" dirty="0">
                <a:latin typeface="Sitka Text" pitchFamily="2" charset="0"/>
              </a:rPr>
              <a:t>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12</a:t>
            </a:r>
            <a:r>
              <a:rPr lang="en-US" altLang="zh-CN" sz="1500" dirty="0">
                <a:latin typeface="Sitka Text" pitchFamily="2" charset="0"/>
              </a:rPr>
              <a:t>}</a:t>
            </a:r>
          </a:p>
          <a:p>
            <a:r>
              <a:rPr lang="en-US" altLang="zh-CN" sz="1500" dirty="0">
                <a:latin typeface="Sitka Text" pitchFamily="2" charset="0"/>
              </a:rPr>
              <a:t>{14,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20</a:t>
            </a:r>
            <a:r>
              <a:rPr lang="en-US" altLang="zh-CN" sz="1500" dirty="0">
                <a:latin typeface="Sitka Text" pitchFamily="2" charset="0"/>
              </a:rPr>
              <a:t>,26,27}</a:t>
            </a:r>
          </a:p>
          <a:p>
            <a:r>
              <a:rPr lang="en-US" altLang="zh-CN" sz="1500" dirty="0">
                <a:latin typeface="Sitka Text" pitchFamily="2" charset="0"/>
              </a:rPr>
              <a:t>{15,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16</a:t>
            </a:r>
            <a:r>
              <a:rPr lang="en-US" altLang="zh-CN" sz="1500" dirty="0">
                <a:latin typeface="Sitka Text" pitchFamily="2" charset="0"/>
              </a:rPr>
              <a:t>,21}</a:t>
            </a:r>
            <a:endParaRPr lang="en-US" altLang="zh-CN" sz="1500" dirty="0">
              <a:latin typeface="Sitka Text" pitchFamily="2" charset="0"/>
              <a:ea typeface="宋体" panose="02010600030101010101" pitchFamily="2" charset="-122"/>
            </a:endParaRP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.</a:t>
            </a: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.</a:t>
            </a: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{22,23,24,29,39,32, 33,</a:t>
            </a:r>
            <a:r>
              <a:rPr lang="en-US" altLang="zh-CN" sz="1500" u="sng" dirty="0">
                <a:solidFill>
                  <a:srgbClr val="374FFF"/>
                </a:solidFill>
                <a:latin typeface="Sitka Text" pitchFamily="2" charset="0"/>
                <a:ea typeface="宋体" panose="02010600030101010101" pitchFamily="2" charset="-122"/>
              </a:rPr>
              <a:t>34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,35,36}</a:t>
            </a:r>
          </a:p>
          <a:p>
            <a:endParaRPr lang="en-US" altLang="zh-CN" sz="1500" dirty="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3988038" y="2398818"/>
            <a:ext cx="1410970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Find(8) = 7</a:t>
            </a: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Find(14) = 20</a:t>
            </a: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5412918" y="2006336"/>
            <a:ext cx="1602990" cy="378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S</a:t>
            </a:r>
          </a:p>
          <a:p>
            <a:r>
              <a:rPr lang="en-US" altLang="zh-CN" sz="15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{1,2,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7</a:t>
            </a:r>
            <a:r>
              <a:rPr lang="en-US" altLang="zh-CN" sz="15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,8,9,13,19,14,20 26,27}</a:t>
            </a:r>
          </a:p>
          <a:p>
            <a:r>
              <a:rPr lang="en-US" altLang="zh-CN" sz="1500" dirty="0">
                <a:latin typeface="Sitka Text" pitchFamily="2" charset="0"/>
              </a:rPr>
              <a:t>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3</a:t>
            </a:r>
            <a:r>
              <a:rPr lang="en-US" altLang="zh-CN" sz="1500" dirty="0">
                <a:latin typeface="Sitka Text" pitchFamily="2" charset="0"/>
              </a:rPr>
              <a:t>}</a:t>
            </a:r>
          </a:p>
          <a:p>
            <a:r>
              <a:rPr lang="en-US" altLang="zh-CN" sz="1500" dirty="0">
                <a:latin typeface="Sitka Text" pitchFamily="2" charset="0"/>
              </a:rPr>
              <a:t>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4</a:t>
            </a:r>
            <a:r>
              <a:rPr lang="en-US" altLang="zh-CN" sz="1500" dirty="0">
                <a:latin typeface="Sitka Text" pitchFamily="2" charset="0"/>
              </a:rPr>
              <a:t>}</a:t>
            </a:r>
          </a:p>
          <a:p>
            <a:r>
              <a:rPr lang="en-US" altLang="zh-CN" sz="1500" dirty="0">
                <a:latin typeface="Sitka Text" pitchFamily="2" charset="0"/>
              </a:rPr>
              <a:t>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5</a:t>
            </a:r>
            <a:r>
              <a:rPr lang="en-US" altLang="zh-CN" sz="1500" dirty="0">
                <a:latin typeface="Sitka Text" pitchFamily="2" charset="0"/>
              </a:rPr>
              <a:t>}</a:t>
            </a:r>
          </a:p>
          <a:p>
            <a:r>
              <a:rPr lang="en-US" altLang="zh-CN" sz="1500" dirty="0">
                <a:latin typeface="Sitka Text" pitchFamily="2" charset="0"/>
              </a:rPr>
              <a:t>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6</a:t>
            </a:r>
            <a:r>
              <a:rPr lang="en-US" altLang="zh-CN" sz="1500" dirty="0">
                <a:latin typeface="Sitka Text" pitchFamily="2" charset="0"/>
              </a:rPr>
              <a:t>}</a:t>
            </a:r>
          </a:p>
          <a:p>
            <a:r>
              <a:rPr lang="en-US" altLang="zh-CN" sz="1500" dirty="0">
                <a:latin typeface="Sitka Text" pitchFamily="2" charset="0"/>
              </a:rPr>
              <a:t>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10</a:t>
            </a:r>
            <a:r>
              <a:rPr lang="en-US" altLang="zh-CN" sz="1500" dirty="0">
                <a:latin typeface="Sitka Text" pitchFamily="2" charset="0"/>
              </a:rPr>
              <a:t>}</a:t>
            </a:r>
          </a:p>
          <a:p>
            <a:r>
              <a:rPr lang="en-US" altLang="zh-CN" sz="1500" dirty="0">
                <a:latin typeface="Sitka Text" pitchFamily="2" charset="0"/>
              </a:rPr>
              <a:t>{11,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17</a:t>
            </a:r>
            <a:r>
              <a:rPr lang="en-US" altLang="zh-CN" sz="1500" dirty="0">
                <a:latin typeface="Sitka Text" pitchFamily="2" charset="0"/>
              </a:rPr>
              <a:t>}</a:t>
            </a:r>
          </a:p>
          <a:p>
            <a:r>
              <a:rPr lang="en-US" altLang="zh-CN" sz="1500" dirty="0">
                <a:latin typeface="Sitka Text" pitchFamily="2" charset="0"/>
              </a:rPr>
              <a:t>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12</a:t>
            </a:r>
            <a:r>
              <a:rPr lang="en-US" altLang="zh-CN" sz="1500" dirty="0">
                <a:latin typeface="Sitka Text" pitchFamily="2" charset="0"/>
              </a:rPr>
              <a:t>}</a:t>
            </a:r>
          </a:p>
          <a:p>
            <a:r>
              <a:rPr lang="en-US" altLang="zh-CN" sz="1500" dirty="0">
                <a:latin typeface="Sitka Text" pitchFamily="2" charset="0"/>
              </a:rPr>
              <a:t>{15,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</a:rPr>
              <a:t>16</a:t>
            </a:r>
            <a:r>
              <a:rPr lang="en-US" altLang="zh-CN" sz="1500" dirty="0">
                <a:latin typeface="Sitka Text" pitchFamily="2" charset="0"/>
              </a:rPr>
              <a:t>,21}</a:t>
            </a: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.</a:t>
            </a: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.</a:t>
            </a: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{22,23,24,29,39,32,33,</a:t>
            </a:r>
            <a:r>
              <a:rPr lang="en-US" altLang="zh-CN" sz="1500" u="sng" dirty="0">
                <a:solidFill>
                  <a:srgbClr val="374FFF"/>
                </a:solidFill>
                <a:latin typeface="Sitka Text" pitchFamily="2" charset="0"/>
                <a:ea typeface="宋体" panose="02010600030101010101" pitchFamily="2" charset="-122"/>
              </a:rPr>
              <a:t>34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,35,36}</a:t>
            </a:r>
          </a:p>
          <a:p>
            <a:endParaRPr lang="en-US" altLang="zh-CN" sz="1500" dirty="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3977934" y="3077311"/>
            <a:ext cx="127444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Union(7,20)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710086" y="2466679"/>
            <a:ext cx="1257300" cy="138014"/>
            <a:chOff x="946448" y="3097560"/>
            <a:chExt cx="1752600" cy="152400"/>
          </a:xfrm>
        </p:grpSpPr>
        <p:sp>
          <p:nvSpPr>
            <p:cNvPr id="21" name="Line 8"/>
            <p:cNvSpPr>
              <a:spLocks noChangeShapeType="1"/>
            </p:cNvSpPr>
            <p:nvPr/>
          </p:nvSpPr>
          <p:spPr bwMode="auto">
            <a:xfrm flipH="1">
              <a:off x="946448" y="3249960"/>
              <a:ext cx="1752600" cy="0"/>
            </a:xfrm>
            <a:prstGeom prst="line">
              <a:avLst/>
            </a:prstGeom>
            <a:noFill/>
            <a:ln w="28575">
              <a:solidFill>
                <a:schemeClr val="accent4">
                  <a:lumMod val="75000"/>
                </a:scheme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  <p:sp>
          <p:nvSpPr>
            <p:cNvPr id="22" name="Line 9"/>
            <p:cNvSpPr>
              <a:spLocks noChangeShapeType="1"/>
            </p:cNvSpPr>
            <p:nvPr/>
          </p:nvSpPr>
          <p:spPr bwMode="auto">
            <a:xfrm flipV="1">
              <a:off x="946448" y="3097560"/>
              <a:ext cx="0" cy="152400"/>
            </a:xfrm>
            <a:prstGeom prst="line">
              <a:avLst/>
            </a:prstGeom>
            <a:noFill/>
            <a:ln w="28575">
              <a:solidFill>
                <a:schemeClr val="accent4">
                  <a:lumMod val="75000"/>
                </a:schemeClr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767236" y="2809580"/>
            <a:ext cx="1183815" cy="1257300"/>
            <a:chOff x="1022648" y="3554760"/>
            <a:chExt cx="1752600" cy="1676400"/>
          </a:xfrm>
        </p:grpSpPr>
        <p:sp>
          <p:nvSpPr>
            <p:cNvPr id="23" name="Line 10"/>
            <p:cNvSpPr>
              <a:spLocks noChangeShapeType="1"/>
            </p:cNvSpPr>
            <p:nvPr/>
          </p:nvSpPr>
          <p:spPr bwMode="auto">
            <a:xfrm flipH="1">
              <a:off x="1784648" y="3554760"/>
              <a:ext cx="9906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  <p:sp>
          <p:nvSpPr>
            <p:cNvPr id="24" name="Line 11"/>
            <p:cNvSpPr>
              <a:spLocks noChangeShapeType="1"/>
            </p:cNvSpPr>
            <p:nvPr/>
          </p:nvSpPr>
          <p:spPr bwMode="auto">
            <a:xfrm flipH="1">
              <a:off x="1022648" y="3554760"/>
              <a:ext cx="762000" cy="16764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</p:grpSp>
      <p:sp>
        <p:nvSpPr>
          <p:cNvPr id="25" name="Line 12"/>
          <p:cNvSpPr>
            <a:spLocks noChangeShapeType="1"/>
          </p:cNvSpPr>
          <p:nvPr/>
        </p:nvSpPr>
        <p:spPr bwMode="auto">
          <a:xfrm flipV="1">
            <a:off x="5138425" y="2708414"/>
            <a:ext cx="837731" cy="499736"/>
          </a:xfrm>
          <a:prstGeom prst="line">
            <a:avLst/>
          </a:prstGeom>
          <a:noFill/>
          <a:ln w="28575">
            <a:solidFill>
              <a:srgbClr val="374F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26" name="Text Box 93"/>
          <p:cNvSpPr txBox="1">
            <a:spLocks noChangeArrowheads="1"/>
          </p:cNvSpPr>
          <p:nvPr/>
        </p:nvSpPr>
        <p:spPr bwMode="auto">
          <a:xfrm>
            <a:off x="2195736" y="1573690"/>
            <a:ext cx="114808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Pick (8,14)</a:t>
            </a:r>
          </a:p>
        </p:txBody>
      </p:sp>
      <p:sp>
        <p:nvSpPr>
          <p:cNvPr id="4" name="右箭头 3"/>
          <p:cNvSpPr/>
          <p:nvPr/>
        </p:nvSpPr>
        <p:spPr>
          <a:xfrm>
            <a:off x="3978880" y="3348000"/>
            <a:ext cx="1240965" cy="21602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066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457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205EDB-1E45-43DE-833B-9BC1EC51D626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45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24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6D1635-E031-45BE-AF5D-5668E0DFC2B3}" type="slidenum">
              <a:rPr lang="en-US" altLang="zh-CN" sz="790"/>
              <a:pPr/>
              <a:t>43</a:t>
            </a:fld>
            <a:endParaRPr lang="en-US" altLang="zh-CN" sz="790"/>
          </a:p>
        </p:txBody>
      </p:sp>
      <p:sp>
        <p:nvSpPr>
          <p:cNvPr id="98" name="Line 3"/>
          <p:cNvSpPr>
            <a:spLocks noChangeShapeType="1"/>
          </p:cNvSpPr>
          <p:nvPr/>
        </p:nvSpPr>
        <p:spPr bwMode="auto">
          <a:xfrm>
            <a:off x="3625602" y="21617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9" name="Line 4"/>
          <p:cNvSpPr>
            <a:spLocks noChangeShapeType="1"/>
          </p:cNvSpPr>
          <p:nvPr/>
        </p:nvSpPr>
        <p:spPr bwMode="auto">
          <a:xfrm>
            <a:off x="4082802" y="21617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0" name="Line 5"/>
          <p:cNvSpPr>
            <a:spLocks noChangeShapeType="1"/>
          </p:cNvSpPr>
          <p:nvPr/>
        </p:nvSpPr>
        <p:spPr bwMode="auto">
          <a:xfrm>
            <a:off x="4082802" y="21617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1" name="Line 6"/>
          <p:cNvSpPr>
            <a:spLocks noChangeShapeType="1"/>
          </p:cNvSpPr>
          <p:nvPr/>
        </p:nvSpPr>
        <p:spPr bwMode="auto">
          <a:xfrm>
            <a:off x="4540002" y="21617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2" name="Line 7"/>
          <p:cNvSpPr>
            <a:spLocks noChangeShapeType="1"/>
          </p:cNvSpPr>
          <p:nvPr/>
        </p:nvSpPr>
        <p:spPr bwMode="auto">
          <a:xfrm>
            <a:off x="4540002" y="21617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3" name="Line 8"/>
          <p:cNvSpPr>
            <a:spLocks noChangeShapeType="1"/>
          </p:cNvSpPr>
          <p:nvPr/>
        </p:nvSpPr>
        <p:spPr bwMode="auto">
          <a:xfrm>
            <a:off x="4997202" y="21617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4" name="Line 9"/>
          <p:cNvSpPr>
            <a:spLocks noChangeShapeType="1"/>
          </p:cNvSpPr>
          <p:nvPr/>
        </p:nvSpPr>
        <p:spPr bwMode="auto">
          <a:xfrm>
            <a:off x="4997202" y="21617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5" name="Line 10"/>
          <p:cNvSpPr>
            <a:spLocks noChangeShapeType="1"/>
          </p:cNvSpPr>
          <p:nvPr/>
        </p:nvSpPr>
        <p:spPr bwMode="auto">
          <a:xfrm>
            <a:off x="5454402" y="21617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6" name="Line 11"/>
          <p:cNvSpPr>
            <a:spLocks noChangeShapeType="1"/>
          </p:cNvSpPr>
          <p:nvPr/>
        </p:nvSpPr>
        <p:spPr bwMode="auto">
          <a:xfrm>
            <a:off x="5454402" y="21617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7" name="Line 12"/>
          <p:cNvSpPr>
            <a:spLocks noChangeShapeType="1"/>
          </p:cNvSpPr>
          <p:nvPr/>
        </p:nvSpPr>
        <p:spPr bwMode="auto">
          <a:xfrm>
            <a:off x="5911602" y="21617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8" name="Line 13"/>
          <p:cNvSpPr>
            <a:spLocks noChangeShapeType="1"/>
          </p:cNvSpPr>
          <p:nvPr/>
        </p:nvSpPr>
        <p:spPr bwMode="auto">
          <a:xfrm>
            <a:off x="3168402" y="25617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9" name="Line 14"/>
          <p:cNvSpPr>
            <a:spLocks noChangeShapeType="1"/>
          </p:cNvSpPr>
          <p:nvPr/>
        </p:nvSpPr>
        <p:spPr bwMode="auto">
          <a:xfrm>
            <a:off x="4082802" y="25617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0" name="Line 15"/>
          <p:cNvSpPr>
            <a:spLocks noChangeShapeType="1"/>
          </p:cNvSpPr>
          <p:nvPr/>
        </p:nvSpPr>
        <p:spPr bwMode="auto">
          <a:xfrm>
            <a:off x="4540002" y="25617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1" name="Line 16"/>
          <p:cNvSpPr>
            <a:spLocks noChangeShapeType="1"/>
          </p:cNvSpPr>
          <p:nvPr/>
        </p:nvSpPr>
        <p:spPr bwMode="auto">
          <a:xfrm>
            <a:off x="4540002" y="25617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2" name="Line 17"/>
          <p:cNvSpPr>
            <a:spLocks noChangeShapeType="1"/>
          </p:cNvSpPr>
          <p:nvPr/>
        </p:nvSpPr>
        <p:spPr bwMode="auto">
          <a:xfrm>
            <a:off x="4997202" y="25617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3" name="Line 18"/>
          <p:cNvSpPr>
            <a:spLocks noChangeShapeType="1"/>
          </p:cNvSpPr>
          <p:nvPr/>
        </p:nvSpPr>
        <p:spPr bwMode="auto">
          <a:xfrm>
            <a:off x="4997202" y="25617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4" name="Line 19"/>
          <p:cNvSpPr>
            <a:spLocks noChangeShapeType="1"/>
          </p:cNvSpPr>
          <p:nvPr/>
        </p:nvSpPr>
        <p:spPr bwMode="auto">
          <a:xfrm>
            <a:off x="5454402" y="25617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5" name="Line 20"/>
          <p:cNvSpPr>
            <a:spLocks noChangeShapeType="1"/>
          </p:cNvSpPr>
          <p:nvPr/>
        </p:nvSpPr>
        <p:spPr bwMode="auto">
          <a:xfrm>
            <a:off x="5454402" y="25617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6" name="Line 21"/>
          <p:cNvSpPr>
            <a:spLocks noChangeShapeType="1"/>
          </p:cNvSpPr>
          <p:nvPr/>
        </p:nvSpPr>
        <p:spPr bwMode="auto">
          <a:xfrm>
            <a:off x="5911602" y="25617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7" name="Line 22"/>
          <p:cNvSpPr>
            <a:spLocks noChangeShapeType="1"/>
          </p:cNvSpPr>
          <p:nvPr/>
        </p:nvSpPr>
        <p:spPr bwMode="auto">
          <a:xfrm>
            <a:off x="3625602" y="29618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8" name="Line 24"/>
          <p:cNvSpPr>
            <a:spLocks noChangeShapeType="1"/>
          </p:cNvSpPr>
          <p:nvPr/>
        </p:nvSpPr>
        <p:spPr bwMode="auto">
          <a:xfrm>
            <a:off x="4082802" y="29618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9" name="Line 25"/>
          <p:cNvSpPr>
            <a:spLocks noChangeShapeType="1"/>
          </p:cNvSpPr>
          <p:nvPr/>
        </p:nvSpPr>
        <p:spPr bwMode="auto">
          <a:xfrm>
            <a:off x="4082802" y="29618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0" name="Line 26"/>
          <p:cNvSpPr>
            <a:spLocks noChangeShapeType="1"/>
          </p:cNvSpPr>
          <p:nvPr/>
        </p:nvSpPr>
        <p:spPr bwMode="auto">
          <a:xfrm>
            <a:off x="4540002" y="29618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1" name="Line 27"/>
          <p:cNvSpPr>
            <a:spLocks noChangeShapeType="1"/>
          </p:cNvSpPr>
          <p:nvPr/>
        </p:nvSpPr>
        <p:spPr bwMode="auto">
          <a:xfrm>
            <a:off x="4997202" y="29618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2" name="Line 28"/>
          <p:cNvSpPr>
            <a:spLocks noChangeShapeType="1"/>
          </p:cNvSpPr>
          <p:nvPr/>
        </p:nvSpPr>
        <p:spPr bwMode="auto">
          <a:xfrm>
            <a:off x="5454402" y="29618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3" name="Line 29"/>
          <p:cNvSpPr>
            <a:spLocks noChangeShapeType="1"/>
          </p:cNvSpPr>
          <p:nvPr/>
        </p:nvSpPr>
        <p:spPr bwMode="auto">
          <a:xfrm>
            <a:off x="5454402" y="29618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4" name="Line 30"/>
          <p:cNvSpPr>
            <a:spLocks noChangeShapeType="1"/>
          </p:cNvSpPr>
          <p:nvPr/>
        </p:nvSpPr>
        <p:spPr bwMode="auto">
          <a:xfrm>
            <a:off x="5911602" y="29618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5" name="Line 31"/>
          <p:cNvSpPr>
            <a:spLocks noChangeShapeType="1"/>
          </p:cNvSpPr>
          <p:nvPr/>
        </p:nvSpPr>
        <p:spPr bwMode="auto">
          <a:xfrm>
            <a:off x="3625602" y="3361860"/>
            <a:ext cx="0" cy="4000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6" name="Line 32"/>
          <p:cNvSpPr>
            <a:spLocks noChangeShapeType="1"/>
          </p:cNvSpPr>
          <p:nvPr/>
        </p:nvSpPr>
        <p:spPr bwMode="auto">
          <a:xfrm>
            <a:off x="4082802" y="33618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7" name="Line 33"/>
          <p:cNvSpPr>
            <a:spLocks noChangeShapeType="1"/>
          </p:cNvSpPr>
          <p:nvPr/>
        </p:nvSpPr>
        <p:spPr bwMode="auto">
          <a:xfrm>
            <a:off x="4540002" y="33618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8" name="Line 34"/>
          <p:cNvSpPr>
            <a:spLocks noChangeShapeType="1"/>
          </p:cNvSpPr>
          <p:nvPr/>
        </p:nvSpPr>
        <p:spPr bwMode="auto">
          <a:xfrm>
            <a:off x="4540002" y="33618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9" name="Line 35"/>
          <p:cNvSpPr>
            <a:spLocks noChangeShapeType="1"/>
          </p:cNvSpPr>
          <p:nvPr/>
        </p:nvSpPr>
        <p:spPr bwMode="auto">
          <a:xfrm>
            <a:off x="4997202" y="33618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0" name="Line 36"/>
          <p:cNvSpPr>
            <a:spLocks noChangeShapeType="1"/>
          </p:cNvSpPr>
          <p:nvPr/>
        </p:nvSpPr>
        <p:spPr bwMode="auto">
          <a:xfrm>
            <a:off x="5454402" y="33618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1" name="Line 37"/>
          <p:cNvSpPr>
            <a:spLocks noChangeShapeType="1"/>
          </p:cNvSpPr>
          <p:nvPr/>
        </p:nvSpPr>
        <p:spPr bwMode="auto">
          <a:xfrm>
            <a:off x="5454402" y="33618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2" name="Line 38"/>
          <p:cNvSpPr>
            <a:spLocks noChangeShapeType="1"/>
          </p:cNvSpPr>
          <p:nvPr/>
        </p:nvSpPr>
        <p:spPr bwMode="auto">
          <a:xfrm>
            <a:off x="5911602" y="33618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3" name="Line 39"/>
          <p:cNvSpPr>
            <a:spLocks noChangeShapeType="1"/>
          </p:cNvSpPr>
          <p:nvPr/>
        </p:nvSpPr>
        <p:spPr bwMode="auto">
          <a:xfrm>
            <a:off x="3168402" y="3761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4" name="Line 40"/>
          <p:cNvSpPr>
            <a:spLocks noChangeShapeType="1"/>
          </p:cNvSpPr>
          <p:nvPr/>
        </p:nvSpPr>
        <p:spPr bwMode="auto">
          <a:xfrm>
            <a:off x="3625602" y="37619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5" name="Line 41"/>
          <p:cNvSpPr>
            <a:spLocks noChangeShapeType="1"/>
          </p:cNvSpPr>
          <p:nvPr/>
        </p:nvSpPr>
        <p:spPr bwMode="auto">
          <a:xfrm>
            <a:off x="4082802" y="3761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6" name="Line 42"/>
          <p:cNvSpPr>
            <a:spLocks noChangeShapeType="1"/>
          </p:cNvSpPr>
          <p:nvPr/>
        </p:nvSpPr>
        <p:spPr bwMode="auto">
          <a:xfrm>
            <a:off x="4540002" y="37619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7" name="Line 43"/>
          <p:cNvSpPr>
            <a:spLocks noChangeShapeType="1"/>
          </p:cNvSpPr>
          <p:nvPr/>
        </p:nvSpPr>
        <p:spPr bwMode="auto">
          <a:xfrm>
            <a:off x="4540002" y="37619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8" name="Line 44"/>
          <p:cNvSpPr>
            <a:spLocks noChangeShapeType="1"/>
          </p:cNvSpPr>
          <p:nvPr/>
        </p:nvSpPr>
        <p:spPr bwMode="auto">
          <a:xfrm>
            <a:off x="4997202" y="37619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39" name="Line 45"/>
          <p:cNvSpPr>
            <a:spLocks noChangeShapeType="1"/>
          </p:cNvSpPr>
          <p:nvPr/>
        </p:nvSpPr>
        <p:spPr bwMode="auto">
          <a:xfrm>
            <a:off x="5911602" y="37619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0" name="Line 46"/>
          <p:cNvSpPr>
            <a:spLocks noChangeShapeType="1"/>
          </p:cNvSpPr>
          <p:nvPr/>
        </p:nvSpPr>
        <p:spPr bwMode="auto">
          <a:xfrm>
            <a:off x="3168402" y="41619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1" name="Line 47"/>
          <p:cNvSpPr>
            <a:spLocks noChangeShapeType="1"/>
          </p:cNvSpPr>
          <p:nvPr/>
        </p:nvSpPr>
        <p:spPr bwMode="auto">
          <a:xfrm>
            <a:off x="3625602" y="416196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2" name="Line 48"/>
          <p:cNvSpPr>
            <a:spLocks noChangeShapeType="1"/>
          </p:cNvSpPr>
          <p:nvPr/>
        </p:nvSpPr>
        <p:spPr bwMode="auto">
          <a:xfrm>
            <a:off x="3625602" y="41619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3" name="Line 49"/>
          <p:cNvSpPr>
            <a:spLocks noChangeShapeType="1"/>
          </p:cNvSpPr>
          <p:nvPr/>
        </p:nvSpPr>
        <p:spPr bwMode="auto">
          <a:xfrm>
            <a:off x="4082802" y="41619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4" name="Line 50"/>
          <p:cNvSpPr>
            <a:spLocks noChangeShapeType="1"/>
          </p:cNvSpPr>
          <p:nvPr/>
        </p:nvSpPr>
        <p:spPr bwMode="auto">
          <a:xfrm>
            <a:off x="4540002" y="41619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5" name="Line 51"/>
          <p:cNvSpPr>
            <a:spLocks noChangeShapeType="1"/>
          </p:cNvSpPr>
          <p:nvPr/>
        </p:nvSpPr>
        <p:spPr bwMode="auto">
          <a:xfrm>
            <a:off x="5454402" y="416196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6" name="Line 52"/>
          <p:cNvSpPr>
            <a:spLocks noChangeShapeType="1"/>
          </p:cNvSpPr>
          <p:nvPr/>
        </p:nvSpPr>
        <p:spPr bwMode="auto">
          <a:xfrm rot="10800000">
            <a:off x="3168402" y="456201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7" name="Line 53"/>
          <p:cNvSpPr>
            <a:spLocks noChangeShapeType="1"/>
          </p:cNvSpPr>
          <p:nvPr/>
        </p:nvSpPr>
        <p:spPr bwMode="auto">
          <a:xfrm rot="10800000">
            <a:off x="3168402" y="2561760"/>
            <a:ext cx="0" cy="200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48" name="Text Box 54"/>
          <p:cNvSpPr txBox="1">
            <a:spLocks noChangeArrowheads="1"/>
          </p:cNvSpPr>
          <p:nvPr/>
        </p:nvSpPr>
        <p:spPr bwMode="auto">
          <a:xfrm>
            <a:off x="2654052" y="2161710"/>
            <a:ext cx="62484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Start</a:t>
            </a:r>
          </a:p>
        </p:txBody>
      </p:sp>
      <p:sp>
        <p:nvSpPr>
          <p:cNvPr id="149" name="Text Box 55"/>
          <p:cNvSpPr txBox="1">
            <a:spLocks noChangeArrowheads="1"/>
          </p:cNvSpPr>
          <p:nvPr/>
        </p:nvSpPr>
        <p:spPr bwMode="auto">
          <a:xfrm>
            <a:off x="5911602" y="4219110"/>
            <a:ext cx="52895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End</a:t>
            </a:r>
          </a:p>
        </p:txBody>
      </p:sp>
      <p:sp>
        <p:nvSpPr>
          <p:cNvPr id="150" name="Rectangle 56"/>
          <p:cNvSpPr>
            <a:spLocks noChangeArrowheads="1"/>
          </p:cNvSpPr>
          <p:nvPr/>
        </p:nvSpPr>
        <p:spPr bwMode="auto">
          <a:xfrm>
            <a:off x="3225552" y="22188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1" name="Rectangle 57"/>
          <p:cNvSpPr>
            <a:spLocks noChangeArrowheads="1"/>
          </p:cNvSpPr>
          <p:nvPr/>
        </p:nvSpPr>
        <p:spPr bwMode="auto">
          <a:xfrm>
            <a:off x="3682752" y="22188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2" name="Rectangle 58"/>
          <p:cNvSpPr>
            <a:spLocks noChangeArrowheads="1"/>
          </p:cNvSpPr>
          <p:nvPr/>
        </p:nvSpPr>
        <p:spPr bwMode="auto">
          <a:xfrm>
            <a:off x="4139952" y="22188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53" name="Rectangle 59"/>
          <p:cNvSpPr>
            <a:spLocks noChangeArrowheads="1"/>
          </p:cNvSpPr>
          <p:nvPr/>
        </p:nvSpPr>
        <p:spPr bwMode="auto">
          <a:xfrm>
            <a:off x="4597152" y="22188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54" name="Rectangle 60"/>
          <p:cNvSpPr>
            <a:spLocks noChangeArrowheads="1"/>
          </p:cNvSpPr>
          <p:nvPr/>
        </p:nvSpPr>
        <p:spPr bwMode="auto">
          <a:xfrm>
            <a:off x="5054352" y="22188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55" name="Rectangle 61"/>
          <p:cNvSpPr>
            <a:spLocks noChangeArrowheads="1"/>
          </p:cNvSpPr>
          <p:nvPr/>
        </p:nvSpPr>
        <p:spPr bwMode="auto">
          <a:xfrm>
            <a:off x="5511552" y="22188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56" name="Rectangle 62"/>
          <p:cNvSpPr>
            <a:spLocks noChangeArrowheads="1"/>
          </p:cNvSpPr>
          <p:nvPr/>
        </p:nvSpPr>
        <p:spPr bwMode="auto">
          <a:xfrm>
            <a:off x="3225552" y="26189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57" name="Rectangle 63"/>
          <p:cNvSpPr>
            <a:spLocks noChangeArrowheads="1"/>
          </p:cNvSpPr>
          <p:nvPr/>
        </p:nvSpPr>
        <p:spPr bwMode="auto">
          <a:xfrm>
            <a:off x="3682752" y="26189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58" name="Rectangle 64"/>
          <p:cNvSpPr>
            <a:spLocks noChangeArrowheads="1"/>
          </p:cNvSpPr>
          <p:nvPr/>
        </p:nvSpPr>
        <p:spPr bwMode="auto">
          <a:xfrm>
            <a:off x="4139952" y="26189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59" name="Rectangle 65"/>
          <p:cNvSpPr>
            <a:spLocks noChangeArrowheads="1"/>
          </p:cNvSpPr>
          <p:nvPr/>
        </p:nvSpPr>
        <p:spPr bwMode="auto">
          <a:xfrm>
            <a:off x="4597152" y="26189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60" name="Rectangle 66"/>
          <p:cNvSpPr>
            <a:spLocks noChangeArrowheads="1"/>
          </p:cNvSpPr>
          <p:nvPr/>
        </p:nvSpPr>
        <p:spPr bwMode="auto">
          <a:xfrm>
            <a:off x="5054352" y="26189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11</a:t>
            </a:r>
          </a:p>
        </p:txBody>
      </p:sp>
      <p:sp>
        <p:nvSpPr>
          <p:cNvPr id="161" name="Rectangle 67"/>
          <p:cNvSpPr>
            <a:spLocks noChangeArrowheads="1"/>
          </p:cNvSpPr>
          <p:nvPr/>
        </p:nvSpPr>
        <p:spPr bwMode="auto">
          <a:xfrm>
            <a:off x="5511552" y="26189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62" name="Rectangle 68"/>
          <p:cNvSpPr>
            <a:spLocks noChangeArrowheads="1"/>
          </p:cNvSpPr>
          <p:nvPr/>
        </p:nvSpPr>
        <p:spPr bwMode="auto">
          <a:xfrm>
            <a:off x="3225552" y="30189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63" name="Rectangle 69"/>
          <p:cNvSpPr>
            <a:spLocks noChangeArrowheads="1"/>
          </p:cNvSpPr>
          <p:nvPr/>
        </p:nvSpPr>
        <p:spPr bwMode="auto">
          <a:xfrm>
            <a:off x="3682752" y="30189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14</a:t>
            </a:r>
          </a:p>
        </p:txBody>
      </p:sp>
      <p:sp>
        <p:nvSpPr>
          <p:cNvPr id="164" name="Rectangle 70"/>
          <p:cNvSpPr>
            <a:spLocks noChangeArrowheads="1"/>
          </p:cNvSpPr>
          <p:nvPr/>
        </p:nvSpPr>
        <p:spPr bwMode="auto">
          <a:xfrm>
            <a:off x="4139952" y="30189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165" name="Rectangle 71"/>
          <p:cNvSpPr>
            <a:spLocks noChangeArrowheads="1"/>
          </p:cNvSpPr>
          <p:nvPr/>
        </p:nvSpPr>
        <p:spPr bwMode="auto">
          <a:xfrm>
            <a:off x="4597152" y="30189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66" name="Rectangle 72"/>
          <p:cNvSpPr>
            <a:spLocks noChangeArrowheads="1"/>
          </p:cNvSpPr>
          <p:nvPr/>
        </p:nvSpPr>
        <p:spPr bwMode="auto">
          <a:xfrm>
            <a:off x="5054352" y="30189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17</a:t>
            </a:r>
          </a:p>
        </p:txBody>
      </p:sp>
      <p:sp>
        <p:nvSpPr>
          <p:cNvPr id="167" name="Rectangle 73"/>
          <p:cNvSpPr>
            <a:spLocks noChangeArrowheads="1"/>
          </p:cNvSpPr>
          <p:nvPr/>
        </p:nvSpPr>
        <p:spPr bwMode="auto">
          <a:xfrm>
            <a:off x="5511552" y="30189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18</a:t>
            </a:r>
          </a:p>
        </p:txBody>
      </p:sp>
      <p:sp>
        <p:nvSpPr>
          <p:cNvPr id="168" name="Rectangle 74"/>
          <p:cNvSpPr>
            <a:spLocks noChangeArrowheads="1"/>
          </p:cNvSpPr>
          <p:nvPr/>
        </p:nvSpPr>
        <p:spPr bwMode="auto">
          <a:xfrm>
            <a:off x="3225552" y="34190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19</a:t>
            </a:r>
          </a:p>
        </p:txBody>
      </p:sp>
      <p:sp>
        <p:nvSpPr>
          <p:cNvPr id="169" name="Rectangle 75"/>
          <p:cNvSpPr>
            <a:spLocks noChangeArrowheads="1"/>
          </p:cNvSpPr>
          <p:nvPr/>
        </p:nvSpPr>
        <p:spPr bwMode="auto">
          <a:xfrm>
            <a:off x="3682752" y="34190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170" name="Rectangle 76"/>
          <p:cNvSpPr>
            <a:spLocks noChangeArrowheads="1"/>
          </p:cNvSpPr>
          <p:nvPr/>
        </p:nvSpPr>
        <p:spPr bwMode="auto">
          <a:xfrm>
            <a:off x="4139952" y="34190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21</a:t>
            </a:r>
          </a:p>
        </p:txBody>
      </p:sp>
      <p:sp>
        <p:nvSpPr>
          <p:cNvPr id="171" name="Rectangle 77"/>
          <p:cNvSpPr>
            <a:spLocks noChangeArrowheads="1"/>
          </p:cNvSpPr>
          <p:nvPr/>
        </p:nvSpPr>
        <p:spPr bwMode="auto">
          <a:xfrm>
            <a:off x="4597152" y="34190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22</a:t>
            </a:r>
          </a:p>
        </p:txBody>
      </p:sp>
      <p:sp>
        <p:nvSpPr>
          <p:cNvPr id="172" name="Rectangle 78"/>
          <p:cNvSpPr>
            <a:spLocks noChangeArrowheads="1"/>
          </p:cNvSpPr>
          <p:nvPr/>
        </p:nvSpPr>
        <p:spPr bwMode="auto">
          <a:xfrm>
            <a:off x="5054352" y="34190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23</a:t>
            </a:r>
          </a:p>
        </p:txBody>
      </p:sp>
      <p:sp>
        <p:nvSpPr>
          <p:cNvPr id="173" name="Rectangle 79"/>
          <p:cNvSpPr>
            <a:spLocks noChangeArrowheads="1"/>
          </p:cNvSpPr>
          <p:nvPr/>
        </p:nvSpPr>
        <p:spPr bwMode="auto">
          <a:xfrm>
            <a:off x="5511552" y="34190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24</a:t>
            </a:r>
          </a:p>
        </p:txBody>
      </p:sp>
      <p:sp>
        <p:nvSpPr>
          <p:cNvPr id="174" name="Rectangle 80"/>
          <p:cNvSpPr>
            <a:spLocks noChangeArrowheads="1"/>
          </p:cNvSpPr>
          <p:nvPr/>
        </p:nvSpPr>
        <p:spPr bwMode="auto">
          <a:xfrm>
            <a:off x="3225552" y="38190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25</a:t>
            </a:r>
          </a:p>
        </p:txBody>
      </p:sp>
      <p:sp>
        <p:nvSpPr>
          <p:cNvPr id="175" name="Rectangle 81"/>
          <p:cNvSpPr>
            <a:spLocks noChangeArrowheads="1"/>
          </p:cNvSpPr>
          <p:nvPr/>
        </p:nvSpPr>
        <p:spPr bwMode="auto">
          <a:xfrm>
            <a:off x="3682752" y="38190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26</a:t>
            </a:r>
          </a:p>
        </p:txBody>
      </p:sp>
      <p:sp>
        <p:nvSpPr>
          <p:cNvPr id="176" name="Rectangle 82"/>
          <p:cNvSpPr>
            <a:spLocks noChangeArrowheads="1"/>
          </p:cNvSpPr>
          <p:nvPr/>
        </p:nvSpPr>
        <p:spPr bwMode="auto">
          <a:xfrm>
            <a:off x="4139952" y="38190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27</a:t>
            </a:r>
          </a:p>
        </p:txBody>
      </p:sp>
      <p:sp>
        <p:nvSpPr>
          <p:cNvPr id="177" name="Rectangle 83"/>
          <p:cNvSpPr>
            <a:spLocks noChangeArrowheads="1"/>
          </p:cNvSpPr>
          <p:nvPr/>
        </p:nvSpPr>
        <p:spPr bwMode="auto">
          <a:xfrm>
            <a:off x="4597152" y="38190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28</a:t>
            </a:r>
          </a:p>
        </p:txBody>
      </p:sp>
      <p:sp>
        <p:nvSpPr>
          <p:cNvPr id="178" name="Rectangle 84"/>
          <p:cNvSpPr>
            <a:spLocks noChangeArrowheads="1"/>
          </p:cNvSpPr>
          <p:nvPr/>
        </p:nvSpPr>
        <p:spPr bwMode="auto">
          <a:xfrm>
            <a:off x="5054352" y="38190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29</a:t>
            </a:r>
          </a:p>
        </p:txBody>
      </p:sp>
      <p:sp>
        <p:nvSpPr>
          <p:cNvPr id="179" name="Rectangle 85"/>
          <p:cNvSpPr>
            <a:spLocks noChangeArrowheads="1"/>
          </p:cNvSpPr>
          <p:nvPr/>
        </p:nvSpPr>
        <p:spPr bwMode="auto">
          <a:xfrm>
            <a:off x="5511552" y="381906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80" name="Rectangle 86"/>
          <p:cNvSpPr>
            <a:spLocks noChangeArrowheads="1"/>
          </p:cNvSpPr>
          <p:nvPr/>
        </p:nvSpPr>
        <p:spPr bwMode="auto">
          <a:xfrm>
            <a:off x="3225552" y="42191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31</a:t>
            </a:r>
          </a:p>
        </p:txBody>
      </p:sp>
      <p:sp>
        <p:nvSpPr>
          <p:cNvPr id="181" name="Rectangle 87"/>
          <p:cNvSpPr>
            <a:spLocks noChangeArrowheads="1"/>
          </p:cNvSpPr>
          <p:nvPr/>
        </p:nvSpPr>
        <p:spPr bwMode="auto">
          <a:xfrm>
            <a:off x="3682752" y="42191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82" name="Rectangle 88"/>
          <p:cNvSpPr>
            <a:spLocks noChangeArrowheads="1"/>
          </p:cNvSpPr>
          <p:nvPr/>
        </p:nvSpPr>
        <p:spPr bwMode="auto">
          <a:xfrm>
            <a:off x="4139952" y="42191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33</a:t>
            </a:r>
          </a:p>
        </p:txBody>
      </p:sp>
      <p:sp>
        <p:nvSpPr>
          <p:cNvPr id="183" name="Rectangle 89"/>
          <p:cNvSpPr>
            <a:spLocks noChangeArrowheads="1"/>
          </p:cNvSpPr>
          <p:nvPr/>
        </p:nvSpPr>
        <p:spPr bwMode="auto">
          <a:xfrm>
            <a:off x="4597152" y="42191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34</a:t>
            </a:r>
          </a:p>
        </p:txBody>
      </p:sp>
      <p:sp>
        <p:nvSpPr>
          <p:cNvPr id="184" name="Rectangle 90"/>
          <p:cNvSpPr>
            <a:spLocks noChangeArrowheads="1"/>
          </p:cNvSpPr>
          <p:nvPr/>
        </p:nvSpPr>
        <p:spPr bwMode="auto">
          <a:xfrm>
            <a:off x="5054352" y="42191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35</a:t>
            </a:r>
          </a:p>
        </p:txBody>
      </p:sp>
      <p:sp>
        <p:nvSpPr>
          <p:cNvPr id="185" name="Rectangle 91"/>
          <p:cNvSpPr>
            <a:spLocks noChangeArrowheads="1"/>
          </p:cNvSpPr>
          <p:nvPr/>
        </p:nvSpPr>
        <p:spPr bwMode="auto">
          <a:xfrm>
            <a:off x="5511552" y="421911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36</a:t>
            </a:r>
          </a:p>
        </p:txBody>
      </p:sp>
      <p:sp>
        <p:nvSpPr>
          <p:cNvPr id="187" name="Text Box 93"/>
          <p:cNvSpPr txBox="1">
            <a:spLocks noChangeArrowheads="1"/>
          </p:cNvSpPr>
          <p:nvPr/>
        </p:nvSpPr>
        <p:spPr bwMode="auto">
          <a:xfrm>
            <a:off x="3213646" y="1541395"/>
            <a:ext cx="125920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Pick (19,20)</a:t>
            </a:r>
          </a:p>
        </p:txBody>
      </p:sp>
      <p:sp>
        <p:nvSpPr>
          <p:cNvPr id="188" name="Line 94"/>
          <p:cNvSpPr>
            <a:spLocks noChangeShapeType="1"/>
          </p:cNvSpPr>
          <p:nvPr/>
        </p:nvSpPr>
        <p:spPr bwMode="auto">
          <a:xfrm>
            <a:off x="3225552" y="21617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89" name="Line 95"/>
          <p:cNvSpPr>
            <a:spLocks noChangeShapeType="1"/>
          </p:cNvSpPr>
          <p:nvPr/>
        </p:nvSpPr>
        <p:spPr bwMode="auto">
          <a:xfrm>
            <a:off x="5454402" y="456201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90" name="Text Box 92"/>
          <p:cNvSpPr txBox="1">
            <a:spLocks noChangeArrowheads="1"/>
          </p:cNvSpPr>
          <p:nvPr/>
        </p:nvSpPr>
        <p:spPr bwMode="auto">
          <a:xfrm>
            <a:off x="2633103" y="4614125"/>
            <a:ext cx="4270734" cy="1706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S</a:t>
            </a: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{1,2,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7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,8,9,13,19,</a:t>
            </a:r>
            <a:r>
              <a:rPr lang="en-US" altLang="zh-CN" sz="1500" dirty="0">
                <a:latin typeface="Sitka Text" pitchFamily="2" charset="0"/>
              </a:rPr>
              <a:t>14,20,26,27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3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4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5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6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10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{11,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17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12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}, {15,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16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,21}</a:t>
            </a: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.</a:t>
            </a: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.</a:t>
            </a: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{22,23,24,29,30,32,33,</a:t>
            </a:r>
            <a:r>
              <a:rPr lang="en-US" altLang="zh-CN" sz="1500" u="sng" dirty="0">
                <a:solidFill>
                  <a:srgbClr val="5038FE"/>
                </a:solidFill>
                <a:latin typeface="Sitka Text" pitchFamily="2" charset="0"/>
                <a:ea typeface="宋体" panose="02010600030101010101" pitchFamily="2" charset="-122"/>
              </a:rPr>
              <a:t>34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,35,36}</a:t>
            </a:r>
          </a:p>
          <a:p>
            <a:endParaRPr lang="en-US" altLang="zh-CN" sz="1500" dirty="0">
              <a:latin typeface="Sitka Text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1650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 at the End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5602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A227B4-9C88-4459-8F5D-6DADD72A0293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560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lec8 Disjoint Set Class</a:t>
            </a:r>
          </a:p>
        </p:txBody>
      </p:sp>
      <p:sp>
        <p:nvSpPr>
          <p:cNvPr id="2560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7EA5A4-537C-4F77-8F94-42E5A24A6A1E}" type="slidenum">
              <a:rPr lang="en-US" altLang="zh-CN" sz="790"/>
              <a:pPr/>
              <a:t>44</a:t>
            </a:fld>
            <a:endParaRPr lang="en-US" altLang="zh-CN" sz="790"/>
          </a:p>
        </p:txBody>
      </p:sp>
      <p:sp>
        <p:nvSpPr>
          <p:cNvPr id="87" name="Line 3"/>
          <p:cNvSpPr>
            <a:spLocks noChangeShapeType="1"/>
          </p:cNvSpPr>
          <p:nvPr/>
        </p:nvSpPr>
        <p:spPr bwMode="auto">
          <a:xfrm>
            <a:off x="360045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8" name="Line 4"/>
          <p:cNvSpPr>
            <a:spLocks noChangeShapeType="1"/>
          </p:cNvSpPr>
          <p:nvPr/>
        </p:nvSpPr>
        <p:spPr bwMode="auto">
          <a:xfrm>
            <a:off x="4057650" y="2057400"/>
            <a:ext cx="0" cy="40005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9" name="Line 5"/>
          <p:cNvSpPr>
            <a:spLocks noChangeShapeType="1"/>
          </p:cNvSpPr>
          <p:nvPr/>
        </p:nvSpPr>
        <p:spPr bwMode="auto">
          <a:xfrm>
            <a:off x="405765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0" name="Line 6"/>
          <p:cNvSpPr>
            <a:spLocks noChangeShapeType="1"/>
          </p:cNvSpPr>
          <p:nvPr/>
        </p:nvSpPr>
        <p:spPr bwMode="auto">
          <a:xfrm>
            <a:off x="4514850" y="2057400"/>
            <a:ext cx="0" cy="40005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1" name="Line 7"/>
          <p:cNvSpPr>
            <a:spLocks noChangeShapeType="1"/>
          </p:cNvSpPr>
          <p:nvPr/>
        </p:nvSpPr>
        <p:spPr bwMode="auto">
          <a:xfrm>
            <a:off x="451485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2" name="Line 9"/>
          <p:cNvSpPr>
            <a:spLocks noChangeShapeType="1"/>
          </p:cNvSpPr>
          <p:nvPr/>
        </p:nvSpPr>
        <p:spPr bwMode="auto">
          <a:xfrm>
            <a:off x="497205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3" name="Line 11"/>
          <p:cNvSpPr>
            <a:spLocks noChangeShapeType="1"/>
          </p:cNvSpPr>
          <p:nvPr/>
        </p:nvSpPr>
        <p:spPr bwMode="auto">
          <a:xfrm>
            <a:off x="542925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4" name="Line 12"/>
          <p:cNvSpPr>
            <a:spLocks noChangeShapeType="1"/>
          </p:cNvSpPr>
          <p:nvPr/>
        </p:nvSpPr>
        <p:spPr bwMode="auto">
          <a:xfrm>
            <a:off x="5886450" y="20574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5" name="Line 13"/>
          <p:cNvSpPr>
            <a:spLocks noChangeShapeType="1"/>
          </p:cNvSpPr>
          <p:nvPr/>
        </p:nvSpPr>
        <p:spPr bwMode="auto">
          <a:xfrm>
            <a:off x="3143250" y="245745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6" name="Line 16"/>
          <p:cNvSpPr>
            <a:spLocks noChangeShapeType="1"/>
          </p:cNvSpPr>
          <p:nvPr/>
        </p:nvSpPr>
        <p:spPr bwMode="auto">
          <a:xfrm>
            <a:off x="4514850" y="245745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7" name="Line 18"/>
          <p:cNvSpPr>
            <a:spLocks noChangeShapeType="1"/>
          </p:cNvSpPr>
          <p:nvPr/>
        </p:nvSpPr>
        <p:spPr bwMode="auto">
          <a:xfrm>
            <a:off x="4972050" y="245745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8" name="Line 19"/>
          <p:cNvSpPr>
            <a:spLocks noChangeShapeType="1"/>
          </p:cNvSpPr>
          <p:nvPr/>
        </p:nvSpPr>
        <p:spPr bwMode="auto">
          <a:xfrm>
            <a:off x="5429250" y="2457450"/>
            <a:ext cx="0" cy="40005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9" name="Line 21"/>
          <p:cNvSpPr>
            <a:spLocks noChangeShapeType="1"/>
          </p:cNvSpPr>
          <p:nvPr/>
        </p:nvSpPr>
        <p:spPr bwMode="auto">
          <a:xfrm>
            <a:off x="5886450" y="245745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0" name="Line 22"/>
          <p:cNvSpPr>
            <a:spLocks noChangeShapeType="1"/>
          </p:cNvSpPr>
          <p:nvPr/>
        </p:nvSpPr>
        <p:spPr bwMode="auto">
          <a:xfrm>
            <a:off x="3600450" y="2857500"/>
            <a:ext cx="0" cy="40005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1" name="Line 23"/>
          <p:cNvSpPr>
            <a:spLocks noChangeShapeType="1"/>
          </p:cNvSpPr>
          <p:nvPr/>
        </p:nvSpPr>
        <p:spPr bwMode="auto">
          <a:xfrm>
            <a:off x="4057650" y="2857500"/>
            <a:ext cx="0" cy="40005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2" name="Line 24"/>
          <p:cNvSpPr>
            <a:spLocks noChangeShapeType="1"/>
          </p:cNvSpPr>
          <p:nvPr/>
        </p:nvSpPr>
        <p:spPr bwMode="auto">
          <a:xfrm>
            <a:off x="4057650" y="28575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3" name="Line 25"/>
          <p:cNvSpPr>
            <a:spLocks noChangeShapeType="1"/>
          </p:cNvSpPr>
          <p:nvPr/>
        </p:nvSpPr>
        <p:spPr bwMode="auto">
          <a:xfrm>
            <a:off x="4514850" y="28575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4" name="Line 27"/>
          <p:cNvSpPr>
            <a:spLocks noChangeShapeType="1"/>
          </p:cNvSpPr>
          <p:nvPr/>
        </p:nvSpPr>
        <p:spPr bwMode="auto">
          <a:xfrm>
            <a:off x="5429250" y="2857500"/>
            <a:ext cx="0" cy="40005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5" name="Line 29"/>
          <p:cNvSpPr>
            <a:spLocks noChangeShapeType="1"/>
          </p:cNvSpPr>
          <p:nvPr/>
        </p:nvSpPr>
        <p:spPr bwMode="auto">
          <a:xfrm>
            <a:off x="5886450" y="28575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6" name="Line 30"/>
          <p:cNvSpPr>
            <a:spLocks noChangeShapeType="1"/>
          </p:cNvSpPr>
          <p:nvPr/>
        </p:nvSpPr>
        <p:spPr bwMode="auto">
          <a:xfrm>
            <a:off x="3600450" y="3257550"/>
            <a:ext cx="0" cy="40005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7" name="Line 31"/>
          <p:cNvSpPr>
            <a:spLocks noChangeShapeType="1"/>
          </p:cNvSpPr>
          <p:nvPr/>
        </p:nvSpPr>
        <p:spPr bwMode="auto">
          <a:xfrm>
            <a:off x="4057650" y="3257550"/>
            <a:ext cx="0" cy="40005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8" name="Line 33"/>
          <p:cNvSpPr>
            <a:spLocks noChangeShapeType="1"/>
          </p:cNvSpPr>
          <p:nvPr/>
        </p:nvSpPr>
        <p:spPr bwMode="auto">
          <a:xfrm>
            <a:off x="4514850" y="325755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09" name="Line 34"/>
          <p:cNvSpPr>
            <a:spLocks noChangeShapeType="1"/>
          </p:cNvSpPr>
          <p:nvPr/>
        </p:nvSpPr>
        <p:spPr bwMode="auto">
          <a:xfrm>
            <a:off x="4972050" y="325755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0" name="Line 35"/>
          <p:cNvSpPr>
            <a:spLocks noChangeShapeType="1"/>
          </p:cNvSpPr>
          <p:nvPr/>
        </p:nvSpPr>
        <p:spPr bwMode="auto">
          <a:xfrm>
            <a:off x="5429250" y="3257550"/>
            <a:ext cx="0" cy="40005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1" name="Line 37"/>
          <p:cNvSpPr>
            <a:spLocks noChangeShapeType="1"/>
          </p:cNvSpPr>
          <p:nvPr/>
        </p:nvSpPr>
        <p:spPr bwMode="auto">
          <a:xfrm>
            <a:off x="5886450" y="325755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2" name="Line 38"/>
          <p:cNvSpPr>
            <a:spLocks noChangeShapeType="1"/>
          </p:cNvSpPr>
          <p:nvPr/>
        </p:nvSpPr>
        <p:spPr bwMode="auto">
          <a:xfrm>
            <a:off x="3143250" y="36576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3" name="Line 40"/>
          <p:cNvSpPr>
            <a:spLocks noChangeShapeType="1"/>
          </p:cNvSpPr>
          <p:nvPr/>
        </p:nvSpPr>
        <p:spPr bwMode="auto">
          <a:xfrm>
            <a:off x="4057650" y="365760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4" name="Line 42"/>
          <p:cNvSpPr>
            <a:spLocks noChangeShapeType="1"/>
          </p:cNvSpPr>
          <p:nvPr/>
        </p:nvSpPr>
        <p:spPr bwMode="auto">
          <a:xfrm>
            <a:off x="4514850" y="3657600"/>
            <a:ext cx="45720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5" name="Line 43"/>
          <p:cNvSpPr>
            <a:spLocks noChangeShapeType="1"/>
          </p:cNvSpPr>
          <p:nvPr/>
        </p:nvSpPr>
        <p:spPr bwMode="auto">
          <a:xfrm>
            <a:off x="4972050" y="3657600"/>
            <a:ext cx="0" cy="40005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6" name="Line 44"/>
          <p:cNvSpPr>
            <a:spLocks noChangeShapeType="1"/>
          </p:cNvSpPr>
          <p:nvPr/>
        </p:nvSpPr>
        <p:spPr bwMode="auto">
          <a:xfrm>
            <a:off x="5886450" y="36576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7" name="Line 46"/>
          <p:cNvSpPr>
            <a:spLocks noChangeShapeType="1"/>
          </p:cNvSpPr>
          <p:nvPr/>
        </p:nvSpPr>
        <p:spPr bwMode="auto">
          <a:xfrm>
            <a:off x="3600450" y="4057650"/>
            <a:ext cx="0" cy="40005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8" name="Line 47"/>
          <p:cNvSpPr>
            <a:spLocks noChangeShapeType="1"/>
          </p:cNvSpPr>
          <p:nvPr/>
        </p:nvSpPr>
        <p:spPr bwMode="auto">
          <a:xfrm>
            <a:off x="3600450" y="4057650"/>
            <a:ext cx="45720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19" name="Line 48"/>
          <p:cNvSpPr>
            <a:spLocks noChangeShapeType="1"/>
          </p:cNvSpPr>
          <p:nvPr/>
        </p:nvSpPr>
        <p:spPr bwMode="auto">
          <a:xfrm>
            <a:off x="4057650" y="405765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0" name="Line 49"/>
          <p:cNvSpPr>
            <a:spLocks noChangeShapeType="1"/>
          </p:cNvSpPr>
          <p:nvPr/>
        </p:nvSpPr>
        <p:spPr bwMode="auto">
          <a:xfrm>
            <a:off x="4514850" y="405765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1" name="Line 50"/>
          <p:cNvSpPr>
            <a:spLocks noChangeShapeType="1"/>
          </p:cNvSpPr>
          <p:nvPr/>
        </p:nvSpPr>
        <p:spPr bwMode="auto">
          <a:xfrm>
            <a:off x="5429250" y="4057650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2" name="Line 51"/>
          <p:cNvSpPr>
            <a:spLocks noChangeShapeType="1"/>
          </p:cNvSpPr>
          <p:nvPr/>
        </p:nvSpPr>
        <p:spPr bwMode="auto">
          <a:xfrm rot="10800000">
            <a:off x="3143250" y="44577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3" name="Line 52"/>
          <p:cNvSpPr>
            <a:spLocks noChangeShapeType="1"/>
          </p:cNvSpPr>
          <p:nvPr/>
        </p:nvSpPr>
        <p:spPr bwMode="auto">
          <a:xfrm rot="10800000">
            <a:off x="3143250" y="2457450"/>
            <a:ext cx="0" cy="200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24" name="Text Box 53"/>
          <p:cNvSpPr txBox="1">
            <a:spLocks noChangeArrowheads="1"/>
          </p:cNvSpPr>
          <p:nvPr/>
        </p:nvSpPr>
        <p:spPr bwMode="auto">
          <a:xfrm>
            <a:off x="2628900" y="2057400"/>
            <a:ext cx="62484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Start</a:t>
            </a:r>
          </a:p>
        </p:txBody>
      </p:sp>
      <p:sp>
        <p:nvSpPr>
          <p:cNvPr id="125" name="Text Box 54"/>
          <p:cNvSpPr txBox="1">
            <a:spLocks noChangeArrowheads="1"/>
          </p:cNvSpPr>
          <p:nvPr/>
        </p:nvSpPr>
        <p:spPr bwMode="auto">
          <a:xfrm>
            <a:off x="5886450" y="4114800"/>
            <a:ext cx="52895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End</a:t>
            </a:r>
          </a:p>
        </p:txBody>
      </p:sp>
      <p:sp>
        <p:nvSpPr>
          <p:cNvPr id="126" name="Rectangle 55"/>
          <p:cNvSpPr>
            <a:spLocks noChangeArrowheads="1"/>
          </p:cNvSpPr>
          <p:nvPr/>
        </p:nvSpPr>
        <p:spPr bwMode="auto">
          <a:xfrm>
            <a:off x="3200400" y="21145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7" name="Rectangle 56"/>
          <p:cNvSpPr>
            <a:spLocks noChangeArrowheads="1"/>
          </p:cNvSpPr>
          <p:nvPr/>
        </p:nvSpPr>
        <p:spPr bwMode="auto">
          <a:xfrm>
            <a:off x="3657600" y="21145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8" name="Rectangle 57"/>
          <p:cNvSpPr>
            <a:spLocks noChangeArrowheads="1"/>
          </p:cNvSpPr>
          <p:nvPr/>
        </p:nvSpPr>
        <p:spPr bwMode="auto">
          <a:xfrm>
            <a:off x="4114800" y="21145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29" name="Rectangle 58"/>
          <p:cNvSpPr>
            <a:spLocks noChangeArrowheads="1"/>
          </p:cNvSpPr>
          <p:nvPr/>
        </p:nvSpPr>
        <p:spPr bwMode="auto">
          <a:xfrm>
            <a:off x="4572000" y="21145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30" name="Rectangle 59"/>
          <p:cNvSpPr>
            <a:spLocks noChangeArrowheads="1"/>
          </p:cNvSpPr>
          <p:nvPr/>
        </p:nvSpPr>
        <p:spPr bwMode="auto">
          <a:xfrm>
            <a:off x="5029200" y="21145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1" name="Rectangle 60"/>
          <p:cNvSpPr>
            <a:spLocks noChangeArrowheads="1"/>
          </p:cNvSpPr>
          <p:nvPr/>
        </p:nvSpPr>
        <p:spPr bwMode="auto">
          <a:xfrm>
            <a:off x="5486400" y="21145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32" name="Rectangle 61"/>
          <p:cNvSpPr>
            <a:spLocks noChangeArrowheads="1"/>
          </p:cNvSpPr>
          <p:nvPr/>
        </p:nvSpPr>
        <p:spPr bwMode="auto">
          <a:xfrm>
            <a:off x="3200400" y="25146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33" name="Rectangle 62"/>
          <p:cNvSpPr>
            <a:spLocks noChangeArrowheads="1"/>
          </p:cNvSpPr>
          <p:nvPr/>
        </p:nvSpPr>
        <p:spPr bwMode="auto">
          <a:xfrm>
            <a:off x="3657600" y="25146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4" name="Rectangle 63"/>
          <p:cNvSpPr>
            <a:spLocks noChangeArrowheads="1"/>
          </p:cNvSpPr>
          <p:nvPr/>
        </p:nvSpPr>
        <p:spPr bwMode="auto">
          <a:xfrm>
            <a:off x="4114800" y="25146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35" name="Rectangle 64"/>
          <p:cNvSpPr>
            <a:spLocks noChangeArrowheads="1"/>
          </p:cNvSpPr>
          <p:nvPr/>
        </p:nvSpPr>
        <p:spPr bwMode="auto">
          <a:xfrm>
            <a:off x="4572000" y="25146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36" name="Rectangle 65"/>
          <p:cNvSpPr>
            <a:spLocks noChangeArrowheads="1"/>
          </p:cNvSpPr>
          <p:nvPr/>
        </p:nvSpPr>
        <p:spPr bwMode="auto">
          <a:xfrm>
            <a:off x="5029200" y="25146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11</a:t>
            </a:r>
          </a:p>
        </p:txBody>
      </p:sp>
      <p:sp>
        <p:nvSpPr>
          <p:cNvPr id="137" name="Rectangle 66"/>
          <p:cNvSpPr>
            <a:spLocks noChangeArrowheads="1"/>
          </p:cNvSpPr>
          <p:nvPr/>
        </p:nvSpPr>
        <p:spPr bwMode="auto">
          <a:xfrm>
            <a:off x="5486400" y="25146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38" name="Rectangle 67"/>
          <p:cNvSpPr>
            <a:spLocks noChangeArrowheads="1"/>
          </p:cNvSpPr>
          <p:nvPr/>
        </p:nvSpPr>
        <p:spPr bwMode="auto">
          <a:xfrm>
            <a:off x="3200400" y="29146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39" name="Rectangle 68"/>
          <p:cNvSpPr>
            <a:spLocks noChangeArrowheads="1"/>
          </p:cNvSpPr>
          <p:nvPr/>
        </p:nvSpPr>
        <p:spPr bwMode="auto">
          <a:xfrm>
            <a:off x="3657600" y="29146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14</a:t>
            </a:r>
          </a:p>
        </p:txBody>
      </p:sp>
      <p:sp>
        <p:nvSpPr>
          <p:cNvPr id="140" name="Rectangle 69"/>
          <p:cNvSpPr>
            <a:spLocks noChangeArrowheads="1"/>
          </p:cNvSpPr>
          <p:nvPr/>
        </p:nvSpPr>
        <p:spPr bwMode="auto">
          <a:xfrm>
            <a:off x="4114800" y="29146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141" name="Rectangle 70"/>
          <p:cNvSpPr>
            <a:spLocks noChangeArrowheads="1"/>
          </p:cNvSpPr>
          <p:nvPr/>
        </p:nvSpPr>
        <p:spPr bwMode="auto">
          <a:xfrm>
            <a:off x="4572000" y="29146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42" name="Rectangle 71"/>
          <p:cNvSpPr>
            <a:spLocks noChangeArrowheads="1"/>
          </p:cNvSpPr>
          <p:nvPr/>
        </p:nvSpPr>
        <p:spPr bwMode="auto">
          <a:xfrm>
            <a:off x="5029200" y="29146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17</a:t>
            </a:r>
          </a:p>
        </p:txBody>
      </p:sp>
      <p:sp>
        <p:nvSpPr>
          <p:cNvPr id="143" name="Rectangle 72"/>
          <p:cNvSpPr>
            <a:spLocks noChangeArrowheads="1"/>
          </p:cNvSpPr>
          <p:nvPr/>
        </p:nvSpPr>
        <p:spPr bwMode="auto">
          <a:xfrm>
            <a:off x="5486400" y="29146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18</a:t>
            </a:r>
          </a:p>
        </p:txBody>
      </p:sp>
      <p:sp>
        <p:nvSpPr>
          <p:cNvPr id="144" name="Rectangle 73"/>
          <p:cNvSpPr>
            <a:spLocks noChangeArrowheads="1"/>
          </p:cNvSpPr>
          <p:nvPr/>
        </p:nvSpPr>
        <p:spPr bwMode="auto">
          <a:xfrm>
            <a:off x="3200400" y="33147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19</a:t>
            </a:r>
          </a:p>
        </p:txBody>
      </p:sp>
      <p:sp>
        <p:nvSpPr>
          <p:cNvPr id="145" name="Rectangle 74"/>
          <p:cNvSpPr>
            <a:spLocks noChangeArrowheads="1"/>
          </p:cNvSpPr>
          <p:nvPr/>
        </p:nvSpPr>
        <p:spPr bwMode="auto">
          <a:xfrm>
            <a:off x="3657600" y="33147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146" name="Rectangle 75"/>
          <p:cNvSpPr>
            <a:spLocks noChangeArrowheads="1"/>
          </p:cNvSpPr>
          <p:nvPr/>
        </p:nvSpPr>
        <p:spPr bwMode="auto">
          <a:xfrm>
            <a:off x="4114800" y="33147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21</a:t>
            </a:r>
          </a:p>
        </p:txBody>
      </p:sp>
      <p:sp>
        <p:nvSpPr>
          <p:cNvPr id="147" name="Rectangle 76"/>
          <p:cNvSpPr>
            <a:spLocks noChangeArrowheads="1"/>
          </p:cNvSpPr>
          <p:nvPr/>
        </p:nvSpPr>
        <p:spPr bwMode="auto">
          <a:xfrm>
            <a:off x="4572000" y="33147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22</a:t>
            </a:r>
          </a:p>
        </p:txBody>
      </p:sp>
      <p:sp>
        <p:nvSpPr>
          <p:cNvPr id="148" name="Rectangle 77"/>
          <p:cNvSpPr>
            <a:spLocks noChangeArrowheads="1"/>
          </p:cNvSpPr>
          <p:nvPr/>
        </p:nvSpPr>
        <p:spPr bwMode="auto">
          <a:xfrm>
            <a:off x="5029200" y="33147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23</a:t>
            </a:r>
          </a:p>
        </p:txBody>
      </p:sp>
      <p:sp>
        <p:nvSpPr>
          <p:cNvPr id="149" name="Rectangle 78"/>
          <p:cNvSpPr>
            <a:spLocks noChangeArrowheads="1"/>
          </p:cNvSpPr>
          <p:nvPr/>
        </p:nvSpPr>
        <p:spPr bwMode="auto">
          <a:xfrm>
            <a:off x="5486400" y="33147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24</a:t>
            </a:r>
          </a:p>
        </p:txBody>
      </p:sp>
      <p:sp>
        <p:nvSpPr>
          <p:cNvPr id="150" name="Rectangle 79"/>
          <p:cNvSpPr>
            <a:spLocks noChangeArrowheads="1"/>
          </p:cNvSpPr>
          <p:nvPr/>
        </p:nvSpPr>
        <p:spPr bwMode="auto">
          <a:xfrm>
            <a:off x="3200400" y="37147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25</a:t>
            </a:r>
          </a:p>
        </p:txBody>
      </p:sp>
      <p:sp>
        <p:nvSpPr>
          <p:cNvPr id="151" name="Rectangle 80"/>
          <p:cNvSpPr>
            <a:spLocks noChangeArrowheads="1"/>
          </p:cNvSpPr>
          <p:nvPr/>
        </p:nvSpPr>
        <p:spPr bwMode="auto">
          <a:xfrm>
            <a:off x="3657600" y="37147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26</a:t>
            </a:r>
          </a:p>
        </p:txBody>
      </p:sp>
      <p:sp>
        <p:nvSpPr>
          <p:cNvPr id="152" name="Rectangle 81"/>
          <p:cNvSpPr>
            <a:spLocks noChangeArrowheads="1"/>
          </p:cNvSpPr>
          <p:nvPr/>
        </p:nvSpPr>
        <p:spPr bwMode="auto">
          <a:xfrm>
            <a:off x="4114800" y="37147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27</a:t>
            </a:r>
          </a:p>
        </p:txBody>
      </p:sp>
      <p:sp>
        <p:nvSpPr>
          <p:cNvPr id="153" name="Rectangle 82"/>
          <p:cNvSpPr>
            <a:spLocks noChangeArrowheads="1"/>
          </p:cNvSpPr>
          <p:nvPr/>
        </p:nvSpPr>
        <p:spPr bwMode="auto">
          <a:xfrm>
            <a:off x="4572000" y="37147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28</a:t>
            </a:r>
          </a:p>
        </p:txBody>
      </p:sp>
      <p:sp>
        <p:nvSpPr>
          <p:cNvPr id="154" name="Rectangle 83"/>
          <p:cNvSpPr>
            <a:spLocks noChangeArrowheads="1"/>
          </p:cNvSpPr>
          <p:nvPr/>
        </p:nvSpPr>
        <p:spPr bwMode="auto">
          <a:xfrm>
            <a:off x="5029200" y="37147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29</a:t>
            </a:r>
          </a:p>
        </p:txBody>
      </p:sp>
      <p:sp>
        <p:nvSpPr>
          <p:cNvPr id="155" name="Rectangle 84"/>
          <p:cNvSpPr>
            <a:spLocks noChangeArrowheads="1"/>
          </p:cNvSpPr>
          <p:nvPr/>
        </p:nvSpPr>
        <p:spPr bwMode="auto">
          <a:xfrm>
            <a:off x="5486400" y="371475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56" name="Rectangle 85"/>
          <p:cNvSpPr>
            <a:spLocks noChangeArrowheads="1"/>
          </p:cNvSpPr>
          <p:nvPr/>
        </p:nvSpPr>
        <p:spPr bwMode="auto">
          <a:xfrm>
            <a:off x="3200400" y="41148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31</a:t>
            </a:r>
          </a:p>
        </p:txBody>
      </p:sp>
      <p:sp>
        <p:nvSpPr>
          <p:cNvPr id="157" name="Rectangle 86"/>
          <p:cNvSpPr>
            <a:spLocks noChangeArrowheads="1"/>
          </p:cNvSpPr>
          <p:nvPr/>
        </p:nvSpPr>
        <p:spPr bwMode="auto">
          <a:xfrm>
            <a:off x="3657600" y="41148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58" name="Rectangle 87"/>
          <p:cNvSpPr>
            <a:spLocks noChangeArrowheads="1"/>
          </p:cNvSpPr>
          <p:nvPr/>
        </p:nvSpPr>
        <p:spPr bwMode="auto">
          <a:xfrm>
            <a:off x="4114800" y="41148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33</a:t>
            </a:r>
          </a:p>
        </p:txBody>
      </p:sp>
      <p:sp>
        <p:nvSpPr>
          <p:cNvPr id="159" name="Rectangle 88"/>
          <p:cNvSpPr>
            <a:spLocks noChangeArrowheads="1"/>
          </p:cNvSpPr>
          <p:nvPr/>
        </p:nvSpPr>
        <p:spPr bwMode="auto">
          <a:xfrm>
            <a:off x="4572000" y="41148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34</a:t>
            </a:r>
          </a:p>
        </p:txBody>
      </p:sp>
      <p:sp>
        <p:nvSpPr>
          <p:cNvPr id="160" name="Rectangle 89"/>
          <p:cNvSpPr>
            <a:spLocks noChangeArrowheads="1"/>
          </p:cNvSpPr>
          <p:nvPr/>
        </p:nvSpPr>
        <p:spPr bwMode="auto">
          <a:xfrm>
            <a:off x="5029200" y="41148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35</a:t>
            </a:r>
          </a:p>
        </p:txBody>
      </p:sp>
      <p:sp>
        <p:nvSpPr>
          <p:cNvPr id="161" name="Rectangle 90"/>
          <p:cNvSpPr>
            <a:spLocks noChangeArrowheads="1"/>
          </p:cNvSpPr>
          <p:nvPr/>
        </p:nvSpPr>
        <p:spPr bwMode="auto">
          <a:xfrm>
            <a:off x="5486400" y="4114800"/>
            <a:ext cx="3429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36</a:t>
            </a:r>
          </a:p>
        </p:txBody>
      </p:sp>
      <p:sp>
        <p:nvSpPr>
          <p:cNvPr id="162" name="Text Box 91"/>
          <p:cNvSpPr txBox="1">
            <a:spLocks noChangeArrowheads="1"/>
          </p:cNvSpPr>
          <p:nvPr/>
        </p:nvSpPr>
        <p:spPr bwMode="auto">
          <a:xfrm>
            <a:off x="2647818" y="5069785"/>
            <a:ext cx="1947545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S</a:t>
            </a:r>
          </a:p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{1,2,3,4,5,6,</a:t>
            </a:r>
            <a:r>
              <a:rPr lang="en-US" altLang="zh-CN" sz="1500" u="sng" dirty="0">
                <a:solidFill>
                  <a:srgbClr val="374FFF"/>
                </a:solidFill>
                <a:latin typeface="Sitka Text" pitchFamily="2" charset="0"/>
                <a:ea typeface="宋体" panose="02010600030101010101" pitchFamily="2" charset="-122"/>
              </a:rPr>
              <a:t>7</a:t>
            </a:r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,… 36}</a:t>
            </a:r>
          </a:p>
        </p:txBody>
      </p:sp>
      <p:sp>
        <p:nvSpPr>
          <p:cNvPr id="163" name="Line 93"/>
          <p:cNvSpPr>
            <a:spLocks noChangeShapeType="1"/>
          </p:cNvSpPr>
          <p:nvPr/>
        </p:nvSpPr>
        <p:spPr bwMode="auto">
          <a:xfrm>
            <a:off x="5249772" y="5265090"/>
            <a:ext cx="51435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64" name="Line 94"/>
          <p:cNvSpPr>
            <a:spLocks noChangeShapeType="1"/>
          </p:cNvSpPr>
          <p:nvPr/>
        </p:nvSpPr>
        <p:spPr bwMode="auto">
          <a:xfrm>
            <a:off x="5249772" y="5493690"/>
            <a:ext cx="51435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65" name="Text Box 95"/>
          <p:cNvSpPr txBox="1">
            <a:spLocks noChangeArrowheads="1"/>
          </p:cNvSpPr>
          <p:nvPr/>
        </p:nvSpPr>
        <p:spPr bwMode="auto">
          <a:xfrm>
            <a:off x="5866516" y="5101975"/>
            <a:ext cx="650240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E</a:t>
            </a:r>
          </a:p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Maze</a:t>
            </a:r>
          </a:p>
        </p:txBody>
      </p:sp>
      <p:sp>
        <p:nvSpPr>
          <p:cNvPr id="166" name="Line 96"/>
          <p:cNvSpPr>
            <a:spLocks noChangeShapeType="1"/>
          </p:cNvSpPr>
          <p:nvPr/>
        </p:nvSpPr>
        <p:spPr bwMode="auto">
          <a:xfrm>
            <a:off x="320040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167" name="Line 97"/>
          <p:cNvSpPr>
            <a:spLocks noChangeShapeType="1"/>
          </p:cNvSpPr>
          <p:nvPr/>
        </p:nvSpPr>
        <p:spPr bwMode="auto">
          <a:xfrm>
            <a:off x="5429250" y="44577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Sitka Text" pitchFamily="2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36658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Homework 6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7616666" y="4661218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5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6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7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8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9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10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1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2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3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4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5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16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17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18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19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20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1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2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3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4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5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26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27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28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29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30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1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2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3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4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5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36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37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38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39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40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1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2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3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4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5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47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48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49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50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1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2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3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4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5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1923" name="Content Placeholder 2"/>
          <p:cNvSpPr>
            <a:spLocks noGrp="1"/>
          </p:cNvSpPr>
          <p:nvPr>
            <p:ph idx="1"/>
          </p:nvPr>
        </p:nvSpPr>
        <p:spPr>
          <a:xfrm>
            <a:off x="899795" y="2887980"/>
            <a:ext cx="7186930" cy="926465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Textbook Exercises 8.1,8.2</a:t>
            </a: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71CEBBB-5C13-4167-AA25-0755E87E6100}" type="slidenum">
              <a:rPr lang="en-US" altLang="zh-CN" sz="465" smtClean="0"/>
              <a:pPr/>
              <a:t>45</a:t>
            </a:fld>
            <a:endParaRPr lang="en-US" altLang="zh-CN" sz="465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dlMjhmNTNlYTMyZDkyYmQ5YWI0OGM4ZjhmMTc0M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174</TotalTime>
  <Words>2663</Words>
  <Application>Microsoft Office PowerPoint</Application>
  <PresentationFormat>全屏显示(4:3)</PresentationFormat>
  <Paragraphs>815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3" baseType="lpstr">
      <vt:lpstr>Noto Serif CJK SC</vt:lpstr>
      <vt:lpstr>宋体</vt:lpstr>
      <vt:lpstr>Calibri</vt:lpstr>
      <vt:lpstr>Sitka Small</vt:lpstr>
      <vt:lpstr>Sitka Text</vt:lpstr>
      <vt:lpstr>Times New Roman</vt:lpstr>
      <vt:lpstr>Wingdings 2</vt:lpstr>
      <vt:lpstr>HDOfficeLightV0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天 周</cp:lastModifiedBy>
  <cp:revision>1071</cp:revision>
  <dcterms:created xsi:type="dcterms:W3CDTF">2000-11-03T19:18:00Z</dcterms:created>
  <dcterms:modified xsi:type="dcterms:W3CDTF">2025-12-15T14:36:21Z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14CE1AD6F38548F5B8C3974549430765_12</vt:lpwstr>
  </property>
  <property fmtid="{D5CDD505-2E9C-101B-9397-08002B2CF9AE}" pid="3" name="KSOProductBuildVer">
    <vt:lpwstr>2052-12.1.0.15712</vt:lpwstr>
  </property>
</Properties>
</file>