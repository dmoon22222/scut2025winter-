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2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notesSlides/notesSlide3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notesSlides/notesSlide4.xml" ContentType="application/vnd.openxmlformats-officedocument.presentationml.notesSlide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notesSlides/notesSlide5.xml" ContentType="application/vnd.openxmlformats-officedocument.presentationml.notesSlide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notesSlides/notesSlide6.xml" ContentType="application/vnd.openxmlformats-officedocument.presentationml.notesSlide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notesSlides/notesSlide7.xml" ContentType="application/vnd.openxmlformats-officedocument.presentationml.notesSlide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notesSlides/notesSlide8.xml" ContentType="application/vnd.openxmlformats-officedocument.presentationml.notesSlide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notesSlides/notesSlide9.xml" ContentType="application/vnd.openxmlformats-officedocument.presentationml.notesSlide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notesSlides/notesSlide10.xml" ContentType="application/vnd.openxmlformats-officedocument.presentationml.notesSlide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notesSlides/notesSlide11.xml" ContentType="application/vnd.openxmlformats-officedocument.presentationml.notesSlide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651" r:id="rId2"/>
    <p:sldId id="812" r:id="rId3"/>
    <p:sldId id="934" r:id="rId4"/>
    <p:sldId id="887" r:id="rId5"/>
    <p:sldId id="888" r:id="rId6"/>
    <p:sldId id="889" r:id="rId7"/>
    <p:sldId id="936" r:id="rId8"/>
    <p:sldId id="937" r:id="rId9"/>
    <p:sldId id="938" r:id="rId10"/>
    <p:sldId id="940" r:id="rId11"/>
    <p:sldId id="941" r:id="rId12"/>
    <p:sldId id="943" r:id="rId13"/>
    <p:sldId id="944" r:id="rId14"/>
    <p:sldId id="945" r:id="rId15"/>
    <p:sldId id="935" r:id="rId16"/>
    <p:sldId id="891" r:id="rId17"/>
    <p:sldId id="892" r:id="rId18"/>
    <p:sldId id="893" r:id="rId19"/>
    <p:sldId id="894" r:id="rId20"/>
    <p:sldId id="895" r:id="rId21"/>
    <p:sldId id="896" r:id="rId22"/>
    <p:sldId id="897" r:id="rId23"/>
    <p:sldId id="898" r:id="rId24"/>
    <p:sldId id="899" r:id="rId25"/>
    <p:sldId id="946" r:id="rId26"/>
    <p:sldId id="902" r:id="rId27"/>
    <p:sldId id="903" r:id="rId28"/>
    <p:sldId id="948" r:id="rId29"/>
    <p:sldId id="947" r:id="rId30"/>
    <p:sldId id="904" r:id="rId31"/>
    <p:sldId id="949" r:id="rId32"/>
    <p:sldId id="950" r:id="rId33"/>
    <p:sldId id="906" r:id="rId34"/>
    <p:sldId id="907" r:id="rId35"/>
    <p:sldId id="951" r:id="rId36"/>
    <p:sldId id="952" r:id="rId37"/>
    <p:sldId id="910" r:id="rId38"/>
    <p:sldId id="953" r:id="rId39"/>
    <p:sldId id="912" r:id="rId40"/>
    <p:sldId id="954" r:id="rId41"/>
    <p:sldId id="955" r:id="rId42"/>
    <p:sldId id="956" r:id="rId43"/>
    <p:sldId id="916" r:id="rId44"/>
    <p:sldId id="917" r:id="rId45"/>
    <p:sldId id="957" r:id="rId46"/>
    <p:sldId id="919" r:id="rId47"/>
    <p:sldId id="958" r:id="rId48"/>
  </p:sldIdLst>
  <p:sldSz cx="9144000" cy="6858000" type="screen4x3"/>
  <p:notesSz cx="9180513" cy="6858000"/>
  <p:custDataLst>
    <p:tags r:id="rId5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2F2F2"/>
    <a:srgbClr val="0000FF"/>
    <a:srgbClr val="263AF8"/>
    <a:srgbClr val="008000"/>
    <a:srgbClr val="CC0000"/>
    <a:srgbClr val="339966"/>
    <a:srgbClr val="B545B5"/>
    <a:srgbClr val="3A3AB9"/>
    <a:srgbClr val="5252D4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29" autoAdjust="0"/>
  </p:normalViewPr>
  <p:slideViewPr>
    <p:cSldViewPr showGuides="1">
      <p:cViewPr varScale="1">
        <p:scale>
          <a:sx n="100" d="100"/>
          <a:sy n="100" d="100"/>
        </p:scale>
        <p:origin x="72" y="1386"/>
      </p:cViewPr>
      <p:guideLst>
        <p:guide orient="horz" pos="227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7095" y="514694"/>
            <a:ext cx="3428130" cy="25710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026" y="3257752"/>
            <a:ext cx="6732143" cy="30857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9D201F-8FE8-4ABE-B5E1-44447EA8E256}" type="slidenum">
              <a:rPr lang="en-US" altLang="zh-CN" sz="1200">
                <a:latin typeface="Times New Roman" panose="02020603050405020304" pitchFamily="18" charset="0"/>
              </a:rPr>
              <a:pPr/>
              <a:t>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EEBF67-0B98-4763-90ED-AA737ACDF8C7}" type="slidenum">
              <a:rPr lang="en-US" altLang="zh-CN" sz="1200">
                <a:latin typeface="Times New Roman" panose="02020603050405020304" pitchFamily="18" charset="0"/>
              </a:rPr>
              <a:pPr/>
              <a:t>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242EB4-5995-40A1-8186-EB382286DB8A}" type="slidenum">
              <a:rPr lang="en-US" altLang="zh-CN" sz="1200">
                <a:latin typeface="Times New Roman" panose="02020603050405020304" pitchFamily="18" charset="0"/>
              </a:rPr>
              <a:pPr/>
              <a:t>30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21499" y="519438"/>
            <a:ext cx="3439200" cy="2579400"/>
          </a:xfrm>
          <a:ln w="12700" cap="flat"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902" y="3270797"/>
            <a:ext cx="6804395" cy="31000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D7CBB1-3031-4667-830C-18A3C912BF03}" type="slidenum">
              <a:rPr lang="en-US" altLang="zh-CN" sz="1200">
                <a:latin typeface="Times New Roman" panose="02020603050405020304" pitchFamily="18" charset="0"/>
              </a:rPr>
              <a:pPr/>
              <a:t>33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21499" y="519438"/>
            <a:ext cx="3439200" cy="2579400"/>
          </a:xfrm>
          <a:ln w="12700" cap="flat"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902" y="3270797"/>
            <a:ext cx="6804395" cy="31000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350ECA-36E0-4F19-9C80-A8CF53B57E4E}" type="slidenum">
              <a:rPr lang="en-US" altLang="zh-CN" sz="1200">
                <a:latin typeface="Times New Roman" panose="02020603050405020304" pitchFamily="18" charset="0"/>
              </a:rPr>
              <a:pPr/>
              <a:t>34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21499" y="519438"/>
            <a:ext cx="3439200" cy="2579400"/>
          </a:xfrm>
          <a:ln w="12700" cap="flat"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902" y="3270797"/>
            <a:ext cx="6804395" cy="31000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350ECA-36E0-4F19-9C80-A8CF53B57E4E}" type="slidenum">
              <a:rPr lang="en-US" altLang="zh-CN" sz="1200">
                <a:latin typeface="Times New Roman" panose="02020603050405020304" pitchFamily="18" charset="0"/>
              </a:rPr>
              <a:pPr/>
              <a:t>35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21499" y="519438"/>
            <a:ext cx="3439200" cy="2579400"/>
          </a:xfrm>
          <a:ln w="12700" cap="flat"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902" y="3270797"/>
            <a:ext cx="6804395" cy="31000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350ECA-36E0-4F19-9C80-A8CF53B57E4E}" type="slidenum">
              <a:rPr lang="en-US" altLang="zh-CN" sz="1200">
                <a:latin typeface="Times New Roman" panose="02020603050405020304" pitchFamily="18" charset="0"/>
              </a:rPr>
              <a:pPr/>
              <a:t>36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21000" y="519113"/>
            <a:ext cx="3440113" cy="2579687"/>
          </a:xfrm>
          <a:ln w="12700" cap="flat"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902" y="3270797"/>
            <a:ext cx="6804395" cy="31000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4E9CEB-E369-4FD6-8625-1B1A4A82EDE3}" type="slidenum">
              <a:rPr lang="en-US" altLang="zh-CN" sz="1200">
                <a:latin typeface="Times New Roman" panose="02020603050405020304" pitchFamily="18" charset="0"/>
              </a:rPr>
              <a:pPr/>
              <a:t>37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21499" y="519438"/>
            <a:ext cx="3439200" cy="2579400"/>
          </a:xfrm>
          <a:ln w="12700" cap="flat"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902" y="3270797"/>
            <a:ext cx="6804395" cy="31000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4E9CEB-E369-4FD6-8625-1B1A4A82EDE3}" type="slidenum">
              <a:rPr lang="en-US" altLang="zh-CN" sz="1200">
                <a:latin typeface="Times New Roman" panose="02020603050405020304" pitchFamily="18" charset="0"/>
              </a:rPr>
              <a:pPr/>
              <a:t>38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21499" y="519438"/>
            <a:ext cx="3439200" cy="2579400"/>
          </a:xfrm>
          <a:ln w="12700" cap="flat"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902" y="3270797"/>
            <a:ext cx="6804395" cy="31000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39A783-0AB3-4D5A-A8F4-B6C021E20D96}" type="slidenum">
              <a:rPr lang="en-US" altLang="zh-CN" sz="1200">
                <a:latin typeface="Times New Roman" panose="02020603050405020304" pitchFamily="18" charset="0"/>
              </a:rPr>
              <a:pPr/>
              <a:t>46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21499" y="519438"/>
            <a:ext cx="3439200" cy="2579400"/>
          </a:xfrm>
          <a:ln w="12700" cap="flat"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902" y="3270797"/>
            <a:ext cx="6804395" cy="310002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25" tIns="45330" rIns="92225" bIns="45330"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0E98FA-6FA0-4C8D-9238-914DDA51A74F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4-3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1865"/>
            </a:lvl4pPr>
            <a:lvl5pPr>
              <a:defRPr sz="1865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B2CFDD-659B-445E-BDBF-5DD9FB34345A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4-3</a:t>
            </a:r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6F6BBC-CE47-438E-86EC-E1FC9F39501B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4-3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10F0D4-E3B9-494F-B1C7-2310B8A317AA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4-3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C01912-E462-434A-B156-CE3B109979F6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4-3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2D3645-889C-4FCB-9C48-B07911D44745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4-3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599AC8-843E-485B-BA75-D3D99E8CFC80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4-3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0BB690-4185-44D5-81EB-11E6887D7BAE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4-3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CB9CEF-DB12-49A6-A0C3-DDC824B2E6A3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4-3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D9D14A-6AC5-4F6E-BE32-8229A4962C60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AVL Trees  - Lecture 4-3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B80681A3-78BD-4324-82C3-C49F946D5E47}" type="datetime1">
              <a:rPr lang="zh-CN" altLang="en-US" smtClean="0"/>
              <a:pPr>
                <a:defRPr/>
              </a:pPr>
              <a:t>2025/12/14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AVL Trees  - Lecture 4-3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anose="05020102010507070707" pitchFamily="18" charset="2"/>
        <a:buChar char="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2665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1865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1865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tags" Target="../tags/tag31.xml"/><Relationship Id="rId39" Type="http://schemas.openxmlformats.org/officeDocument/2006/relationships/tags" Target="../tags/tag44.xml"/><Relationship Id="rId21" Type="http://schemas.openxmlformats.org/officeDocument/2006/relationships/tags" Target="../tags/tag26.xml"/><Relationship Id="rId34" Type="http://schemas.openxmlformats.org/officeDocument/2006/relationships/tags" Target="../tags/tag39.xml"/><Relationship Id="rId42" Type="http://schemas.openxmlformats.org/officeDocument/2006/relationships/tags" Target="../tags/tag47.xml"/><Relationship Id="rId47" Type="http://schemas.openxmlformats.org/officeDocument/2006/relationships/tags" Target="../tags/tag52.xml"/><Relationship Id="rId50" Type="http://schemas.openxmlformats.org/officeDocument/2006/relationships/tags" Target="../tags/tag55.xml"/><Relationship Id="rId55" Type="http://schemas.openxmlformats.org/officeDocument/2006/relationships/tags" Target="../tags/tag60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9" Type="http://schemas.openxmlformats.org/officeDocument/2006/relationships/tags" Target="../tags/tag34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tags" Target="../tags/tag37.xml"/><Relationship Id="rId37" Type="http://schemas.openxmlformats.org/officeDocument/2006/relationships/tags" Target="../tags/tag42.xml"/><Relationship Id="rId40" Type="http://schemas.openxmlformats.org/officeDocument/2006/relationships/tags" Target="../tags/tag45.xml"/><Relationship Id="rId45" Type="http://schemas.openxmlformats.org/officeDocument/2006/relationships/tags" Target="../tags/tag50.xml"/><Relationship Id="rId53" Type="http://schemas.openxmlformats.org/officeDocument/2006/relationships/tags" Target="../tags/tag58.xml"/><Relationship Id="rId58" Type="http://schemas.openxmlformats.org/officeDocument/2006/relationships/image" Target="../media/image2.png"/><Relationship Id="rId5" Type="http://schemas.openxmlformats.org/officeDocument/2006/relationships/tags" Target="../tags/tag10.xml"/><Relationship Id="rId19" Type="http://schemas.openxmlformats.org/officeDocument/2006/relationships/tags" Target="../tags/tag24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tags" Target="../tags/tag35.xml"/><Relationship Id="rId35" Type="http://schemas.openxmlformats.org/officeDocument/2006/relationships/tags" Target="../tags/tag40.xml"/><Relationship Id="rId43" Type="http://schemas.openxmlformats.org/officeDocument/2006/relationships/tags" Target="../tags/tag48.xml"/><Relationship Id="rId48" Type="http://schemas.openxmlformats.org/officeDocument/2006/relationships/tags" Target="../tags/tag53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13.xml"/><Relationship Id="rId51" Type="http://schemas.openxmlformats.org/officeDocument/2006/relationships/tags" Target="../tags/tag56.xml"/><Relationship Id="rId3" Type="http://schemas.openxmlformats.org/officeDocument/2006/relationships/tags" Target="../tags/tag8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tags" Target="../tags/tag38.xml"/><Relationship Id="rId38" Type="http://schemas.openxmlformats.org/officeDocument/2006/relationships/tags" Target="../tags/tag43.xml"/><Relationship Id="rId46" Type="http://schemas.openxmlformats.org/officeDocument/2006/relationships/tags" Target="../tags/tag51.xml"/><Relationship Id="rId59" Type="http://schemas.openxmlformats.org/officeDocument/2006/relationships/image" Target="../media/image3.png"/><Relationship Id="rId20" Type="http://schemas.openxmlformats.org/officeDocument/2006/relationships/tags" Target="../tags/tag25.xml"/><Relationship Id="rId41" Type="http://schemas.openxmlformats.org/officeDocument/2006/relationships/tags" Target="../tags/tag46.xml"/><Relationship Id="rId54" Type="http://schemas.openxmlformats.org/officeDocument/2006/relationships/tags" Target="../tags/tag59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tags" Target="../tags/tag33.xml"/><Relationship Id="rId36" Type="http://schemas.openxmlformats.org/officeDocument/2006/relationships/tags" Target="../tags/tag41.xml"/><Relationship Id="rId49" Type="http://schemas.openxmlformats.org/officeDocument/2006/relationships/tags" Target="../tags/tag54.xml"/><Relationship Id="rId57" Type="http://schemas.openxmlformats.org/officeDocument/2006/relationships/notesSlide" Target="../notesSlides/notesSlide1.xml"/><Relationship Id="rId10" Type="http://schemas.openxmlformats.org/officeDocument/2006/relationships/tags" Target="../tags/tag15.xml"/><Relationship Id="rId31" Type="http://schemas.openxmlformats.org/officeDocument/2006/relationships/tags" Target="../tags/tag36.xml"/><Relationship Id="rId44" Type="http://schemas.openxmlformats.org/officeDocument/2006/relationships/tags" Target="../tags/tag49.xml"/><Relationship Id="rId52" Type="http://schemas.openxmlformats.org/officeDocument/2006/relationships/tags" Target="../tags/tag5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slideLayout" Target="../slideLayouts/slideLayout3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6" Type="http://schemas.openxmlformats.org/officeDocument/2006/relationships/tags" Target="../tags/tag92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5" Type="http://schemas.openxmlformats.org/officeDocument/2006/relationships/tags" Target="../tags/tag91.xml"/><Relationship Id="rId10" Type="http://schemas.openxmlformats.org/officeDocument/2006/relationships/tags" Target="../tags/tag86.xml"/><Relationship Id="rId19" Type="http://schemas.openxmlformats.org/officeDocument/2006/relationships/image" Target="../media/image1.png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1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7.xml"/><Relationship Id="rId4" Type="http://schemas.openxmlformats.org/officeDocument/2006/relationships/tags" Target="../tags/tag9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7" Type="http://schemas.openxmlformats.org/officeDocument/2006/relationships/image" Target="../media/image1.png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2.xml"/><Relationship Id="rId4" Type="http://schemas.openxmlformats.org/officeDocument/2006/relationships/tags" Target="../tags/tag10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7" Type="http://schemas.openxmlformats.org/officeDocument/2006/relationships/image" Target="../media/image4.emf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109.xml"/><Relationship Id="rId7" Type="http://schemas.openxmlformats.org/officeDocument/2006/relationships/image" Target="../media/image1.png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1.xml"/><Relationship Id="rId4" Type="http://schemas.openxmlformats.org/officeDocument/2006/relationships/tags" Target="../tags/tag1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14.xml"/><Relationship Id="rId7" Type="http://schemas.openxmlformats.org/officeDocument/2006/relationships/image" Target="../media/image1.png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6.xml"/><Relationship Id="rId4" Type="http://schemas.openxmlformats.org/officeDocument/2006/relationships/tags" Target="../tags/tag11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119.xml"/><Relationship Id="rId7" Type="http://schemas.openxmlformats.org/officeDocument/2006/relationships/image" Target="../media/image1.png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1.xml"/><Relationship Id="rId4" Type="http://schemas.openxmlformats.org/officeDocument/2006/relationships/tags" Target="../tags/tag12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124.xml"/><Relationship Id="rId7" Type="http://schemas.openxmlformats.org/officeDocument/2006/relationships/image" Target="../media/image1.png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6.xml"/><Relationship Id="rId4" Type="http://schemas.openxmlformats.org/officeDocument/2006/relationships/tags" Target="../tags/tag12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tags" Target="../tags/tag129.xml"/><Relationship Id="rId7" Type="http://schemas.openxmlformats.org/officeDocument/2006/relationships/image" Target="../media/image1.png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1.xml"/><Relationship Id="rId4" Type="http://schemas.openxmlformats.org/officeDocument/2006/relationships/tags" Target="../tags/tag13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tags" Target="../tags/tag134.xml"/><Relationship Id="rId7" Type="http://schemas.openxmlformats.org/officeDocument/2006/relationships/image" Target="../media/image9.emf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image" Target="../media/image1.png"/><Relationship Id="rId11" Type="http://schemas.openxmlformats.org/officeDocument/2006/relationships/image" Target="../media/image13.emf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2.emf"/><Relationship Id="rId4" Type="http://schemas.openxmlformats.org/officeDocument/2006/relationships/tags" Target="../tags/tag135.xml"/><Relationship Id="rId9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image" Target="../media/image1.png"/><Relationship Id="rId5" Type="http://schemas.openxmlformats.org/officeDocument/2006/relationships/tags" Target="../tags/tag140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39.xml"/><Relationship Id="rId9" Type="http://schemas.openxmlformats.org/officeDocument/2006/relationships/tags" Target="../tags/tag14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10" Type="http://schemas.openxmlformats.org/officeDocument/2006/relationships/image" Target="../media/image1.png"/><Relationship Id="rId4" Type="http://schemas.openxmlformats.org/officeDocument/2006/relationships/tags" Target="../tags/tag156.xml"/><Relationship Id="rId9" Type="http://schemas.openxmlformats.org/officeDocument/2006/relationships/notesSlide" Target="../notesSlides/notesSlid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7" Type="http://schemas.openxmlformats.org/officeDocument/2006/relationships/image" Target="../media/image14.png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65.xml"/><Relationship Id="rId7" Type="http://schemas.openxmlformats.org/officeDocument/2006/relationships/image" Target="../media/image14.png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image" Target="../media/image16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image" Target="../media/image17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77.xml"/><Relationship Id="rId7" Type="http://schemas.openxmlformats.org/officeDocument/2006/relationships/tags" Target="../tags/tag18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9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93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tags" Target="../tags/tag310.xml"/><Relationship Id="rId299" Type="http://schemas.openxmlformats.org/officeDocument/2006/relationships/tags" Target="../tags/tag492.xml"/><Relationship Id="rId21" Type="http://schemas.openxmlformats.org/officeDocument/2006/relationships/tags" Target="../tags/tag214.xml"/><Relationship Id="rId63" Type="http://schemas.openxmlformats.org/officeDocument/2006/relationships/tags" Target="../tags/tag256.xml"/><Relationship Id="rId159" Type="http://schemas.openxmlformats.org/officeDocument/2006/relationships/tags" Target="../tags/tag352.xml"/><Relationship Id="rId324" Type="http://schemas.openxmlformats.org/officeDocument/2006/relationships/tags" Target="../tags/tag517.xml"/><Relationship Id="rId366" Type="http://schemas.openxmlformats.org/officeDocument/2006/relationships/tags" Target="../tags/tag559.xml"/><Relationship Id="rId170" Type="http://schemas.openxmlformats.org/officeDocument/2006/relationships/tags" Target="../tags/tag363.xml"/><Relationship Id="rId226" Type="http://schemas.openxmlformats.org/officeDocument/2006/relationships/tags" Target="../tags/tag419.xml"/><Relationship Id="rId433" Type="http://schemas.openxmlformats.org/officeDocument/2006/relationships/tags" Target="../tags/tag626.xml"/><Relationship Id="rId268" Type="http://schemas.openxmlformats.org/officeDocument/2006/relationships/tags" Target="../tags/tag461.xml"/><Relationship Id="rId32" Type="http://schemas.openxmlformats.org/officeDocument/2006/relationships/tags" Target="../tags/tag225.xml"/><Relationship Id="rId74" Type="http://schemas.openxmlformats.org/officeDocument/2006/relationships/tags" Target="../tags/tag267.xml"/><Relationship Id="rId128" Type="http://schemas.openxmlformats.org/officeDocument/2006/relationships/tags" Target="../tags/tag321.xml"/><Relationship Id="rId335" Type="http://schemas.openxmlformats.org/officeDocument/2006/relationships/tags" Target="../tags/tag528.xml"/><Relationship Id="rId377" Type="http://schemas.openxmlformats.org/officeDocument/2006/relationships/tags" Target="../tags/tag570.xml"/><Relationship Id="rId5" Type="http://schemas.openxmlformats.org/officeDocument/2006/relationships/tags" Target="../tags/tag198.xml"/><Relationship Id="rId181" Type="http://schemas.openxmlformats.org/officeDocument/2006/relationships/tags" Target="../tags/tag374.xml"/><Relationship Id="rId237" Type="http://schemas.openxmlformats.org/officeDocument/2006/relationships/tags" Target="../tags/tag430.xml"/><Relationship Id="rId402" Type="http://schemas.openxmlformats.org/officeDocument/2006/relationships/tags" Target="../tags/tag595.xml"/><Relationship Id="rId279" Type="http://schemas.openxmlformats.org/officeDocument/2006/relationships/tags" Target="../tags/tag472.xml"/><Relationship Id="rId444" Type="http://schemas.openxmlformats.org/officeDocument/2006/relationships/tags" Target="../tags/tag637.xml"/><Relationship Id="rId43" Type="http://schemas.openxmlformats.org/officeDocument/2006/relationships/tags" Target="../tags/tag236.xml"/><Relationship Id="rId139" Type="http://schemas.openxmlformats.org/officeDocument/2006/relationships/tags" Target="../tags/tag332.xml"/><Relationship Id="rId290" Type="http://schemas.openxmlformats.org/officeDocument/2006/relationships/tags" Target="../tags/tag483.xml"/><Relationship Id="rId304" Type="http://schemas.openxmlformats.org/officeDocument/2006/relationships/tags" Target="../tags/tag497.xml"/><Relationship Id="rId346" Type="http://schemas.openxmlformats.org/officeDocument/2006/relationships/tags" Target="../tags/tag539.xml"/><Relationship Id="rId388" Type="http://schemas.openxmlformats.org/officeDocument/2006/relationships/tags" Target="../tags/tag581.xml"/><Relationship Id="rId85" Type="http://schemas.openxmlformats.org/officeDocument/2006/relationships/tags" Target="../tags/tag278.xml"/><Relationship Id="rId150" Type="http://schemas.openxmlformats.org/officeDocument/2006/relationships/tags" Target="../tags/tag343.xml"/><Relationship Id="rId192" Type="http://schemas.openxmlformats.org/officeDocument/2006/relationships/tags" Target="../tags/tag385.xml"/><Relationship Id="rId206" Type="http://schemas.openxmlformats.org/officeDocument/2006/relationships/tags" Target="../tags/tag399.xml"/><Relationship Id="rId413" Type="http://schemas.openxmlformats.org/officeDocument/2006/relationships/tags" Target="../tags/tag606.xml"/><Relationship Id="rId248" Type="http://schemas.openxmlformats.org/officeDocument/2006/relationships/tags" Target="../tags/tag441.xml"/><Relationship Id="rId12" Type="http://schemas.openxmlformats.org/officeDocument/2006/relationships/tags" Target="../tags/tag205.xml"/><Relationship Id="rId108" Type="http://schemas.openxmlformats.org/officeDocument/2006/relationships/tags" Target="../tags/tag301.xml"/><Relationship Id="rId315" Type="http://schemas.openxmlformats.org/officeDocument/2006/relationships/tags" Target="../tags/tag508.xml"/><Relationship Id="rId357" Type="http://schemas.openxmlformats.org/officeDocument/2006/relationships/tags" Target="../tags/tag550.xml"/><Relationship Id="rId54" Type="http://schemas.openxmlformats.org/officeDocument/2006/relationships/tags" Target="../tags/tag247.xml"/><Relationship Id="rId96" Type="http://schemas.openxmlformats.org/officeDocument/2006/relationships/tags" Target="../tags/tag289.xml"/><Relationship Id="rId161" Type="http://schemas.openxmlformats.org/officeDocument/2006/relationships/tags" Target="../tags/tag354.xml"/><Relationship Id="rId217" Type="http://schemas.openxmlformats.org/officeDocument/2006/relationships/tags" Target="../tags/tag410.xml"/><Relationship Id="rId399" Type="http://schemas.openxmlformats.org/officeDocument/2006/relationships/tags" Target="../tags/tag592.xml"/><Relationship Id="rId259" Type="http://schemas.openxmlformats.org/officeDocument/2006/relationships/tags" Target="../tags/tag452.xml"/><Relationship Id="rId424" Type="http://schemas.openxmlformats.org/officeDocument/2006/relationships/tags" Target="../tags/tag617.xml"/><Relationship Id="rId23" Type="http://schemas.openxmlformats.org/officeDocument/2006/relationships/tags" Target="../tags/tag216.xml"/><Relationship Id="rId119" Type="http://schemas.openxmlformats.org/officeDocument/2006/relationships/tags" Target="../tags/tag312.xml"/><Relationship Id="rId270" Type="http://schemas.openxmlformats.org/officeDocument/2006/relationships/tags" Target="../tags/tag463.xml"/><Relationship Id="rId326" Type="http://schemas.openxmlformats.org/officeDocument/2006/relationships/tags" Target="../tags/tag519.xml"/><Relationship Id="rId65" Type="http://schemas.openxmlformats.org/officeDocument/2006/relationships/tags" Target="../tags/tag258.xml"/><Relationship Id="rId130" Type="http://schemas.openxmlformats.org/officeDocument/2006/relationships/tags" Target="../tags/tag323.xml"/><Relationship Id="rId368" Type="http://schemas.openxmlformats.org/officeDocument/2006/relationships/tags" Target="../tags/tag561.xml"/><Relationship Id="rId172" Type="http://schemas.openxmlformats.org/officeDocument/2006/relationships/tags" Target="../tags/tag365.xml"/><Relationship Id="rId228" Type="http://schemas.openxmlformats.org/officeDocument/2006/relationships/tags" Target="../tags/tag421.xml"/><Relationship Id="rId435" Type="http://schemas.openxmlformats.org/officeDocument/2006/relationships/tags" Target="../tags/tag628.xml"/><Relationship Id="rId281" Type="http://schemas.openxmlformats.org/officeDocument/2006/relationships/tags" Target="../tags/tag474.xml"/><Relationship Id="rId337" Type="http://schemas.openxmlformats.org/officeDocument/2006/relationships/tags" Target="../tags/tag530.xml"/><Relationship Id="rId34" Type="http://schemas.openxmlformats.org/officeDocument/2006/relationships/tags" Target="../tags/tag227.xml"/><Relationship Id="rId76" Type="http://schemas.openxmlformats.org/officeDocument/2006/relationships/tags" Target="../tags/tag269.xml"/><Relationship Id="rId141" Type="http://schemas.openxmlformats.org/officeDocument/2006/relationships/tags" Target="../tags/tag334.xml"/><Relationship Id="rId379" Type="http://schemas.openxmlformats.org/officeDocument/2006/relationships/tags" Target="../tags/tag572.xml"/><Relationship Id="rId7" Type="http://schemas.openxmlformats.org/officeDocument/2006/relationships/tags" Target="../tags/tag200.xml"/><Relationship Id="rId183" Type="http://schemas.openxmlformats.org/officeDocument/2006/relationships/tags" Target="../tags/tag376.xml"/><Relationship Id="rId239" Type="http://schemas.openxmlformats.org/officeDocument/2006/relationships/tags" Target="../tags/tag432.xml"/><Relationship Id="rId390" Type="http://schemas.openxmlformats.org/officeDocument/2006/relationships/tags" Target="../tags/tag583.xml"/><Relationship Id="rId404" Type="http://schemas.openxmlformats.org/officeDocument/2006/relationships/tags" Target="../tags/tag597.xml"/><Relationship Id="rId446" Type="http://schemas.openxmlformats.org/officeDocument/2006/relationships/tags" Target="../tags/tag639.xml"/><Relationship Id="rId250" Type="http://schemas.openxmlformats.org/officeDocument/2006/relationships/tags" Target="../tags/tag443.xml"/><Relationship Id="rId292" Type="http://schemas.openxmlformats.org/officeDocument/2006/relationships/tags" Target="../tags/tag485.xml"/><Relationship Id="rId306" Type="http://schemas.openxmlformats.org/officeDocument/2006/relationships/tags" Target="../tags/tag499.xml"/><Relationship Id="rId45" Type="http://schemas.openxmlformats.org/officeDocument/2006/relationships/tags" Target="../tags/tag238.xml"/><Relationship Id="rId87" Type="http://schemas.openxmlformats.org/officeDocument/2006/relationships/tags" Target="../tags/tag280.xml"/><Relationship Id="rId110" Type="http://schemas.openxmlformats.org/officeDocument/2006/relationships/tags" Target="../tags/tag303.xml"/><Relationship Id="rId348" Type="http://schemas.openxmlformats.org/officeDocument/2006/relationships/tags" Target="../tags/tag541.xml"/><Relationship Id="rId152" Type="http://schemas.openxmlformats.org/officeDocument/2006/relationships/tags" Target="../tags/tag345.xml"/><Relationship Id="rId194" Type="http://schemas.openxmlformats.org/officeDocument/2006/relationships/tags" Target="../tags/tag387.xml"/><Relationship Id="rId208" Type="http://schemas.openxmlformats.org/officeDocument/2006/relationships/tags" Target="../tags/tag401.xml"/><Relationship Id="rId415" Type="http://schemas.openxmlformats.org/officeDocument/2006/relationships/tags" Target="../tags/tag608.xml"/><Relationship Id="rId261" Type="http://schemas.openxmlformats.org/officeDocument/2006/relationships/tags" Target="../tags/tag454.xml"/><Relationship Id="rId14" Type="http://schemas.openxmlformats.org/officeDocument/2006/relationships/tags" Target="../tags/tag207.xml"/><Relationship Id="rId56" Type="http://schemas.openxmlformats.org/officeDocument/2006/relationships/tags" Target="../tags/tag249.xml"/><Relationship Id="rId317" Type="http://schemas.openxmlformats.org/officeDocument/2006/relationships/tags" Target="../tags/tag510.xml"/><Relationship Id="rId359" Type="http://schemas.openxmlformats.org/officeDocument/2006/relationships/tags" Target="../tags/tag552.xml"/><Relationship Id="rId98" Type="http://schemas.openxmlformats.org/officeDocument/2006/relationships/tags" Target="../tags/tag291.xml"/><Relationship Id="rId121" Type="http://schemas.openxmlformats.org/officeDocument/2006/relationships/tags" Target="../tags/tag314.xml"/><Relationship Id="rId163" Type="http://schemas.openxmlformats.org/officeDocument/2006/relationships/tags" Target="../tags/tag356.xml"/><Relationship Id="rId219" Type="http://schemas.openxmlformats.org/officeDocument/2006/relationships/tags" Target="../tags/tag412.xml"/><Relationship Id="rId370" Type="http://schemas.openxmlformats.org/officeDocument/2006/relationships/tags" Target="../tags/tag563.xml"/><Relationship Id="rId426" Type="http://schemas.openxmlformats.org/officeDocument/2006/relationships/tags" Target="../tags/tag619.xml"/><Relationship Id="rId230" Type="http://schemas.openxmlformats.org/officeDocument/2006/relationships/tags" Target="../tags/tag423.xml"/><Relationship Id="rId25" Type="http://schemas.openxmlformats.org/officeDocument/2006/relationships/tags" Target="../tags/tag218.xml"/><Relationship Id="rId67" Type="http://schemas.openxmlformats.org/officeDocument/2006/relationships/tags" Target="../tags/tag260.xml"/><Relationship Id="rId272" Type="http://schemas.openxmlformats.org/officeDocument/2006/relationships/tags" Target="../tags/tag465.xml"/><Relationship Id="rId328" Type="http://schemas.openxmlformats.org/officeDocument/2006/relationships/tags" Target="../tags/tag521.xml"/><Relationship Id="rId132" Type="http://schemas.openxmlformats.org/officeDocument/2006/relationships/tags" Target="../tags/tag325.xml"/><Relationship Id="rId174" Type="http://schemas.openxmlformats.org/officeDocument/2006/relationships/tags" Target="../tags/tag367.xml"/><Relationship Id="rId381" Type="http://schemas.openxmlformats.org/officeDocument/2006/relationships/tags" Target="../tags/tag574.xml"/><Relationship Id="rId241" Type="http://schemas.openxmlformats.org/officeDocument/2006/relationships/tags" Target="../tags/tag434.xml"/><Relationship Id="rId437" Type="http://schemas.openxmlformats.org/officeDocument/2006/relationships/tags" Target="../tags/tag630.xml"/><Relationship Id="rId36" Type="http://schemas.openxmlformats.org/officeDocument/2006/relationships/tags" Target="../tags/tag229.xml"/><Relationship Id="rId283" Type="http://schemas.openxmlformats.org/officeDocument/2006/relationships/tags" Target="../tags/tag476.xml"/><Relationship Id="rId339" Type="http://schemas.openxmlformats.org/officeDocument/2006/relationships/tags" Target="../tags/tag532.xml"/><Relationship Id="rId78" Type="http://schemas.openxmlformats.org/officeDocument/2006/relationships/tags" Target="../tags/tag271.xml"/><Relationship Id="rId101" Type="http://schemas.openxmlformats.org/officeDocument/2006/relationships/tags" Target="../tags/tag294.xml"/><Relationship Id="rId143" Type="http://schemas.openxmlformats.org/officeDocument/2006/relationships/tags" Target="../tags/tag336.xml"/><Relationship Id="rId185" Type="http://schemas.openxmlformats.org/officeDocument/2006/relationships/tags" Target="../tags/tag378.xml"/><Relationship Id="rId350" Type="http://schemas.openxmlformats.org/officeDocument/2006/relationships/tags" Target="../tags/tag543.xml"/><Relationship Id="rId406" Type="http://schemas.openxmlformats.org/officeDocument/2006/relationships/tags" Target="../tags/tag599.xml"/><Relationship Id="rId9" Type="http://schemas.openxmlformats.org/officeDocument/2006/relationships/tags" Target="../tags/tag202.xml"/><Relationship Id="rId210" Type="http://schemas.openxmlformats.org/officeDocument/2006/relationships/tags" Target="../tags/tag403.xml"/><Relationship Id="rId392" Type="http://schemas.openxmlformats.org/officeDocument/2006/relationships/tags" Target="../tags/tag585.xml"/><Relationship Id="rId448" Type="http://schemas.openxmlformats.org/officeDocument/2006/relationships/tags" Target="../tags/tag641.xml"/><Relationship Id="rId252" Type="http://schemas.openxmlformats.org/officeDocument/2006/relationships/tags" Target="../tags/tag445.xml"/><Relationship Id="rId294" Type="http://schemas.openxmlformats.org/officeDocument/2006/relationships/tags" Target="../tags/tag487.xml"/><Relationship Id="rId308" Type="http://schemas.openxmlformats.org/officeDocument/2006/relationships/tags" Target="../tags/tag501.xml"/><Relationship Id="rId47" Type="http://schemas.openxmlformats.org/officeDocument/2006/relationships/tags" Target="../tags/tag240.xml"/><Relationship Id="rId89" Type="http://schemas.openxmlformats.org/officeDocument/2006/relationships/tags" Target="../tags/tag282.xml"/><Relationship Id="rId112" Type="http://schemas.openxmlformats.org/officeDocument/2006/relationships/tags" Target="../tags/tag305.xml"/><Relationship Id="rId154" Type="http://schemas.openxmlformats.org/officeDocument/2006/relationships/tags" Target="../tags/tag347.xml"/><Relationship Id="rId361" Type="http://schemas.openxmlformats.org/officeDocument/2006/relationships/tags" Target="../tags/tag554.xml"/><Relationship Id="rId196" Type="http://schemas.openxmlformats.org/officeDocument/2006/relationships/tags" Target="../tags/tag389.xml"/><Relationship Id="rId417" Type="http://schemas.openxmlformats.org/officeDocument/2006/relationships/tags" Target="../tags/tag610.xml"/><Relationship Id="rId16" Type="http://schemas.openxmlformats.org/officeDocument/2006/relationships/tags" Target="../tags/tag209.xml"/><Relationship Id="rId221" Type="http://schemas.openxmlformats.org/officeDocument/2006/relationships/tags" Target="../tags/tag414.xml"/><Relationship Id="rId263" Type="http://schemas.openxmlformats.org/officeDocument/2006/relationships/tags" Target="../tags/tag456.xml"/><Relationship Id="rId319" Type="http://schemas.openxmlformats.org/officeDocument/2006/relationships/tags" Target="../tags/tag512.xml"/><Relationship Id="rId58" Type="http://schemas.openxmlformats.org/officeDocument/2006/relationships/tags" Target="../tags/tag251.xml"/><Relationship Id="rId123" Type="http://schemas.openxmlformats.org/officeDocument/2006/relationships/tags" Target="../tags/tag316.xml"/><Relationship Id="rId330" Type="http://schemas.openxmlformats.org/officeDocument/2006/relationships/tags" Target="../tags/tag523.xml"/><Relationship Id="rId165" Type="http://schemas.openxmlformats.org/officeDocument/2006/relationships/tags" Target="../tags/tag358.xml"/><Relationship Id="rId372" Type="http://schemas.openxmlformats.org/officeDocument/2006/relationships/tags" Target="../tags/tag565.xml"/><Relationship Id="rId428" Type="http://schemas.openxmlformats.org/officeDocument/2006/relationships/tags" Target="../tags/tag621.xml"/><Relationship Id="rId232" Type="http://schemas.openxmlformats.org/officeDocument/2006/relationships/tags" Target="../tags/tag425.xml"/><Relationship Id="rId274" Type="http://schemas.openxmlformats.org/officeDocument/2006/relationships/tags" Target="../tags/tag467.xml"/><Relationship Id="rId27" Type="http://schemas.openxmlformats.org/officeDocument/2006/relationships/tags" Target="../tags/tag220.xml"/><Relationship Id="rId69" Type="http://schemas.openxmlformats.org/officeDocument/2006/relationships/tags" Target="../tags/tag262.xml"/><Relationship Id="rId134" Type="http://schemas.openxmlformats.org/officeDocument/2006/relationships/tags" Target="../tags/tag327.xml"/><Relationship Id="rId80" Type="http://schemas.openxmlformats.org/officeDocument/2006/relationships/tags" Target="../tags/tag273.xml"/><Relationship Id="rId176" Type="http://schemas.openxmlformats.org/officeDocument/2006/relationships/tags" Target="../tags/tag369.xml"/><Relationship Id="rId341" Type="http://schemas.openxmlformats.org/officeDocument/2006/relationships/tags" Target="../tags/tag534.xml"/><Relationship Id="rId383" Type="http://schemas.openxmlformats.org/officeDocument/2006/relationships/tags" Target="../tags/tag576.xml"/><Relationship Id="rId439" Type="http://schemas.openxmlformats.org/officeDocument/2006/relationships/tags" Target="../tags/tag632.xml"/><Relationship Id="rId201" Type="http://schemas.openxmlformats.org/officeDocument/2006/relationships/tags" Target="../tags/tag394.xml"/><Relationship Id="rId243" Type="http://schemas.openxmlformats.org/officeDocument/2006/relationships/tags" Target="../tags/tag436.xml"/><Relationship Id="rId285" Type="http://schemas.openxmlformats.org/officeDocument/2006/relationships/tags" Target="../tags/tag478.xml"/><Relationship Id="rId450" Type="http://schemas.openxmlformats.org/officeDocument/2006/relationships/tags" Target="../tags/tag643.xml"/><Relationship Id="rId38" Type="http://schemas.openxmlformats.org/officeDocument/2006/relationships/tags" Target="../tags/tag231.xml"/><Relationship Id="rId103" Type="http://schemas.openxmlformats.org/officeDocument/2006/relationships/tags" Target="../tags/tag296.xml"/><Relationship Id="rId310" Type="http://schemas.openxmlformats.org/officeDocument/2006/relationships/tags" Target="../tags/tag503.xml"/><Relationship Id="rId91" Type="http://schemas.openxmlformats.org/officeDocument/2006/relationships/tags" Target="../tags/tag284.xml"/><Relationship Id="rId145" Type="http://schemas.openxmlformats.org/officeDocument/2006/relationships/tags" Target="../tags/tag338.xml"/><Relationship Id="rId187" Type="http://schemas.openxmlformats.org/officeDocument/2006/relationships/tags" Target="../tags/tag380.xml"/><Relationship Id="rId352" Type="http://schemas.openxmlformats.org/officeDocument/2006/relationships/tags" Target="../tags/tag545.xml"/><Relationship Id="rId394" Type="http://schemas.openxmlformats.org/officeDocument/2006/relationships/tags" Target="../tags/tag587.xml"/><Relationship Id="rId408" Type="http://schemas.openxmlformats.org/officeDocument/2006/relationships/tags" Target="../tags/tag601.xml"/><Relationship Id="rId212" Type="http://schemas.openxmlformats.org/officeDocument/2006/relationships/tags" Target="../tags/tag405.xml"/><Relationship Id="rId254" Type="http://schemas.openxmlformats.org/officeDocument/2006/relationships/tags" Target="../tags/tag447.xml"/><Relationship Id="rId49" Type="http://schemas.openxmlformats.org/officeDocument/2006/relationships/tags" Target="../tags/tag242.xml"/><Relationship Id="rId114" Type="http://schemas.openxmlformats.org/officeDocument/2006/relationships/tags" Target="../tags/tag307.xml"/><Relationship Id="rId296" Type="http://schemas.openxmlformats.org/officeDocument/2006/relationships/tags" Target="../tags/tag489.xml"/><Relationship Id="rId60" Type="http://schemas.openxmlformats.org/officeDocument/2006/relationships/tags" Target="../tags/tag253.xml"/><Relationship Id="rId156" Type="http://schemas.openxmlformats.org/officeDocument/2006/relationships/tags" Target="../tags/tag349.xml"/><Relationship Id="rId198" Type="http://schemas.openxmlformats.org/officeDocument/2006/relationships/tags" Target="../tags/tag391.xml"/><Relationship Id="rId321" Type="http://schemas.openxmlformats.org/officeDocument/2006/relationships/tags" Target="../tags/tag514.xml"/><Relationship Id="rId363" Type="http://schemas.openxmlformats.org/officeDocument/2006/relationships/tags" Target="../tags/tag556.xml"/><Relationship Id="rId419" Type="http://schemas.openxmlformats.org/officeDocument/2006/relationships/tags" Target="../tags/tag612.xml"/><Relationship Id="rId223" Type="http://schemas.openxmlformats.org/officeDocument/2006/relationships/tags" Target="../tags/tag416.xml"/><Relationship Id="rId430" Type="http://schemas.openxmlformats.org/officeDocument/2006/relationships/tags" Target="../tags/tag623.xml"/><Relationship Id="rId18" Type="http://schemas.openxmlformats.org/officeDocument/2006/relationships/tags" Target="../tags/tag211.xml"/><Relationship Id="rId265" Type="http://schemas.openxmlformats.org/officeDocument/2006/relationships/tags" Target="../tags/tag458.xml"/><Relationship Id="rId50" Type="http://schemas.openxmlformats.org/officeDocument/2006/relationships/tags" Target="../tags/tag243.xml"/><Relationship Id="rId104" Type="http://schemas.openxmlformats.org/officeDocument/2006/relationships/tags" Target="../tags/tag297.xml"/><Relationship Id="rId125" Type="http://schemas.openxmlformats.org/officeDocument/2006/relationships/tags" Target="../tags/tag318.xml"/><Relationship Id="rId146" Type="http://schemas.openxmlformats.org/officeDocument/2006/relationships/tags" Target="../tags/tag339.xml"/><Relationship Id="rId167" Type="http://schemas.openxmlformats.org/officeDocument/2006/relationships/tags" Target="../tags/tag360.xml"/><Relationship Id="rId188" Type="http://schemas.openxmlformats.org/officeDocument/2006/relationships/tags" Target="../tags/tag381.xml"/><Relationship Id="rId311" Type="http://schemas.openxmlformats.org/officeDocument/2006/relationships/tags" Target="../tags/tag504.xml"/><Relationship Id="rId332" Type="http://schemas.openxmlformats.org/officeDocument/2006/relationships/tags" Target="../tags/tag525.xml"/><Relationship Id="rId353" Type="http://schemas.openxmlformats.org/officeDocument/2006/relationships/tags" Target="../tags/tag546.xml"/><Relationship Id="rId374" Type="http://schemas.openxmlformats.org/officeDocument/2006/relationships/tags" Target="../tags/tag567.xml"/><Relationship Id="rId395" Type="http://schemas.openxmlformats.org/officeDocument/2006/relationships/tags" Target="../tags/tag588.xml"/><Relationship Id="rId409" Type="http://schemas.openxmlformats.org/officeDocument/2006/relationships/tags" Target="../tags/tag602.xml"/><Relationship Id="rId71" Type="http://schemas.openxmlformats.org/officeDocument/2006/relationships/tags" Target="../tags/tag264.xml"/><Relationship Id="rId92" Type="http://schemas.openxmlformats.org/officeDocument/2006/relationships/tags" Target="../tags/tag285.xml"/><Relationship Id="rId213" Type="http://schemas.openxmlformats.org/officeDocument/2006/relationships/tags" Target="../tags/tag406.xml"/><Relationship Id="rId234" Type="http://schemas.openxmlformats.org/officeDocument/2006/relationships/tags" Target="../tags/tag427.xml"/><Relationship Id="rId420" Type="http://schemas.openxmlformats.org/officeDocument/2006/relationships/tags" Target="../tags/tag613.xml"/><Relationship Id="rId2" Type="http://schemas.openxmlformats.org/officeDocument/2006/relationships/tags" Target="../tags/tag195.xml"/><Relationship Id="rId29" Type="http://schemas.openxmlformats.org/officeDocument/2006/relationships/tags" Target="../tags/tag222.xml"/><Relationship Id="rId255" Type="http://schemas.openxmlformats.org/officeDocument/2006/relationships/tags" Target="../tags/tag448.xml"/><Relationship Id="rId276" Type="http://schemas.openxmlformats.org/officeDocument/2006/relationships/tags" Target="../tags/tag469.xml"/><Relationship Id="rId297" Type="http://schemas.openxmlformats.org/officeDocument/2006/relationships/tags" Target="../tags/tag490.xml"/><Relationship Id="rId441" Type="http://schemas.openxmlformats.org/officeDocument/2006/relationships/tags" Target="../tags/tag634.xml"/><Relationship Id="rId40" Type="http://schemas.openxmlformats.org/officeDocument/2006/relationships/tags" Target="../tags/tag233.xml"/><Relationship Id="rId115" Type="http://schemas.openxmlformats.org/officeDocument/2006/relationships/tags" Target="../tags/tag308.xml"/><Relationship Id="rId136" Type="http://schemas.openxmlformats.org/officeDocument/2006/relationships/tags" Target="../tags/tag329.xml"/><Relationship Id="rId157" Type="http://schemas.openxmlformats.org/officeDocument/2006/relationships/tags" Target="../tags/tag350.xml"/><Relationship Id="rId178" Type="http://schemas.openxmlformats.org/officeDocument/2006/relationships/tags" Target="../tags/tag371.xml"/><Relationship Id="rId301" Type="http://schemas.openxmlformats.org/officeDocument/2006/relationships/tags" Target="../tags/tag494.xml"/><Relationship Id="rId322" Type="http://schemas.openxmlformats.org/officeDocument/2006/relationships/tags" Target="../tags/tag515.xml"/><Relationship Id="rId343" Type="http://schemas.openxmlformats.org/officeDocument/2006/relationships/tags" Target="../tags/tag536.xml"/><Relationship Id="rId364" Type="http://schemas.openxmlformats.org/officeDocument/2006/relationships/tags" Target="../tags/tag557.xml"/><Relationship Id="rId61" Type="http://schemas.openxmlformats.org/officeDocument/2006/relationships/tags" Target="../tags/tag254.xml"/><Relationship Id="rId82" Type="http://schemas.openxmlformats.org/officeDocument/2006/relationships/tags" Target="../tags/tag275.xml"/><Relationship Id="rId199" Type="http://schemas.openxmlformats.org/officeDocument/2006/relationships/tags" Target="../tags/tag392.xml"/><Relationship Id="rId203" Type="http://schemas.openxmlformats.org/officeDocument/2006/relationships/tags" Target="../tags/tag396.xml"/><Relationship Id="rId385" Type="http://schemas.openxmlformats.org/officeDocument/2006/relationships/tags" Target="../tags/tag578.xml"/><Relationship Id="rId19" Type="http://schemas.openxmlformats.org/officeDocument/2006/relationships/tags" Target="../tags/tag212.xml"/><Relationship Id="rId224" Type="http://schemas.openxmlformats.org/officeDocument/2006/relationships/tags" Target="../tags/tag417.xml"/><Relationship Id="rId245" Type="http://schemas.openxmlformats.org/officeDocument/2006/relationships/tags" Target="../tags/tag438.xml"/><Relationship Id="rId266" Type="http://schemas.openxmlformats.org/officeDocument/2006/relationships/tags" Target="../tags/tag459.xml"/><Relationship Id="rId287" Type="http://schemas.openxmlformats.org/officeDocument/2006/relationships/tags" Target="../tags/tag480.xml"/><Relationship Id="rId410" Type="http://schemas.openxmlformats.org/officeDocument/2006/relationships/tags" Target="../tags/tag603.xml"/><Relationship Id="rId431" Type="http://schemas.openxmlformats.org/officeDocument/2006/relationships/tags" Target="../tags/tag624.xml"/><Relationship Id="rId452" Type="http://schemas.openxmlformats.org/officeDocument/2006/relationships/image" Target="../media/image1.png"/><Relationship Id="rId30" Type="http://schemas.openxmlformats.org/officeDocument/2006/relationships/tags" Target="../tags/tag223.xml"/><Relationship Id="rId105" Type="http://schemas.openxmlformats.org/officeDocument/2006/relationships/tags" Target="../tags/tag298.xml"/><Relationship Id="rId126" Type="http://schemas.openxmlformats.org/officeDocument/2006/relationships/tags" Target="../tags/tag319.xml"/><Relationship Id="rId147" Type="http://schemas.openxmlformats.org/officeDocument/2006/relationships/tags" Target="../tags/tag340.xml"/><Relationship Id="rId168" Type="http://schemas.openxmlformats.org/officeDocument/2006/relationships/tags" Target="../tags/tag361.xml"/><Relationship Id="rId312" Type="http://schemas.openxmlformats.org/officeDocument/2006/relationships/tags" Target="../tags/tag505.xml"/><Relationship Id="rId333" Type="http://schemas.openxmlformats.org/officeDocument/2006/relationships/tags" Target="../tags/tag526.xml"/><Relationship Id="rId354" Type="http://schemas.openxmlformats.org/officeDocument/2006/relationships/tags" Target="../tags/tag547.xml"/><Relationship Id="rId51" Type="http://schemas.openxmlformats.org/officeDocument/2006/relationships/tags" Target="../tags/tag244.xml"/><Relationship Id="rId72" Type="http://schemas.openxmlformats.org/officeDocument/2006/relationships/tags" Target="../tags/tag265.xml"/><Relationship Id="rId93" Type="http://schemas.openxmlformats.org/officeDocument/2006/relationships/tags" Target="../tags/tag286.xml"/><Relationship Id="rId189" Type="http://schemas.openxmlformats.org/officeDocument/2006/relationships/tags" Target="../tags/tag382.xml"/><Relationship Id="rId375" Type="http://schemas.openxmlformats.org/officeDocument/2006/relationships/tags" Target="../tags/tag568.xml"/><Relationship Id="rId396" Type="http://schemas.openxmlformats.org/officeDocument/2006/relationships/tags" Target="../tags/tag589.xml"/><Relationship Id="rId3" Type="http://schemas.openxmlformats.org/officeDocument/2006/relationships/tags" Target="../tags/tag196.xml"/><Relationship Id="rId214" Type="http://schemas.openxmlformats.org/officeDocument/2006/relationships/tags" Target="../tags/tag407.xml"/><Relationship Id="rId235" Type="http://schemas.openxmlformats.org/officeDocument/2006/relationships/tags" Target="../tags/tag428.xml"/><Relationship Id="rId256" Type="http://schemas.openxmlformats.org/officeDocument/2006/relationships/tags" Target="../tags/tag449.xml"/><Relationship Id="rId277" Type="http://schemas.openxmlformats.org/officeDocument/2006/relationships/tags" Target="../tags/tag470.xml"/><Relationship Id="rId298" Type="http://schemas.openxmlformats.org/officeDocument/2006/relationships/tags" Target="../tags/tag491.xml"/><Relationship Id="rId400" Type="http://schemas.openxmlformats.org/officeDocument/2006/relationships/tags" Target="../tags/tag593.xml"/><Relationship Id="rId421" Type="http://schemas.openxmlformats.org/officeDocument/2006/relationships/tags" Target="../tags/tag614.xml"/><Relationship Id="rId442" Type="http://schemas.openxmlformats.org/officeDocument/2006/relationships/tags" Target="../tags/tag635.xml"/><Relationship Id="rId116" Type="http://schemas.openxmlformats.org/officeDocument/2006/relationships/tags" Target="../tags/tag309.xml"/><Relationship Id="rId137" Type="http://schemas.openxmlformats.org/officeDocument/2006/relationships/tags" Target="../tags/tag330.xml"/><Relationship Id="rId158" Type="http://schemas.openxmlformats.org/officeDocument/2006/relationships/tags" Target="../tags/tag351.xml"/><Relationship Id="rId302" Type="http://schemas.openxmlformats.org/officeDocument/2006/relationships/tags" Target="../tags/tag495.xml"/><Relationship Id="rId323" Type="http://schemas.openxmlformats.org/officeDocument/2006/relationships/tags" Target="../tags/tag516.xml"/><Relationship Id="rId344" Type="http://schemas.openxmlformats.org/officeDocument/2006/relationships/tags" Target="../tags/tag537.xml"/><Relationship Id="rId20" Type="http://schemas.openxmlformats.org/officeDocument/2006/relationships/tags" Target="../tags/tag213.xml"/><Relationship Id="rId41" Type="http://schemas.openxmlformats.org/officeDocument/2006/relationships/tags" Target="../tags/tag234.xml"/><Relationship Id="rId62" Type="http://schemas.openxmlformats.org/officeDocument/2006/relationships/tags" Target="../tags/tag255.xml"/><Relationship Id="rId83" Type="http://schemas.openxmlformats.org/officeDocument/2006/relationships/tags" Target="../tags/tag276.xml"/><Relationship Id="rId179" Type="http://schemas.openxmlformats.org/officeDocument/2006/relationships/tags" Target="../tags/tag372.xml"/><Relationship Id="rId365" Type="http://schemas.openxmlformats.org/officeDocument/2006/relationships/tags" Target="../tags/tag558.xml"/><Relationship Id="rId386" Type="http://schemas.openxmlformats.org/officeDocument/2006/relationships/tags" Target="../tags/tag579.xml"/><Relationship Id="rId190" Type="http://schemas.openxmlformats.org/officeDocument/2006/relationships/tags" Target="../tags/tag383.xml"/><Relationship Id="rId204" Type="http://schemas.openxmlformats.org/officeDocument/2006/relationships/tags" Target="../tags/tag397.xml"/><Relationship Id="rId225" Type="http://schemas.openxmlformats.org/officeDocument/2006/relationships/tags" Target="../tags/tag418.xml"/><Relationship Id="rId246" Type="http://schemas.openxmlformats.org/officeDocument/2006/relationships/tags" Target="../tags/tag439.xml"/><Relationship Id="rId267" Type="http://schemas.openxmlformats.org/officeDocument/2006/relationships/tags" Target="../tags/tag460.xml"/><Relationship Id="rId288" Type="http://schemas.openxmlformats.org/officeDocument/2006/relationships/tags" Target="../tags/tag481.xml"/><Relationship Id="rId411" Type="http://schemas.openxmlformats.org/officeDocument/2006/relationships/tags" Target="../tags/tag604.xml"/><Relationship Id="rId432" Type="http://schemas.openxmlformats.org/officeDocument/2006/relationships/tags" Target="../tags/tag625.xml"/><Relationship Id="rId106" Type="http://schemas.openxmlformats.org/officeDocument/2006/relationships/tags" Target="../tags/tag299.xml"/><Relationship Id="rId127" Type="http://schemas.openxmlformats.org/officeDocument/2006/relationships/tags" Target="../tags/tag320.xml"/><Relationship Id="rId313" Type="http://schemas.openxmlformats.org/officeDocument/2006/relationships/tags" Target="../tags/tag506.xml"/><Relationship Id="rId10" Type="http://schemas.openxmlformats.org/officeDocument/2006/relationships/tags" Target="../tags/tag203.xml"/><Relationship Id="rId31" Type="http://schemas.openxmlformats.org/officeDocument/2006/relationships/tags" Target="../tags/tag224.xml"/><Relationship Id="rId52" Type="http://schemas.openxmlformats.org/officeDocument/2006/relationships/tags" Target="../tags/tag245.xml"/><Relationship Id="rId73" Type="http://schemas.openxmlformats.org/officeDocument/2006/relationships/tags" Target="../tags/tag266.xml"/><Relationship Id="rId94" Type="http://schemas.openxmlformats.org/officeDocument/2006/relationships/tags" Target="../tags/tag287.xml"/><Relationship Id="rId148" Type="http://schemas.openxmlformats.org/officeDocument/2006/relationships/tags" Target="../tags/tag341.xml"/><Relationship Id="rId169" Type="http://schemas.openxmlformats.org/officeDocument/2006/relationships/tags" Target="../tags/tag362.xml"/><Relationship Id="rId334" Type="http://schemas.openxmlformats.org/officeDocument/2006/relationships/tags" Target="../tags/tag527.xml"/><Relationship Id="rId355" Type="http://schemas.openxmlformats.org/officeDocument/2006/relationships/tags" Target="../tags/tag548.xml"/><Relationship Id="rId376" Type="http://schemas.openxmlformats.org/officeDocument/2006/relationships/tags" Target="../tags/tag569.xml"/><Relationship Id="rId397" Type="http://schemas.openxmlformats.org/officeDocument/2006/relationships/tags" Target="../tags/tag590.xml"/><Relationship Id="rId4" Type="http://schemas.openxmlformats.org/officeDocument/2006/relationships/tags" Target="../tags/tag197.xml"/><Relationship Id="rId180" Type="http://schemas.openxmlformats.org/officeDocument/2006/relationships/tags" Target="../tags/tag373.xml"/><Relationship Id="rId215" Type="http://schemas.openxmlformats.org/officeDocument/2006/relationships/tags" Target="../tags/tag408.xml"/><Relationship Id="rId236" Type="http://schemas.openxmlformats.org/officeDocument/2006/relationships/tags" Target="../tags/tag429.xml"/><Relationship Id="rId257" Type="http://schemas.openxmlformats.org/officeDocument/2006/relationships/tags" Target="../tags/tag450.xml"/><Relationship Id="rId278" Type="http://schemas.openxmlformats.org/officeDocument/2006/relationships/tags" Target="../tags/tag471.xml"/><Relationship Id="rId401" Type="http://schemas.openxmlformats.org/officeDocument/2006/relationships/tags" Target="../tags/tag594.xml"/><Relationship Id="rId422" Type="http://schemas.openxmlformats.org/officeDocument/2006/relationships/tags" Target="../tags/tag615.xml"/><Relationship Id="rId443" Type="http://schemas.openxmlformats.org/officeDocument/2006/relationships/tags" Target="../tags/tag636.xml"/><Relationship Id="rId303" Type="http://schemas.openxmlformats.org/officeDocument/2006/relationships/tags" Target="../tags/tag496.xml"/><Relationship Id="rId42" Type="http://schemas.openxmlformats.org/officeDocument/2006/relationships/tags" Target="../tags/tag235.xml"/><Relationship Id="rId84" Type="http://schemas.openxmlformats.org/officeDocument/2006/relationships/tags" Target="../tags/tag277.xml"/><Relationship Id="rId138" Type="http://schemas.openxmlformats.org/officeDocument/2006/relationships/tags" Target="../tags/tag331.xml"/><Relationship Id="rId345" Type="http://schemas.openxmlformats.org/officeDocument/2006/relationships/tags" Target="../tags/tag538.xml"/><Relationship Id="rId387" Type="http://schemas.openxmlformats.org/officeDocument/2006/relationships/tags" Target="../tags/tag580.xml"/><Relationship Id="rId191" Type="http://schemas.openxmlformats.org/officeDocument/2006/relationships/tags" Target="../tags/tag384.xml"/><Relationship Id="rId205" Type="http://schemas.openxmlformats.org/officeDocument/2006/relationships/tags" Target="../tags/tag398.xml"/><Relationship Id="rId247" Type="http://schemas.openxmlformats.org/officeDocument/2006/relationships/tags" Target="../tags/tag440.xml"/><Relationship Id="rId412" Type="http://schemas.openxmlformats.org/officeDocument/2006/relationships/tags" Target="../tags/tag605.xml"/><Relationship Id="rId107" Type="http://schemas.openxmlformats.org/officeDocument/2006/relationships/tags" Target="../tags/tag300.xml"/><Relationship Id="rId289" Type="http://schemas.openxmlformats.org/officeDocument/2006/relationships/tags" Target="../tags/tag482.xml"/><Relationship Id="rId11" Type="http://schemas.openxmlformats.org/officeDocument/2006/relationships/tags" Target="../tags/tag204.xml"/><Relationship Id="rId53" Type="http://schemas.openxmlformats.org/officeDocument/2006/relationships/tags" Target="../tags/tag246.xml"/><Relationship Id="rId149" Type="http://schemas.openxmlformats.org/officeDocument/2006/relationships/tags" Target="../tags/tag342.xml"/><Relationship Id="rId314" Type="http://schemas.openxmlformats.org/officeDocument/2006/relationships/tags" Target="../tags/tag507.xml"/><Relationship Id="rId356" Type="http://schemas.openxmlformats.org/officeDocument/2006/relationships/tags" Target="../tags/tag549.xml"/><Relationship Id="rId398" Type="http://schemas.openxmlformats.org/officeDocument/2006/relationships/tags" Target="../tags/tag591.xml"/><Relationship Id="rId95" Type="http://schemas.openxmlformats.org/officeDocument/2006/relationships/tags" Target="../tags/tag288.xml"/><Relationship Id="rId160" Type="http://schemas.openxmlformats.org/officeDocument/2006/relationships/tags" Target="../tags/tag353.xml"/><Relationship Id="rId216" Type="http://schemas.openxmlformats.org/officeDocument/2006/relationships/tags" Target="../tags/tag409.xml"/><Relationship Id="rId423" Type="http://schemas.openxmlformats.org/officeDocument/2006/relationships/tags" Target="../tags/tag616.xml"/><Relationship Id="rId258" Type="http://schemas.openxmlformats.org/officeDocument/2006/relationships/tags" Target="../tags/tag451.xml"/><Relationship Id="rId22" Type="http://schemas.openxmlformats.org/officeDocument/2006/relationships/tags" Target="../tags/tag215.xml"/><Relationship Id="rId64" Type="http://schemas.openxmlformats.org/officeDocument/2006/relationships/tags" Target="../tags/tag257.xml"/><Relationship Id="rId118" Type="http://schemas.openxmlformats.org/officeDocument/2006/relationships/tags" Target="../tags/tag311.xml"/><Relationship Id="rId325" Type="http://schemas.openxmlformats.org/officeDocument/2006/relationships/tags" Target="../tags/tag518.xml"/><Relationship Id="rId367" Type="http://schemas.openxmlformats.org/officeDocument/2006/relationships/tags" Target="../tags/tag560.xml"/><Relationship Id="rId171" Type="http://schemas.openxmlformats.org/officeDocument/2006/relationships/tags" Target="../tags/tag364.xml"/><Relationship Id="rId227" Type="http://schemas.openxmlformats.org/officeDocument/2006/relationships/tags" Target="../tags/tag420.xml"/><Relationship Id="rId269" Type="http://schemas.openxmlformats.org/officeDocument/2006/relationships/tags" Target="../tags/tag462.xml"/><Relationship Id="rId434" Type="http://schemas.openxmlformats.org/officeDocument/2006/relationships/tags" Target="../tags/tag627.xml"/><Relationship Id="rId33" Type="http://schemas.openxmlformats.org/officeDocument/2006/relationships/tags" Target="../tags/tag226.xml"/><Relationship Id="rId129" Type="http://schemas.openxmlformats.org/officeDocument/2006/relationships/tags" Target="../tags/tag322.xml"/><Relationship Id="rId280" Type="http://schemas.openxmlformats.org/officeDocument/2006/relationships/tags" Target="../tags/tag473.xml"/><Relationship Id="rId336" Type="http://schemas.openxmlformats.org/officeDocument/2006/relationships/tags" Target="../tags/tag529.xml"/><Relationship Id="rId75" Type="http://schemas.openxmlformats.org/officeDocument/2006/relationships/tags" Target="../tags/tag268.xml"/><Relationship Id="rId140" Type="http://schemas.openxmlformats.org/officeDocument/2006/relationships/tags" Target="../tags/tag333.xml"/><Relationship Id="rId182" Type="http://schemas.openxmlformats.org/officeDocument/2006/relationships/tags" Target="../tags/tag375.xml"/><Relationship Id="rId378" Type="http://schemas.openxmlformats.org/officeDocument/2006/relationships/tags" Target="../tags/tag571.xml"/><Relationship Id="rId403" Type="http://schemas.openxmlformats.org/officeDocument/2006/relationships/tags" Target="../tags/tag596.xml"/><Relationship Id="rId6" Type="http://schemas.openxmlformats.org/officeDocument/2006/relationships/tags" Target="../tags/tag199.xml"/><Relationship Id="rId238" Type="http://schemas.openxmlformats.org/officeDocument/2006/relationships/tags" Target="../tags/tag431.xml"/><Relationship Id="rId445" Type="http://schemas.openxmlformats.org/officeDocument/2006/relationships/tags" Target="../tags/tag638.xml"/><Relationship Id="rId291" Type="http://schemas.openxmlformats.org/officeDocument/2006/relationships/tags" Target="../tags/tag484.xml"/><Relationship Id="rId305" Type="http://schemas.openxmlformats.org/officeDocument/2006/relationships/tags" Target="../tags/tag498.xml"/><Relationship Id="rId347" Type="http://schemas.openxmlformats.org/officeDocument/2006/relationships/tags" Target="../tags/tag540.xml"/><Relationship Id="rId44" Type="http://schemas.openxmlformats.org/officeDocument/2006/relationships/tags" Target="../tags/tag237.xml"/><Relationship Id="rId86" Type="http://schemas.openxmlformats.org/officeDocument/2006/relationships/tags" Target="../tags/tag279.xml"/><Relationship Id="rId151" Type="http://schemas.openxmlformats.org/officeDocument/2006/relationships/tags" Target="../tags/tag344.xml"/><Relationship Id="rId389" Type="http://schemas.openxmlformats.org/officeDocument/2006/relationships/tags" Target="../tags/tag582.xml"/><Relationship Id="rId193" Type="http://schemas.openxmlformats.org/officeDocument/2006/relationships/tags" Target="../tags/tag386.xml"/><Relationship Id="rId207" Type="http://schemas.openxmlformats.org/officeDocument/2006/relationships/tags" Target="../tags/tag400.xml"/><Relationship Id="rId249" Type="http://schemas.openxmlformats.org/officeDocument/2006/relationships/tags" Target="../tags/tag442.xml"/><Relationship Id="rId414" Type="http://schemas.openxmlformats.org/officeDocument/2006/relationships/tags" Target="../tags/tag607.xml"/><Relationship Id="rId13" Type="http://schemas.openxmlformats.org/officeDocument/2006/relationships/tags" Target="../tags/tag206.xml"/><Relationship Id="rId109" Type="http://schemas.openxmlformats.org/officeDocument/2006/relationships/tags" Target="../tags/tag302.xml"/><Relationship Id="rId260" Type="http://schemas.openxmlformats.org/officeDocument/2006/relationships/tags" Target="../tags/tag453.xml"/><Relationship Id="rId316" Type="http://schemas.openxmlformats.org/officeDocument/2006/relationships/tags" Target="../tags/tag509.xml"/><Relationship Id="rId55" Type="http://schemas.openxmlformats.org/officeDocument/2006/relationships/tags" Target="../tags/tag248.xml"/><Relationship Id="rId97" Type="http://schemas.openxmlformats.org/officeDocument/2006/relationships/tags" Target="../tags/tag290.xml"/><Relationship Id="rId120" Type="http://schemas.openxmlformats.org/officeDocument/2006/relationships/tags" Target="../tags/tag313.xml"/><Relationship Id="rId358" Type="http://schemas.openxmlformats.org/officeDocument/2006/relationships/tags" Target="../tags/tag551.xml"/><Relationship Id="rId162" Type="http://schemas.openxmlformats.org/officeDocument/2006/relationships/tags" Target="../tags/tag355.xml"/><Relationship Id="rId218" Type="http://schemas.openxmlformats.org/officeDocument/2006/relationships/tags" Target="../tags/tag411.xml"/><Relationship Id="rId425" Type="http://schemas.openxmlformats.org/officeDocument/2006/relationships/tags" Target="../tags/tag618.xml"/><Relationship Id="rId271" Type="http://schemas.openxmlformats.org/officeDocument/2006/relationships/tags" Target="../tags/tag464.xml"/><Relationship Id="rId24" Type="http://schemas.openxmlformats.org/officeDocument/2006/relationships/tags" Target="../tags/tag217.xml"/><Relationship Id="rId66" Type="http://schemas.openxmlformats.org/officeDocument/2006/relationships/tags" Target="../tags/tag259.xml"/><Relationship Id="rId131" Type="http://schemas.openxmlformats.org/officeDocument/2006/relationships/tags" Target="../tags/tag324.xml"/><Relationship Id="rId327" Type="http://schemas.openxmlformats.org/officeDocument/2006/relationships/tags" Target="../tags/tag520.xml"/><Relationship Id="rId369" Type="http://schemas.openxmlformats.org/officeDocument/2006/relationships/tags" Target="../tags/tag562.xml"/><Relationship Id="rId173" Type="http://schemas.openxmlformats.org/officeDocument/2006/relationships/tags" Target="../tags/tag366.xml"/><Relationship Id="rId229" Type="http://schemas.openxmlformats.org/officeDocument/2006/relationships/tags" Target="../tags/tag422.xml"/><Relationship Id="rId380" Type="http://schemas.openxmlformats.org/officeDocument/2006/relationships/tags" Target="../tags/tag573.xml"/><Relationship Id="rId436" Type="http://schemas.openxmlformats.org/officeDocument/2006/relationships/tags" Target="../tags/tag629.xml"/><Relationship Id="rId240" Type="http://schemas.openxmlformats.org/officeDocument/2006/relationships/tags" Target="../tags/tag433.xml"/><Relationship Id="rId35" Type="http://schemas.openxmlformats.org/officeDocument/2006/relationships/tags" Target="../tags/tag228.xml"/><Relationship Id="rId77" Type="http://schemas.openxmlformats.org/officeDocument/2006/relationships/tags" Target="../tags/tag270.xml"/><Relationship Id="rId100" Type="http://schemas.openxmlformats.org/officeDocument/2006/relationships/tags" Target="../tags/tag293.xml"/><Relationship Id="rId282" Type="http://schemas.openxmlformats.org/officeDocument/2006/relationships/tags" Target="../tags/tag475.xml"/><Relationship Id="rId338" Type="http://schemas.openxmlformats.org/officeDocument/2006/relationships/tags" Target="../tags/tag531.xml"/><Relationship Id="rId8" Type="http://schemas.openxmlformats.org/officeDocument/2006/relationships/tags" Target="../tags/tag201.xml"/><Relationship Id="rId142" Type="http://schemas.openxmlformats.org/officeDocument/2006/relationships/tags" Target="../tags/tag335.xml"/><Relationship Id="rId184" Type="http://schemas.openxmlformats.org/officeDocument/2006/relationships/tags" Target="../tags/tag377.xml"/><Relationship Id="rId391" Type="http://schemas.openxmlformats.org/officeDocument/2006/relationships/tags" Target="../tags/tag584.xml"/><Relationship Id="rId405" Type="http://schemas.openxmlformats.org/officeDocument/2006/relationships/tags" Target="../tags/tag598.xml"/><Relationship Id="rId447" Type="http://schemas.openxmlformats.org/officeDocument/2006/relationships/tags" Target="../tags/tag640.xml"/><Relationship Id="rId251" Type="http://schemas.openxmlformats.org/officeDocument/2006/relationships/tags" Target="../tags/tag444.xml"/><Relationship Id="rId46" Type="http://schemas.openxmlformats.org/officeDocument/2006/relationships/tags" Target="../tags/tag239.xml"/><Relationship Id="rId293" Type="http://schemas.openxmlformats.org/officeDocument/2006/relationships/tags" Target="../tags/tag486.xml"/><Relationship Id="rId307" Type="http://schemas.openxmlformats.org/officeDocument/2006/relationships/tags" Target="../tags/tag500.xml"/><Relationship Id="rId349" Type="http://schemas.openxmlformats.org/officeDocument/2006/relationships/tags" Target="../tags/tag542.xml"/><Relationship Id="rId88" Type="http://schemas.openxmlformats.org/officeDocument/2006/relationships/tags" Target="../tags/tag281.xml"/><Relationship Id="rId111" Type="http://schemas.openxmlformats.org/officeDocument/2006/relationships/tags" Target="../tags/tag304.xml"/><Relationship Id="rId153" Type="http://schemas.openxmlformats.org/officeDocument/2006/relationships/tags" Target="../tags/tag346.xml"/><Relationship Id="rId195" Type="http://schemas.openxmlformats.org/officeDocument/2006/relationships/tags" Target="../tags/tag388.xml"/><Relationship Id="rId209" Type="http://schemas.openxmlformats.org/officeDocument/2006/relationships/tags" Target="../tags/tag402.xml"/><Relationship Id="rId360" Type="http://schemas.openxmlformats.org/officeDocument/2006/relationships/tags" Target="../tags/tag553.xml"/><Relationship Id="rId416" Type="http://schemas.openxmlformats.org/officeDocument/2006/relationships/tags" Target="../tags/tag609.xml"/><Relationship Id="rId220" Type="http://schemas.openxmlformats.org/officeDocument/2006/relationships/tags" Target="../tags/tag413.xml"/><Relationship Id="rId15" Type="http://schemas.openxmlformats.org/officeDocument/2006/relationships/tags" Target="../tags/tag208.xml"/><Relationship Id="rId57" Type="http://schemas.openxmlformats.org/officeDocument/2006/relationships/tags" Target="../tags/tag250.xml"/><Relationship Id="rId262" Type="http://schemas.openxmlformats.org/officeDocument/2006/relationships/tags" Target="../tags/tag455.xml"/><Relationship Id="rId318" Type="http://schemas.openxmlformats.org/officeDocument/2006/relationships/tags" Target="../tags/tag511.xml"/><Relationship Id="rId99" Type="http://schemas.openxmlformats.org/officeDocument/2006/relationships/tags" Target="../tags/tag292.xml"/><Relationship Id="rId122" Type="http://schemas.openxmlformats.org/officeDocument/2006/relationships/tags" Target="../tags/tag315.xml"/><Relationship Id="rId164" Type="http://schemas.openxmlformats.org/officeDocument/2006/relationships/tags" Target="../tags/tag357.xml"/><Relationship Id="rId371" Type="http://schemas.openxmlformats.org/officeDocument/2006/relationships/tags" Target="../tags/tag564.xml"/><Relationship Id="rId427" Type="http://schemas.openxmlformats.org/officeDocument/2006/relationships/tags" Target="../tags/tag620.xml"/><Relationship Id="rId26" Type="http://schemas.openxmlformats.org/officeDocument/2006/relationships/tags" Target="../tags/tag219.xml"/><Relationship Id="rId231" Type="http://schemas.openxmlformats.org/officeDocument/2006/relationships/tags" Target="../tags/tag424.xml"/><Relationship Id="rId273" Type="http://schemas.openxmlformats.org/officeDocument/2006/relationships/tags" Target="../tags/tag466.xml"/><Relationship Id="rId329" Type="http://schemas.openxmlformats.org/officeDocument/2006/relationships/tags" Target="../tags/tag522.xml"/><Relationship Id="rId68" Type="http://schemas.openxmlformats.org/officeDocument/2006/relationships/tags" Target="../tags/tag261.xml"/><Relationship Id="rId133" Type="http://schemas.openxmlformats.org/officeDocument/2006/relationships/tags" Target="../tags/tag326.xml"/><Relationship Id="rId175" Type="http://schemas.openxmlformats.org/officeDocument/2006/relationships/tags" Target="../tags/tag368.xml"/><Relationship Id="rId340" Type="http://schemas.openxmlformats.org/officeDocument/2006/relationships/tags" Target="../tags/tag533.xml"/><Relationship Id="rId200" Type="http://schemas.openxmlformats.org/officeDocument/2006/relationships/tags" Target="../tags/tag393.xml"/><Relationship Id="rId382" Type="http://schemas.openxmlformats.org/officeDocument/2006/relationships/tags" Target="../tags/tag575.xml"/><Relationship Id="rId438" Type="http://schemas.openxmlformats.org/officeDocument/2006/relationships/tags" Target="../tags/tag631.xml"/><Relationship Id="rId242" Type="http://schemas.openxmlformats.org/officeDocument/2006/relationships/tags" Target="../tags/tag435.xml"/><Relationship Id="rId284" Type="http://schemas.openxmlformats.org/officeDocument/2006/relationships/tags" Target="../tags/tag477.xml"/><Relationship Id="rId37" Type="http://schemas.openxmlformats.org/officeDocument/2006/relationships/tags" Target="../tags/tag230.xml"/><Relationship Id="rId79" Type="http://schemas.openxmlformats.org/officeDocument/2006/relationships/tags" Target="../tags/tag272.xml"/><Relationship Id="rId102" Type="http://schemas.openxmlformats.org/officeDocument/2006/relationships/tags" Target="../tags/tag295.xml"/><Relationship Id="rId144" Type="http://schemas.openxmlformats.org/officeDocument/2006/relationships/tags" Target="../tags/tag337.xml"/><Relationship Id="rId90" Type="http://schemas.openxmlformats.org/officeDocument/2006/relationships/tags" Target="../tags/tag283.xml"/><Relationship Id="rId186" Type="http://schemas.openxmlformats.org/officeDocument/2006/relationships/tags" Target="../tags/tag379.xml"/><Relationship Id="rId351" Type="http://schemas.openxmlformats.org/officeDocument/2006/relationships/tags" Target="../tags/tag544.xml"/><Relationship Id="rId393" Type="http://schemas.openxmlformats.org/officeDocument/2006/relationships/tags" Target="../tags/tag586.xml"/><Relationship Id="rId407" Type="http://schemas.openxmlformats.org/officeDocument/2006/relationships/tags" Target="../tags/tag600.xml"/><Relationship Id="rId449" Type="http://schemas.openxmlformats.org/officeDocument/2006/relationships/tags" Target="../tags/tag642.xml"/><Relationship Id="rId211" Type="http://schemas.openxmlformats.org/officeDocument/2006/relationships/tags" Target="../tags/tag404.xml"/><Relationship Id="rId253" Type="http://schemas.openxmlformats.org/officeDocument/2006/relationships/tags" Target="../tags/tag446.xml"/><Relationship Id="rId295" Type="http://schemas.openxmlformats.org/officeDocument/2006/relationships/tags" Target="../tags/tag488.xml"/><Relationship Id="rId309" Type="http://schemas.openxmlformats.org/officeDocument/2006/relationships/tags" Target="../tags/tag502.xml"/><Relationship Id="rId48" Type="http://schemas.openxmlformats.org/officeDocument/2006/relationships/tags" Target="../tags/tag241.xml"/><Relationship Id="rId113" Type="http://schemas.openxmlformats.org/officeDocument/2006/relationships/tags" Target="../tags/tag306.xml"/><Relationship Id="rId320" Type="http://schemas.openxmlformats.org/officeDocument/2006/relationships/tags" Target="../tags/tag513.xml"/><Relationship Id="rId155" Type="http://schemas.openxmlformats.org/officeDocument/2006/relationships/tags" Target="../tags/tag348.xml"/><Relationship Id="rId197" Type="http://schemas.openxmlformats.org/officeDocument/2006/relationships/tags" Target="../tags/tag390.xml"/><Relationship Id="rId362" Type="http://schemas.openxmlformats.org/officeDocument/2006/relationships/tags" Target="../tags/tag555.xml"/><Relationship Id="rId418" Type="http://schemas.openxmlformats.org/officeDocument/2006/relationships/tags" Target="../tags/tag611.xml"/><Relationship Id="rId222" Type="http://schemas.openxmlformats.org/officeDocument/2006/relationships/tags" Target="../tags/tag415.xml"/><Relationship Id="rId264" Type="http://schemas.openxmlformats.org/officeDocument/2006/relationships/tags" Target="../tags/tag457.xml"/><Relationship Id="rId17" Type="http://schemas.openxmlformats.org/officeDocument/2006/relationships/tags" Target="../tags/tag210.xml"/><Relationship Id="rId59" Type="http://schemas.openxmlformats.org/officeDocument/2006/relationships/tags" Target="../tags/tag252.xml"/><Relationship Id="rId124" Type="http://schemas.openxmlformats.org/officeDocument/2006/relationships/tags" Target="../tags/tag317.xml"/><Relationship Id="rId70" Type="http://schemas.openxmlformats.org/officeDocument/2006/relationships/tags" Target="../tags/tag263.xml"/><Relationship Id="rId166" Type="http://schemas.openxmlformats.org/officeDocument/2006/relationships/tags" Target="../tags/tag359.xml"/><Relationship Id="rId331" Type="http://schemas.openxmlformats.org/officeDocument/2006/relationships/tags" Target="../tags/tag524.xml"/><Relationship Id="rId373" Type="http://schemas.openxmlformats.org/officeDocument/2006/relationships/tags" Target="../tags/tag566.xml"/><Relationship Id="rId429" Type="http://schemas.openxmlformats.org/officeDocument/2006/relationships/tags" Target="../tags/tag622.xml"/><Relationship Id="rId1" Type="http://schemas.openxmlformats.org/officeDocument/2006/relationships/tags" Target="../tags/tag194.xml"/><Relationship Id="rId233" Type="http://schemas.openxmlformats.org/officeDocument/2006/relationships/tags" Target="../tags/tag426.xml"/><Relationship Id="rId440" Type="http://schemas.openxmlformats.org/officeDocument/2006/relationships/tags" Target="../tags/tag633.xml"/><Relationship Id="rId28" Type="http://schemas.openxmlformats.org/officeDocument/2006/relationships/tags" Target="../tags/tag221.xml"/><Relationship Id="rId275" Type="http://schemas.openxmlformats.org/officeDocument/2006/relationships/tags" Target="../tags/tag468.xml"/><Relationship Id="rId300" Type="http://schemas.openxmlformats.org/officeDocument/2006/relationships/tags" Target="../tags/tag493.xml"/><Relationship Id="rId81" Type="http://schemas.openxmlformats.org/officeDocument/2006/relationships/tags" Target="../tags/tag274.xml"/><Relationship Id="rId135" Type="http://schemas.openxmlformats.org/officeDocument/2006/relationships/tags" Target="../tags/tag328.xml"/><Relationship Id="rId177" Type="http://schemas.openxmlformats.org/officeDocument/2006/relationships/tags" Target="../tags/tag370.xml"/><Relationship Id="rId342" Type="http://schemas.openxmlformats.org/officeDocument/2006/relationships/tags" Target="../tags/tag535.xml"/><Relationship Id="rId384" Type="http://schemas.openxmlformats.org/officeDocument/2006/relationships/tags" Target="../tags/tag577.xml"/><Relationship Id="rId202" Type="http://schemas.openxmlformats.org/officeDocument/2006/relationships/tags" Target="../tags/tag395.xml"/><Relationship Id="rId244" Type="http://schemas.openxmlformats.org/officeDocument/2006/relationships/tags" Target="../tags/tag437.xml"/><Relationship Id="rId39" Type="http://schemas.openxmlformats.org/officeDocument/2006/relationships/tags" Target="../tags/tag232.xml"/><Relationship Id="rId286" Type="http://schemas.openxmlformats.org/officeDocument/2006/relationships/tags" Target="../tags/tag479.xml"/><Relationship Id="rId45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tags" Target="../tags/tag656.xml"/><Relationship Id="rId18" Type="http://schemas.openxmlformats.org/officeDocument/2006/relationships/tags" Target="../tags/tag661.xml"/><Relationship Id="rId26" Type="http://schemas.openxmlformats.org/officeDocument/2006/relationships/tags" Target="../tags/tag669.xml"/><Relationship Id="rId39" Type="http://schemas.openxmlformats.org/officeDocument/2006/relationships/tags" Target="../tags/tag682.xml"/><Relationship Id="rId21" Type="http://schemas.openxmlformats.org/officeDocument/2006/relationships/tags" Target="../tags/tag664.xml"/><Relationship Id="rId34" Type="http://schemas.openxmlformats.org/officeDocument/2006/relationships/tags" Target="../tags/tag677.xml"/><Relationship Id="rId42" Type="http://schemas.openxmlformats.org/officeDocument/2006/relationships/tags" Target="../tags/tag685.xml"/><Relationship Id="rId47" Type="http://schemas.openxmlformats.org/officeDocument/2006/relationships/tags" Target="../tags/tag690.xml"/><Relationship Id="rId50" Type="http://schemas.openxmlformats.org/officeDocument/2006/relationships/tags" Target="../tags/tag693.xml"/><Relationship Id="rId55" Type="http://schemas.openxmlformats.org/officeDocument/2006/relationships/tags" Target="../tags/tag698.xml"/><Relationship Id="rId7" Type="http://schemas.openxmlformats.org/officeDocument/2006/relationships/tags" Target="../tags/tag650.xml"/><Relationship Id="rId2" Type="http://schemas.openxmlformats.org/officeDocument/2006/relationships/tags" Target="../tags/tag645.xml"/><Relationship Id="rId16" Type="http://schemas.openxmlformats.org/officeDocument/2006/relationships/tags" Target="../tags/tag659.xml"/><Relationship Id="rId29" Type="http://schemas.openxmlformats.org/officeDocument/2006/relationships/tags" Target="../tags/tag672.xml"/><Relationship Id="rId11" Type="http://schemas.openxmlformats.org/officeDocument/2006/relationships/tags" Target="../tags/tag654.xml"/><Relationship Id="rId24" Type="http://schemas.openxmlformats.org/officeDocument/2006/relationships/tags" Target="../tags/tag667.xml"/><Relationship Id="rId32" Type="http://schemas.openxmlformats.org/officeDocument/2006/relationships/tags" Target="../tags/tag675.xml"/><Relationship Id="rId37" Type="http://schemas.openxmlformats.org/officeDocument/2006/relationships/tags" Target="../tags/tag680.xml"/><Relationship Id="rId40" Type="http://schemas.openxmlformats.org/officeDocument/2006/relationships/tags" Target="../tags/tag683.xml"/><Relationship Id="rId45" Type="http://schemas.openxmlformats.org/officeDocument/2006/relationships/tags" Target="../tags/tag688.xml"/><Relationship Id="rId53" Type="http://schemas.openxmlformats.org/officeDocument/2006/relationships/tags" Target="../tags/tag696.xml"/><Relationship Id="rId5" Type="http://schemas.openxmlformats.org/officeDocument/2006/relationships/tags" Target="../tags/tag648.xml"/><Relationship Id="rId19" Type="http://schemas.openxmlformats.org/officeDocument/2006/relationships/tags" Target="../tags/tag662.xml"/><Relationship Id="rId4" Type="http://schemas.openxmlformats.org/officeDocument/2006/relationships/tags" Target="../tags/tag647.xml"/><Relationship Id="rId9" Type="http://schemas.openxmlformats.org/officeDocument/2006/relationships/tags" Target="../tags/tag652.xml"/><Relationship Id="rId14" Type="http://schemas.openxmlformats.org/officeDocument/2006/relationships/tags" Target="../tags/tag657.xml"/><Relationship Id="rId22" Type="http://schemas.openxmlformats.org/officeDocument/2006/relationships/tags" Target="../tags/tag665.xml"/><Relationship Id="rId27" Type="http://schemas.openxmlformats.org/officeDocument/2006/relationships/tags" Target="../tags/tag670.xml"/><Relationship Id="rId30" Type="http://schemas.openxmlformats.org/officeDocument/2006/relationships/tags" Target="../tags/tag673.xml"/><Relationship Id="rId35" Type="http://schemas.openxmlformats.org/officeDocument/2006/relationships/tags" Target="../tags/tag678.xml"/><Relationship Id="rId43" Type="http://schemas.openxmlformats.org/officeDocument/2006/relationships/tags" Target="../tags/tag686.xml"/><Relationship Id="rId48" Type="http://schemas.openxmlformats.org/officeDocument/2006/relationships/tags" Target="../tags/tag691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651.xml"/><Relationship Id="rId51" Type="http://schemas.openxmlformats.org/officeDocument/2006/relationships/tags" Target="../tags/tag694.xml"/><Relationship Id="rId3" Type="http://schemas.openxmlformats.org/officeDocument/2006/relationships/tags" Target="../tags/tag646.xml"/><Relationship Id="rId12" Type="http://schemas.openxmlformats.org/officeDocument/2006/relationships/tags" Target="../tags/tag655.xml"/><Relationship Id="rId17" Type="http://schemas.openxmlformats.org/officeDocument/2006/relationships/tags" Target="../tags/tag660.xml"/><Relationship Id="rId25" Type="http://schemas.openxmlformats.org/officeDocument/2006/relationships/tags" Target="../tags/tag668.xml"/><Relationship Id="rId33" Type="http://schemas.openxmlformats.org/officeDocument/2006/relationships/tags" Target="../tags/tag676.xml"/><Relationship Id="rId38" Type="http://schemas.openxmlformats.org/officeDocument/2006/relationships/tags" Target="../tags/tag681.xml"/><Relationship Id="rId46" Type="http://schemas.openxmlformats.org/officeDocument/2006/relationships/tags" Target="../tags/tag689.xml"/><Relationship Id="rId20" Type="http://schemas.openxmlformats.org/officeDocument/2006/relationships/tags" Target="../tags/tag663.xml"/><Relationship Id="rId41" Type="http://schemas.openxmlformats.org/officeDocument/2006/relationships/tags" Target="../tags/tag684.xml"/><Relationship Id="rId54" Type="http://schemas.openxmlformats.org/officeDocument/2006/relationships/tags" Target="../tags/tag697.xml"/><Relationship Id="rId1" Type="http://schemas.openxmlformats.org/officeDocument/2006/relationships/tags" Target="../tags/tag644.xml"/><Relationship Id="rId6" Type="http://schemas.openxmlformats.org/officeDocument/2006/relationships/tags" Target="../tags/tag649.xml"/><Relationship Id="rId15" Type="http://schemas.openxmlformats.org/officeDocument/2006/relationships/tags" Target="../tags/tag658.xml"/><Relationship Id="rId23" Type="http://schemas.openxmlformats.org/officeDocument/2006/relationships/tags" Target="../tags/tag666.xml"/><Relationship Id="rId28" Type="http://schemas.openxmlformats.org/officeDocument/2006/relationships/tags" Target="../tags/tag671.xml"/><Relationship Id="rId36" Type="http://schemas.openxmlformats.org/officeDocument/2006/relationships/tags" Target="../tags/tag679.xml"/><Relationship Id="rId49" Type="http://schemas.openxmlformats.org/officeDocument/2006/relationships/tags" Target="../tags/tag692.xml"/><Relationship Id="rId57" Type="http://schemas.openxmlformats.org/officeDocument/2006/relationships/image" Target="../media/image1.png"/><Relationship Id="rId10" Type="http://schemas.openxmlformats.org/officeDocument/2006/relationships/tags" Target="../tags/tag653.xml"/><Relationship Id="rId31" Type="http://schemas.openxmlformats.org/officeDocument/2006/relationships/tags" Target="../tags/tag674.xml"/><Relationship Id="rId44" Type="http://schemas.openxmlformats.org/officeDocument/2006/relationships/tags" Target="../tags/tag687.xml"/><Relationship Id="rId52" Type="http://schemas.openxmlformats.org/officeDocument/2006/relationships/tags" Target="../tags/tag69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706.xml"/><Relationship Id="rId13" Type="http://schemas.openxmlformats.org/officeDocument/2006/relationships/tags" Target="../tags/tag711.xml"/><Relationship Id="rId3" Type="http://schemas.openxmlformats.org/officeDocument/2006/relationships/tags" Target="../tags/tag701.xml"/><Relationship Id="rId7" Type="http://schemas.openxmlformats.org/officeDocument/2006/relationships/tags" Target="../tags/tag705.xml"/><Relationship Id="rId12" Type="http://schemas.openxmlformats.org/officeDocument/2006/relationships/tags" Target="../tags/tag710.xml"/><Relationship Id="rId17" Type="http://schemas.openxmlformats.org/officeDocument/2006/relationships/slideLayout" Target="../slideLayouts/slideLayout3.xml"/><Relationship Id="rId2" Type="http://schemas.openxmlformats.org/officeDocument/2006/relationships/tags" Target="../tags/tag700.xml"/><Relationship Id="rId16" Type="http://schemas.openxmlformats.org/officeDocument/2006/relationships/tags" Target="../tags/tag714.xml"/><Relationship Id="rId1" Type="http://schemas.openxmlformats.org/officeDocument/2006/relationships/tags" Target="../tags/tag699.xml"/><Relationship Id="rId6" Type="http://schemas.openxmlformats.org/officeDocument/2006/relationships/tags" Target="../tags/tag704.xml"/><Relationship Id="rId11" Type="http://schemas.openxmlformats.org/officeDocument/2006/relationships/tags" Target="../tags/tag709.xml"/><Relationship Id="rId5" Type="http://schemas.openxmlformats.org/officeDocument/2006/relationships/tags" Target="../tags/tag703.xml"/><Relationship Id="rId15" Type="http://schemas.openxmlformats.org/officeDocument/2006/relationships/tags" Target="../tags/tag713.xml"/><Relationship Id="rId10" Type="http://schemas.openxmlformats.org/officeDocument/2006/relationships/tags" Target="../tags/tag708.xml"/><Relationship Id="rId4" Type="http://schemas.openxmlformats.org/officeDocument/2006/relationships/tags" Target="../tags/tag702.xml"/><Relationship Id="rId9" Type="http://schemas.openxmlformats.org/officeDocument/2006/relationships/tags" Target="../tags/tag707.xml"/><Relationship Id="rId14" Type="http://schemas.openxmlformats.org/officeDocument/2006/relationships/tags" Target="../tags/tag7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717.xml"/><Relationship Id="rId7" Type="http://schemas.openxmlformats.org/officeDocument/2006/relationships/image" Target="../media/image1.png"/><Relationship Id="rId2" Type="http://schemas.openxmlformats.org/officeDocument/2006/relationships/tags" Target="../tags/tag716.xml"/><Relationship Id="rId1" Type="http://schemas.openxmlformats.org/officeDocument/2006/relationships/tags" Target="../tags/tag715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721.xml"/><Relationship Id="rId7" Type="http://schemas.openxmlformats.org/officeDocument/2006/relationships/image" Target="../media/image1.png"/><Relationship Id="rId2" Type="http://schemas.openxmlformats.org/officeDocument/2006/relationships/tags" Target="../tags/tag720.xml"/><Relationship Id="rId1" Type="http://schemas.openxmlformats.org/officeDocument/2006/relationships/tags" Target="../tags/tag7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3.xml"/><Relationship Id="rId4" Type="http://schemas.openxmlformats.org/officeDocument/2006/relationships/tags" Target="../tags/tag7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726.xml"/><Relationship Id="rId7" Type="http://schemas.openxmlformats.org/officeDocument/2006/relationships/image" Target="../media/image1.png"/><Relationship Id="rId2" Type="http://schemas.openxmlformats.org/officeDocument/2006/relationships/tags" Target="../tags/tag725.xml"/><Relationship Id="rId1" Type="http://schemas.openxmlformats.org/officeDocument/2006/relationships/tags" Target="../tags/tag7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8.xml"/><Relationship Id="rId4" Type="http://schemas.openxmlformats.org/officeDocument/2006/relationships/tags" Target="../tags/tag72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731.xml"/><Relationship Id="rId7" Type="http://schemas.openxmlformats.org/officeDocument/2006/relationships/tags" Target="../tags/tag735.xml"/><Relationship Id="rId2" Type="http://schemas.openxmlformats.org/officeDocument/2006/relationships/tags" Target="../tags/tag730.xml"/><Relationship Id="rId1" Type="http://schemas.openxmlformats.org/officeDocument/2006/relationships/tags" Target="../tags/tag729.xml"/><Relationship Id="rId6" Type="http://schemas.openxmlformats.org/officeDocument/2006/relationships/tags" Target="../tags/tag734.xml"/><Relationship Id="rId5" Type="http://schemas.openxmlformats.org/officeDocument/2006/relationships/tags" Target="../tags/tag733.xml"/><Relationship Id="rId10" Type="http://schemas.openxmlformats.org/officeDocument/2006/relationships/image" Target="../media/image1.png"/><Relationship Id="rId4" Type="http://schemas.openxmlformats.org/officeDocument/2006/relationships/tags" Target="../tags/tag732.xml"/><Relationship Id="rId9" Type="http://schemas.openxmlformats.org/officeDocument/2006/relationships/notesSlide" Target="../notesSlides/notesSlide5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tags" Target="../tags/tag748.xml"/><Relationship Id="rId18" Type="http://schemas.openxmlformats.org/officeDocument/2006/relationships/tags" Target="../tags/tag753.xml"/><Relationship Id="rId26" Type="http://schemas.openxmlformats.org/officeDocument/2006/relationships/tags" Target="../tags/tag761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756.xml"/><Relationship Id="rId34" Type="http://schemas.openxmlformats.org/officeDocument/2006/relationships/tags" Target="../tags/tag769.xml"/><Relationship Id="rId7" Type="http://schemas.openxmlformats.org/officeDocument/2006/relationships/tags" Target="../tags/tag742.xml"/><Relationship Id="rId2" Type="http://schemas.openxmlformats.org/officeDocument/2006/relationships/tags" Target="../tags/tag737.xml"/><Relationship Id="rId16" Type="http://schemas.openxmlformats.org/officeDocument/2006/relationships/tags" Target="../tags/tag751.xml"/><Relationship Id="rId20" Type="http://schemas.openxmlformats.org/officeDocument/2006/relationships/tags" Target="../tags/tag755.xml"/><Relationship Id="rId29" Type="http://schemas.openxmlformats.org/officeDocument/2006/relationships/tags" Target="../tags/tag764.xml"/><Relationship Id="rId41" Type="http://schemas.openxmlformats.org/officeDocument/2006/relationships/image" Target="../media/image1.png"/><Relationship Id="rId1" Type="http://schemas.openxmlformats.org/officeDocument/2006/relationships/tags" Target="../tags/tag736.xml"/><Relationship Id="rId6" Type="http://schemas.openxmlformats.org/officeDocument/2006/relationships/tags" Target="../tags/tag741.xml"/><Relationship Id="rId11" Type="http://schemas.openxmlformats.org/officeDocument/2006/relationships/tags" Target="../tags/tag746.xml"/><Relationship Id="rId24" Type="http://schemas.openxmlformats.org/officeDocument/2006/relationships/tags" Target="../tags/tag759.xml"/><Relationship Id="rId32" Type="http://schemas.openxmlformats.org/officeDocument/2006/relationships/tags" Target="../tags/tag767.xml"/><Relationship Id="rId37" Type="http://schemas.openxmlformats.org/officeDocument/2006/relationships/tags" Target="../tags/tag772.xml"/><Relationship Id="rId40" Type="http://schemas.openxmlformats.org/officeDocument/2006/relationships/notesSlide" Target="../notesSlides/notesSlide6.xml"/><Relationship Id="rId5" Type="http://schemas.openxmlformats.org/officeDocument/2006/relationships/tags" Target="../tags/tag740.xml"/><Relationship Id="rId15" Type="http://schemas.openxmlformats.org/officeDocument/2006/relationships/tags" Target="../tags/tag750.xml"/><Relationship Id="rId23" Type="http://schemas.openxmlformats.org/officeDocument/2006/relationships/tags" Target="../tags/tag758.xml"/><Relationship Id="rId28" Type="http://schemas.openxmlformats.org/officeDocument/2006/relationships/tags" Target="../tags/tag763.xml"/><Relationship Id="rId36" Type="http://schemas.openxmlformats.org/officeDocument/2006/relationships/tags" Target="../tags/tag771.xml"/><Relationship Id="rId10" Type="http://schemas.openxmlformats.org/officeDocument/2006/relationships/tags" Target="../tags/tag745.xml"/><Relationship Id="rId19" Type="http://schemas.openxmlformats.org/officeDocument/2006/relationships/tags" Target="../tags/tag754.xml"/><Relationship Id="rId31" Type="http://schemas.openxmlformats.org/officeDocument/2006/relationships/tags" Target="../tags/tag766.xml"/><Relationship Id="rId4" Type="http://schemas.openxmlformats.org/officeDocument/2006/relationships/tags" Target="../tags/tag739.xml"/><Relationship Id="rId9" Type="http://schemas.openxmlformats.org/officeDocument/2006/relationships/tags" Target="../tags/tag744.xml"/><Relationship Id="rId14" Type="http://schemas.openxmlformats.org/officeDocument/2006/relationships/tags" Target="../tags/tag749.xml"/><Relationship Id="rId22" Type="http://schemas.openxmlformats.org/officeDocument/2006/relationships/tags" Target="../tags/tag757.xml"/><Relationship Id="rId27" Type="http://schemas.openxmlformats.org/officeDocument/2006/relationships/tags" Target="../tags/tag762.xml"/><Relationship Id="rId30" Type="http://schemas.openxmlformats.org/officeDocument/2006/relationships/tags" Target="../tags/tag765.xml"/><Relationship Id="rId35" Type="http://schemas.openxmlformats.org/officeDocument/2006/relationships/tags" Target="../tags/tag770.xml"/><Relationship Id="rId8" Type="http://schemas.openxmlformats.org/officeDocument/2006/relationships/tags" Target="../tags/tag743.xml"/><Relationship Id="rId3" Type="http://schemas.openxmlformats.org/officeDocument/2006/relationships/tags" Target="../tags/tag738.xml"/><Relationship Id="rId12" Type="http://schemas.openxmlformats.org/officeDocument/2006/relationships/tags" Target="../tags/tag747.xml"/><Relationship Id="rId17" Type="http://schemas.openxmlformats.org/officeDocument/2006/relationships/tags" Target="../tags/tag752.xml"/><Relationship Id="rId25" Type="http://schemas.openxmlformats.org/officeDocument/2006/relationships/tags" Target="../tags/tag760.xml"/><Relationship Id="rId33" Type="http://schemas.openxmlformats.org/officeDocument/2006/relationships/tags" Target="../tags/tag768.xml"/><Relationship Id="rId38" Type="http://schemas.openxmlformats.org/officeDocument/2006/relationships/tags" Target="../tags/tag77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776.xml"/><Relationship Id="rId7" Type="http://schemas.openxmlformats.org/officeDocument/2006/relationships/image" Target="../media/image1.png"/><Relationship Id="rId2" Type="http://schemas.openxmlformats.org/officeDocument/2006/relationships/tags" Target="../tags/tag775.xml"/><Relationship Id="rId1" Type="http://schemas.openxmlformats.org/officeDocument/2006/relationships/tags" Target="../tags/tag774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780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779.xml"/><Relationship Id="rId1" Type="http://schemas.openxmlformats.org/officeDocument/2006/relationships/tags" Target="../tags/tag77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82.xml"/><Relationship Id="rId4" Type="http://schemas.openxmlformats.org/officeDocument/2006/relationships/tags" Target="../tags/tag78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785.xml"/><Relationship Id="rId7" Type="http://schemas.openxmlformats.org/officeDocument/2006/relationships/image" Target="../media/image1.png"/><Relationship Id="rId2" Type="http://schemas.openxmlformats.org/officeDocument/2006/relationships/tags" Target="../tags/tag784.xml"/><Relationship Id="rId1" Type="http://schemas.openxmlformats.org/officeDocument/2006/relationships/tags" Target="../tags/tag783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789.xml"/><Relationship Id="rId7" Type="http://schemas.openxmlformats.org/officeDocument/2006/relationships/image" Target="../media/image1.png"/><Relationship Id="rId2" Type="http://schemas.openxmlformats.org/officeDocument/2006/relationships/tags" Target="../tags/tag788.xml"/><Relationship Id="rId1" Type="http://schemas.openxmlformats.org/officeDocument/2006/relationships/tags" Target="../tags/tag787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793.xml"/><Relationship Id="rId2" Type="http://schemas.openxmlformats.org/officeDocument/2006/relationships/tags" Target="../tags/tag792.xml"/><Relationship Id="rId1" Type="http://schemas.openxmlformats.org/officeDocument/2006/relationships/tags" Target="../tags/tag79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797.xml"/><Relationship Id="rId2" Type="http://schemas.openxmlformats.org/officeDocument/2006/relationships/tags" Target="../tags/tag796.xml"/><Relationship Id="rId1" Type="http://schemas.openxmlformats.org/officeDocument/2006/relationships/tags" Target="../tags/tag79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8.xml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tags" Target="../tags/tag811.xml"/><Relationship Id="rId18" Type="http://schemas.openxmlformats.org/officeDocument/2006/relationships/tags" Target="../tags/tag816.xml"/><Relationship Id="rId26" Type="http://schemas.openxmlformats.org/officeDocument/2006/relationships/tags" Target="../tags/tag824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819.xml"/><Relationship Id="rId34" Type="http://schemas.openxmlformats.org/officeDocument/2006/relationships/tags" Target="../tags/tag832.xml"/><Relationship Id="rId7" Type="http://schemas.openxmlformats.org/officeDocument/2006/relationships/tags" Target="../tags/tag805.xml"/><Relationship Id="rId12" Type="http://schemas.openxmlformats.org/officeDocument/2006/relationships/tags" Target="../tags/tag810.xml"/><Relationship Id="rId17" Type="http://schemas.openxmlformats.org/officeDocument/2006/relationships/tags" Target="../tags/tag815.xml"/><Relationship Id="rId25" Type="http://schemas.openxmlformats.org/officeDocument/2006/relationships/tags" Target="../tags/tag823.xml"/><Relationship Id="rId33" Type="http://schemas.openxmlformats.org/officeDocument/2006/relationships/tags" Target="../tags/tag831.xml"/><Relationship Id="rId38" Type="http://schemas.openxmlformats.org/officeDocument/2006/relationships/tags" Target="../tags/tag836.xml"/><Relationship Id="rId2" Type="http://schemas.openxmlformats.org/officeDocument/2006/relationships/tags" Target="../tags/tag800.xml"/><Relationship Id="rId16" Type="http://schemas.openxmlformats.org/officeDocument/2006/relationships/tags" Target="../tags/tag814.xml"/><Relationship Id="rId20" Type="http://schemas.openxmlformats.org/officeDocument/2006/relationships/tags" Target="../tags/tag818.xml"/><Relationship Id="rId29" Type="http://schemas.openxmlformats.org/officeDocument/2006/relationships/tags" Target="../tags/tag827.xml"/><Relationship Id="rId1" Type="http://schemas.openxmlformats.org/officeDocument/2006/relationships/tags" Target="../tags/tag799.xml"/><Relationship Id="rId6" Type="http://schemas.openxmlformats.org/officeDocument/2006/relationships/tags" Target="../tags/tag804.xml"/><Relationship Id="rId11" Type="http://schemas.openxmlformats.org/officeDocument/2006/relationships/tags" Target="../tags/tag809.xml"/><Relationship Id="rId24" Type="http://schemas.openxmlformats.org/officeDocument/2006/relationships/tags" Target="../tags/tag822.xml"/><Relationship Id="rId32" Type="http://schemas.openxmlformats.org/officeDocument/2006/relationships/tags" Target="../tags/tag830.xml"/><Relationship Id="rId37" Type="http://schemas.openxmlformats.org/officeDocument/2006/relationships/tags" Target="../tags/tag835.xml"/><Relationship Id="rId40" Type="http://schemas.openxmlformats.org/officeDocument/2006/relationships/image" Target="../media/image1.png"/><Relationship Id="rId5" Type="http://schemas.openxmlformats.org/officeDocument/2006/relationships/tags" Target="../tags/tag803.xml"/><Relationship Id="rId15" Type="http://schemas.openxmlformats.org/officeDocument/2006/relationships/tags" Target="../tags/tag813.xml"/><Relationship Id="rId23" Type="http://schemas.openxmlformats.org/officeDocument/2006/relationships/tags" Target="../tags/tag821.xml"/><Relationship Id="rId28" Type="http://schemas.openxmlformats.org/officeDocument/2006/relationships/tags" Target="../tags/tag826.xml"/><Relationship Id="rId36" Type="http://schemas.openxmlformats.org/officeDocument/2006/relationships/tags" Target="../tags/tag834.xml"/><Relationship Id="rId10" Type="http://schemas.openxmlformats.org/officeDocument/2006/relationships/tags" Target="../tags/tag808.xml"/><Relationship Id="rId19" Type="http://schemas.openxmlformats.org/officeDocument/2006/relationships/tags" Target="../tags/tag817.xml"/><Relationship Id="rId31" Type="http://schemas.openxmlformats.org/officeDocument/2006/relationships/tags" Target="../tags/tag829.xml"/><Relationship Id="rId4" Type="http://schemas.openxmlformats.org/officeDocument/2006/relationships/tags" Target="../tags/tag802.xml"/><Relationship Id="rId9" Type="http://schemas.openxmlformats.org/officeDocument/2006/relationships/tags" Target="../tags/tag807.xml"/><Relationship Id="rId14" Type="http://schemas.openxmlformats.org/officeDocument/2006/relationships/tags" Target="../tags/tag812.xml"/><Relationship Id="rId22" Type="http://schemas.openxmlformats.org/officeDocument/2006/relationships/tags" Target="../tags/tag820.xml"/><Relationship Id="rId27" Type="http://schemas.openxmlformats.org/officeDocument/2006/relationships/tags" Target="../tags/tag825.xml"/><Relationship Id="rId30" Type="http://schemas.openxmlformats.org/officeDocument/2006/relationships/tags" Target="../tags/tag828.xml"/><Relationship Id="rId35" Type="http://schemas.openxmlformats.org/officeDocument/2006/relationships/tags" Target="../tags/tag833.xml"/><Relationship Id="rId8" Type="http://schemas.openxmlformats.org/officeDocument/2006/relationships/tags" Target="../tags/tag806.xml"/><Relationship Id="rId3" Type="http://schemas.openxmlformats.org/officeDocument/2006/relationships/tags" Target="../tags/tag80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839.xml"/><Relationship Id="rId2" Type="http://schemas.openxmlformats.org/officeDocument/2006/relationships/tags" Target="../tags/tag838.xml"/><Relationship Id="rId1" Type="http://schemas.openxmlformats.org/officeDocument/2006/relationships/tags" Target="../tags/tag83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4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843.xml"/><Relationship Id="rId2" Type="http://schemas.openxmlformats.org/officeDocument/2006/relationships/tags" Target="../tags/tag842.xml"/><Relationship Id="rId1" Type="http://schemas.openxmlformats.org/officeDocument/2006/relationships/tags" Target="../tags/tag84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4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852.xml"/><Relationship Id="rId3" Type="http://schemas.openxmlformats.org/officeDocument/2006/relationships/tags" Target="../tags/tag847.xml"/><Relationship Id="rId7" Type="http://schemas.openxmlformats.org/officeDocument/2006/relationships/tags" Target="../tags/tag851.xml"/><Relationship Id="rId2" Type="http://schemas.openxmlformats.org/officeDocument/2006/relationships/tags" Target="../tags/tag846.xml"/><Relationship Id="rId1" Type="http://schemas.openxmlformats.org/officeDocument/2006/relationships/tags" Target="../tags/tag845.xml"/><Relationship Id="rId6" Type="http://schemas.openxmlformats.org/officeDocument/2006/relationships/tags" Target="../tags/tag850.xml"/><Relationship Id="rId5" Type="http://schemas.openxmlformats.org/officeDocument/2006/relationships/tags" Target="../tags/tag849.xml"/><Relationship Id="rId10" Type="http://schemas.openxmlformats.org/officeDocument/2006/relationships/image" Target="../media/image1.png"/><Relationship Id="rId4" Type="http://schemas.openxmlformats.org/officeDocument/2006/relationships/tags" Target="../tags/tag848.xml"/><Relationship Id="rId9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860.xml"/><Relationship Id="rId3" Type="http://schemas.openxmlformats.org/officeDocument/2006/relationships/tags" Target="../tags/tag855.xml"/><Relationship Id="rId7" Type="http://schemas.openxmlformats.org/officeDocument/2006/relationships/tags" Target="../tags/tag859.xml"/><Relationship Id="rId2" Type="http://schemas.openxmlformats.org/officeDocument/2006/relationships/tags" Target="../tags/tag854.xml"/><Relationship Id="rId1" Type="http://schemas.openxmlformats.org/officeDocument/2006/relationships/tags" Target="../tags/tag853.xml"/><Relationship Id="rId6" Type="http://schemas.openxmlformats.org/officeDocument/2006/relationships/tags" Target="../tags/tag858.xml"/><Relationship Id="rId5" Type="http://schemas.openxmlformats.org/officeDocument/2006/relationships/tags" Target="../tags/tag857.xml"/><Relationship Id="rId10" Type="http://schemas.openxmlformats.org/officeDocument/2006/relationships/image" Target="../media/image1.png"/><Relationship Id="rId4" Type="http://schemas.openxmlformats.org/officeDocument/2006/relationships/tags" Target="../tags/tag856.xml"/><Relationship Id="rId9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863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862.xml"/><Relationship Id="rId1" Type="http://schemas.openxmlformats.org/officeDocument/2006/relationships/tags" Target="../tags/tag86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65.xml"/><Relationship Id="rId4" Type="http://schemas.openxmlformats.org/officeDocument/2006/relationships/tags" Target="../tags/tag864.xml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tags" Target="../tags/tag878.xml"/><Relationship Id="rId18" Type="http://schemas.openxmlformats.org/officeDocument/2006/relationships/tags" Target="../tags/tag883.xml"/><Relationship Id="rId26" Type="http://schemas.openxmlformats.org/officeDocument/2006/relationships/tags" Target="../tags/tag891.xml"/><Relationship Id="rId39" Type="http://schemas.openxmlformats.org/officeDocument/2006/relationships/tags" Target="../tags/tag904.xml"/><Relationship Id="rId21" Type="http://schemas.openxmlformats.org/officeDocument/2006/relationships/tags" Target="../tags/tag886.xml"/><Relationship Id="rId34" Type="http://schemas.openxmlformats.org/officeDocument/2006/relationships/tags" Target="../tags/tag899.xml"/><Relationship Id="rId42" Type="http://schemas.openxmlformats.org/officeDocument/2006/relationships/tags" Target="../tags/tag907.xml"/><Relationship Id="rId47" Type="http://schemas.openxmlformats.org/officeDocument/2006/relationships/tags" Target="../tags/tag912.xml"/><Relationship Id="rId50" Type="http://schemas.openxmlformats.org/officeDocument/2006/relationships/tags" Target="../tags/tag915.xml"/><Relationship Id="rId55" Type="http://schemas.openxmlformats.org/officeDocument/2006/relationships/tags" Target="../tags/tag920.xml"/><Relationship Id="rId7" Type="http://schemas.openxmlformats.org/officeDocument/2006/relationships/tags" Target="../tags/tag872.xml"/><Relationship Id="rId2" Type="http://schemas.openxmlformats.org/officeDocument/2006/relationships/tags" Target="../tags/tag867.xml"/><Relationship Id="rId16" Type="http://schemas.openxmlformats.org/officeDocument/2006/relationships/tags" Target="../tags/tag881.xml"/><Relationship Id="rId29" Type="http://schemas.openxmlformats.org/officeDocument/2006/relationships/tags" Target="../tags/tag894.xml"/><Relationship Id="rId11" Type="http://schemas.openxmlformats.org/officeDocument/2006/relationships/tags" Target="../tags/tag876.xml"/><Relationship Id="rId24" Type="http://schemas.openxmlformats.org/officeDocument/2006/relationships/tags" Target="../tags/tag889.xml"/><Relationship Id="rId32" Type="http://schemas.openxmlformats.org/officeDocument/2006/relationships/tags" Target="../tags/tag897.xml"/><Relationship Id="rId37" Type="http://schemas.openxmlformats.org/officeDocument/2006/relationships/tags" Target="../tags/tag902.xml"/><Relationship Id="rId40" Type="http://schemas.openxmlformats.org/officeDocument/2006/relationships/tags" Target="../tags/tag905.xml"/><Relationship Id="rId45" Type="http://schemas.openxmlformats.org/officeDocument/2006/relationships/tags" Target="../tags/tag910.xml"/><Relationship Id="rId53" Type="http://schemas.openxmlformats.org/officeDocument/2006/relationships/tags" Target="../tags/tag918.xml"/><Relationship Id="rId58" Type="http://schemas.openxmlformats.org/officeDocument/2006/relationships/tags" Target="../tags/tag923.xml"/><Relationship Id="rId5" Type="http://schemas.openxmlformats.org/officeDocument/2006/relationships/tags" Target="../tags/tag870.xml"/><Relationship Id="rId61" Type="http://schemas.openxmlformats.org/officeDocument/2006/relationships/image" Target="../media/image1.png"/><Relationship Id="rId19" Type="http://schemas.openxmlformats.org/officeDocument/2006/relationships/tags" Target="../tags/tag884.xml"/><Relationship Id="rId14" Type="http://schemas.openxmlformats.org/officeDocument/2006/relationships/tags" Target="../tags/tag879.xml"/><Relationship Id="rId22" Type="http://schemas.openxmlformats.org/officeDocument/2006/relationships/tags" Target="../tags/tag887.xml"/><Relationship Id="rId27" Type="http://schemas.openxmlformats.org/officeDocument/2006/relationships/tags" Target="../tags/tag892.xml"/><Relationship Id="rId30" Type="http://schemas.openxmlformats.org/officeDocument/2006/relationships/tags" Target="../tags/tag895.xml"/><Relationship Id="rId35" Type="http://schemas.openxmlformats.org/officeDocument/2006/relationships/tags" Target="../tags/tag900.xml"/><Relationship Id="rId43" Type="http://schemas.openxmlformats.org/officeDocument/2006/relationships/tags" Target="../tags/tag908.xml"/><Relationship Id="rId48" Type="http://schemas.openxmlformats.org/officeDocument/2006/relationships/tags" Target="../tags/tag913.xml"/><Relationship Id="rId56" Type="http://schemas.openxmlformats.org/officeDocument/2006/relationships/tags" Target="../tags/tag921.xml"/><Relationship Id="rId8" Type="http://schemas.openxmlformats.org/officeDocument/2006/relationships/tags" Target="../tags/tag873.xml"/><Relationship Id="rId51" Type="http://schemas.openxmlformats.org/officeDocument/2006/relationships/tags" Target="../tags/tag916.xml"/><Relationship Id="rId3" Type="http://schemas.openxmlformats.org/officeDocument/2006/relationships/tags" Target="../tags/tag868.xml"/><Relationship Id="rId12" Type="http://schemas.openxmlformats.org/officeDocument/2006/relationships/tags" Target="../tags/tag877.xml"/><Relationship Id="rId17" Type="http://schemas.openxmlformats.org/officeDocument/2006/relationships/tags" Target="../tags/tag882.xml"/><Relationship Id="rId25" Type="http://schemas.openxmlformats.org/officeDocument/2006/relationships/tags" Target="../tags/tag890.xml"/><Relationship Id="rId33" Type="http://schemas.openxmlformats.org/officeDocument/2006/relationships/tags" Target="../tags/tag898.xml"/><Relationship Id="rId38" Type="http://schemas.openxmlformats.org/officeDocument/2006/relationships/tags" Target="../tags/tag903.xml"/><Relationship Id="rId46" Type="http://schemas.openxmlformats.org/officeDocument/2006/relationships/tags" Target="../tags/tag911.xml"/><Relationship Id="rId59" Type="http://schemas.openxmlformats.org/officeDocument/2006/relationships/tags" Target="../tags/tag924.xml"/><Relationship Id="rId20" Type="http://schemas.openxmlformats.org/officeDocument/2006/relationships/tags" Target="../tags/tag885.xml"/><Relationship Id="rId41" Type="http://schemas.openxmlformats.org/officeDocument/2006/relationships/tags" Target="../tags/tag906.xml"/><Relationship Id="rId54" Type="http://schemas.openxmlformats.org/officeDocument/2006/relationships/tags" Target="../tags/tag919.xml"/><Relationship Id="rId1" Type="http://schemas.openxmlformats.org/officeDocument/2006/relationships/tags" Target="../tags/tag866.xml"/><Relationship Id="rId6" Type="http://schemas.openxmlformats.org/officeDocument/2006/relationships/tags" Target="../tags/tag871.xml"/><Relationship Id="rId15" Type="http://schemas.openxmlformats.org/officeDocument/2006/relationships/tags" Target="../tags/tag880.xml"/><Relationship Id="rId23" Type="http://schemas.openxmlformats.org/officeDocument/2006/relationships/tags" Target="../tags/tag888.xml"/><Relationship Id="rId28" Type="http://schemas.openxmlformats.org/officeDocument/2006/relationships/tags" Target="../tags/tag893.xml"/><Relationship Id="rId36" Type="http://schemas.openxmlformats.org/officeDocument/2006/relationships/tags" Target="../tags/tag901.xml"/><Relationship Id="rId49" Type="http://schemas.openxmlformats.org/officeDocument/2006/relationships/tags" Target="../tags/tag914.xml"/><Relationship Id="rId57" Type="http://schemas.openxmlformats.org/officeDocument/2006/relationships/tags" Target="../tags/tag922.xml"/><Relationship Id="rId10" Type="http://schemas.openxmlformats.org/officeDocument/2006/relationships/tags" Target="../tags/tag875.xml"/><Relationship Id="rId31" Type="http://schemas.openxmlformats.org/officeDocument/2006/relationships/tags" Target="../tags/tag896.xml"/><Relationship Id="rId44" Type="http://schemas.openxmlformats.org/officeDocument/2006/relationships/tags" Target="../tags/tag909.xml"/><Relationship Id="rId52" Type="http://schemas.openxmlformats.org/officeDocument/2006/relationships/tags" Target="../tags/tag917.xml"/><Relationship Id="rId60" Type="http://schemas.openxmlformats.org/officeDocument/2006/relationships/slideLayout" Target="../slideLayouts/slideLayout2.xml"/><Relationship Id="rId4" Type="http://schemas.openxmlformats.org/officeDocument/2006/relationships/tags" Target="../tags/tag869.xml"/><Relationship Id="rId9" Type="http://schemas.openxmlformats.org/officeDocument/2006/relationships/tags" Target="../tags/tag8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5"/>
          <p:cNvSpPr/>
          <p:nvPr>
            <p:custDataLst>
              <p:tags r:id="rId1"/>
            </p:custDataLst>
          </p:nvPr>
        </p:nvSpPr>
        <p:spPr>
          <a:xfrm>
            <a:off x="0" y="214741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Titl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0" y="1955644"/>
            <a:ext cx="9144000" cy="1581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Trees</a:t>
            </a:r>
          </a:p>
        </p:txBody>
      </p:sp>
      <p:sp>
        <p:nvSpPr>
          <p:cNvPr id="4" name="Sub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0" y="4370070"/>
            <a:ext cx="9144000" cy="13760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anose="05020102010507070707" pitchFamily="18" charset="2"/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None/>
              <a:defRPr sz="21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None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None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714500" indent="0" algn="ctr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100000"/>
              </a:lnSpc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Fall 2023</a:t>
            </a:r>
          </a:p>
          <a:p>
            <a:pPr algn="ctr" fontAlgn="auto">
              <a:lnSpc>
                <a:spcPct val="100000"/>
              </a:lnSpc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School of Software Engineering</a:t>
            </a:r>
          </a:p>
          <a:p>
            <a:pPr algn="ctr" fontAlgn="auto">
              <a:lnSpc>
                <a:spcPct val="100000"/>
              </a:lnSpc>
              <a:spcBef>
                <a:spcPts val="60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South China University of Technology</a:t>
            </a:r>
            <a:endParaRPr lang="en-US" altLang="zh-CN" sz="1065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857250"/>
            <a:ext cx="9144000" cy="173467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05132" y="132265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Contents</a:t>
            </a:r>
          </a:p>
        </p:txBody>
      </p:sp>
      <p:grpSp>
        <p:nvGrpSpPr>
          <p:cNvPr id="9" name="组合 9"/>
          <p:cNvGrpSpPr/>
          <p:nvPr/>
        </p:nvGrpSpPr>
        <p:grpSpPr>
          <a:xfrm>
            <a:off x="7285355" y="1052830"/>
            <a:ext cx="1572260" cy="1508760"/>
            <a:chOff x="10325277" y="408187"/>
            <a:chExt cx="1436104" cy="1436384"/>
          </a:xfrm>
        </p:grpSpPr>
        <p:pic>
          <p:nvPicPr>
            <p:cNvPr id="10" name="图片 7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58" cstate="print"/>
            <a:stretch>
              <a:fillRect/>
            </a:stretch>
          </p:blipFill>
          <p:spPr>
            <a:xfrm>
              <a:off x="10609730" y="408187"/>
              <a:ext cx="867198" cy="867198"/>
            </a:xfrm>
            <a:prstGeom prst="rect">
              <a:avLst/>
            </a:prstGeom>
          </p:spPr>
        </p:pic>
        <p:pic>
          <p:nvPicPr>
            <p:cNvPr id="11" name="图片 8"/>
            <p:cNvPicPr>
              <a:picLocks noChangeAspect="1"/>
            </p:cNvPicPr>
            <p:nvPr>
              <p:custDataLst>
                <p:tags r:id="rId55"/>
              </p:custDataLst>
            </p:nvPr>
          </p:nvPicPr>
          <p:blipFill>
            <a:blip r:embed="rId59" cstate="print"/>
            <a:stretch>
              <a:fillRect/>
            </a:stretch>
          </p:blipFill>
          <p:spPr>
            <a:xfrm>
              <a:off x="10325277" y="1329484"/>
              <a:ext cx="1436104" cy="515087"/>
            </a:xfrm>
            <a:prstGeom prst="rect">
              <a:avLst/>
            </a:prstGeom>
          </p:spPr>
        </p:pic>
      </p:grpSp>
      <p:grpSp>
        <p:nvGrpSpPr>
          <p:cNvPr id="19" name="PA_chenying0907 18"/>
          <p:cNvGrpSpPr/>
          <p:nvPr>
            <p:custDataLst>
              <p:tags r:id="rId3"/>
            </p:custDataLst>
          </p:nvPr>
        </p:nvGrpSpPr>
        <p:grpSpPr>
          <a:xfrm>
            <a:off x="963295" y="2972435"/>
            <a:ext cx="549275" cy="596900"/>
            <a:chOff x="5038628" y="2357164"/>
            <a:chExt cx="2114744" cy="2296116"/>
          </a:xfrm>
        </p:grpSpPr>
        <p:grpSp>
          <p:nvGrpSpPr>
            <p:cNvPr id="18" name="chenying0907 17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6" name="Freeform 5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" name="Freeform 6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17" name="chenying0907 16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12" name="Freeform 7"/>
              <p:cNvSpPr/>
              <p:nvPr>
                <p:custDataLst>
                  <p:tags r:id="rId45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8"/>
              <p:cNvSpPr/>
              <p:nvPr>
                <p:custDataLst>
                  <p:tags r:id="rId46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9"/>
              <p:cNvSpPr/>
              <p:nvPr>
                <p:custDataLst>
                  <p:tags r:id="rId47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0"/>
              <p:cNvSpPr/>
              <p:nvPr>
                <p:custDataLst>
                  <p:tags r:id="rId48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 11"/>
              <p:cNvSpPr/>
              <p:nvPr>
                <p:custDataLst>
                  <p:tags r:id="rId49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>
                <p:custDataLst>
                  <p:tags r:id="rId50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3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2" name="PA_chenying0907 19"/>
          <p:cNvGrpSpPr/>
          <p:nvPr>
            <p:custDataLst>
              <p:tags r:id="rId4"/>
            </p:custDataLst>
          </p:nvPr>
        </p:nvGrpSpPr>
        <p:grpSpPr>
          <a:xfrm>
            <a:off x="963295" y="3624580"/>
            <a:ext cx="549275" cy="596900"/>
            <a:chOff x="5038628" y="2357164"/>
            <a:chExt cx="2114744" cy="2296116"/>
          </a:xfrm>
        </p:grpSpPr>
        <p:grpSp>
          <p:nvGrpSpPr>
            <p:cNvPr id="23" name="chenying0907 20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30" name="Freeform 5"/>
              <p:cNvSpPr/>
              <p:nvPr>
                <p:custDataLst>
                  <p:tags r:id="rId43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>
                <p:custDataLst>
                  <p:tags r:id="rId44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24" name="chenying0907 21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25" name="Freeform 7"/>
              <p:cNvSpPr/>
              <p:nvPr>
                <p:custDataLst>
                  <p:tags r:id="rId36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8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9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10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1"/>
              <p:cNvSpPr/>
              <p:nvPr>
                <p:custDataLst>
                  <p:tags r:id="rId40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12"/>
              <p:cNvSpPr/>
              <p:nvPr>
                <p:custDataLst>
                  <p:tags r:id="rId41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13"/>
              <p:cNvSpPr/>
              <p:nvPr>
                <p:custDataLst>
                  <p:tags r:id="rId42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4" name="PA_chenying0907 31"/>
          <p:cNvGrpSpPr/>
          <p:nvPr>
            <p:custDataLst>
              <p:tags r:id="rId5"/>
            </p:custDataLst>
          </p:nvPr>
        </p:nvGrpSpPr>
        <p:grpSpPr>
          <a:xfrm>
            <a:off x="963295" y="4276090"/>
            <a:ext cx="549275" cy="596900"/>
            <a:chOff x="5038628" y="2357164"/>
            <a:chExt cx="2114744" cy="2296116"/>
          </a:xfrm>
        </p:grpSpPr>
        <p:grpSp>
          <p:nvGrpSpPr>
            <p:cNvPr id="35" name="chenying0907 32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42" name="Freeform 5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6"/>
              <p:cNvSpPr/>
              <p:nvPr>
                <p:custDataLst>
                  <p:tags r:id="rId35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36" name="chenying0907 33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37" name="Freeform 7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8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9"/>
              <p:cNvSpPr/>
              <p:nvPr>
                <p:custDataLst>
                  <p:tags r:id="rId29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10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11"/>
              <p:cNvSpPr/>
              <p:nvPr>
                <p:custDataLst>
                  <p:tags r:id="rId31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12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13"/>
              <p:cNvSpPr/>
              <p:nvPr>
                <p:custDataLst>
                  <p:tags r:id="rId33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3" name="Rectangle 3"/>
          <p:cNvSpPr>
            <a:spLocks noGrp="1" noChangeArrowheads="1"/>
          </p:cNvSpPr>
          <p:nvPr>
            <p:custDataLst>
              <p:tags r:id="rId6"/>
            </p:custDataLst>
          </p:nvPr>
        </p:nvSpPr>
        <p:spPr>
          <a:xfrm>
            <a:off x="1566545" y="3048635"/>
            <a:ext cx="4770120" cy="3307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0815" indent="-170815" algn="l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anose="05020102010507070707" pitchFamily="18" charset="2"/>
              <a:buChar char="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37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6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66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1995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24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3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2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0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3600" dirty="0">
                <a:ea typeface="宋体" panose="02010600030101010101" pitchFamily="2" charset="-122"/>
              </a:rPr>
              <a:t>Definitions of tree</a:t>
            </a:r>
          </a:p>
          <a:p>
            <a:pPr marL="0" algn="l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None/>
            </a:pPr>
            <a:r>
              <a:rPr lang="en-US" altLang="zh-CN" sz="3600" dirty="0">
                <a:ea typeface="宋体" panose="02010600030101010101" pitchFamily="2" charset="-122"/>
              </a:rPr>
              <a:t>Binary tree</a:t>
            </a:r>
          </a:p>
          <a:p>
            <a:pPr mar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3600" dirty="0">
                <a:ea typeface="宋体" panose="02010600030101010101" pitchFamily="2" charset="-122"/>
              </a:rPr>
              <a:t>AVL tree</a:t>
            </a:r>
          </a:p>
          <a:p>
            <a:pPr marL="0" algn="l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None/>
            </a:pPr>
            <a:r>
              <a:rPr lang="en-US" altLang="zh-CN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Splay tree</a:t>
            </a:r>
          </a:p>
          <a:p>
            <a:pPr mar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sz="3600" dirty="0">
                <a:ea typeface="宋体" panose="02010600030101010101" pitchFamily="2" charset="-122"/>
              </a:rPr>
              <a:t>B-tree</a:t>
            </a:r>
          </a:p>
          <a:p>
            <a:pPr lvl="1">
              <a:spcBef>
                <a:spcPts val="395"/>
              </a:spcBef>
              <a:spcAft>
                <a:spcPts val="395"/>
              </a:spcAft>
            </a:pPr>
            <a:endParaRPr lang="en-US" altLang="zh-CN" sz="3600" dirty="0">
              <a:ea typeface="宋体" panose="02010600030101010101" pitchFamily="2" charset="-122"/>
            </a:endParaRPr>
          </a:p>
        </p:txBody>
      </p:sp>
      <p:grpSp>
        <p:nvGrpSpPr>
          <p:cNvPr id="4" name="PA_chenying0907 31"/>
          <p:cNvGrpSpPr/>
          <p:nvPr>
            <p:custDataLst>
              <p:tags r:id="rId7"/>
            </p:custDataLst>
          </p:nvPr>
        </p:nvGrpSpPr>
        <p:grpSpPr>
          <a:xfrm>
            <a:off x="946785" y="4905375"/>
            <a:ext cx="549275" cy="596900"/>
            <a:chOff x="5038628" y="2357164"/>
            <a:chExt cx="2114744" cy="2296116"/>
          </a:xfrm>
        </p:grpSpPr>
        <p:grpSp>
          <p:nvGrpSpPr>
            <p:cNvPr id="8" name="chenying0907 32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46" name="Freeform 5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6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48" name="chenying0907 33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49" name="Freeform 7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8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9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 10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 11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 12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13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56" name="PA_chenying0907 31"/>
          <p:cNvGrpSpPr/>
          <p:nvPr>
            <p:custDataLst>
              <p:tags r:id="rId8"/>
            </p:custDataLst>
          </p:nvPr>
        </p:nvGrpSpPr>
        <p:grpSpPr>
          <a:xfrm>
            <a:off x="930275" y="5534660"/>
            <a:ext cx="549275" cy="596900"/>
            <a:chOff x="5038628" y="2357164"/>
            <a:chExt cx="2114744" cy="2296116"/>
          </a:xfrm>
        </p:grpSpPr>
        <p:grpSp>
          <p:nvGrpSpPr>
            <p:cNvPr id="57" name="chenying0907 32"/>
            <p:cNvGrpSpPr/>
            <p:nvPr/>
          </p:nvGrpSpPr>
          <p:grpSpPr>
            <a:xfrm>
              <a:off x="5174686" y="3043148"/>
              <a:ext cx="1479164" cy="1610132"/>
              <a:chOff x="5174686" y="3043148"/>
              <a:chExt cx="1479164" cy="1610132"/>
            </a:xfrm>
          </p:grpSpPr>
          <p:sp>
            <p:nvSpPr>
              <p:cNvPr id="58" name="Freeform 5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5174686" y="3043148"/>
                <a:ext cx="1479164" cy="1610132"/>
              </a:xfrm>
              <a:custGeom>
                <a:avLst/>
                <a:gdLst>
                  <a:gd name="T0" fmla="*/ 2 w 30"/>
                  <a:gd name="T1" fmla="*/ 2 h 33"/>
                  <a:gd name="T2" fmla="*/ 1 w 30"/>
                  <a:gd name="T3" fmla="*/ 31 h 33"/>
                  <a:gd name="T4" fmla="*/ 18 w 30"/>
                  <a:gd name="T5" fmla="*/ 32 h 33"/>
                  <a:gd name="T6" fmla="*/ 28 w 30"/>
                  <a:gd name="T7" fmla="*/ 30 h 33"/>
                  <a:gd name="T8" fmla="*/ 28 w 30"/>
                  <a:gd name="T9" fmla="*/ 15 h 33"/>
                  <a:gd name="T10" fmla="*/ 28 w 30"/>
                  <a:gd name="T11" fmla="*/ 3 h 33"/>
                  <a:gd name="T12" fmla="*/ 13 w 30"/>
                  <a:gd name="T13" fmla="*/ 2 h 33"/>
                  <a:gd name="T14" fmla="*/ 2 w 30"/>
                  <a:gd name="T15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33">
                    <a:moveTo>
                      <a:pt x="2" y="2"/>
                    </a:moveTo>
                    <a:cubicBezTo>
                      <a:pt x="2" y="11"/>
                      <a:pt x="0" y="21"/>
                      <a:pt x="1" y="31"/>
                    </a:cubicBezTo>
                    <a:cubicBezTo>
                      <a:pt x="5" y="33"/>
                      <a:pt x="13" y="31"/>
                      <a:pt x="18" y="32"/>
                    </a:cubicBezTo>
                    <a:cubicBezTo>
                      <a:pt x="22" y="32"/>
                      <a:pt x="27" y="33"/>
                      <a:pt x="28" y="30"/>
                    </a:cubicBezTo>
                    <a:cubicBezTo>
                      <a:pt x="30" y="27"/>
                      <a:pt x="28" y="19"/>
                      <a:pt x="28" y="15"/>
                    </a:cubicBezTo>
                    <a:cubicBezTo>
                      <a:pt x="28" y="11"/>
                      <a:pt x="29" y="7"/>
                      <a:pt x="28" y="3"/>
                    </a:cubicBezTo>
                    <a:cubicBezTo>
                      <a:pt x="23" y="2"/>
                      <a:pt x="18" y="2"/>
                      <a:pt x="13" y="2"/>
                    </a:cubicBezTo>
                    <a:cubicBezTo>
                      <a:pt x="9" y="1"/>
                      <a:pt x="5" y="0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6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5324912" y="3189524"/>
                <a:ext cx="1128634" cy="1317381"/>
              </a:xfrm>
              <a:custGeom>
                <a:avLst/>
                <a:gdLst>
                  <a:gd name="T0" fmla="*/ 2 w 23"/>
                  <a:gd name="T1" fmla="*/ 3 h 27"/>
                  <a:gd name="T2" fmla="*/ 0 w 23"/>
                  <a:gd name="T3" fmla="*/ 26 h 27"/>
                  <a:gd name="T4" fmla="*/ 23 w 23"/>
                  <a:gd name="T5" fmla="*/ 26 h 27"/>
                  <a:gd name="T6" fmla="*/ 23 w 23"/>
                  <a:gd name="T7" fmla="*/ 14 h 27"/>
                  <a:gd name="T8" fmla="*/ 22 w 23"/>
                  <a:gd name="T9" fmla="*/ 4 h 27"/>
                  <a:gd name="T10" fmla="*/ 12 w 23"/>
                  <a:gd name="T11" fmla="*/ 2 h 27"/>
                  <a:gd name="T12" fmla="*/ 2 w 23"/>
                  <a:gd name="T13" fmla="*/ 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27">
                    <a:moveTo>
                      <a:pt x="2" y="3"/>
                    </a:moveTo>
                    <a:cubicBezTo>
                      <a:pt x="3" y="9"/>
                      <a:pt x="0" y="19"/>
                      <a:pt x="0" y="26"/>
                    </a:cubicBezTo>
                    <a:cubicBezTo>
                      <a:pt x="8" y="27"/>
                      <a:pt x="16" y="27"/>
                      <a:pt x="23" y="26"/>
                    </a:cubicBezTo>
                    <a:cubicBezTo>
                      <a:pt x="23" y="22"/>
                      <a:pt x="23" y="18"/>
                      <a:pt x="23" y="14"/>
                    </a:cubicBezTo>
                    <a:cubicBezTo>
                      <a:pt x="23" y="12"/>
                      <a:pt x="23" y="6"/>
                      <a:pt x="22" y="4"/>
                    </a:cubicBezTo>
                    <a:cubicBezTo>
                      <a:pt x="21" y="1"/>
                      <a:pt x="15" y="2"/>
                      <a:pt x="12" y="2"/>
                    </a:cubicBezTo>
                    <a:cubicBezTo>
                      <a:pt x="9" y="2"/>
                      <a:pt x="2" y="0"/>
                      <a:pt x="2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60" name="chenying0907 33"/>
            <p:cNvGrpSpPr/>
            <p:nvPr/>
          </p:nvGrpSpPr>
          <p:grpSpPr>
            <a:xfrm>
              <a:off x="5038628" y="2357164"/>
              <a:ext cx="2114744" cy="1949107"/>
              <a:chOff x="7192390" y="914444"/>
              <a:chExt cx="2114744" cy="1949107"/>
            </a:xfrm>
          </p:grpSpPr>
          <p:sp>
            <p:nvSpPr>
              <p:cNvPr id="61" name="Freeform 7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7192390" y="914444"/>
                <a:ext cx="2114744" cy="1949107"/>
              </a:xfrm>
              <a:custGeom>
                <a:avLst/>
                <a:gdLst>
                  <a:gd name="T0" fmla="*/ 0 w 43"/>
                  <a:gd name="T1" fmla="*/ 16 h 40"/>
                  <a:gd name="T2" fmla="*/ 13 w 43"/>
                  <a:gd name="T3" fmla="*/ 32 h 40"/>
                  <a:gd name="T4" fmla="*/ 19 w 43"/>
                  <a:gd name="T5" fmla="*/ 40 h 40"/>
                  <a:gd name="T6" fmla="*/ 43 w 43"/>
                  <a:gd name="T7" fmla="*/ 0 h 40"/>
                  <a:gd name="T8" fmla="*/ 19 w 43"/>
                  <a:gd name="T9" fmla="*/ 29 h 40"/>
                  <a:gd name="T10" fmla="*/ 13 w 43"/>
                  <a:gd name="T11" fmla="*/ 13 h 40"/>
                  <a:gd name="T12" fmla="*/ 1 w 43"/>
                  <a:gd name="T13" fmla="*/ 17 h 40"/>
                  <a:gd name="T14" fmla="*/ 11 w 43"/>
                  <a:gd name="T15" fmla="*/ 13 h 40"/>
                  <a:gd name="T16" fmla="*/ 2 w 43"/>
                  <a:gd name="T17" fmla="*/ 20 h 40"/>
                  <a:gd name="T18" fmla="*/ 12 w 43"/>
                  <a:gd name="T19" fmla="*/ 15 h 40"/>
                  <a:gd name="T20" fmla="*/ 4 w 43"/>
                  <a:gd name="T21" fmla="*/ 22 h 40"/>
                  <a:gd name="T22" fmla="*/ 14 w 43"/>
                  <a:gd name="T23" fmla="*/ 18 h 40"/>
                  <a:gd name="T24" fmla="*/ 7 w 43"/>
                  <a:gd name="T25" fmla="*/ 25 h 40"/>
                  <a:gd name="T26" fmla="*/ 15 w 43"/>
                  <a:gd name="T27" fmla="*/ 20 h 40"/>
                  <a:gd name="T28" fmla="*/ 8 w 43"/>
                  <a:gd name="T29" fmla="*/ 28 h 40"/>
                  <a:gd name="T30" fmla="*/ 15 w 43"/>
                  <a:gd name="T31" fmla="*/ 24 h 40"/>
                  <a:gd name="T32" fmla="*/ 11 w 43"/>
                  <a:gd name="T33" fmla="*/ 30 h 40"/>
                  <a:gd name="T34" fmla="*/ 16 w 43"/>
                  <a:gd name="T35" fmla="*/ 25 h 40"/>
                  <a:gd name="T36" fmla="*/ 12 w 43"/>
                  <a:gd name="T37" fmla="*/ 31 h 40"/>
                  <a:gd name="T38" fmla="*/ 17 w 43"/>
                  <a:gd name="T39" fmla="*/ 28 h 40"/>
                  <a:gd name="T40" fmla="*/ 14 w 43"/>
                  <a:gd name="T41" fmla="*/ 33 h 40"/>
                  <a:gd name="T42" fmla="*/ 19 w 43"/>
                  <a:gd name="T43" fmla="*/ 29 h 40"/>
                  <a:gd name="T44" fmla="*/ 17 w 43"/>
                  <a:gd name="T45" fmla="*/ 36 h 40"/>
                  <a:gd name="T46" fmla="*/ 19 w 43"/>
                  <a:gd name="T47" fmla="*/ 31 h 40"/>
                  <a:gd name="T48" fmla="*/ 19 w 43"/>
                  <a:gd name="T49" fmla="*/ 38 h 40"/>
                  <a:gd name="T50" fmla="*/ 20 w 43"/>
                  <a:gd name="T51" fmla="*/ 28 h 40"/>
                  <a:gd name="T52" fmla="*/ 21 w 43"/>
                  <a:gd name="T53" fmla="*/ 36 h 40"/>
                  <a:gd name="T54" fmla="*/ 21 w 43"/>
                  <a:gd name="T55" fmla="*/ 26 h 40"/>
                  <a:gd name="T56" fmla="*/ 23 w 43"/>
                  <a:gd name="T57" fmla="*/ 31 h 40"/>
                  <a:gd name="T58" fmla="*/ 23 w 43"/>
                  <a:gd name="T59" fmla="*/ 24 h 40"/>
                  <a:gd name="T60" fmla="*/ 25 w 43"/>
                  <a:gd name="T61" fmla="*/ 29 h 40"/>
                  <a:gd name="T62" fmla="*/ 26 w 43"/>
                  <a:gd name="T63" fmla="*/ 21 h 40"/>
                  <a:gd name="T64" fmla="*/ 27 w 43"/>
                  <a:gd name="T65" fmla="*/ 27 h 40"/>
                  <a:gd name="T66" fmla="*/ 28 w 43"/>
                  <a:gd name="T67" fmla="*/ 21 h 40"/>
                  <a:gd name="T68" fmla="*/ 29 w 43"/>
                  <a:gd name="T69" fmla="*/ 24 h 40"/>
                  <a:gd name="T70" fmla="*/ 29 w 43"/>
                  <a:gd name="T71" fmla="*/ 19 h 40"/>
                  <a:gd name="T72" fmla="*/ 31 w 43"/>
                  <a:gd name="T73" fmla="*/ 22 h 40"/>
                  <a:gd name="T74" fmla="*/ 32 w 43"/>
                  <a:gd name="T75" fmla="*/ 15 h 40"/>
                  <a:gd name="T76" fmla="*/ 33 w 43"/>
                  <a:gd name="T77" fmla="*/ 19 h 40"/>
                  <a:gd name="T78" fmla="*/ 34 w 43"/>
                  <a:gd name="T79" fmla="*/ 13 h 40"/>
                  <a:gd name="T80" fmla="*/ 35 w 43"/>
                  <a:gd name="T81" fmla="*/ 16 h 40"/>
                  <a:gd name="T82" fmla="*/ 36 w 43"/>
                  <a:gd name="T83" fmla="*/ 9 h 40"/>
                  <a:gd name="T84" fmla="*/ 37 w 43"/>
                  <a:gd name="T85" fmla="*/ 12 h 40"/>
                  <a:gd name="T86" fmla="*/ 38 w 43"/>
                  <a:gd name="T87" fmla="*/ 8 h 40"/>
                  <a:gd name="T88" fmla="*/ 38 w 43"/>
                  <a:gd name="T89" fmla="*/ 10 h 40"/>
                  <a:gd name="T90" fmla="*/ 39 w 43"/>
                  <a:gd name="T91" fmla="*/ 7 h 40"/>
                  <a:gd name="T92" fmla="*/ 40 w 43"/>
                  <a:gd name="T93" fmla="*/ 9 h 40"/>
                  <a:gd name="T94" fmla="*/ 41 w 43"/>
                  <a:gd name="T95" fmla="*/ 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3" h="40">
                    <a:moveTo>
                      <a:pt x="0" y="16"/>
                    </a:moveTo>
                    <a:cubicBezTo>
                      <a:pt x="3" y="21"/>
                      <a:pt x="9" y="27"/>
                      <a:pt x="13" y="32"/>
                    </a:cubicBezTo>
                    <a:cubicBezTo>
                      <a:pt x="15" y="35"/>
                      <a:pt x="16" y="38"/>
                      <a:pt x="19" y="40"/>
                    </a:cubicBezTo>
                    <a:cubicBezTo>
                      <a:pt x="28" y="27"/>
                      <a:pt x="37" y="14"/>
                      <a:pt x="43" y="0"/>
                    </a:cubicBezTo>
                    <a:cubicBezTo>
                      <a:pt x="35" y="9"/>
                      <a:pt x="27" y="20"/>
                      <a:pt x="19" y="29"/>
                    </a:cubicBezTo>
                    <a:cubicBezTo>
                      <a:pt x="18" y="25"/>
                      <a:pt x="16" y="15"/>
                      <a:pt x="13" y="13"/>
                    </a:cubicBezTo>
                    <a:cubicBezTo>
                      <a:pt x="10" y="10"/>
                      <a:pt x="5" y="15"/>
                      <a:pt x="1" y="17"/>
                    </a:cubicBezTo>
                    <a:cubicBezTo>
                      <a:pt x="5" y="17"/>
                      <a:pt x="8" y="15"/>
                      <a:pt x="11" y="13"/>
                    </a:cubicBezTo>
                    <a:cubicBezTo>
                      <a:pt x="8" y="14"/>
                      <a:pt x="4" y="17"/>
                      <a:pt x="2" y="20"/>
                    </a:cubicBezTo>
                    <a:cubicBezTo>
                      <a:pt x="6" y="19"/>
                      <a:pt x="9" y="17"/>
                      <a:pt x="12" y="15"/>
                    </a:cubicBezTo>
                    <a:cubicBezTo>
                      <a:pt x="9" y="16"/>
                      <a:pt x="7" y="20"/>
                      <a:pt x="4" y="22"/>
                    </a:cubicBezTo>
                    <a:cubicBezTo>
                      <a:pt x="7" y="23"/>
                      <a:pt x="11" y="19"/>
                      <a:pt x="14" y="18"/>
                    </a:cubicBezTo>
                    <a:cubicBezTo>
                      <a:pt x="12" y="19"/>
                      <a:pt x="8" y="22"/>
                      <a:pt x="7" y="25"/>
                    </a:cubicBezTo>
                    <a:cubicBezTo>
                      <a:pt x="10" y="24"/>
                      <a:pt x="13" y="22"/>
                      <a:pt x="15" y="20"/>
                    </a:cubicBezTo>
                    <a:cubicBezTo>
                      <a:pt x="13" y="22"/>
                      <a:pt x="10" y="25"/>
                      <a:pt x="8" y="28"/>
                    </a:cubicBezTo>
                    <a:cubicBezTo>
                      <a:pt x="11" y="27"/>
                      <a:pt x="13" y="25"/>
                      <a:pt x="15" y="24"/>
                    </a:cubicBezTo>
                    <a:cubicBezTo>
                      <a:pt x="13" y="25"/>
                      <a:pt x="12" y="28"/>
                      <a:pt x="11" y="30"/>
                    </a:cubicBezTo>
                    <a:cubicBezTo>
                      <a:pt x="13" y="28"/>
                      <a:pt x="14" y="27"/>
                      <a:pt x="16" y="25"/>
                    </a:cubicBezTo>
                    <a:cubicBezTo>
                      <a:pt x="14" y="27"/>
                      <a:pt x="12" y="29"/>
                      <a:pt x="12" y="31"/>
                    </a:cubicBezTo>
                    <a:cubicBezTo>
                      <a:pt x="14" y="31"/>
                      <a:pt x="16" y="29"/>
                      <a:pt x="17" y="28"/>
                    </a:cubicBezTo>
                    <a:cubicBezTo>
                      <a:pt x="15" y="29"/>
                      <a:pt x="14" y="31"/>
                      <a:pt x="14" y="33"/>
                    </a:cubicBezTo>
                    <a:cubicBezTo>
                      <a:pt x="16" y="33"/>
                      <a:pt x="18" y="31"/>
                      <a:pt x="19" y="29"/>
                    </a:cubicBezTo>
                    <a:cubicBezTo>
                      <a:pt x="17" y="31"/>
                      <a:pt x="16" y="34"/>
                      <a:pt x="17" y="36"/>
                    </a:cubicBezTo>
                    <a:cubicBezTo>
                      <a:pt x="19" y="36"/>
                      <a:pt x="19" y="33"/>
                      <a:pt x="19" y="31"/>
                    </a:cubicBezTo>
                    <a:cubicBezTo>
                      <a:pt x="18" y="33"/>
                      <a:pt x="18" y="35"/>
                      <a:pt x="19" y="38"/>
                    </a:cubicBezTo>
                    <a:cubicBezTo>
                      <a:pt x="20" y="35"/>
                      <a:pt x="20" y="31"/>
                      <a:pt x="20" y="28"/>
                    </a:cubicBezTo>
                    <a:cubicBezTo>
                      <a:pt x="20" y="30"/>
                      <a:pt x="20" y="33"/>
                      <a:pt x="21" y="36"/>
                    </a:cubicBezTo>
                    <a:cubicBezTo>
                      <a:pt x="22" y="33"/>
                      <a:pt x="21" y="29"/>
                      <a:pt x="21" y="26"/>
                    </a:cubicBezTo>
                    <a:cubicBezTo>
                      <a:pt x="22" y="27"/>
                      <a:pt x="22" y="29"/>
                      <a:pt x="23" y="31"/>
                    </a:cubicBezTo>
                    <a:cubicBezTo>
                      <a:pt x="24" y="29"/>
                      <a:pt x="23" y="26"/>
                      <a:pt x="23" y="24"/>
                    </a:cubicBezTo>
                    <a:cubicBezTo>
                      <a:pt x="24" y="26"/>
                      <a:pt x="24" y="28"/>
                      <a:pt x="25" y="29"/>
                    </a:cubicBezTo>
                    <a:cubicBezTo>
                      <a:pt x="25" y="27"/>
                      <a:pt x="25" y="24"/>
                      <a:pt x="26" y="21"/>
                    </a:cubicBezTo>
                    <a:cubicBezTo>
                      <a:pt x="26" y="23"/>
                      <a:pt x="26" y="25"/>
                      <a:pt x="27" y="27"/>
                    </a:cubicBezTo>
                    <a:cubicBezTo>
                      <a:pt x="28" y="25"/>
                      <a:pt x="27" y="23"/>
                      <a:pt x="28" y="21"/>
                    </a:cubicBezTo>
                    <a:cubicBezTo>
                      <a:pt x="28" y="22"/>
                      <a:pt x="28" y="23"/>
                      <a:pt x="29" y="24"/>
                    </a:cubicBezTo>
                    <a:cubicBezTo>
                      <a:pt x="29" y="22"/>
                      <a:pt x="29" y="21"/>
                      <a:pt x="29" y="19"/>
                    </a:cubicBezTo>
                    <a:cubicBezTo>
                      <a:pt x="29" y="20"/>
                      <a:pt x="30" y="21"/>
                      <a:pt x="31" y="22"/>
                    </a:cubicBezTo>
                    <a:cubicBezTo>
                      <a:pt x="32" y="20"/>
                      <a:pt x="31" y="17"/>
                      <a:pt x="32" y="15"/>
                    </a:cubicBezTo>
                    <a:cubicBezTo>
                      <a:pt x="32" y="16"/>
                      <a:pt x="33" y="18"/>
                      <a:pt x="33" y="19"/>
                    </a:cubicBezTo>
                    <a:cubicBezTo>
                      <a:pt x="34" y="17"/>
                      <a:pt x="34" y="15"/>
                      <a:pt x="34" y="13"/>
                    </a:cubicBezTo>
                    <a:cubicBezTo>
                      <a:pt x="35" y="14"/>
                      <a:pt x="35" y="15"/>
                      <a:pt x="35" y="16"/>
                    </a:cubicBezTo>
                    <a:cubicBezTo>
                      <a:pt x="36" y="14"/>
                      <a:pt x="36" y="11"/>
                      <a:pt x="36" y="9"/>
                    </a:cubicBezTo>
                    <a:cubicBezTo>
                      <a:pt x="36" y="10"/>
                      <a:pt x="37" y="12"/>
                      <a:pt x="37" y="12"/>
                    </a:cubicBezTo>
                    <a:cubicBezTo>
                      <a:pt x="37" y="11"/>
                      <a:pt x="37" y="9"/>
                      <a:pt x="38" y="8"/>
                    </a:cubicBezTo>
                    <a:cubicBezTo>
                      <a:pt x="38" y="8"/>
                      <a:pt x="38" y="9"/>
                      <a:pt x="38" y="10"/>
                    </a:cubicBezTo>
                    <a:cubicBezTo>
                      <a:pt x="39" y="9"/>
                      <a:pt x="39" y="8"/>
                      <a:pt x="39" y="7"/>
                    </a:cubicBezTo>
                    <a:cubicBezTo>
                      <a:pt x="40" y="8"/>
                      <a:pt x="40" y="8"/>
                      <a:pt x="40" y="9"/>
                    </a:cubicBezTo>
                    <a:cubicBezTo>
                      <a:pt x="40" y="7"/>
                      <a:pt x="41" y="6"/>
                      <a:pt x="41" y="5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 8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338766" y="1546170"/>
                <a:ext cx="789659" cy="978406"/>
              </a:xfrm>
              <a:custGeom>
                <a:avLst/>
                <a:gdLst>
                  <a:gd name="T0" fmla="*/ 1 w 16"/>
                  <a:gd name="T1" fmla="*/ 4 h 20"/>
                  <a:gd name="T2" fmla="*/ 8 w 16"/>
                  <a:gd name="T3" fmla="*/ 0 h 20"/>
                  <a:gd name="T4" fmla="*/ 0 w 16"/>
                  <a:gd name="T5" fmla="*/ 8 h 20"/>
                  <a:gd name="T6" fmla="*/ 9 w 16"/>
                  <a:gd name="T7" fmla="*/ 1 h 20"/>
                  <a:gd name="T8" fmla="*/ 3 w 16"/>
                  <a:gd name="T9" fmla="*/ 8 h 20"/>
                  <a:gd name="T10" fmla="*/ 10 w 16"/>
                  <a:gd name="T11" fmla="*/ 1 h 20"/>
                  <a:gd name="T12" fmla="*/ 5 w 16"/>
                  <a:gd name="T13" fmla="*/ 8 h 20"/>
                  <a:gd name="T14" fmla="*/ 10 w 16"/>
                  <a:gd name="T15" fmla="*/ 3 h 20"/>
                  <a:gd name="T16" fmla="*/ 5 w 16"/>
                  <a:gd name="T17" fmla="*/ 8 h 20"/>
                  <a:gd name="T18" fmla="*/ 11 w 16"/>
                  <a:gd name="T19" fmla="*/ 2 h 20"/>
                  <a:gd name="T20" fmla="*/ 6 w 16"/>
                  <a:gd name="T21" fmla="*/ 9 h 20"/>
                  <a:gd name="T22" fmla="*/ 11 w 16"/>
                  <a:gd name="T23" fmla="*/ 4 h 20"/>
                  <a:gd name="T24" fmla="*/ 7 w 16"/>
                  <a:gd name="T25" fmla="*/ 11 h 20"/>
                  <a:gd name="T26" fmla="*/ 12 w 16"/>
                  <a:gd name="T27" fmla="*/ 6 h 20"/>
                  <a:gd name="T28" fmla="*/ 9 w 16"/>
                  <a:gd name="T29" fmla="*/ 11 h 20"/>
                  <a:gd name="T30" fmla="*/ 12 w 16"/>
                  <a:gd name="T31" fmla="*/ 7 h 20"/>
                  <a:gd name="T32" fmla="*/ 10 w 16"/>
                  <a:gd name="T33" fmla="*/ 12 h 20"/>
                  <a:gd name="T34" fmla="*/ 10 w 16"/>
                  <a:gd name="T35" fmla="*/ 5 h 20"/>
                  <a:gd name="T36" fmla="*/ 15 w 16"/>
                  <a:gd name="T37" fmla="*/ 15 h 20"/>
                  <a:gd name="T38" fmla="*/ 11 w 16"/>
                  <a:gd name="T39" fmla="*/ 2 h 20"/>
                  <a:gd name="T40" fmla="*/ 16 w 16"/>
                  <a:gd name="T41" fmla="*/ 15 h 20"/>
                  <a:gd name="T42" fmla="*/ 9 w 16"/>
                  <a:gd name="T43" fmla="*/ 3 h 20"/>
                  <a:gd name="T44" fmla="*/ 12 w 16"/>
                  <a:gd name="T45" fmla="*/ 11 h 20"/>
                  <a:gd name="T46" fmla="*/ 15 w 16"/>
                  <a:gd name="T47" fmla="*/ 18 h 20"/>
                  <a:gd name="T48" fmla="*/ 7 w 16"/>
                  <a:gd name="T49" fmla="*/ 6 h 20"/>
                  <a:gd name="T50" fmla="*/ 14 w 16"/>
                  <a:gd name="T51" fmla="*/ 20 h 20"/>
                  <a:gd name="T52" fmla="*/ 6 w 16"/>
                  <a:gd name="T53" fmla="*/ 9 h 20"/>
                  <a:gd name="T54" fmla="*/ 11 w 16"/>
                  <a:gd name="T55" fmla="*/ 16 h 20"/>
                  <a:gd name="T56" fmla="*/ 15 w 16"/>
                  <a:gd name="T5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" h="20">
                    <a:moveTo>
                      <a:pt x="1" y="4"/>
                    </a:moveTo>
                    <a:cubicBezTo>
                      <a:pt x="3" y="3"/>
                      <a:pt x="6" y="2"/>
                      <a:pt x="8" y="0"/>
                    </a:cubicBezTo>
                    <a:cubicBezTo>
                      <a:pt x="5" y="2"/>
                      <a:pt x="3" y="5"/>
                      <a:pt x="0" y="8"/>
                    </a:cubicBezTo>
                    <a:cubicBezTo>
                      <a:pt x="3" y="6"/>
                      <a:pt x="6" y="3"/>
                      <a:pt x="9" y="1"/>
                    </a:cubicBezTo>
                    <a:cubicBezTo>
                      <a:pt x="7" y="3"/>
                      <a:pt x="5" y="5"/>
                      <a:pt x="3" y="8"/>
                    </a:cubicBezTo>
                    <a:cubicBezTo>
                      <a:pt x="5" y="5"/>
                      <a:pt x="8" y="3"/>
                      <a:pt x="10" y="1"/>
                    </a:cubicBezTo>
                    <a:cubicBezTo>
                      <a:pt x="9" y="2"/>
                      <a:pt x="6" y="6"/>
                      <a:pt x="5" y="8"/>
                    </a:cubicBezTo>
                    <a:cubicBezTo>
                      <a:pt x="7" y="6"/>
                      <a:pt x="9" y="4"/>
                      <a:pt x="10" y="3"/>
                    </a:cubicBezTo>
                    <a:cubicBezTo>
                      <a:pt x="8" y="4"/>
                      <a:pt x="7" y="7"/>
                      <a:pt x="5" y="8"/>
                    </a:cubicBezTo>
                    <a:cubicBezTo>
                      <a:pt x="7" y="6"/>
                      <a:pt x="9" y="4"/>
                      <a:pt x="11" y="2"/>
                    </a:cubicBezTo>
                    <a:cubicBezTo>
                      <a:pt x="9" y="4"/>
                      <a:pt x="7" y="7"/>
                      <a:pt x="6" y="9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0" y="7"/>
                      <a:pt x="7" y="9"/>
                      <a:pt x="7" y="11"/>
                    </a:cubicBezTo>
                    <a:cubicBezTo>
                      <a:pt x="9" y="10"/>
                      <a:pt x="10" y="7"/>
                      <a:pt x="12" y="6"/>
                    </a:cubicBezTo>
                    <a:cubicBezTo>
                      <a:pt x="11" y="8"/>
                      <a:pt x="9" y="9"/>
                      <a:pt x="9" y="11"/>
                    </a:cubicBezTo>
                    <a:cubicBezTo>
                      <a:pt x="10" y="10"/>
                      <a:pt x="11" y="8"/>
                      <a:pt x="12" y="7"/>
                    </a:cubicBezTo>
                    <a:cubicBezTo>
                      <a:pt x="12" y="9"/>
                      <a:pt x="10" y="10"/>
                      <a:pt x="10" y="12"/>
                    </a:cubicBezTo>
                    <a:cubicBezTo>
                      <a:pt x="11" y="11"/>
                      <a:pt x="12" y="7"/>
                      <a:pt x="10" y="5"/>
                    </a:cubicBezTo>
                    <a:cubicBezTo>
                      <a:pt x="11" y="8"/>
                      <a:pt x="12" y="14"/>
                      <a:pt x="15" y="15"/>
                    </a:cubicBezTo>
                    <a:cubicBezTo>
                      <a:pt x="15" y="11"/>
                      <a:pt x="12" y="7"/>
                      <a:pt x="11" y="2"/>
                    </a:cubicBezTo>
                    <a:cubicBezTo>
                      <a:pt x="12" y="6"/>
                      <a:pt x="14" y="11"/>
                      <a:pt x="16" y="15"/>
                    </a:cubicBezTo>
                    <a:cubicBezTo>
                      <a:pt x="14" y="11"/>
                      <a:pt x="12" y="6"/>
                      <a:pt x="9" y="3"/>
                    </a:cubicBezTo>
                    <a:cubicBezTo>
                      <a:pt x="9" y="6"/>
                      <a:pt x="11" y="9"/>
                      <a:pt x="12" y="11"/>
                    </a:cubicBezTo>
                    <a:cubicBezTo>
                      <a:pt x="13" y="13"/>
                      <a:pt x="14" y="16"/>
                      <a:pt x="15" y="18"/>
                    </a:cubicBezTo>
                    <a:cubicBezTo>
                      <a:pt x="12" y="14"/>
                      <a:pt x="10" y="10"/>
                      <a:pt x="7" y="6"/>
                    </a:cubicBezTo>
                    <a:cubicBezTo>
                      <a:pt x="9" y="10"/>
                      <a:pt x="12" y="15"/>
                      <a:pt x="14" y="20"/>
                    </a:cubicBezTo>
                    <a:cubicBezTo>
                      <a:pt x="11" y="16"/>
                      <a:pt x="8" y="13"/>
                      <a:pt x="6" y="9"/>
                    </a:cubicBezTo>
                    <a:cubicBezTo>
                      <a:pt x="8" y="11"/>
                      <a:pt x="9" y="14"/>
                      <a:pt x="11" y="16"/>
                    </a:cubicBezTo>
                    <a:cubicBezTo>
                      <a:pt x="12" y="17"/>
                      <a:pt x="13" y="20"/>
                      <a:pt x="15" y="2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9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8078348" y="1499947"/>
                <a:ext cx="835883" cy="1267306"/>
              </a:xfrm>
              <a:custGeom>
                <a:avLst/>
                <a:gdLst>
                  <a:gd name="T0" fmla="*/ 0 w 17"/>
                  <a:gd name="T1" fmla="*/ 21 h 26"/>
                  <a:gd name="T2" fmla="*/ 0 w 17"/>
                  <a:gd name="T3" fmla="*/ 21 h 26"/>
                  <a:gd name="T4" fmla="*/ 8 w 17"/>
                  <a:gd name="T5" fmla="*/ 11 h 26"/>
                  <a:gd name="T6" fmla="*/ 16 w 17"/>
                  <a:gd name="T7" fmla="*/ 0 h 26"/>
                  <a:gd name="T8" fmla="*/ 10 w 17"/>
                  <a:gd name="T9" fmla="*/ 8 h 26"/>
                  <a:gd name="T10" fmla="*/ 1 w 17"/>
                  <a:gd name="T11" fmla="*/ 24 h 26"/>
                  <a:gd name="T12" fmla="*/ 6 w 17"/>
                  <a:gd name="T13" fmla="*/ 16 h 26"/>
                  <a:gd name="T14" fmla="*/ 14 w 17"/>
                  <a:gd name="T15" fmla="*/ 5 h 26"/>
                  <a:gd name="T16" fmla="*/ 8 w 17"/>
                  <a:gd name="T17" fmla="*/ 13 h 26"/>
                  <a:gd name="T18" fmla="*/ 1 w 17"/>
                  <a:gd name="T19" fmla="*/ 26 h 26"/>
                  <a:gd name="T20" fmla="*/ 7 w 17"/>
                  <a:gd name="T21" fmla="*/ 16 h 26"/>
                  <a:gd name="T22" fmla="*/ 16 w 17"/>
                  <a:gd name="T23" fmla="*/ 3 h 26"/>
                  <a:gd name="T24" fmla="*/ 4 w 17"/>
                  <a:gd name="T25" fmla="*/ 22 h 26"/>
                  <a:gd name="T26" fmla="*/ 17 w 17"/>
                  <a:gd name="T27" fmla="*/ 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6">
                    <a:moveTo>
                      <a:pt x="0" y="21"/>
                    </a:moveTo>
                    <a:cubicBezTo>
                      <a:pt x="0" y="22"/>
                      <a:pt x="0" y="22"/>
                      <a:pt x="0" y="21"/>
                    </a:cubicBezTo>
                    <a:cubicBezTo>
                      <a:pt x="3" y="18"/>
                      <a:pt x="5" y="14"/>
                      <a:pt x="8" y="11"/>
                    </a:cubicBezTo>
                    <a:cubicBezTo>
                      <a:pt x="10" y="7"/>
                      <a:pt x="14" y="4"/>
                      <a:pt x="16" y="0"/>
                    </a:cubicBezTo>
                    <a:cubicBezTo>
                      <a:pt x="13" y="2"/>
                      <a:pt x="11" y="5"/>
                      <a:pt x="10" y="8"/>
                    </a:cubicBezTo>
                    <a:cubicBezTo>
                      <a:pt x="7" y="12"/>
                      <a:pt x="3" y="18"/>
                      <a:pt x="1" y="24"/>
                    </a:cubicBezTo>
                    <a:cubicBezTo>
                      <a:pt x="3" y="22"/>
                      <a:pt x="5" y="18"/>
                      <a:pt x="6" y="16"/>
                    </a:cubicBezTo>
                    <a:cubicBezTo>
                      <a:pt x="8" y="12"/>
                      <a:pt x="11" y="8"/>
                      <a:pt x="14" y="5"/>
                    </a:cubicBezTo>
                    <a:cubicBezTo>
                      <a:pt x="11" y="7"/>
                      <a:pt x="9" y="10"/>
                      <a:pt x="8" y="13"/>
                    </a:cubicBezTo>
                    <a:cubicBezTo>
                      <a:pt x="5" y="17"/>
                      <a:pt x="2" y="22"/>
                      <a:pt x="1" y="26"/>
                    </a:cubicBezTo>
                    <a:cubicBezTo>
                      <a:pt x="3" y="23"/>
                      <a:pt x="5" y="20"/>
                      <a:pt x="7" y="16"/>
                    </a:cubicBezTo>
                    <a:cubicBezTo>
                      <a:pt x="10" y="12"/>
                      <a:pt x="13" y="8"/>
                      <a:pt x="16" y="3"/>
                    </a:cubicBezTo>
                    <a:cubicBezTo>
                      <a:pt x="11" y="9"/>
                      <a:pt x="9" y="16"/>
                      <a:pt x="4" y="22"/>
                    </a:cubicBezTo>
                    <a:cubicBezTo>
                      <a:pt x="7" y="14"/>
                      <a:pt x="12" y="8"/>
                      <a:pt x="17" y="2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10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8224723" y="1107044"/>
                <a:ext cx="986110" cy="1317381"/>
              </a:xfrm>
              <a:custGeom>
                <a:avLst/>
                <a:gdLst>
                  <a:gd name="T0" fmla="*/ 0 w 20"/>
                  <a:gd name="T1" fmla="*/ 27 h 27"/>
                  <a:gd name="T2" fmla="*/ 11 w 20"/>
                  <a:gd name="T3" fmla="*/ 11 h 27"/>
                  <a:gd name="T4" fmla="*/ 20 w 20"/>
                  <a:gd name="T5" fmla="*/ 0 h 27"/>
                  <a:gd name="T6" fmla="*/ 12 w 20"/>
                  <a:gd name="T7" fmla="*/ 10 h 27"/>
                  <a:gd name="T8" fmla="*/ 12 w 20"/>
                  <a:gd name="T9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27">
                    <a:moveTo>
                      <a:pt x="0" y="27"/>
                    </a:moveTo>
                    <a:cubicBezTo>
                      <a:pt x="4" y="22"/>
                      <a:pt x="7" y="16"/>
                      <a:pt x="11" y="11"/>
                    </a:cubicBezTo>
                    <a:cubicBezTo>
                      <a:pt x="14" y="7"/>
                      <a:pt x="18" y="4"/>
                      <a:pt x="20" y="0"/>
                    </a:cubicBezTo>
                    <a:cubicBezTo>
                      <a:pt x="17" y="1"/>
                      <a:pt x="13" y="7"/>
                      <a:pt x="12" y="10"/>
                    </a:cubicBezTo>
                    <a:cubicBezTo>
                      <a:pt x="11" y="10"/>
                      <a:pt x="11" y="10"/>
                      <a:pt x="12" y="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11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7731669" y="1546170"/>
                <a:ext cx="100152" cy="50077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1 w 2"/>
                  <a:gd name="T5" fmla="*/ 0 h 1"/>
                  <a:gd name="T6" fmla="*/ 2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1"/>
                      <a:pt x="2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12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7192390" y="1399795"/>
                <a:ext cx="589356" cy="342828"/>
              </a:xfrm>
              <a:custGeom>
                <a:avLst/>
                <a:gdLst>
                  <a:gd name="T0" fmla="*/ 0 w 12"/>
                  <a:gd name="T1" fmla="*/ 6 h 7"/>
                  <a:gd name="T2" fmla="*/ 5 w 12"/>
                  <a:gd name="T3" fmla="*/ 3 h 7"/>
                  <a:gd name="T4" fmla="*/ 10 w 12"/>
                  <a:gd name="T5" fmla="*/ 1 h 7"/>
                  <a:gd name="T6" fmla="*/ 1 w 12"/>
                  <a:gd name="T7" fmla="*/ 6 h 7"/>
                  <a:gd name="T8" fmla="*/ 6 w 12"/>
                  <a:gd name="T9" fmla="*/ 3 h 7"/>
                  <a:gd name="T10" fmla="*/ 11 w 12"/>
                  <a:gd name="T11" fmla="*/ 0 h 7"/>
                  <a:gd name="T12" fmla="*/ 1 w 12"/>
                  <a:gd name="T13" fmla="*/ 6 h 7"/>
                  <a:gd name="T14" fmla="*/ 11 w 12"/>
                  <a:gd name="T15" fmla="*/ 0 h 7"/>
                  <a:gd name="T16" fmla="*/ 11 w 12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7">
                    <a:moveTo>
                      <a:pt x="0" y="6"/>
                    </a:moveTo>
                    <a:cubicBezTo>
                      <a:pt x="1" y="7"/>
                      <a:pt x="4" y="4"/>
                      <a:pt x="5" y="3"/>
                    </a:cubicBezTo>
                    <a:cubicBezTo>
                      <a:pt x="7" y="3"/>
                      <a:pt x="9" y="2"/>
                      <a:pt x="10" y="1"/>
                    </a:cubicBezTo>
                    <a:cubicBezTo>
                      <a:pt x="7" y="2"/>
                      <a:pt x="4" y="5"/>
                      <a:pt x="1" y="6"/>
                    </a:cubicBezTo>
                    <a:cubicBezTo>
                      <a:pt x="2" y="5"/>
                      <a:pt x="4" y="4"/>
                      <a:pt x="6" y="3"/>
                    </a:cubicBezTo>
                    <a:cubicBezTo>
                      <a:pt x="7" y="2"/>
                      <a:pt x="9" y="1"/>
                      <a:pt x="11" y="0"/>
                    </a:cubicBezTo>
                    <a:cubicBezTo>
                      <a:pt x="7" y="1"/>
                      <a:pt x="4" y="4"/>
                      <a:pt x="1" y="6"/>
                    </a:cubicBezTo>
                    <a:cubicBezTo>
                      <a:pt x="4" y="3"/>
                      <a:pt x="8" y="1"/>
                      <a:pt x="11" y="0"/>
                    </a:cubicBezTo>
                    <a:cubicBezTo>
                      <a:pt x="12" y="0"/>
                      <a:pt x="11" y="0"/>
                      <a:pt x="11" y="0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 13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7685445" y="1353571"/>
                <a:ext cx="589356" cy="1024629"/>
              </a:xfrm>
              <a:custGeom>
                <a:avLst/>
                <a:gdLst>
                  <a:gd name="T0" fmla="*/ 0 w 12"/>
                  <a:gd name="T1" fmla="*/ 1 h 21"/>
                  <a:gd name="T2" fmla="*/ 2 w 12"/>
                  <a:gd name="T3" fmla="*/ 3 h 21"/>
                  <a:gd name="T4" fmla="*/ 1 w 12"/>
                  <a:gd name="T5" fmla="*/ 1 h 21"/>
                  <a:gd name="T6" fmla="*/ 2 w 12"/>
                  <a:gd name="T7" fmla="*/ 3 h 21"/>
                  <a:gd name="T8" fmla="*/ 2 w 12"/>
                  <a:gd name="T9" fmla="*/ 0 h 21"/>
                  <a:gd name="T10" fmla="*/ 3 w 12"/>
                  <a:gd name="T11" fmla="*/ 3 h 21"/>
                  <a:gd name="T12" fmla="*/ 2 w 12"/>
                  <a:gd name="T13" fmla="*/ 1 h 21"/>
                  <a:gd name="T14" fmla="*/ 4 w 12"/>
                  <a:gd name="T15" fmla="*/ 3 h 21"/>
                  <a:gd name="T16" fmla="*/ 2 w 12"/>
                  <a:gd name="T17" fmla="*/ 0 h 21"/>
                  <a:gd name="T18" fmla="*/ 5 w 12"/>
                  <a:gd name="T19" fmla="*/ 6 h 21"/>
                  <a:gd name="T20" fmla="*/ 3 w 12"/>
                  <a:gd name="T21" fmla="*/ 2 h 21"/>
                  <a:gd name="T22" fmla="*/ 6 w 12"/>
                  <a:gd name="T23" fmla="*/ 8 h 21"/>
                  <a:gd name="T24" fmla="*/ 1 w 12"/>
                  <a:gd name="T25" fmla="*/ 0 h 21"/>
                  <a:gd name="T26" fmla="*/ 12 w 12"/>
                  <a:gd name="T27" fmla="*/ 21 h 21"/>
                  <a:gd name="T28" fmla="*/ 7 w 12"/>
                  <a:gd name="T29" fmla="*/ 13 h 21"/>
                  <a:gd name="T30" fmla="*/ 4 w 12"/>
                  <a:gd name="T31" fmla="*/ 7 h 21"/>
                  <a:gd name="T32" fmla="*/ 7 w 12"/>
                  <a:gd name="T33" fmla="*/ 11 h 21"/>
                  <a:gd name="T34" fmla="*/ 11 w 12"/>
                  <a:gd name="T35" fmla="*/ 19 h 21"/>
                  <a:gd name="T36" fmla="*/ 7 w 12"/>
                  <a:gd name="T37" fmla="*/ 11 h 21"/>
                  <a:gd name="T38" fmla="*/ 1 w 12"/>
                  <a:gd name="T39" fmla="*/ 1 h 21"/>
                  <a:gd name="T40" fmla="*/ 7 w 12"/>
                  <a:gd name="T41" fmla="*/ 10 h 21"/>
                  <a:gd name="T42" fmla="*/ 11 w 12"/>
                  <a:gd name="T43" fmla="*/ 17 h 21"/>
                  <a:gd name="T44" fmla="*/ 12 w 12"/>
                  <a:gd name="T45" fmla="*/ 20 h 21"/>
                  <a:gd name="T46" fmla="*/ 6 w 12"/>
                  <a:gd name="T47" fmla="*/ 11 h 21"/>
                  <a:gd name="T48" fmla="*/ 11 w 12"/>
                  <a:gd name="T49" fmla="*/ 19 h 21"/>
                  <a:gd name="T50" fmla="*/ 7 w 12"/>
                  <a:gd name="T51" fmla="*/ 14 h 21"/>
                  <a:gd name="T52" fmla="*/ 9 w 12"/>
                  <a:gd name="T53" fmla="*/ 1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" h="21">
                    <a:moveTo>
                      <a:pt x="0" y="1"/>
                    </a:moveTo>
                    <a:cubicBezTo>
                      <a:pt x="1" y="2"/>
                      <a:pt x="1" y="2"/>
                      <a:pt x="2" y="3"/>
                    </a:cubicBezTo>
                    <a:cubicBezTo>
                      <a:pt x="2" y="2"/>
                      <a:pt x="1" y="2"/>
                      <a:pt x="1" y="1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2"/>
                      <a:pt x="2" y="1"/>
                      <a:pt x="2" y="0"/>
                    </a:cubicBezTo>
                    <a:cubicBezTo>
                      <a:pt x="2" y="1"/>
                      <a:pt x="3" y="2"/>
                      <a:pt x="3" y="3"/>
                    </a:cubicBezTo>
                    <a:cubicBezTo>
                      <a:pt x="3" y="2"/>
                      <a:pt x="3" y="1"/>
                      <a:pt x="2" y="1"/>
                    </a:cubicBezTo>
                    <a:cubicBezTo>
                      <a:pt x="3" y="2"/>
                      <a:pt x="3" y="3"/>
                      <a:pt x="4" y="3"/>
                    </a:cubicBezTo>
                    <a:cubicBezTo>
                      <a:pt x="3" y="2"/>
                      <a:pt x="2" y="1"/>
                      <a:pt x="2" y="0"/>
                    </a:cubicBezTo>
                    <a:cubicBezTo>
                      <a:pt x="3" y="1"/>
                      <a:pt x="5" y="4"/>
                      <a:pt x="5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4" y="4"/>
                      <a:pt x="5" y="6"/>
                      <a:pt x="6" y="8"/>
                    </a:cubicBezTo>
                    <a:cubicBezTo>
                      <a:pt x="5" y="5"/>
                      <a:pt x="3" y="2"/>
                      <a:pt x="1" y="0"/>
                    </a:cubicBezTo>
                    <a:cubicBezTo>
                      <a:pt x="7" y="4"/>
                      <a:pt x="7" y="15"/>
                      <a:pt x="12" y="21"/>
                    </a:cubicBezTo>
                    <a:cubicBezTo>
                      <a:pt x="11" y="18"/>
                      <a:pt x="8" y="15"/>
                      <a:pt x="7" y="13"/>
                    </a:cubicBezTo>
                    <a:cubicBezTo>
                      <a:pt x="6" y="11"/>
                      <a:pt x="5" y="9"/>
                      <a:pt x="4" y="7"/>
                    </a:cubicBezTo>
                    <a:cubicBezTo>
                      <a:pt x="5" y="8"/>
                      <a:pt x="6" y="10"/>
                      <a:pt x="7" y="11"/>
                    </a:cubicBezTo>
                    <a:cubicBezTo>
                      <a:pt x="9" y="14"/>
                      <a:pt x="10" y="16"/>
                      <a:pt x="11" y="19"/>
                    </a:cubicBezTo>
                    <a:cubicBezTo>
                      <a:pt x="10" y="16"/>
                      <a:pt x="8" y="14"/>
                      <a:pt x="7" y="11"/>
                    </a:cubicBezTo>
                    <a:cubicBezTo>
                      <a:pt x="5" y="8"/>
                      <a:pt x="4" y="4"/>
                      <a:pt x="1" y="1"/>
                    </a:cubicBezTo>
                    <a:cubicBezTo>
                      <a:pt x="3" y="5"/>
                      <a:pt x="5" y="7"/>
                      <a:pt x="7" y="10"/>
                    </a:cubicBezTo>
                    <a:cubicBezTo>
                      <a:pt x="8" y="13"/>
                      <a:pt x="9" y="15"/>
                      <a:pt x="11" y="17"/>
                    </a:cubicBezTo>
                    <a:cubicBezTo>
                      <a:pt x="11" y="18"/>
                      <a:pt x="11" y="19"/>
                      <a:pt x="12" y="20"/>
                    </a:cubicBezTo>
                    <a:cubicBezTo>
                      <a:pt x="10" y="17"/>
                      <a:pt x="9" y="13"/>
                      <a:pt x="6" y="11"/>
                    </a:cubicBezTo>
                    <a:cubicBezTo>
                      <a:pt x="7" y="14"/>
                      <a:pt x="9" y="16"/>
                      <a:pt x="11" y="19"/>
                    </a:cubicBezTo>
                    <a:cubicBezTo>
                      <a:pt x="10" y="17"/>
                      <a:pt x="8" y="16"/>
                      <a:pt x="7" y="14"/>
                    </a:cubicBezTo>
                    <a:cubicBezTo>
                      <a:pt x="8" y="16"/>
                      <a:pt x="9" y="17"/>
                      <a:pt x="9" y="19"/>
                    </a:cubicBezTo>
                  </a:path>
                </a:pathLst>
              </a:custGeom>
              <a:noFill/>
              <a:ln w="19050" cap="rnd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302561-C1CC-4B6C-AC73-62F45EE101AF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512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EA7791-8905-46EB-8A89-C4DA7D501A12}" type="slidenum">
              <a:rPr lang="en-US" altLang="zh-CN" sz="790"/>
              <a:pPr/>
              <a:t>2</a:t>
            </a:fld>
            <a:endParaRPr lang="en-US" altLang="zh-CN" sz="79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988310" y="2853055"/>
            <a:ext cx="4321810" cy="12242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5400" dirty="0"/>
              <a:t>Splay Trees</a:t>
            </a:r>
          </a:p>
        </p:txBody>
      </p:sp>
      <p:sp>
        <p:nvSpPr>
          <p:cNvPr id="253" name="Freeform 66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 rot="218059">
            <a:off x="2282772" y="2724455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4" name="Freeform 21"/>
          <p:cNvSpPr/>
          <p:nvPr>
            <p:custDataLst>
              <p:tags r:id="rId3"/>
            </p:custDataLst>
          </p:nvPr>
        </p:nvSpPr>
        <p:spPr bwMode="auto">
          <a:xfrm>
            <a:off x="1820137" y="4365863"/>
            <a:ext cx="5716934" cy="236783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6" name="Freeform 66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 rot="218059">
            <a:off x="7899230" y="4168444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57" name="组合 256"/>
          <p:cNvGrpSpPr/>
          <p:nvPr/>
        </p:nvGrpSpPr>
        <p:grpSpPr>
          <a:xfrm>
            <a:off x="6377581" y="2205485"/>
            <a:ext cx="1341837" cy="428035"/>
            <a:chOff x="1499734" y="1836011"/>
            <a:chExt cx="1723530" cy="785645"/>
          </a:xfrm>
        </p:grpSpPr>
        <p:sp>
          <p:nvSpPr>
            <p:cNvPr id="258" name="任意多边形 257"/>
            <p:cNvSpPr/>
            <p:nvPr>
              <p:custDataLst>
                <p:tags r:id="rId15"/>
              </p:custDataLst>
            </p:nvPr>
          </p:nvSpPr>
          <p:spPr>
            <a:xfrm>
              <a:off x="1862723" y="1836011"/>
              <a:ext cx="1360541" cy="764760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9" name="任意多边形 258"/>
            <p:cNvSpPr/>
            <p:nvPr>
              <p:custDataLst>
                <p:tags r:id="rId16"/>
              </p:custDataLst>
            </p:nvPr>
          </p:nvSpPr>
          <p:spPr>
            <a:xfrm>
              <a:off x="1499734" y="2157271"/>
              <a:ext cx="770022" cy="464385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60" name="Group 22"/>
          <p:cNvGrpSpPr/>
          <p:nvPr/>
        </p:nvGrpSpPr>
        <p:grpSpPr>
          <a:xfrm>
            <a:off x="395576" y="3923931"/>
            <a:ext cx="953802" cy="435606"/>
            <a:chOff x="0" y="-1"/>
            <a:chExt cx="1887191" cy="861891"/>
          </a:xfrm>
        </p:grpSpPr>
        <p:sp>
          <p:nvSpPr>
            <p:cNvPr id="261" name="Shape 20"/>
            <p:cNvSpPr/>
            <p:nvPr>
              <p:custDataLst>
                <p:tags r:id="rId13"/>
              </p:custDataLst>
            </p:nvPr>
          </p:nvSpPr>
          <p:spPr>
            <a:xfrm>
              <a:off x="279400" y="406400"/>
              <a:ext cx="1606206" cy="455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451" extrusionOk="0">
                  <a:moveTo>
                    <a:pt x="0" y="19208"/>
                  </a:moveTo>
                  <a:cubicBezTo>
                    <a:pt x="4851" y="18183"/>
                    <a:pt x="8348" y="15830"/>
                    <a:pt x="11759" y="14762"/>
                  </a:cubicBezTo>
                  <a:cubicBezTo>
                    <a:pt x="14906" y="13777"/>
                    <a:pt x="17829" y="8081"/>
                    <a:pt x="19986" y="0"/>
                  </a:cubicBezTo>
                  <a:cubicBezTo>
                    <a:pt x="21056" y="3168"/>
                    <a:pt x="21600" y="19813"/>
                    <a:pt x="21573" y="19813"/>
                  </a:cubicBezTo>
                  <a:cubicBezTo>
                    <a:pt x="17828" y="19813"/>
                    <a:pt x="14082" y="19819"/>
                    <a:pt x="10337" y="19818"/>
                  </a:cubicBezTo>
                  <a:cubicBezTo>
                    <a:pt x="8484" y="19817"/>
                    <a:pt x="6631" y="19817"/>
                    <a:pt x="4779" y="19809"/>
                  </a:cubicBezTo>
                  <a:cubicBezTo>
                    <a:pt x="3446" y="19802"/>
                    <a:pt x="1189" y="21600"/>
                    <a:pt x="0" y="1920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62" name="Shape 21"/>
            <p:cNvSpPr/>
            <p:nvPr>
              <p:custDataLst>
                <p:tags r:id="rId14"/>
              </p:custDataLst>
            </p:nvPr>
          </p:nvSpPr>
          <p:spPr>
            <a:xfrm>
              <a:off x="0" y="-1"/>
              <a:ext cx="1887191" cy="848841"/>
            </a:xfrm>
            <a:custGeom>
              <a:avLst/>
              <a:gdLst>
                <a:gd name="connsiteX0" fmla="*/ 7770 w 21600"/>
                <a:gd name="connsiteY0" fmla="*/ 21519 h 23557"/>
                <a:gd name="connsiteX1" fmla="*/ 0 w 21600"/>
                <a:gd name="connsiteY1" fmla="*/ 21519 h 23557"/>
                <a:gd name="connsiteX2" fmla="*/ 745 w 21600"/>
                <a:gd name="connsiteY2" fmla="*/ 12132 h 23557"/>
                <a:gd name="connsiteX3" fmla="*/ 4557 w 21600"/>
                <a:gd name="connsiteY3" fmla="*/ 10885 h 23557"/>
                <a:gd name="connsiteX4" fmla="*/ 8782 w 21600"/>
                <a:gd name="connsiteY4" fmla="*/ 1 h 23557"/>
                <a:gd name="connsiteX5" fmla="*/ 13726 w 21600"/>
                <a:gd name="connsiteY5" fmla="*/ 11178 h 23557"/>
                <a:gd name="connsiteX6" fmla="*/ 19043 w 21600"/>
                <a:gd name="connsiteY6" fmla="*/ 7147 h 23557"/>
                <a:gd name="connsiteX7" fmla="*/ 21600 w 21600"/>
                <a:gd name="connsiteY7" fmla="*/ 21519 h 23557"/>
                <a:gd name="connsiteX8" fmla="*/ 8690 w 21600"/>
                <a:gd name="connsiteY8" fmla="*/ 23557 h 23557"/>
                <a:gd name="connsiteX0-1" fmla="*/ 7770 w 21600"/>
                <a:gd name="connsiteY0-2" fmla="*/ 21519 h 21519"/>
                <a:gd name="connsiteX1-3" fmla="*/ 0 w 21600"/>
                <a:gd name="connsiteY1-4" fmla="*/ 21519 h 21519"/>
                <a:gd name="connsiteX2-5" fmla="*/ 745 w 21600"/>
                <a:gd name="connsiteY2-6" fmla="*/ 12132 h 21519"/>
                <a:gd name="connsiteX3-7" fmla="*/ 4557 w 21600"/>
                <a:gd name="connsiteY3-8" fmla="*/ 10885 h 21519"/>
                <a:gd name="connsiteX4-9" fmla="*/ 8782 w 21600"/>
                <a:gd name="connsiteY4-10" fmla="*/ 1 h 21519"/>
                <a:gd name="connsiteX5-11" fmla="*/ 13726 w 21600"/>
                <a:gd name="connsiteY5-12" fmla="*/ 11178 h 21519"/>
                <a:gd name="connsiteX6-13" fmla="*/ 19043 w 21600"/>
                <a:gd name="connsiteY6-14" fmla="*/ 7147 h 21519"/>
                <a:gd name="connsiteX7-15" fmla="*/ 21600 w 21600"/>
                <a:gd name="connsiteY7-16" fmla="*/ 21519 h 21519"/>
                <a:gd name="connsiteX0-17" fmla="*/ 0 w 21600"/>
                <a:gd name="connsiteY0-18" fmla="*/ 21519 h 21519"/>
                <a:gd name="connsiteX1-19" fmla="*/ 745 w 21600"/>
                <a:gd name="connsiteY1-20" fmla="*/ 12132 h 21519"/>
                <a:gd name="connsiteX2-21" fmla="*/ 4557 w 21600"/>
                <a:gd name="connsiteY2-22" fmla="*/ 10885 h 21519"/>
                <a:gd name="connsiteX3-23" fmla="*/ 8782 w 21600"/>
                <a:gd name="connsiteY3-24" fmla="*/ 1 h 21519"/>
                <a:gd name="connsiteX4-25" fmla="*/ 13726 w 21600"/>
                <a:gd name="connsiteY4-26" fmla="*/ 11178 h 21519"/>
                <a:gd name="connsiteX5-27" fmla="*/ 19043 w 21600"/>
                <a:gd name="connsiteY5-28" fmla="*/ 7147 h 21519"/>
                <a:gd name="connsiteX6-29" fmla="*/ 21600 w 21600"/>
                <a:gd name="connsiteY6-30" fmla="*/ 21519 h 215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1600" h="21519" extrusionOk="0">
                  <a:moveTo>
                    <a:pt x="0" y="21519"/>
                  </a:moveTo>
                  <a:cubicBezTo>
                    <a:pt x="53" y="17915"/>
                    <a:pt x="143" y="14345"/>
                    <a:pt x="745" y="12132"/>
                  </a:cubicBezTo>
                  <a:cubicBezTo>
                    <a:pt x="1347" y="9920"/>
                    <a:pt x="2460" y="9063"/>
                    <a:pt x="4557" y="10885"/>
                  </a:cubicBezTo>
                  <a:cubicBezTo>
                    <a:pt x="4266" y="3514"/>
                    <a:pt x="6464" y="-81"/>
                    <a:pt x="8782" y="1"/>
                  </a:cubicBezTo>
                  <a:cubicBezTo>
                    <a:pt x="11100" y="83"/>
                    <a:pt x="13537" y="3842"/>
                    <a:pt x="13726" y="11178"/>
                  </a:cubicBezTo>
                  <a:cubicBezTo>
                    <a:pt x="14814" y="7849"/>
                    <a:pt x="17234" y="5175"/>
                    <a:pt x="19043" y="7147"/>
                  </a:cubicBezTo>
                  <a:cubicBezTo>
                    <a:pt x="21193" y="9491"/>
                    <a:pt x="21277" y="16976"/>
                    <a:pt x="21600" y="21519"/>
                  </a:cubicBezTo>
                </a:path>
              </a:pathLst>
            </a:custGeom>
            <a:noFill/>
            <a:ln w="38100" cap="flat">
              <a:solidFill>
                <a:srgbClr val="1F4E79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grpSp>
        <p:nvGrpSpPr>
          <p:cNvPr id="264" name="Group 98"/>
          <p:cNvGrpSpPr/>
          <p:nvPr/>
        </p:nvGrpSpPr>
        <p:grpSpPr>
          <a:xfrm rot="1262012">
            <a:off x="1103828" y="1126452"/>
            <a:ext cx="673320" cy="842234"/>
            <a:chOff x="0" y="0"/>
            <a:chExt cx="1561716" cy="1953500"/>
          </a:xfrm>
        </p:grpSpPr>
        <p:grpSp>
          <p:nvGrpSpPr>
            <p:cNvPr id="265" name="Group 90"/>
            <p:cNvGrpSpPr/>
            <p:nvPr/>
          </p:nvGrpSpPr>
          <p:grpSpPr>
            <a:xfrm>
              <a:off x="622299" y="723900"/>
              <a:ext cx="539187" cy="576209"/>
              <a:chOff x="0" y="0"/>
              <a:chExt cx="539185" cy="576208"/>
            </a:xfrm>
          </p:grpSpPr>
          <p:sp>
            <p:nvSpPr>
              <p:cNvPr id="273" name="Shape 88"/>
              <p:cNvSpPr/>
              <p:nvPr>
                <p:custDataLst>
                  <p:tags r:id="rId11"/>
                </p:custDataLst>
              </p:nvPr>
            </p:nvSpPr>
            <p:spPr>
              <a:xfrm>
                <a:off x="-1" y="0"/>
                <a:ext cx="539187" cy="576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4" h="17472" extrusionOk="0">
                    <a:moveTo>
                      <a:pt x="17716" y="14514"/>
                    </a:moveTo>
                    <a:cubicBezTo>
                      <a:pt x="20957" y="10991"/>
                      <a:pt x="21156" y="5148"/>
                      <a:pt x="16903" y="2098"/>
                    </a:cubicBezTo>
                    <a:cubicBezTo>
                      <a:pt x="10629" y="-2401"/>
                      <a:pt x="569" y="729"/>
                      <a:pt x="21" y="7726"/>
                    </a:cubicBezTo>
                    <a:cubicBezTo>
                      <a:pt x="-444" y="13669"/>
                      <a:pt x="6904" y="19199"/>
                      <a:pt x="13877" y="16965"/>
                    </a:cubicBezTo>
                    <a:cubicBezTo>
                      <a:pt x="15420" y="16471"/>
                      <a:pt x="16714" y="15603"/>
                      <a:pt x="17716" y="14514"/>
                    </a:cubicBezTo>
                    <a:close/>
                  </a:path>
                </a:pathLst>
              </a:custGeom>
              <a:solidFill>
                <a:srgbClr val="E7E4E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4" name="Shape 89"/>
              <p:cNvSpPr/>
              <p:nvPr>
                <p:custDataLst>
                  <p:tags r:id="rId12"/>
                </p:custDataLst>
              </p:nvPr>
            </p:nvSpPr>
            <p:spPr>
              <a:xfrm>
                <a:off x="114300" y="114300"/>
                <a:ext cx="320568" cy="3425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5" h="17472" extrusionOk="0">
                    <a:moveTo>
                      <a:pt x="17716" y="14515"/>
                    </a:moveTo>
                    <a:cubicBezTo>
                      <a:pt x="20957" y="10992"/>
                      <a:pt x="21156" y="5149"/>
                      <a:pt x="16903" y="2099"/>
                    </a:cubicBezTo>
                    <a:cubicBezTo>
                      <a:pt x="10629" y="-2400"/>
                      <a:pt x="569" y="730"/>
                      <a:pt x="21" y="7727"/>
                    </a:cubicBezTo>
                    <a:cubicBezTo>
                      <a:pt x="-444" y="13670"/>
                      <a:pt x="6904" y="19200"/>
                      <a:pt x="13878" y="16966"/>
                    </a:cubicBezTo>
                    <a:cubicBezTo>
                      <a:pt x="15420" y="16471"/>
                      <a:pt x="16714" y="15604"/>
                      <a:pt x="17716" y="14515"/>
                    </a:cubicBezTo>
                    <a:close/>
                  </a:path>
                </a:pathLst>
              </a:custGeom>
              <a:solidFill>
                <a:srgbClr val="FDD67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266" name="Group 97"/>
            <p:cNvGrpSpPr/>
            <p:nvPr/>
          </p:nvGrpSpPr>
          <p:grpSpPr>
            <a:xfrm>
              <a:off x="0" y="-1"/>
              <a:ext cx="1561717" cy="1953502"/>
              <a:chOff x="0" y="0"/>
              <a:chExt cx="1561716" cy="1953500"/>
            </a:xfrm>
          </p:grpSpPr>
          <p:sp>
            <p:nvSpPr>
              <p:cNvPr id="267" name="Shape 91"/>
              <p:cNvSpPr/>
              <p:nvPr>
                <p:custDataLst>
                  <p:tags r:id="rId5"/>
                </p:custDataLst>
              </p:nvPr>
            </p:nvSpPr>
            <p:spPr>
              <a:xfrm>
                <a:off x="-1" y="0"/>
                <a:ext cx="1561718" cy="1953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3" h="21575" extrusionOk="0">
                    <a:moveTo>
                      <a:pt x="4422" y="10273"/>
                    </a:moveTo>
                    <a:cubicBezTo>
                      <a:pt x="4988" y="10128"/>
                      <a:pt x="5596" y="10037"/>
                      <a:pt x="6024" y="10128"/>
                    </a:cubicBezTo>
                    <a:cubicBezTo>
                      <a:pt x="7105" y="8239"/>
                      <a:pt x="8932" y="6998"/>
                      <a:pt x="10714" y="5587"/>
                    </a:cubicBezTo>
                    <a:cubicBezTo>
                      <a:pt x="12697" y="4016"/>
                      <a:pt x="14777" y="2735"/>
                      <a:pt x="17151" y="1581"/>
                    </a:cubicBezTo>
                    <a:cubicBezTo>
                      <a:pt x="18423" y="962"/>
                      <a:pt x="19735" y="449"/>
                      <a:pt x="21109" y="0"/>
                    </a:cubicBezTo>
                    <a:cubicBezTo>
                      <a:pt x="21057" y="17"/>
                      <a:pt x="21261" y="2955"/>
                      <a:pt x="20839" y="4745"/>
                    </a:cubicBezTo>
                    <a:cubicBezTo>
                      <a:pt x="20497" y="6196"/>
                      <a:pt x="20104" y="7587"/>
                      <a:pt x="19402" y="8948"/>
                    </a:cubicBezTo>
                    <a:cubicBezTo>
                      <a:pt x="18832" y="10055"/>
                      <a:pt x="18455" y="11150"/>
                      <a:pt x="17794" y="12230"/>
                    </a:cubicBezTo>
                    <a:cubicBezTo>
                      <a:pt x="17708" y="12371"/>
                      <a:pt x="16484" y="14383"/>
                      <a:pt x="16436" y="14360"/>
                    </a:cubicBezTo>
                    <a:cubicBezTo>
                      <a:pt x="16949" y="14631"/>
                      <a:pt x="17118" y="15843"/>
                      <a:pt x="17101" y="16284"/>
                    </a:cubicBezTo>
                    <a:cubicBezTo>
                      <a:pt x="17074" y="17045"/>
                      <a:pt x="16801" y="18083"/>
                      <a:pt x="16459" y="18783"/>
                    </a:cubicBezTo>
                    <a:cubicBezTo>
                      <a:pt x="15792" y="20152"/>
                      <a:pt x="14589" y="21319"/>
                      <a:pt x="12593" y="21505"/>
                    </a:cubicBezTo>
                    <a:cubicBezTo>
                      <a:pt x="12169" y="21545"/>
                      <a:pt x="11727" y="21600"/>
                      <a:pt x="11302" y="21562"/>
                    </a:cubicBezTo>
                    <a:cubicBezTo>
                      <a:pt x="11902" y="21366"/>
                      <a:pt x="12300" y="20667"/>
                      <a:pt x="12472" y="20196"/>
                    </a:cubicBezTo>
                    <a:cubicBezTo>
                      <a:pt x="12593" y="19865"/>
                      <a:pt x="12628" y="19516"/>
                      <a:pt x="12567" y="19173"/>
                    </a:cubicBezTo>
                    <a:cubicBezTo>
                      <a:pt x="12547" y="19061"/>
                      <a:pt x="12120" y="18241"/>
                      <a:pt x="12133" y="18225"/>
                    </a:cubicBezTo>
                    <a:cubicBezTo>
                      <a:pt x="11577" y="18901"/>
                      <a:pt x="10529" y="19406"/>
                      <a:pt x="9649" y="19755"/>
                    </a:cubicBezTo>
                    <a:cubicBezTo>
                      <a:pt x="9055" y="19528"/>
                      <a:pt x="7992" y="18910"/>
                      <a:pt x="7621" y="18704"/>
                    </a:cubicBezTo>
                    <a:cubicBezTo>
                      <a:pt x="6788" y="18241"/>
                      <a:pt x="5993" y="17735"/>
                      <a:pt x="5229" y="17198"/>
                    </a:cubicBezTo>
                    <a:cubicBezTo>
                      <a:pt x="4963" y="17011"/>
                      <a:pt x="4136" y="16487"/>
                      <a:pt x="4026" y="16251"/>
                    </a:cubicBezTo>
                    <a:cubicBezTo>
                      <a:pt x="3931" y="16045"/>
                      <a:pt x="4554" y="14389"/>
                      <a:pt x="4437" y="14350"/>
                    </a:cubicBezTo>
                    <a:cubicBezTo>
                      <a:pt x="3946" y="14185"/>
                      <a:pt x="3105" y="14445"/>
                      <a:pt x="2643" y="14602"/>
                    </a:cubicBezTo>
                    <a:cubicBezTo>
                      <a:pt x="2110" y="14785"/>
                      <a:pt x="835" y="15557"/>
                      <a:pt x="800" y="16582"/>
                    </a:cubicBezTo>
                    <a:cubicBezTo>
                      <a:pt x="-339" y="15137"/>
                      <a:pt x="-266" y="13495"/>
                      <a:pt x="1050" y="12196"/>
                    </a:cubicBezTo>
                    <a:cubicBezTo>
                      <a:pt x="1672" y="11583"/>
                      <a:pt x="2430" y="11014"/>
                      <a:pt x="3301" y="10647"/>
                    </a:cubicBezTo>
                    <a:cubicBezTo>
                      <a:pt x="3585" y="10527"/>
                      <a:pt x="3992" y="10384"/>
                      <a:pt x="4422" y="10273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8" name="Shape 92"/>
              <p:cNvSpPr/>
              <p:nvPr>
                <p:custDataLst>
                  <p:tags r:id="rId6"/>
                </p:custDataLst>
              </p:nvPr>
            </p:nvSpPr>
            <p:spPr>
              <a:xfrm>
                <a:off x="1066800" y="266700"/>
                <a:ext cx="431366" cy="2890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379" y="6426"/>
                      <a:pt x="7227" y="11376"/>
                      <a:pt x="11452" y="14964"/>
                    </a:cubicBezTo>
                    <a:cubicBezTo>
                      <a:pt x="13898" y="17041"/>
                      <a:pt x="19295" y="20423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9" name="Shape 93"/>
              <p:cNvSpPr/>
              <p:nvPr>
                <p:custDataLst>
                  <p:tags r:id="rId7"/>
                </p:custDataLst>
              </p:nvPr>
            </p:nvSpPr>
            <p:spPr>
              <a:xfrm>
                <a:off x="1003300" y="317500"/>
                <a:ext cx="479079" cy="327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142" y="5671"/>
                      <a:pt x="7183" y="11692"/>
                      <a:pt x="10987" y="14858"/>
                    </a:cubicBezTo>
                    <a:cubicBezTo>
                      <a:pt x="13189" y="16691"/>
                      <a:pt x="19525" y="20561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0" name="Shape 94"/>
              <p:cNvSpPr/>
              <p:nvPr>
                <p:custDataLst>
                  <p:tags r:id="rId8"/>
                </p:custDataLst>
              </p:nvPr>
            </p:nvSpPr>
            <p:spPr>
              <a:xfrm>
                <a:off x="317500" y="1028700"/>
                <a:ext cx="84374" cy="267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4016" y="15315"/>
                      <a:pt x="14405" y="5985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1" name="Shape 95"/>
              <p:cNvSpPr/>
              <p:nvPr>
                <p:custDataLst>
                  <p:tags r:id="rId9"/>
                </p:custDataLst>
              </p:nvPr>
            </p:nvSpPr>
            <p:spPr>
              <a:xfrm>
                <a:off x="889000" y="1409700"/>
                <a:ext cx="194631" cy="2416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8151" y="14365"/>
                      <a:pt x="14301" y="8151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2" name="Shape 96"/>
              <p:cNvSpPr/>
              <p:nvPr>
                <p:custDataLst>
                  <p:tags r:id="rId10"/>
                </p:custDataLst>
              </p:nvPr>
            </p:nvSpPr>
            <p:spPr>
              <a:xfrm>
                <a:off x="304800" y="1358900"/>
                <a:ext cx="514350" cy="3492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445" y="1850"/>
                      <a:pt x="4122" y="5622"/>
                      <a:pt x="6224" y="8181"/>
                    </a:cubicBezTo>
                    <a:cubicBezTo>
                      <a:pt x="8411" y="10843"/>
                      <a:pt x="10777" y="13242"/>
                      <a:pt x="13131" y="15565"/>
                    </a:cubicBezTo>
                    <a:cubicBezTo>
                      <a:pt x="15743" y="18141"/>
                      <a:pt x="18474" y="20652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5635769" y="6356353"/>
            <a:ext cx="1157288" cy="365125"/>
          </a:xfrm>
        </p:spPr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465" smtClean="0"/>
              <a:pPr>
                <a:defRPr/>
              </a:pPr>
              <a:t>3</a:t>
            </a:fld>
            <a:endParaRPr lang="zh-CN" altLang="en-US" sz="465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2353866" y="6356353"/>
            <a:ext cx="1157288" cy="365125"/>
          </a:xfrm>
        </p:spPr>
        <p:txBody>
          <a:bodyPr/>
          <a:lstStyle/>
          <a:p>
            <a:pPr>
              <a:defRPr/>
            </a:pPr>
            <a:fld id="{1E7A8B42-A34A-49AD-9ABB-3CCF43D136EB}" type="datetime1">
              <a:rPr lang="zh-CN" altLang="en-US" sz="465" smtClean="0"/>
              <a:pPr>
                <a:defRPr/>
              </a:pPr>
              <a:t>2025/12/14</a:t>
            </a:fld>
            <a:endParaRPr lang="zh-CN" altLang="en-US" sz="465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294967295"/>
          </p:nvPr>
        </p:nvSpPr>
        <p:spPr>
          <a:xfrm>
            <a:off x="3704035" y="6356353"/>
            <a:ext cx="1735931" cy="365125"/>
          </a:xfrm>
        </p:spPr>
        <p:txBody>
          <a:bodyPr/>
          <a:lstStyle/>
          <a:p>
            <a:pPr>
              <a:defRPr/>
            </a:pPr>
            <a:r>
              <a:rPr lang="en-US" altLang="zh-CN" sz="465"/>
              <a:t>AVL Trees  - Lecture 4-3</a:t>
            </a:r>
            <a:endParaRPr lang="zh-CN" altLang="en-US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21755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4994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0F4425-9581-4C9A-9F55-DACB90263D12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823061-265B-4FC9-BCD6-83C0416E075A}" type="slidenum">
              <a:rPr lang="en-US" altLang="zh-CN" sz="790"/>
              <a:pPr/>
              <a:t>4</a:t>
            </a:fld>
            <a:endParaRPr lang="en-US" altLang="zh-CN" sz="790"/>
          </a:p>
        </p:txBody>
      </p:sp>
      <p:sp>
        <p:nvSpPr>
          <p:cNvPr id="849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2505" y="2905125"/>
            <a:ext cx="4707255" cy="2036445"/>
          </a:xfrm>
        </p:spPr>
        <p:txBody>
          <a:bodyPr/>
          <a:lstStyle/>
          <a:p>
            <a:pPr fontAlgn="auto">
              <a:spcBef>
                <a:spcPts val="1500"/>
              </a:spcBef>
              <a:spcAft>
                <a:spcPts val="300"/>
              </a:spcAft>
            </a:pPr>
            <a:r>
              <a:rPr lang="en-US" altLang="zh-CN" sz="4400" dirty="0">
                <a:ea typeface="宋体" panose="02010600030101010101" pitchFamily="2" charset="-122"/>
              </a:rPr>
              <a:t>Reading </a:t>
            </a:r>
          </a:p>
          <a:p>
            <a:pPr lvl="1" fontAlgn="auto">
              <a:spcBef>
                <a:spcPts val="1500"/>
              </a:spcBef>
              <a:spcAft>
                <a:spcPts val="300"/>
              </a:spcAft>
            </a:pPr>
            <a:r>
              <a:rPr lang="en-US" altLang="zh-CN" sz="3600" dirty="0">
                <a:ea typeface="宋体" panose="02010600030101010101" pitchFamily="2" charset="-122"/>
              </a:rPr>
              <a:t>Sections 4.5-4.7</a:t>
            </a: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68618" y="1110615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Readings</a:t>
            </a:r>
          </a:p>
        </p:txBody>
      </p:sp>
      <p:grpSp>
        <p:nvGrpSpPr>
          <p:cNvPr id="17" name="PA_chenying0907 16"/>
          <p:cNvGrpSpPr/>
          <p:nvPr>
            <p:custDataLst>
              <p:tags r:id="rId5"/>
            </p:custDataLst>
          </p:nvPr>
        </p:nvGrpSpPr>
        <p:grpSpPr>
          <a:xfrm>
            <a:off x="6760225" y="3053903"/>
            <a:ext cx="1292722" cy="1430612"/>
            <a:chOff x="5451475" y="2014538"/>
            <a:chExt cx="238125" cy="263525"/>
          </a:xfrm>
          <a:solidFill>
            <a:schemeClr val="accent3"/>
          </a:solidFill>
        </p:grpSpPr>
        <p:sp>
          <p:nvSpPr>
            <p:cNvPr id="18" name="Freeform 6"/>
            <p:cNvSpPr/>
            <p:nvPr>
              <p:custDataLst>
                <p:tags r:id="rId6"/>
              </p:custDataLst>
            </p:nvPr>
          </p:nvSpPr>
          <p:spPr bwMode="auto">
            <a:xfrm>
              <a:off x="5473700" y="2217738"/>
              <a:ext cx="7938" cy="6350"/>
            </a:xfrm>
            <a:custGeom>
              <a:avLst/>
              <a:gdLst>
                <a:gd name="T0" fmla="*/ 0 w 2"/>
                <a:gd name="T1" fmla="*/ 1 h 2"/>
                <a:gd name="T2" fmla="*/ 2 w 2"/>
                <a:gd name="T3" fmla="*/ 1 h 2"/>
                <a:gd name="T4" fmla="*/ 1 w 2"/>
                <a:gd name="T5" fmla="*/ 2 h 2"/>
                <a:gd name="T6" fmla="*/ 0 w 2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0"/>
                    <a:pt x="1" y="1"/>
                    <a:pt x="2" y="1"/>
                  </a:cubicBezTo>
                  <a:cubicBezTo>
                    <a:pt x="2" y="1"/>
                    <a:pt x="2" y="2"/>
                    <a:pt x="1" y="2"/>
                  </a:cubicBezTo>
                  <a:cubicBezTo>
                    <a:pt x="1" y="2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19" name="Freeform 7"/>
            <p:cNvSpPr/>
            <p:nvPr>
              <p:custDataLst>
                <p:tags r:id="rId7"/>
              </p:custDataLst>
            </p:nvPr>
          </p:nvSpPr>
          <p:spPr bwMode="auto">
            <a:xfrm>
              <a:off x="5487988" y="2206626"/>
              <a:ext cx="4763" cy="11113"/>
            </a:xfrm>
            <a:custGeom>
              <a:avLst/>
              <a:gdLst>
                <a:gd name="T0" fmla="*/ 0 w 1"/>
                <a:gd name="T1" fmla="*/ 3 h 3"/>
                <a:gd name="T2" fmla="*/ 0 w 1"/>
                <a:gd name="T3" fmla="*/ 0 h 3"/>
                <a:gd name="T4" fmla="*/ 0 w 1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0" y="3"/>
                  </a:moveTo>
                  <a:cubicBezTo>
                    <a:pt x="0" y="2"/>
                    <a:pt x="0" y="1"/>
                    <a:pt x="0" y="0"/>
                  </a:cubicBezTo>
                  <a:cubicBezTo>
                    <a:pt x="1" y="1"/>
                    <a:pt x="1" y="3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0" name="Freeform 8"/>
            <p:cNvSpPr/>
            <p:nvPr>
              <p:custDataLst>
                <p:tags r:id="rId8"/>
              </p:custDataLst>
            </p:nvPr>
          </p:nvSpPr>
          <p:spPr bwMode="auto">
            <a:xfrm>
              <a:off x="5487988" y="2105026"/>
              <a:ext cx="7938" cy="3175"/>
            </a:xfrm>
            <a:custGeom>
              <a:avLst/>
              <a:gdLst>
                <a:gd name="T0" fmla="*/ 0 w 2"/>
                <a:gd name="T1" fmla="*/ 1 h 1"/>
                <a:gd name="T2" fmla="*/ 0 w 2"/>
                <a:gd name="T3" fmla="*/ 0 h 1"/>
                <a:gd name="T4" fmla="*/ 2 w 2"/>
                <a:gd name="T5" fmla="*/ 1 h 1"/>
                <a:gd name="T6" fmla="*/ 0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2" y="0"/>
                    <a:pt x="2" y="1"/>
                  </a:cubicBezTo>
                  <a:cubicBezTo>
                    <a:pt x="1" y="1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1" name="Freeform 9"/>
            <p:cNvSpPr/>
            <p:nvPr>
              <p:custDataLst>
                <p:tags r:id="rId9"/>
              </p:custDataLst>
            </p:nvPr>
          </p:nvSpPr>
          <p:spPr bwMode="auto">
            <a:xfrm>
              <a:off x="5522913" y="2146301"/>
              <a:ext cx="38100" cy="74613"/>
            </a:xfrm>
            <a:custGeom>
              <a:avLst/>
              <a:gdLst>
                <a:gd name="T0" fmla="*/ 3 w 10"/>
                <a:gd name="T1" fmla="*/ 0 h 20"/>
                <a:gd name="T2" fmla="*/ 3 w 10"/>
                <a:gd name="T3" fmla="*/ 1 h 20"/>
                <a:gd name="T4" fmla="*/ 9 w 10"/>
                <a:gd name="T5" fmla="*/ 0 h 20"/>
                <a:gd name="T6" fmla="*/ 10 w 10"/>
                <a:gd name="T7" fmla="*/ 1 h 20"/>
                <a:gd name="T8" fmla="*/ 8 w 10"/>
                <a:gd name="T9" fmla="*/ 2 h 20"/>
                <a:gd name="T10" fmla="*/ 7 w 10"/>
                <a:gd name="T11" fmla="*/ 9 h 20"/>
                <a:gd name="T12" fmla="*/ 9 w 10"/>
                <a:gd name="T13" fmla="*/ 10 h 20"/>
                <a:gd name="T14" fmla="*/ 6 w 10"/>
                <a:gd name="T15" fmla="*/ 20 h 20"/>
                <a:gd name="T16" fmla="*/ 6 w 10"/>
                <a:gd name="T17" fmla="*/ 17 h 20"/>
                <a:gd name="T18" fmla="*/ 3 w 10"/>
                <a:gd name="T19" fmla="*/ 18 h 20"/>
                <a:gd name="T20" fmla="*/ 6 w 10"/>
                <a:gd name="T21" fmla="*/ 16 h 20"/>
                <a:gd name="T22" fmla="*/ 6 w 10"/>
                <a:gd name="T23" fmla="*/ 11 h 20"/>
                <a:gd name="T24" fmla="*/ 4 w 10"/>
                <a:gd name="T25" fmla="*/ 12 h 20"/>
                <a:gd name="T26" fmla="*/ 6 w 10"/>
                <a:gd name="T27" fmla="*/ 10 h 20"/>
                <a:gd name="T28" fmla="*/ 7 w 10"/>
                <a:gd name="T29" fmla="*/ 3 h 20"/>
                <a:gd name="T30" fmla="*/ 3 w 10"/>
                <a:gd name="T31" fmla="*/ 3 h 20"/>
                <a:gd name="T32" fmla="*/ 2 w 10"/>
                <a:gd name="T33" fmla="*/ 20 h 20"/>
                <a:gd name="T34" fmla="*/ 1 w 10"/>
                <a:gd name="T35" fmla="*/ 9 h 20"/>
                <a:gd name="T36" fmla="*/ 3 w 10"/>
                <a:gd name="T3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20">
                  <a:moveTo>
                    <a:pt x="3" y="0"/>
                  </a:moveTo>
                  <a:cubicBezTo>
                    <a:pt x="3" y="0"/>
                    <a:pt x="3" y="1"/>
                    <a:pt x="3" y="1"/>
                  </a:cubicBezTo>
                  <a:cubicBezTo>
                    <a:pt x="6" y="2"/>
                    <a:pt x="7" y="1"/>
                    <a:pt x="9" y="0"/>
                  </a:cubicBezTo>
                  <a:cubicBezTo>
                    <a:pt x="9" y="1"/>
                    <a:pt x="10" y="1"/>
                    <a:pt x="10" y="1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8" y="4"/>
                    <a:pt x="8" y="7"/>
                    <a:pt x="7" y="9"/>
                  </a:cubicBezTo>
                  <a:cubicBezTo>
                    <a:pt x="8" y="10"/>
                    <a:pt x="8" y="9"/>
                    <a:pt x="9" y="10"/>
                  </a:cubicBezTo>
                  <a:cubicBezTo>
                    <a:pt x="6" y="13"/>
                    <a:pt x="8" y="17"/>
                    <a:pt x="6" y="20"/>
                  </a:cubicBezTo>
                  <a:cubicBezTo>
                    <a:pt x="5" y="19"/>
                    <a:pt x="7" y="18"/>
                    <a:pt x="6" y="17"/>
                  </a:cubicBezTo>
                  <a:cubicBezTo>
                    <a:pt x="5" y="17"/>
                    <a:pt x="4" y="18"/>
                    <a:pt x="3" y="18"/>
                  </a:cubicBezTo>
                  <a:cubicBezTo>
                    <a:pt x="3" y="16"/>
                    <a:pt x="5" y="16"/>
                    <a:pt x="6" y="16"/>
                  </a:cubicBezTo>
                  <a:cubicBezTo>
                    <a:pt x="6" y="15"/>
                    <a:pt x="6" y="13"/>
                    <a:pt x="6" y="11"/>
                  </a:cubicBezTo>
                  <a:cubicBezTo>
                    <a:pt x="5" y="12"/>
                    <a:pt x="4" y="12"/>
                    <a:pt x="4" y="12"/>
                  </a:cubicBezTo>
                  <a:cubicBezTo>
                    <a:pt x="4" y="11"/>
                    <a:pt x="5" y="10"/>
                    <a:pt x="6" y="10"/>
                  </a:cubicBezTo>
                  <a:cubicBezTo>
                    <a:pt x="7" y="7"/>
                    <a:pt x="7" y="6"/>
                    <a:pt x="7" y="3"/>
                  </a:cubicBezTo>
                  <a:cubicBezTo>
                    <a:pt x="6" y="2"/>
                    <a:pt x="4" y="4"/>
                    <a:pt x="3" y="3"/>
                  </a:cubicBezTo>
                  <a:cubicBezTo>
                    <a:pt x="1" y="8"/>
                    <a:pt x="3" y="15"/>
                    <a:pt x="2" y="20"/>
                  </a:cubicBezTo>
                  <a:cubicBezTo>
                    <a:pt x="1" y="17"/>
                    <a:pt x="1" y="13"/>
                    <a:pt x="1" y="9"/>
                  </a:cubicBezTo>
                  <a:cubicBezTo>
                    <a:pt x="1" y="6"/>
                    <a:pt x="0" y="2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2" name="Freeform 10"/>
            <p:cNvSpPr/>
            <p:nvPr>
              <p:custDataLst>
                <p:tags r:id="rId10"/>
              </p:custDataLst>
            </p:nvPr>
          </p:nvSpPr>
          <p:spPr bwMode="auto">
            <a:xfrm>
              <a:off x="5526088" y="2224088"/>
              <a:ext cx="4763" cy="7938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3" name="Freeform 11"/>
            <p:cNvSpPr/>
            <p:nvPr>
              <p:custDataLst>
                <p:tags r:id="rId11"/>
              </p:custDataLst>
            </p:nvPr>
          </p:nvSpPr>
          <p:spPr bwMode="auto">
            <a:xfrm>
              <a:off x="5534025" y="2224088"/>
              <a:ext cx="7938" cy="4763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0 h 1"/>
                <a:gd name="T4" fmla="*/ 0 w 2"/>
                <a:gd name="T5" fmla="*/ 1 h 1"/>
                <a:gd name="T6" fmla="*/ 0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4" name="Freeform 12"/>
            <p:cNvSpPr/>
            <p:nvPr>
              <p:custDataLst>
                <p:tags r:id="rId12"/>
              </p:custDataLst>
            </p:nvPr>
          </p:nvSpPr>
          <p:spPr bwMode="auto">
            <a:xfrm>
              <a:off x="5541963" y="2039938"/>
              <a:ext cx="7938" cy="4763"/>
            </a:xfrm>
            <a:custGeom>
              <a:avLst/>
              <a:gdLst>
                <a:gd name="T0" fmla="*/ 1 w 2"/>
                <a:gd name="T1" fmla="*/ 0 h 1"/>
                <a:gd name="T2" fmla="*/ 1 w 2"/>
                <a:gd name="T3" fmla="*/ 1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2" y="0"/>
                    <a:pt x="1" y="1"/>
                    <a:pt x="1" y="1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5" name="Freeform 13"/>
            <p:cNvSpPr/>
            <p:nvPr>
              <p:custDataLst>
                <p:tags r:id="rId13"/>
              </p:custDataLst>
            </p:nvPr>
          </p:nvSpPr>
          <p:spPr bwMode="auto">
            <a:xfrm>
              <a:off x="5575300" y="2182813"/>
              <a:ext cx="26988" cy="57150"/>
            </a:xfrm>
            <a:custGeom>
              <a:avLst/>
              <a:gdLst>
                <a:gd name="T0" fmla="*/ 0 w 7"/>
                <a:gd name="T1" fmla="*/ 14 h 15"/>
                <a:gd name="T2" fmla="*/ 2 w 7"/>
                <a:gd name="T3" fmla="*/ 2 h 15"/>
                <a:gd name="T4" fmla="*/ 1 w 7"/>
                <a:gd name="T5" fmla="*/ 0 h 15"/>
                <a:gd name="T6" fmla="*/ 7 w 7"/>
                <a:gd name="T7" fmla="*/ 0 h 15"/>
                <a:gd name="T8" fmla="*/ 3 w 7"/>
                <a:gd name="T9" fmla="*/ 1 h 15"/>
                <a:gd name="T10" fmla="*/ 2 w 7"/>
                <a:gd name="T11" fmla="*/ 7 h 15"/>
                <a:gd name="T12" fmla="*/ 7 w 7"/>
                <a:gd name="T13" fmla="*/ 7 h 15"/>
                <a:gd name="T14" fmla="*/ 3 w 7"/>
                <a:gd name="T15" fmla="*/ 8 h 15"/>
                <a:gd name="T16" fmla="*/ 2 w 7"/>
                <a:gd name="T17" fmla="*/ 12 h 15"/>
                <a:gd name="T18" fmla="*/ 7 w 7"/>
                <a:gd name="T19" fmla="*/ 12 h 15"/>
                <a:gd name="T20" fmla="*/ 3 w 7"/>
                <a:gd name="T21" fmla="*/ 13 h 15"/>
                <a:gd name="T22" fmla="*/ 2 w 7"/>
                <a:gd name="T23" fmla="*/ 15 h 15"/>
                <a:gd name="T24" fmla="*/ 0 w 7"/>
                <a:gd name="T25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" h="15">
                  <a:moveTo>
                    <a:pt x="0" y="14"/>
                  </a:moveTo>
                  <a:cubicBezTo>
                    <a:pt x="3" y="11"/>
                    <a:pt x="0" y="5"/>
                    <a:pt x="2" y="2"/>
                  </a:cubicBezTo>
                  <a:cubicBezTo>
                    <a:pt x="2" y="1"/>
                    <a:pt x="1" y="1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7" y="2"/>
                    <a:pt x="5" y="0"/>
                    <a:pt x="3" y="1"/>
                  </a:cubicBezTo>
                  <a:cubicBezTo>
                    <a:pt x="2" y="3"/>
                    <a:pt x="3" y="5"/>
                    <a:pt x="2" y="7"/>
                  </a:cubicBezTo>
                  <a:cubicBezTo>
                    <a:pt x="4" y="8"/>
                    <a:pt x="5" y="6"/>
                    <a:pt x="7" y="7"/>
                  </a:cubicBezTo>
                  <a:cubicBezTo>
                    <a:pt x="7" y="9"/>
                    <a:pt x="4" y="8"/>
                    <a:pt x="3" y="8"/>
                  </a:cubicBezTo>
                  <a:cubicBezTo>
                    <a:pt x="2" y="10"/>
                    <a:pt x="2" y="11"/>
                    <a:pt x="2" y="12"/>
                  </a:cubicBezTo>
                  <a:cubicBezTo>
                    <a:pt x="4" y="12"/>
                    <a:pt x="5" y="11"/>
                    <a:pt x="7" y="12"/>
                  </a:cubicBezTo>
                  <a:cubicBezTo>
                    <a:pt x="6" y="12"/>
                    <a:pt x="4" y="13"/>
                    <a:pt x="3" y="13"/>
                  </a:cubicBezTo>
                  <a:cubicBezTo>
                    <a:pt x="2" y="14"/>
                    <a:pt x="2" y="14"/>
                    <a:pt x="2" y="15"/>
                  </a:cubicBezTo>
                  <a:cubicBezTo>
                    <a:pt x="1" y="14"/>
                    <a:pt x="1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6" name="Freeform 14"/>
            <p:cNvSpPr/>
            <p:nvPr>
              <p:custDataLst>
                <p:tags r:id="rId14"/>
              </p:custDataLst>
            </p:nvPr>
          </p:nvSpPr>
          <p:spPr bwMode="auto">
            <a:xfrm>
              <a:off x="5605463" y="2176463"/>
              <a:ext cx="7938" cy="41275"/>
            </a:xfrm>
            <a:custGeom>
              <a:avLst/>
              <a:gdLst>
                <a:gd name="T0" fmla="*/ 0 w 2"/>
                <a:gd name="T1" fmla="*/ 0 h 11"/>
                <a:gd name="T2" fmla="*/ 1 w 2"/>
                <a:gd name="T3" fmla="*/ 11 h 11"/>
                <a:gd name="T4" fmla="*/ 0 w 2"/>
                <a:gd name="T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1">
                  <a:moveTo>
                    <a:pt x="0" y="0"/>
                  </a:moveTo>
                  <a:cubicBezTo>
                    <a:pt x="2" y="2"/>
                    <a:pt x="1" y="7"/>
                    <a:pt x="1" y="11"/>
                  </a:cubicBezTo>
                  <a:cubicBezTo>
                    <a:pt x="0" y="8"/>
                    <a:pt x="0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7" name="Freeform 15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451475" y="2014538"/>
              <a:ext cx="238125" cy="263525"/>
            </a:xfrm>
            <a:custGeom>
              <a:avLst/>
              <a:gdLst>
                <a:gd name="T0" fmla="*/ 26 w 63"/>
                <a:gd name="T1" fmla="*/ 0 h 70"/>
                <a:gd name="T2" fmla="*/ 35 w 63"/>
                <a:gd name="T3" fmla="*/ 11 h 70"/>
                <a:gd name="T4" fmla="*/ 53 w 63"/>
                <a:gd name="T5" fmla="*/ 24 h 70"/>
                <a:gd name="T6" fmla="*/ 63 w 63"/>
                <a:gd name="T7" fmla="*/ 23 h 70"/>
                <a:gd name="T8" fmla="*/ 60 w 63"/>
                <a:gd name="T9" fmla="*/ 53 h 70"/>
                <a:gd name="T10" fmla="*/ 60 w 63"/>
                <a:gd name="T11" fmla="*/ 56 h 70"/>
                <a:gd name="T12" fmla="*/ 46 w 63"/>
                <a:gd name="T13" fmla="*/ 68 h 70"/>
                <a:gd name="T14" fmla="*/ 41 w 63"/>
                <a:gd name="T15" fmla="*/ 68 h 70"/>
                <a:gd name="T16" fmla="*/ 4 w 63"/>
                <a:gd name="T17" fmla="*/ 69 h 70"/>
                <a:gd name="T18" fmla="*/ 2 w 63"/>
                <a:gd name="T19" fmla="*/ 21 h 70"/>
                <a:gd name="T20" fmla="*/ 11 w 63"/>
                <a:gd name="T21" fmla="*/ 47 h 70"/>
                <a:gd name="T22" fmla="*/ 6 w 63"/>
                <a:gd name="T23" fmla="*/ 52 h 70"/>
                <a:gd name="T24" fmla="*/ 5 w 63"/>
                <a:gd name="T25" fmla="*/ 40 h 70"/>
                <a:gd name="T26" fmla="*/ 7 w 63"/>
                <a:gd name="T27" fmla="*/ 32 h 70"/>
                <a:gd name="T28" fmla="*/ 4 w 63"/>
                <a:gd name="T29" fmla="*/ 66 h 70"/>
                <a:gd name="T30" fmla="*/ 15 w 63"/>
                <a:gd name="T31" fmla="*/ 23 h 70"/>
                <a:gd name="T32" fmla="*/ 5 w 63"/>
                <a:gd name="T33" fmla="*/ 31 h 70"/>
                <a:gd name="T34" fmla="*/ 15 w 63"/>
                <a:gd name="T35" fmla="*/ 29 h 70"/>
                <a:gd name="T36" fmla="*/ 12 w 63"/>
                <a:gd name="T37" fmla="*/ 41 h 70"/>
                <a:gd name="T38" fmla="*/ 11 w 63"/>
                <a:gd name="T39" fmla="*/ 39 h 70"/>
                <a:gd name="T40" fmla="*/ 7 w 63"/>
                <a:gd name="T41" fmla="*/ 47 h 70"/>
                <a:gd name="T42" fmla="*/ 12 w 63"/>
                <a:gd name="T43" fmla="*/ 42 h 70"/>
                <a:gd name="T44" fmla="*/ 11 w 63"/>
                <a:gd name="T45" fmla="*/ 47 h 70"/>
                <a:gd name="T46" fmla="*/ 12 w 63"/>
                <a:gd name="T47" fmla="*/ 31 h 70"/>
                <a:gd name="T48" fmla="*/ 7 w 63"/>
                <a:gd name="T49" fmla="*/ 39 h 70"/>
                <a:gd name="T50" fmla="*/ 17 w 63"/>
                <a:gd name="T51" fmla="*/ 19 h 70"/>
                <a:gd name="T52" fmla="*/ 29 w 63"/>
                <a:gd name="T53" fmla="*/ 6 h 70"/>
                <a:gd name="T54" fmla="*/ 25 w 63"/>
                <a:gd name="T55" fmla="*/ 4 h 70"/>
                <a:gd name="T56" fmla="*/ 23 w 63"/>
                <a:gd name="T57" fmla="*/ 4 h 70"/>
                <a:gd name="T58" fmla="*/ 17 w 63"/>
                <a:gd name="T59" fmla="*/ 19 h 70"/>
                <a:gd name="T60" fmla="*/ 18 w 63"/>
                <a:gd name="T61" fmla="*/ 66 h 70"/>
                <a:gd name="T62" fmla="*/ 32 w 63"/>
                <a:gd name="T63" fmla="*/ 30 h 70"/>
                <a:gd name="T64" fmla="*/ 21 w 63"/>
                <a:gd name="T65" fmla="*/ 19 h 70"/>
                <a:gd name="T66" fmla="*/ 33 w 63"/>
                <a:gd name="T67" fmla="*/ 7 h 70"/>
                <a:gd name="T68" fmla="*/ 31 w 63"/>
                <a:gd name="T69" fmla="*/ 24 h 70"/>
                <a:gd name="T70" fmla="*/ 39 w 63"/>
                <a:gd name="T71" fmla="*/ 19 h 70"/>
                <a:gd name="T72" fmla="*/ 35 w 63"/>
                <a:gd name="T73" fmla="*/ 14 h 70"/>
                <a:gd name="T74" fmla="*/ 34 w 63"/>
                <a:gd name="T75" fmla="*/ 17 h 70"/>
                <a:gd name="T76" fmla="*/ 28 w 63"/>
                <a:gd name="T77" fmla="*/ 26 h 70"/>
                <a:gd name="T78" fmla="*/ 39 w 63"/>
                <a:gd name="T79" fmla="*/ 16 h 70"/>
                <a:gd name="T80" fmla="*/ 30 w 63"/>
                <a:gd name="T81" fmla="*/ 28 h 70"/>
                <a:gd name="T82" fmla="*/ 30 w 63"/>
                <a:gd name="T83" fmla="*/ 28 h 70"/>
                <a:gd name="T84" fmla="*/ 29 w 63"/>
                <a:gd name="T85" fmla="*/ 26 h 70"/>
                <a:gd name="T86" fmla="*/ 31 w 63"/>
                <a:gd name="T87" fmla="*/ 66 h 70"/>
                <a:gd name="T88" fmla="*/ 43 w 63"/>
                <a:gd name="T89" fmla="*/ 37 h 70"/>
                <a:gd name="T90" fmla="*/ 31 w 63"/>
                <a:gd name="T91" fmla="*/ 66 h 70"/>
                <a:gd name="T92" fmla="*/ 33 w 63"/>
                <a:gd name="T93" fmla="*/ 25 h 70"/>
                <a:gd name="T94" fmla="*/ 36 w 63"/>
                <a:gd name="T95" fmla="*/ 26 h 70"/>
                <a:gd name="T96" fmla="*/ 46 w 63"/>
                <a:gd name="T97" fmla="*/ 22 h 70"/>
                <a:gd name="T98" fmla="*/ 44 w 63"/>
                <a:gd name="T99" fmla="*/ 16 h 70"/>
                <a:gd name="T100" fmla="*/ 42 w 63"/>
                <a:gd name="T101" fmla="*/ 33 h 70"/>
                <a:gd name="T102" fmla="*/ 50 w 63"/>
                <a:gd name="T103" fmla="*/ 26 h 70"/>
                <a:gd name="T104" fmla="*/ 51 w 63"/>
                <a:gd name="T105" fmla="*/ 27 h 70"/>
                <a:gd name="T106" fmla="*/ 46 w 63"/>
                <a:gd name="T107" fmla="*/ 32 h 70"/>
                <a:gd name="T108" fmla="*/ 55 w 63"/>
                <a:gd name="T109" fmla="*/ 26 h 70"/>
                <a:gd name="T110" fmla="*/ 38 w 63"/>
                <a:gd name="T111" fmla="*/ 33 h 70"/>
                <a:gd name="T112" fmla="*/ 45 w 63"/>
                <a:gd name="T113" fmla="*/ 65 h 70"/>
                <a:gd name="T114" fmla="*/ 56 w 63"/>
                <a:gd name="T115" fmla="*/ 42 h 70"/>
                <a:gd name="T116" fmla="*/ 45 w 63"/>
                <a:gd name="T117" fmla="*/ 65 h 70"/>
                <a:gd name="T118" fmla="*/ 47 w 63"/>
                <a:gd name="T119" fmla="*/ 46 h 70"/>
                <a:gd name="T120" fmla="*/ 56 w 63"/>
                <a:gd name="T121" fmla="*/ 38 h 70"/>
                <a:gd name="T122" fmla="*/ 57 w 63"/>
                <a:gd name="T123" fmla="*/ 37 h 70"/>
                <a:gd name="T124" fmla="*/ 47 w 63"/>
                <a:gd name="T125" fmla="*/ 3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3" h="70">
                  <a:moveTo>
                    <a:pt x="24" y="0"/>
                  </a:moveTo>
                  <a:cubicBezTo>
                    <a:pt x="25" y="0"/>
                    <a:pt x="25" y="1"/>
                    <a:pt x="26" y="0"/>
                  </a:cubicBezTo>
                  <a:cubicBezTo>
                    <a:pt x="27" y="5"/>
                    <a:pt x="32" y="2"/>
                    <a:pt x="36" y="2"/>
                  </a:cubicBezTo>
                  <a:cubicBezTo>
                    <a:pt x="37" y="5"/>
                    <a:pt x="35" y="7"/>
                    <a:pt x="35" y="11"/>
                  </a:cubicBezTo>
                  <a:cubicBezTo>
                    <a:pt x="39" y="15"/>
                    <a:pt x="44" y="9"/>
                    <a:pt x="49" y="11"/>
                  </a:cubicBezTo>
                  <a:cubicBezTo>
                    <a:pt x="49" y="15"/>
                    <a:pt x="46" y="23"/>
                    <a:pt x="53" y="24"/>
                  </a:cubicBezTo>
                  <a:cubicBezTo>
                    <a:pt x="56" y="24"/>
                    <a:pt x="59" y="23"/>
                    <a:pt x="61" y="21"/>
                  </a:cubicBezTo>
                  <a:cubicBezTo>
                    <a:pt x="62" y="21"/>
                    <a:pt x="62" y="22"/>
                    <a:pt x="63" y="23"/>
                  </a:cubicBezTo>
                  <a:cubicBezTo>
                    <a:pt x="61" y="27"/>
                    <a:pt x="61" y="35"/>
                    <a:pt x="60" y="40"/>
                  </a:cubicBezTo>
                  <a:cubicBezTo>
                    <a:pt x="61" y="44"/>
                    <a:pt x="60" y="48"/>
                    <a:pt x="60" y="53"/>
                  </a:cubicBezTo>
                  <a:cubicBezTo>
                    <a:pt x="60" y="54"/>
                    <a:pt x="59" y="54"/>
                    <a:pt x="58" y="55"/>
                  </a:cubicBezTo>
                  <a:cubicBezTo>
                    <a:pt x="59" y="55"/>
                    <a:pt x="60" y="55"/>
                    <a:pt x="60" y="56"/>
                  </a:cubicBezTo>
                  <a:cubicBezTo>
                    <a:pt x="60" y="56"/>
                    <a:pt x="59" y="56"/>
                    <a:pt x="59" y="56"/>
                  </a:cubicBezTo>
                  <a:cubicBezTo>
                    <a:pt x="54" y="59"/>
                    <a:pt x="50" y="63"/>
                    <a:pt x="46" y="68"/>
                  </a:cubicBezTo>
                  <a:cubicBezTo>
                    <a:pt x="46" y="68"/>
                    <a:pt x="45" y="69"/>
                    <a:pt x="44" y="69"/>
                  </a:cubicBezTo>
                  <a:cubicBezTo>
                    <a:pt x="43" y="69"/>
                    <a:pt x="42" y="70"/>
                    <a:pt x="41" y="68"/>
                  </a:cubicBezTo>
                  <a:cubicBezTo>
                    <a:pt x="32" y="69"/>
                    <a:pt x="23" y="67"/>
                    <a:pt x="16" y="70"/>
                  </a:cubicBezTo>
                  <a:cubicBezTo>
                    <a:pt x="13" y="68"/>
                    <a:pt x="7" y="68"/>
                    <a:pt x="4" y="69"/>
                  </a:cubicBezTo>
                  <a:cubicBezTo>
                    <a:pt x="2" y="68"/>
                    <a:pt x="0" y="67"/>
                    <a:pt x="2" y="65"/>
                  </a:cubicBezTo>
                  <a:cubicBezTo>
                    <a:pt x="2" y="50"/>
                    <a:pt x="4" y="35"/>
                    <a:pt x="2" y="21"/>
                  </a:cubicBezTo>
                  <a:cubicBezTo>
                    <a:pt x="8" y="13"/>
                    <a:pt x="17" y="8"/>
                    <a:pt x="24" y="0"/>
                  </a:cubicBezTo>
                  <a:close/>
                  <a:moveTo>
                    <a:pt x="11" y="47"/>
                  </a:moveTo>
                  <a:cubicBezTo>
                    <a:pt x="10" y="48"/>
                    <a:pt x="8" y="48"/>
                    <a:pt x="6" y="49"/>
                  </a:cubicBezTo>
                  <a:cubicBezTo>
                    <a:pt x="6" y="50"/>
                    <a:pt x="7" y="51"/>
                    <a:pt x="6" y="52"/>
                  </a:cubicBezTo>
                  <a:cubicBezTo>
                    <a:pt x="5" y="48"/>
                    <a:pt x="7" y="44"/>
                    <a:pt x="7" y="41"/>
                  </a:cubicBezTo>
                  <a:cubicBezTo>
                    <a:pt x="6" y="41"/>
                    <a:pt x="5" y="41"/>
                    <a:pt x="5" y="40"/>
                  </a:cubicBezTo>
                  <a:cubicBezTo>
                    <a:pt x="5" y="39"/>
                    <a:pt x="6" y="39"/>
                    <a:pt x="7" y="39"/>
                  </a:cubicBezTo>
                  <a:cubicBezTo>
                    <a:pt x="6" y="37"/>
                    <a:pt x="7" y="34"/>
                    <a:pt x="7" y="32"/>
                  </a:cubicBezTo>
                  <a:cubicBezTo>
                    <a:pt x="6" y="32"/>
                    <a:pt x="5" y="32"/>
                    <a:pt x="5" y="32"/>
                  </a:cubicBezTo>
                  <a:cubicBezTo>
                    <a:pt x="5" y="42"/>
                    <a:pt x="3" y="56"/>
                    <a:pt x="4" y="66"/>
                  </a:cubicBezTo>
                  <a:cubicBezTo>
                    <a:pt x="7" y="66"/>
                    <a:pt x="11" y="66"/>
                    <a:pt x="14" y="66"/>
                  </a:cubicBezTo>
                  <a:cubicBezTo>
                    <a:pt x="15" y="52"/>
                    <a:pt x="15" y="38"/>
                    <a:pt x="15" y="23"/>
                  </a:cubicBezTo>
                  <a:cubicBezTo>
                    <a:pt x="11" y="22"/>
                    <a:pt x="8" y="25"/>
                    <a:pt x="4" y="23"/>
                  </a:cubicBezTo>
                  <a:cubicBezTo>
                    <a:pt x="3" y="26"/>
                    <a:pt x="4" y="29"/>
                    <a:pt x="5" y="31"/>
                  </a:cubicBezTo>
                  <a:cubicBezTo>
                    <a:pt x="5" y="29"/>
                    <a:pt x="8" y="26"/>
                    <a:pt x="8" y="30"/>
                  </a:cubicBezTo>
                  <a:cubicBezTo>
                    <a:pt x="11" y="30"/>
                    <a:pt x="13" y="28"/>
                    <a:pt x="15" y="29"/>
                  </a:cubicBezTo>
                  <a:cubicBezTo>
                    <a:pt x="13" y="31"/>
                    <a:pt x="12" y="35"/>
                    <a:pt x="13" y="38"/>
                  </a:cubicBezTo>
                  <a:cubicBezTo>
                    <a:pt x="12" y="38"/>
                    <a:pt x="12" y="40"/>
                    <a:pt x="12" y="41"/>
                  </a:cubicBezTo>
                  <a:cubicBezTo>
                    <a:pt x="12" y="41"/>
                    <a:pt x="12" y="41"/>
                    <a:pt x="11" y="41"/>
                  </a:cubicBezTo>
                  <a:cubicBezTo>
                    <a:pt x="11" y="40"/>
                    <a:pt x="11" y="40"/>
                    <a:pt x="11" y="39"/>
                  </a:cubicBezTo>
                  <a:cubicBezTo>
                    <a:pt x="10" y="39"/>
                    <a:pt x="9" y="40"/>
                    <a:pt x="7" y="40"/>
                  </a:cubicBezTo>
                  <a:cubicBezTo>
                    <a:pt x="7" y="42"/>
                    <a:pt x="7" y="44"/>
                    <a:pt x="7" y="47"/>
                  </a:cubicBezTo>
                  <a:cubicBezTo>
                    <a:pt x="8" y="47"/>
                    <a:pt x="9" y="46"/>
                    <a:pt x="11" y="46"/>
                  </a:cubicBezTo>
                  <a:cubicBezTo>
                    <a:pt x="11" y="44"/>
                    <a:pt x="11" y="43"/>
                    <a:pt x="12" y="42"/>
                  </a:cubicBezTo>
                  <a:cubicBezTo>
                    <a:pt x="11" y="45"/>
                    <a:pt x="12" y="48"/>
                    <a:pt x="10" y="50"/>
                  </a:cubicBezTo>
                  <a:cubicBezTo>
                    <a:pt x="11" y="49"/>
                    <a:pt x="10" y="48"/>
                    <a:pt x="11" y="47"/>
                  </a:cubicBezTo>
                  <a:close/>
                  <a:moveTo>
                    <a:pt x="11" y="38"/>
                  </a:moveTo>
                  <a:cubicBezTo>
                    <a:pt x="12" y="35"/>
                    <a:pt x="11" y="33"/>
                    <a:pt x="12" y="31"/>
                  </a:cubicBezTo>
                  <a:cubicBezTo>
                    <a:pt x="11" y="30"/>
                    <a:pt x="10" y="31"/>
                    <a:pt x="8" y="31"/>
                  </a:cubicBezTo>
                  <a:cubicBezTo>
                    <a:pt x="7" y="33"/>
                    <a:pt x="8" y="37"/>
                    <a:pt x="7" y="39"/>
                  </a:cubicBezTo>
                  <a:cubicBezTo>
                    <a:pt x="9" y="38"/>
                    <a:pt x="10" y="38"/>
                    <a:pt x="11" y="38"/>
                  </a:cubicBezTo>
                  <a:close/>
                  <a:moveTo>
                    <a:pt x="17" y="19"/>
                  </a:moveTo>
                  <a:cubicBezTo>
                    <a:pt x="20" y="16"/>
                    <a:pt x="25" y="9"/>
                    <a:pt x="29" y="7"/>
                  </a:cubicBezTo>
                  <a:cubicBezTo>
                    <a:pt x="29" y="7"/>
                    <a:pt x="29" y="6"/>
                    <a:pt x="29" y="6"/>
                  </a:cubicBezTo>
                  <a:cubicBezTo>
                    <a:pt x="30" y="6"/>
                    <a:pt x="32" y="6"/>
                    <a:pt x="32" y="5"/>
                  </a:cubicBezTo>
                  <a:cubicBezTo>
                    <a:pt x="30" y="6"/>
                    <a:pt x="27" y="5"/>
                    <a:pt x="25" y="4"/>
                  </a:cubicBezTo>
                  <a:cubicBezTo>
                    <a:pt x="26" y="5"/>
                    <a:pt x="24" y="6"/>
                    <a:pt x="23" y="6"/>
                  </a:cubicBezTo>
                  <a:cubicBezTo>
                    <a:pt x="23" y="5"/>
                    <a:pt x="24" y="4"/>
                    <a:pt x="23" y="4"/>
                  </a:cubicBezTo>
                  <a:cubicBezTo>
                    <a:pt x="18" y="9"/>
                    <a:pt x="12" y="13"/>
                    <a:pt x="8" y="18"/>
                  </a:cubicBezTo>
                  <a:cubicBezTo>
                    <a:pt x="11" y="19"/>
                    <a:pt x="15" y="21"/>
                    <a:pt x="17" y="19"/>
                  </a:cubicBezTo>
                  <a:close/>
                  <a:moveTo>
                    <a:pt x="18" y="31"/>
                  </a:moveTo>
                  <a:cubicBezTo>
                    <a:pt x="19" y="42"/>
                    <a:pt x="19" y="54"/>
                    <a:pt x="18" y="66"/>
                  </a:cubicBezTo>
                  <a:cubicBezTo>
                    <a:pt x="21" y="66"/>
                    <a:pt x="25" y="66"/>
                    <a:pt x="29" y="66"/>
                  </a:cubicBezTo>
                  <a:cubicBezTo>
                    <a:pt x="31" y="54"/>
                    <a:pt x="32" y="43"/>
                    <a:pt x="32" y="30"/>
                  </a:cubicBezTo>
                  <a:cubicBezTo>
                    <a:pt x="29" y="33"/>
                    <a:pt x="22" y="27"/>
                    <a:pt x="18" y="31"/>
                  </a:cubicBezTo>
                  <a:close/>
                  <a:moveTo>
                    <a:pt x="21" y="19"/>
                  </a:moveTo>
                  <a:cubicBezTo>
                    <a:pt x="20" y="21"/>
                    <a:pt x="17" y="23"/>
                    <a:pt x="19" y="26"/>
                  </a:cubicBezTo>
                  <a:cubicBezTo>
                    <a:pt x="24" y="20"/>
                    <a:pt x="33" y="18"/>
                    <a:pt x="33" y="7"/>
                  </a:cubicBezTo>
                  <a:cubicBezTo>
                    <a:pt x="30" y="10"/>
                    <a:pt x="24" y="14"/>
                    <a:pt x="21" y="19"/>
                  </a:cubicBezTo>
                  <a:close/>
                  <a:moveTo>
                    <a:pt x="31" y="24"/>
                  </a:moveTo>
                  <a:cubicBezTo>
                    <a:pt x="33" y="22"/>
                    <a:pt x="36" y="20"/>
                    <a:pt x="39" y="18"/>
                  </a:cubicBezTo>
                  <a:cubicBezTo>
                    <a:pt x="39" y="18"/>
                    <a:pt x="39" y="18"/>
                    <a:pt x="39" y="19"/>
                  </a:cubicBezTo>
                  <a:cubicBezTo>
                    <a:pt x="41" y="17"/>
                    <a:pt x="42" y="16"/>
                    <a:pt x="43" y="14"/>
                  </a:cubicBezTo>
                  <a:cubicBezTo>
                    <a:pt x="40" y="14"/>
                    <a:pt x="38" y="14"/>
                    <a:pt x="35" y="14"/>
                  </a:cubicBezTo>
                  <a:cubicBezTo>
                    <a:pt x="35" y="15"/>
                    <a:pt x="34" y="15"/>
                    <a:pt x="34" y="16"/>
                  </a:cubicBezTo>
                  <a:cubicBezTo>
                    <a:pt x="34" y="17"/>
                    <a:pt x="34" y="16"/>
                    <a:pt x="34" y="17"/>
                  </a:cubicBezTo>
                  <a:cubicBezTo>
                    <a:pt x="30" y="20"/>
                    <a:pt x="26" y="23"/>
                    <a:pt x="23" y="26"/>
                  </a:cubicBezTo>
                  <a:cubicBezTo>
                    <a:pt x="25" y="26"/>
                    <a:pt x="27" y="26"/>
                    <a:pt x="28" y="26"/>
                  </a:cubicBezTo>
                  <a:cubicBezTo>
                    <a:pt x="31" y="21"/>
                    <a:pt x="36" y="19"/>
                    <a:pt x="39" y="15"/>
                  </a:cubicBezTo>
                  <a:cubicBezTo>
                    <a:pt x="39" y="15"/>
                    <a:pt x="39" y="16"/>
                    <a:pt x="39" y="16"/>
                  </a:cubicBezTo>
                  <a:cubicBezTo>
                    <a:pt x="37" y="19"/>
                    <a:pt x="33" y="21"/>
                    <a:pt x="31" y="24"/>
                  </a:cubicBezTo>
                  <a:close/>
                  <a:moveTo>
                    <a:pt x="30" y="28"/>
                  </a:moveTo>
                  <a:cubicBezTo>
                    <a:pt x="29" y="28"/>
                    <a:pt x="27" y="27"/>
                    <a:pt x="27" y="28"/>
                  </a:cubicBezTo>
                  <a:cubicBezTo>
                    <a:pt x="28" y="28"/>
                    <a:pt x="30" y="29"/>
                    <a:pt x="30" y="28"/>
                  </a:cubicBezTo>
                  <a:close/>
                  <a:moveTo>
                    <a:pt x="30" y="24"/>
                  </a:moveTo>
                  <a:cubicBezTo>
                    <a:pt x="29" y="24"/>
                    <a:pt x="29" y="25"/>
                    <a:pt x="29" y="26"/>
                  </a:cubicBezTo>
                  <a:cubicBezTo>
                    <a:pt x="30" y="26"/>
                    <a:pt x="30" y="25"/>
                    <a:pt x="30" y="24"/>
                  </a:cubicBezTo>
                  <a:close/>
                  <a:moveTo>
                    <a:pt x="31" y="66"/>
                  </a:moveTo>
                  <a:cubicBezTo>
                    <a:pt x="35" y="66"/>
                    <a:pt x="38" y="65"/>
                    <a:pt x="42" y="66"/>
                  </a:cubicBezTo>
                  <a:cubicBezTo>
                    <a:pt x="44" y="57"/>
                    <a:pt x="43" y="47"/>
                    <a:pt x="43" y="37"/>
                  </a:cubicBezTo>
                  <a:cubicBezTo>
                    <a:pt x="41" y="38"/>
                    <a:pt x="37" y="38"/>
                    <a:pt x="34" y="37"/>
                  </a:cubicBezTo>
                  <a:cubicBezTo>
                    <a:pt x="34" y="47"/>
                    <a:pt x="32" y="58"/>
                    <a:pt x="31" y="66"/>
                  </a:cubicBezTo>
                  <a:close/>
                  <a:moveTo>
                    <a:pt x="38" y="19"/>
                  </a:moveTo>
                  <a:cubicBezTo>
                    <a:pt x="36" y="20"/>
                    <a:pt x="34" y="23"/>
                    <a:pt x="33" y="25"/>
                  </a:cubicBezTo>
                  <a:cubicBezTo>
                    <a:pt x="35" y="23"/>
                    <a:pt x="37" y="21"/>
                    <a:pt x="38" y="19"/>
                  </a:cubicBezTo>
                  <a:close/>
                  <a:moveTo>
                    <a:pt x="36" y="26"/>
                  </a:moveTo>
                  <a:cubicBezTo>
                    <a:pt x="35" y="28"/>
                    <a:pt x="35" y="31"/>
                    <a:pt x="35" y="33"/>
                  </a:cubicBezTo>
                  <a:cubicBezTo>
                    <a:pt x="39" y="30"/>
                    <a:pt x="42" y="25"/>
                    <a:pt x="46" y="22"/>
                  </a:cubicBezTo>
                  <a:cubicBezTo>
                    <a:pt x="46" y="20"/>
                    <a:pt x="47" y="17"/>
                    <a:pt x="46" y="15"/>
                  </a:cubicBezTo>
                  <a:cubicBezTo>
                    <a:pt x="45" y="15"/>
                    <a:pt x="45" y="16"/>
                    <a:pt x="44" y="16"/>
                  </a:cubicBezTo>
                  <a:cubicBezTo>
                    <a:pt x="43" y="21"/>
                    <a:pt x="38" y="22"/>
                    <a:pt x="36" y="26"/>
                  </a:cubicBezTo>
                  <a:close/>
                  <a:moveTo>
                    <a:pt x="42" y="33"/>
                  </a:moveTo>
                  <a:cubicBezTo>
                    <a:pt x="44" y="31"/>
                    <a:pt x="45" y="30"/>
                    <a:pt x="47" y="29"/>
                  </a:cubicBezTo>
                  <a:cubicBezTo>
                    <a:pt x="47" y="27"/>
                    <a:pt x="49" y="25"/>
                    <a:pt x="50" y="26"/>
                  </a:cubicBezTo>
                  <a:cubicBezTo>
                    <a:pt x="49" y="28"/>
                    <a:pt x="47" y="29"/>
                    <a:pt x="46" y="31"/>
                  </a:cubicBezTo>
                  <a:cubicBezTo>
                    <a:pt x="48" y="30"/>
                    <a:pt x="49" y="28"/>
                    <a:pt x="51" y="27"/>
                  </a:cubicBezTo>
                  <a:cubicBezTo>
                    <a:pt x="51" y="28"/>
                    <a:pt x="52" y="28"/>
                    <a:pt x="52" y="28"/>
                  </a:cubicBezTo>
                  <a:cubicBezTo>
                    <a:pt x="50" y="29"/>
                    <a:pt x="48" y="32"/>
                    <a:pt x="46" y="32"/>
                  </a:cubicBezTo>
                  <a:cubicBezTo>
                    <a:pt x="45" y="32"/>
                    <a:pt x="44" y="32"/>
                    <a:pt x="44" y="33"/>
                  </a:cubicBezTo>
                  <a:cubicBezTo>
                    <a:pt x="50" y="32"/>
                    <a:pt x="52" y="28"/>
                    <a:pt x="55" y="26"/>
                  </a:cubicBezTo>
                  <a:cubicBezTo>
                    <a:pt x="52" y="27"/>
                    <a:pt x="50" y="24"/>
                    <a:pt x="47" y="24"/>
                  </a:cubicBezTo>
                  <a:cubicBezTo>
                    <a:pt x="44" y="27"/>
                    <a:pt x="41" y="30"/>
                    <a:pt x="38" y="33"/>
                  </a:cubicBezTo>
                  <a:cubicBezTo>
                    <a:pt x="40" y="33"/>
                    <a:pt x="41" y="33"/>
                    <a:pt x="42" y="33"/>
                  </a:cubicBezTo>
                  <a:close/>
                  <a:moveTo>
                    <a:pt x="45" y="65"/>
                  </a:moveTo>
                  <a:cubicBezTo>
                    <a:pt x="48" y="62"/>
                    <a:pt x="54" y="57"/>
                    <a:pt x="56" y="54"/>
                  </a:cubicBezTo>
                  <a:cubicBezTo>
                    <a:pt x="57" y="51"/>
                    <a:pt x="56" y="45"/>
                    <a:pt x="56" y="42"/>
                  </a:cubicBezTo>
                  <a:cubicBezTo>
                    <a:pt x="54" y="44"/>
                    <a:pt x="50" y="49"/>
                    <a:pt x="46" y="47"/>
                  </a:cubicBezTo>
                  <a:cubicBezTo>
                    <a:pt x="46" y="53"/>
                    <a:pt x="45" y="59"/>
                    <a:pt x="45" y="65"/>
                  </a:cubicBezTo>
                  <a:close/>
                  <a:moveTo>
                    <a:pt x="47" y="36"/>
                  </a:moveTo>
                  <a:cubicBezTo>
                    <a:pt x="47" y="39"/>
                    <a:pt x="46" y="43"/>
                    <a:pt x="47" y="46"/>
                  </a:cubicBezTo>
                  <a:cubicBezTo>
                    <a:pt x="50" y="44"/>
                    <a:pt x="52" y="40"/>
                    <a:pt x="56" y="40"/>
                  </a:cubicBezTo>
                  <a:cubicBezTo>
                    <a:pt x="57" y="39"/>
                    <a:pt x="57" y="38"/>
                    <a:pt x="56" y="38"/>
                  </a:cubicBezTo>
                  <a:cubicBezTo>
                    <a:pt x="53" y="39"/>
                    <a:pt x="50" y="45"/>
                    <a:pt x="47" y="42"/>
                  </a:cubicBezTo>
                  <a:cubicBezTo>
                    <a:pt x="49" y="40"/>
                    <a:pt x="54" y="33"/>
                    <a:pt x="57" y="37"/>
                  </a:cubicBezTo>
                  <a:cubicBezTo>
                    <a:pt x="58" y="34"/>
                    <a:pt x="58" y="30"/>
                    <a:pt x="58" y="27"/>
                  </a:cubicBezTo>
                  <a:cubicBezTo>
                    <a:pt x="54" y="29"/>
                    <a:pt x="50" y="32"/>
                    <a:pt x="47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28" name="Freeform 16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492750" y="2036763"/>
              <a:ext cx="52388" cy="44450"/>
            </a:xfrm>
            <a:custGeom>
              <a:avLst/>
              <a:gdLst>
                <a:gd name="T0" fmla="*/ 3 w 14"/>
                <a:gd name="T1" fmla="*/ 11 h 12"/>
                <a:gd name="T2" fmla="*/ 4 w 14"/>
                <a:gd name="T3" fmla="*/ 10 h 12"/>
                <a:gd name="T4" fmla="*/ 1 w 14"/>
                <a:gd name="T5" fmla="*/ 12 h 12"/>
                <a:gd name="T6" fmla="*/ 0 w 14"/>
                <a:gd name="T7" fmla="*/ 10 h 12"/>
                <a:gd name="T8" fmla="*/ 5 w 14"/>
                <a:gd name="T9" fmla="*/ 7 h 12"/>
                <a:gd name="T10" fmla="*/ 11 w 14"/>
                <a:gd name="T11" fmla="*/ 0 h 12"/>
                <a:gd name="T12" fmla="*/ 5 w 14"/>
                <a:gd name="T13" fmla="*/ 9 h 12"/>
                <a:gd name="T14" fmla="*/ 11 w 14"/>
                <a:gd name="T15" fmla="*/ 3 h 12"/>
                <a:gd name="T16" fmla="*/ 11 w 14"/>
                <a:gd name="T17" fmla="*/ 4 h 12"/>
                <a:gd name="T18" fmla="*/ 12 w 14"/>
                <a:gd name="T19" fmla="*/ 2 h 12"/>
                <a:gd name="T20" fmla="*/ 14 w 14"/>
                <a:gd name="T21" fmla="*/ 2 h 12"/>
                <a:gd name="T22" fmla="*/ 4 w 14"/>
                <a:gd name="T23" fmla="*/ 12 h 12"/>
                <a:gd name="T24" fmla="*/ 3 w 14"/>
                <a:gd name="T25" fmla="*/ 11 h 12"/>
                <a:gd name="T26" fmla="*/ 4 w 14"/>
                <a:gd name="T27" fmla="*/ 9 h 12"/>
                <a:gd name="T28" fmla="*/ 4 w 14"/>
                <a:gd name="T29" fmla="*/ 10 h 12"/>
                <a:gd name="T30" fmla="*/ 4 w 14"/>
                <a:gd name="T31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2">
                  <a:moveTo>
                    <a:pt x="3" y="11"/>
                  </a:moveTo>
                  <a:cubicBezTo>
                    <a:pt x="3" y="11"/>
                    <a:pt x="4" y="11"/>
                    <a:pt x="4" y="10"/>
                  </a:cubicBezTo>
                  <a:cubicBezTo>
                    <a:pt x="2" y="10"/>
                    <a:pt x="2" y="12"/>
                    <a:pt x="1" y="12"/>
                  </a:cubicBezTo>
                  <a:cubicBezTo>
                    <a:pt x="0" y="12"/>
                    <a:pt x="0" y="11"/>
                    <a:pt x="0" y="10"/>
                  </a:cubicBezTo>
                  <a:cubicBezTo>
                    <a:pt x="2" y="11"/>
                    <a:pt x="3" y="7"/>
                    <a:pt x="5" y="7"/>
                  </a:cubicBezTo>
                  <a:cubicBezTo>
                    <a:pt x="6" y="4"/>
                    <a:pt x="9" y="3"/>
                    <a:pt x="11" y="0"/>
                  </a:cubicBezTo>
                  <a:cubicBezTo>
                    <a:pt x="11" y="3"/>
                    <a:pt x="6" y="5"/>
                    <a:pt x="5" y="9"/>
                  </a:cubicBezTo>
                  <a:cubicBezTo>
                    <a:pt x="7" y="7"/>
                    <a:pt x="9" y="5"/>
                    <a:pt x="11" y="3"/>
                  </a:cubicBezTo>
                  <a:cubicBezTo>
                    <a:pt x="11" y="3"/>
                    <a:pt x="11" y="4"/>
                    <a:pt x="11" y="4"/>
                  </a:cubicBezTo>
                  <a:cubicBezTo>
                    <a:pt x="11" y="3"/>
                    <a:pt x="12" y="3"/>
                    <a:pt x="12" y="2"/>
                  </a:cubicBezTo>
                  <a:cubicBezTo>
                    <a:pt x="13" y="2"/>
                    <a:pt x="13" y="2"/>
                    <a:pt x="14" y="2"/>
                  </a:cubicBezTo>
                  <a:cubicBezTo>
                    <a:pt x="10" y="5"/>
                    <a:pt x="7" y="9"/>
                    <a:pt x="4" y="12"/>
                  </a:cubicBezTo>
                  <a:cubicBezTo>
                    <a:pt x="3" y="12"/>
                    <a:pt x="3" y="11"/>
                    <a:pt x="3" y="11"/>
                  </a:cubicBezTo>
                  <a:close/>
                  <a:moveTo>
                    <a:pt x="4" y="9"/>
                  </a:moveTo>
                  <a:cubicBezTo>
                    <a:pt x="4" y="9"/>
                    <a:pt x="3" y="9"/>
                    <a:pt x="4" y="10"/>
                  </a:cubicBezTo>
                  <a:cubicBezTo>
                    <a:pt x="4" y="10"/>
                    <a:pt x="5" y="9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11988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Self adjusting Trees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704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A0E8B6-812E-4D02-A2FB-3265B9A083B1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8704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8704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130757-F3EA-47D7-9559-A211409192F2}" type="slidenum">
              <a:rPr lang="en-US" altLang="zh-CN" sz="790"/>
              <a:pPr/>
              <a:t>5</a:t>
            </a:fld>
            <a:endParaRPr lang="en-US" altLang="zh-CN" sz="790"/>
          </a:p>
        </p:txBody>
      </p:sp>
      <p:sp>
        <p:nvSpPr>
          <p:cNvPr id="870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8465" y="1685290"/>
            <a:ext cx="8549640" cy="4351020"/>
          </a:xfrm>
        </p:spPr>
        <p:txBody>
          <a:bodyPr>
            <a:noAutofit/>
          </a:bodyPr>
          <a:lstStyle/>
          <a:p>
            <a:pPr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Ordinary binary search trees have no balance conditions</a:t>
            </a:r>
          </a:p>
          <a:p>
            <a:pPr lvl="1"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what you get from insertion order is it</a:t>
            </a:r>
          </a:p>
          <a:p>
            <a:pPr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Balanced trees like AVL trees enforce a balance condition when nodes change</a:t>
            </a:r>
          </a:p>
          <a:p>
            <a:pPr lvl="1"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tree is always balanced after an insert or delete</a:t>
            </a:r>
          </a:p>
          <a:p>
            <a:pPr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</a:rPr>
              <a:t>Self-adjusting trees </a:t>
            </a:r>
            <a:r>
              <a:rPr lang="en-US" altLang="zh-CN" sz="2800" dirty="0">
                <a:ea typeface="宋体" panose="02010600030101010101" pitchFamily="2" charset="-122"/>
              </a:rPr>
              <a:t>get reorganized over time 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</a:rPr>
              <a:t>as nodes are accessed</a:t>
            </a:r>
          </a:p>
          <a:p>
            <a:pPr lvl="1" fontAlgn="auto">
              <a:lnSpc>
                <a:spcPct val="90000"/>
              </a:lnSpc>
              <a:spcBef>
                <a:spcPts val="18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Tree adjusts after insert, delete, or find</a:t>
            </a:r>
          </a:p>
        </p:txBody>
      </p:sp>
      <p:sp>
        <p:nvSpPr>
          <p:cNvPr id="239" name="Freeform 1380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7596505" y="4961890"/>
            <a:ext cx="935355" cy="1282700"/>
          </a:xfrm>
          <a:custGeom>
            <a:avLst/>
            <a:gdLst>
              <a:gd name="T0" fmla="*/ 301 w 505"/>
              <a:gd name="T1" fmla="*/ 8 h 694"/>
              <a:gd name="T2" fmla="*/ 87 w 505"/>
              <a:gd name="T3" fmla="*/ 207 h 694"/>
              <a:gd name="T4" fmla="*/ 46 w 505"/>
              <a:gd name="T5" fmla="*/ 431 h 694"/>
              <a:gd name="T6" fmla="*/ 224 w 505"/>
              <a:gd name="T7" fmla="*/ 596 h 694"/>
              <a:gd name="T8" fmla="*/ 238 w 505"/>
              <a:gd name="T9" fmla="*/ 688 h 694"/>
              <a:gd name="T10" fmla="*/ 421 w 505"/>
              <a:gd name="T11" fmla="*/ 510 h 694"/>
              <a:gd name="T12" fmla="*/ 381 w 505"/>
              <a:gd name="T13" fmla="*/ 480 h 694"/>
              <a:gd name="T14" fmla="*/ 378 w 505"/>
              <a:gd name="T15" fmla="*/ 492 h 694"/>
              <a:gd name="T16" fmla="*/ 351 w 505"/>
              <a:gd name="T17" fmla="*/ 104 h 694"/>
              <a:gd name="T18" fmla="*/ 288 w 505"/>
              <a:gd name="T19" fmla="*/ 134 h 694"/>
              <a:gd name="T20" fmla="*/ 282 w 505"/>
              <a:gd name="T21" fmla="*/ 180 h 694"/>
              <a:gd name="T22" fmla="*/ 251 w 505"/>
              <a:gd name="T23" fmla="*/ 95 h 694"/>
              <a:gd name="T24" fmla="*/ 230 w 505"/>
              <a:gd name="T25" fmla="*/ 179 h 694"/>
              <a:gd name="T26" fmla="*/ 176 w 505"/>
              <a:gd name="T27" fmla="*/ 197 h 694"/>
              <a:gd name="T28" fmla="*/ 128 w 505"/>
              <a:gd name="T29" fmla="*/ 180 h 694"/>
              <a:gd name="T30" fmla="*/ 367 w 505"/>
              <a:gd name="T31" fmla="*/ 457 h 694"/>
              <a:gd name="T32" fmla="*/ 180 w 505"/>
              <a:gd name="T33" fmla="*/ 320 h 694"/>
              <a:gd name="T34" fmla="*/ 209 w 505"/>
              <a:gd name="T35" fmla="*/ 303 h 694"/>
              <a:gd name="T36" fmla="*/ 156 w 505"/>
              <a:gd name="T37" fmla="*/ 452 h 694"/>
              <a:gd name="T38" fmla="*/ 109 w 505"/>
              <a:gd name="T39" fmla="*/ 401 h 694"/>
              <a:gd name="T40" fmla="*/ 167 w 505"/>
              <a:gd name="T41" fmla="*/ 316 h 694"/>
              <a:gd name="T42" fmla="*/ 175 w 505"/>
              <a:gd name="T43" fmla="*/ 205 h 694"/>
              <a:gd name="T44" fmla="*/ 143 w 505"/>
              <a:gd name="T45" fmla="*/ 277 h 694"/>
              <a:gd name="T46" fmla="*/ 168 w 505"/>
              <a:gd name="T47" fmla="*/ 404 h 694"/>
              <a:gd name="T48" fmla="*/ 241 w 505"/>
              <a:gd name="T49" fmla="*/ 221 h 694"/>
              <a:gd name="T50" fmla="*/ 254 w 505"/>
              <a:gd name="T51" fmla="*/ 222 h 694"/>
              <a:gd name="T52" fmla="*/ 316 w 505"/>
              <a:gd name="T53" fmla="*/ 163 h 694"/>
              <a:gd name="T54" fmla="*/ 329 w 505"/>
              <a:gd name="T55" fmla="*/ 234 h 694"/>
              <a:gd name="T56" fmla="*/ 326 w 505"/>
              <a:gd name="T57" fmla="*/ 257 h 694"/>
              <a:gd name="T58" fmla="*/ 360 w 505"/>
              <a:gd name="T59" fmla="*/ 311 h 694"/>
              <a:gd name="T60" fmla="*/ 337 w 505"/>
              <a:gd name="T61" fmla="*/ 195 h 694"/>
              <a:gd name="T62" fmla="*/ 405 w 505"/>
              <a:gd name="T63" fmla="*/ 95 h 694"/>
              <a:gd name="T64" fmla="*/ 413 w 505"/>
              <a:gd name="T65" fmla="*/ 93 h 694"/>
              <a:gd name="T66" fmla="*/ 358 w 505"/>
              <a:gd name="T67" fmla="*/ 295 h 694"/>
              <a:gd name="T68" fmla="*/ 406 w 505"/>
              <a:gd name="T69" fmla="*/ 212 h 694"/>
              <a:gd name="T70" fmla="*/ 372 w 505"/>
              <a:gd name="T71" fmla="*/ 344 h 694"/>
              <a:gd name="T72" fmla="*/ 358 w 505"/>
              <a:gd name="T73" fmla="*/ 201 h 694"/>
              <a:gd name="T74" fmla="*/ 339 w 505"/>
              <a:gd name="T75" fmla="*/ 405 h 694"/>
              <a:gd name="T76" fmla="*/ 462 w 505"/>
              <a:gd name="T77" fmla="*/ 240 h 694"/>
              <a:gd name="T78" fmla="*/ 358 w 505"/>
              <a:gd name="T79" fmla="*/ 434 h 694"/>
              <a:gd name="T80" fmla="*/ 79 w 505"/>
              <a:gd name="T81" fmla="*/ 302 h 694"/>
              <a:gd name="T82" fmla="*/ 76 w 505"/>
              <a:gd name="T83" fmla="*/ 389 h 694"/>
              <a:gd name="T84" fmla="*/ 94 w 505"/>
              <a:gd name="T85" fmla="*/ 473 h 694"/>
              <a:gd name="T86" fmla="*/ 160 w 505"/>
              <a:gd name="T87" fmla="*/ 472 h 694"/>
              <a:gd name="T88" fmla="*/ 175 w 505"/>
              <a:gd name="T89" fmla="*/ 467 h 694"/>
              <a:gd name="T90" fmla="*/ 213 w 505"/>
              <a:gd name="T91" fmla="*/ 533 h 694"/>
              <a:gd name="T92" fmla="*/ 163 w 505"/>
              <a:gd name="T93" fmla="*/ 445 h 694"/>
              <a:gd name="T94" fmla="*/ 172 w 505"/>
              <a:gd name="T95" fmla="*/ 408 h 694"/>
              <a:gd name="T96" fmla="*/ 205 w 505"/>
              <a:gd name="T97" fmla="*/ 320 h 694"/>
              <a:gd name="T98" fmla="*/ 487 w 505"/>
              <a:gd name="T99" fmla="*/ 249 h 694"/>
              <a:gd name="T100" fmla="*/ 117 w 505"/>
              <a:gd name="T101" fmla="*/ 110 h 694"/>
              <a:gd name="T102" fmla="*/ 123 w 505"/>
              <a:gd name="T103" fmla="*/ 504 h 694"/>
              <a:gd name="T104" fmla="*/ 408 w 505"/>
              <a:gd name="T105" fmla="*/ 488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05" h="694">
                <a:moveTo>
                  <a:pt x="493" y="389"/>
                </a:moveTo>
                <a:cubicBezTo>
                  <a:pt x="489" y="375"/>
                  <a:pt x="481" y="360"/>
                  <a:pt x="472" y="348"/>
                </a:cubicBezTo>
                <a:cubicBezTo>
                  <a:pt x="500" y="319"/>
                  <a:pt x="501" y="274"/>
                  <a:pt x="495" y="236"/>
                </a:cubicBezTo>
                <a:cubicBezTo>
                  <a:pt x="487" y="187"/>
                  <a:pt x="469" y="139"/>
                  <a:pt x="445" y="97"/>
                </a:cubicBezTo>
                <a:cubicBezTo>
                  <a:pt x="420" y="52"/>
                  <a:pt x="379" y="20"/>
                  <a:pt x="328" y="11"/>
                </a:cubicBezTo>
                <a:cubicBezTo>
                  <a:pt x="319" y="9"/>
                  <a:pt x="310" y="8"/>
                  <a:pt x="301" y="8"/>
                </a:cubicBezTo>
                <a:cubicBezTo>
                  <a:pt x="259" y="0"/>
                  <a:pt x="213" y="2"/>
                  <a:pt x="172" y="16"/>
                </a:cubicBezTo>
                <a:cubicBezTo>
                  <a:pt x="150" y="24"/>
                  <a:pt x="129" y="36"/>
                  <a:pt x="113" y="53"/>
                </a:cubicBezTo>
                <a:cubicBezTo>
                  <a:pt x="89" y="77"/>
                  <a:pt x="87" y="113"/>
                  <a:pt x="89" y="145"/>
                </a:cubicBezTo>
                <a:cubicBezTo>
                  <a:pt x="90" y="165"/>
                  <a:pt x="91" y="184"/>
                  <a:pt x="88" y="203"/>
                </a:cubicBezTo>
                <a:cubicBezTo>
                  <a:pt x="87" y="203"/>
                  <a:pt x="86" y="204"/>
                  <a:pt x="87" y="206"/>
                </a:cubicBezTo>
                <a:cubicBezTo>
                  <a:pt x="87" y="206"/>
                  <a:pt x="87" y="207"/>
                  <a:pt x="87" y="207"/>
                </a:cubicBezTo>
                <a:cubicBezTo>
                  <a:pt x="85" y="219"/>
                  <a:pt x="80" y="231"/>
                  <a:pt x="73" y="242"/>
                </a:cubicBezTo>
                <a:cubicBezTo>
                  <a:pt x="65" y="253"/>
                  <a:pt x="55" y="263"/>
                  <a:pt x="46" y="272"/>
                </a:cubicBezTo>
                <a:cubicBezTo>
                  <a:pt x="45" y="272"/>
                  <a:pt x="45" y="273"/>
                  <a:pt x="45" y="273"/>
                </a:cubicBezTo>
                <a:cubicBezTo>
                  <a:pt x="38" y="278"/>
                  <a:pt x="33" y="284"/>
                  <a:pt x="29" y="291"/>
                </a:cubicBezTo>
                <a:cubicBezTo>
                  <a:pt x="28" y="293"/>
                  <a:pt x="26" y="296"/>
                  <a:pt x="25" y="298"/>
                </a:cubicBezTo>
                <a:cubicBezTo>
                  <a:pt x="0" y="341"/>
                  <a:pt x="23" y="393"/>
                  <a:pt x="46" y="431"/>
                </a:cubicBezTo>
                <a:cubicBezTo>
                  <a:pt x="45" y="432"/>
                  <a:pt x="44" y="433"/>
                  <a:pt x="43" y="434"/>
                </a:cubicBezTo>
                <a:cubicBezTo>
                  <a:pt x="42" y="435"/>
                  <a:pt x="44" y="438"/>
                  <a:pt x="45" y="437"/>
                </a:cubicBezTo>
                <a:cubicBezTo>
                  <a:pt x="46" y="436"/>
                  <a:pt x="47" y="435"/>
                  <a:pt x="48" y="435"/>
                </a:cubicBezTo>
                <a:cubicBezTo>
                  <a:pt x="75" y="478"/>
                  <a:pt x="111" y="519"/>
                  <a:pt x="155" y="545"/>
                </a:cubicBezTo>
                <a:cubicBezTo>
                  <a:pt x="175" y="556"/>
                  <a:pt x="196" y="563"/>
                  <a:pt x="218" y="559"/>
                </a:cubicBezTo>
                <a:cubicBezTo>
                  <a:pt x="220" y="571"/>
                  <a:pt x="222" y="583"/>
                  <a:pt x="224" y="596"/>
                </a:cubicBezTo>
                <a:cubicBezTo>
                  <a:pt x="224" y="598"/>
                  <a:pt x="225" y="601"/>
                  <a:pt x="225" y="603"/>
                </a:cubicBezTo>
                <a:cubicBezTo>
                  <a:pt x="225" y="624"/>
                  <a:pt x="225" y="645"/>
                  <a:pt x="225" y="666"/>
                </a:cubicBezTo>
                <a:cubicBezTo>
                  <a:pt x="225" y="668"/>
                  <a:pt x="227" y="669"/>
                  <a:pt x="228" y="670"/>
                </a:cubicBezTo>
                <a:cubicBezTo>
                  <a:pt x="228" y="672"/>
                  <a:pt x="228" y="674"/>
                  <a:pt x="228" y="677"/>
                </a:cubicBezTo>
                <a:cubicBezTo>
                  <a:pt x="228" y="679"/>
                  <a:pt x="229" y="681"/>
                  <a:pt x="231" y="682"/>
                </a:cubicBezTo>
                <a:cubicBezTo>
                  <a:pt x="232" y="685"/>
                  <a:pt x="234" y="687"/>
                  <a:pt x="238" y="688"/>
                </a:cubicBezTo>
                <a:cubicBezTo>
                  <a:pt x="260" y="694"/>
                  <a:pt x="284" y="688"/>
                  <a:pt x="306" y="688"/>
                </a:cubicBezTo>
                <a:cubicBezTo>
                  <a:pt x="313" y="688"/>
                  <a:pt x="319" y="681"/>
                  <a:pt x="317" y="674"/>
                </a:cubicBezTo>
                <a:cubicBezTo>
                  <a:pt x="314" y="664"/>
                  <a:pt x="312" y="654"/>
                  <a:pt x="310" y="644"/>
                </a:cubicBezTo>
                <a:cubicBezTo>
                  <a:pt x="309" y="611"/>
                  <a:pt x="308" y="577"/>
                  <a:pt x="306" y="544"/>
                </a:cubicBezTo>
                <a:cubicBezTo>
                  <a:pt x="317" y="537"/>
                  <a:pt x="330" y="530"/>
                  <a:pt x="344" y="523"/>
                </a:cubicBezTo>
                <a:cubicBezTo>
                  <a:pt x="370" y="517"/>
                  <a:pt x="396" y="515"/>
                  <a:pt x="421" y="510"/>
                </a:cubicBezTo>
                <a:cubicBezTo>
                  <a:pt x="453" y="504"/>
                  <a:pt x="483" y="490"/>
                  <a:pt x="496" y="457"/>
                </a:cubicBezTo>
                <a:cubicBezTo>
                  <a:pt x="504" y="434"/>
                  <a:pt x="501" y="411"/>
                  <a:pt x="493" y="389"/>
                </a:cubicBezTo>
                <a:close/>
                <a:moveTo>
                  <a:pt x="378" y="492"/>
                </a:moveTo>
                <a:cubicBezTo>
                  <a:pt x="367" y="493"/>
                  <a:pt x="356" y="495"/>
                  <a:pt x="345" y="497"/>
                </a:cubicBezTo>
                <a:cubicBezTo>
                  <a:pt x="354" y="487"/>
                  <a:pt x="363" y="476"/>
                  <a:pt x="372" y="465"/>
                </a:cubicBezTo>
                <a:cubicBezTo>
                  <a:pt x="375" y="470"/>
                  <a:pt x="378" y="475"/>
                  <a:pt x="381" y="480"/>
                </a:cubicBezTo>
                <a:cubicBezTo>
                  <a:pt x="382" y="481"/>
                  <a:pt x="385" y="481"/>
                  <a:pt x="384" y="479"/>
                </a:cubicBezTo>
                <a:cubicBezTo>
                  <a:pt x="382" y="472"/>
                  <a:pt x="379" y="466"/>
                  <a:pt x="375" y="460"/>
                </a:cubicBezTo>
                <a:cubicBezTo>
                  <a:pt x="384" y="450"/>
                  <a:pt x="392" y="439"/>
                  <a:pt x="401" y="428"/>
                </a:cubicBezTo>
                <a:cubicBezTo>
                  <a:pt x="420" y="405"/>
                  <a:pt x="439" y="382"/>
                  <a:pt x="454" y="356"/>
                </a:cubicBezTo>
                <a:cubicBezTo>
                  <a:pt x="455" y="356"/>
                  <a:pt x="455" y="356"/>
                  <a:pt x="455" y="357"/>
                </a:cubicBezTo>
                <a:cubicBezTo>
                  <a:pt x="505" y="415"/>
                  <a:pt x="441" y="458"/>
                  <a:pt x="378" y="492"/>
                </a:cubicBezTo>
                <a:close/>
                <a:moveTo>
                  <a:pt x="121" y="127"/>
                </a:moveTo>
                <a:cubicBezTo>
                  <a:pt x="124" y="97"/>
                  <a:pt x="155" y="71"/>
                  <a:pt x="178" y="55"/>
                </a:cubicBezTo>
                <a:cubicBezTo>
                  <a:pt x="195" y="43"/>
                  <a:pt x="215" y="34"/>
                  <a:pt x="235" y="27"/>
                </a:cubicBezTo>
                <a:cubicBezTo>
                  <a:pt x="258" y="26"/>
                  <a:pt x="281" y="28"/>
                  <a:pt x="302" y="32"/>
                </a:cubicBezTo>
                <a:cubicBezTo>
                  <a:pt x="325" y="36"/>
                  <a:pt x="349" y="44"/>
                  <a:pt x="371" y="56"/>
                </a:cubicBezTo>
                <a:cubicBezTo>
                  <a:pt x="367" y="73"/>
                  <a:pt x="360" y="89"/>
                  <a:pt x="351" y="104"/>
                </a:cubicBezTo>
                <a:cubicBezTo>
                  <a:pt x="336" y="78"/>
                  <a:pt x="318" y="53"/>
                  <a:pt x="296" y="33"/>
                </a:cubicBezTo>
                <a:cubicBezTo>
                  <a:pt x="295" y="32"/>
                  <a:pt x="292" y="34"/>
                  <a:pt x="294" y="36"/>
                </a:cubicBezTo>
                <a:cubicBezTo>
                  <a:pt x="316" y="56"/>
                  <a:pt x="333" y="82"/>
                  <a:pt x="349" y="108"/>
                </a:cubicBezTo>
                <a:cubicBezTo>
                  <a:pt x="341" y="120"/>
                  <a:pt x="333" y="131"/>
                  <a:pt x="325" y="142"/>
                </a:cubicBezTo>
                <a:cubicBezTo>
                  <a:pt x="320" y="148"/>
                  <a:pt x="316" y="154"/>
                  <a:pt x="312" y="160"/>
                </a:cubicBezTo>
                <a:cubicBezTo>
                  <a:pt x="304" y="151"/>
                  <a:pt x="296" y="143"/>
                  <a:pt x="288" y="134"/>
                </a:cubicBezTo>
                <a:cubicBezTo>
                  <a:pt x="267" y="109"/>
                  <a:pt x="251" y="82"/>
                  <a:pt x="241" y="51"/>
                </a:cubicBezTo>
                <a:cubicBezTo>
                  <a:pt x="241" y="50"/>
                  <a:pt x="240" y="50"/>
                  <a:pt x="240" y="51"/>
                </a:cubicBezTo>
                <a:cubicBezTo>
                  <a:pt x="252" y="94"/>
                  <a:pt x="278" y="132"/>
                  <a:pt x="308" y="165"/>
                </a:cubicBezTo>
                <a:cubicBezTo>
                  <a:pt x="304" y="172"/>
                  <a:pt x="300" y="178"/>
                  <a:pt x="297" y="185"/>
                </a:cubicBezTo>
                <a:cubicBezTo>
                  <a:pt x="293" y="192"/>
                  <a:pt x="289" y="200"/>
                  <a:pt x="286" y="208"/>
                </a:cubicBezTo>
                <a:cubicBezTo>
                  <a:pt x="285" y="198"/>
                  <a:pt x="283" y="189"/>
                  <a:pt x="282" y="180"/>
                </a:cubicBezTo>
                <a:cubicBezTo>
                  <a:pt x="280" y="171"/>
                  <a:pt x="267" y="173"/>
                  <a:pt x="265" y="180"/>
                </a:cubicBezTo>
                <a:cubicBezTo>
                  <a:pt x="262" y="191"/>
                  <a:pt x="259" y="201"/>
                  <a:pt x="257" y="211"/>
                </a:cubicBezTo>
                <a:cubicBezTo>
                  <a:pt x="254" y="207"/>
                  <a:pt x="251" y="203"/>
                  <a:pt x="248" y="199"/>
                </a:cubicBezTo>
                <a:cubicBezTo>
                  <a:pt x="243" y="190"/>
                  <a:pt x="238" y="182"/>
                  <a:pt x="234" y="173"/>
                </a:cubicBezTo>
                <a:cubicBezTo>
                  <a:pt x="242" y="147"/>
                  <a:pt x="249" y="121"/>
                  <a:pt x="252" y="95"/>
                </a:cubicBezTo>
                <a:cubicBezTo>
                  <a:pt x="252" y="95"/>
                  <a:pt x="251" y="95"/>
                  <a:pt x="251" y="95"/>
                </a:cubicBezTo>
                <a:cubicBezTo>
                  <a:pt x="248" y="121"/>
                  <a:pt x="241" y="146"/>
                  <a:pt x="233" y="171"/>
                </a:cubicBezTo>
                <a:cubicBezTo>
                  <a:pt x="231" y="166"/>
                  <a:pt x="228" y="161"/>
                  <a:pt x="226" y="156"/>
                </a:cubicBezTo>
                <a:cubicBezTo>
                  <a:pt x="213" y="128"/>
                  <a:pt x="202" y="100"/>
                  <a:pt x="186" y="73"/>
                </a:cubicBezTo>
                <a:cubicBezTo>
                  <a:pt x="186" y="73"/>
                  <a:pt x="186" y="73"/>
                  <a:pt x="186" y="73"/>
                </a:cubicBezTo>
                <a:cubicBezTo>
                  <a:pt x="200" y="101"/>
                  <a:pt x="209" y="130"/>
                  <a:pt x="221" y="159"/>
                </a:cubicBezTo>
                <a:cubicBezTo>
                  <a:pt x="224" y="165"/>
                  <a:pt x="227" y="172"/>
                  <a:pt x="230" y="179"/>
                </a:cubicBezTo>
                <a:cubicBezTo>
                  <a:pt x="222" y="201"/>
                  <a:pt x="213" y="223"/>
                  <a:pt x="203" y="244"/>
                </a:cubicBezTo>
                <a:cubicBezTo>
                  <a:pt x="201" y="240"/>
                  <a:pt x="199" y="236"/>
                  <a:pt x="197" y="232"/>
                </a:cubicBezTo>
                <a:cubicBezTo>
                  <a:pt x="191" y="221"/>
                  <a:pt x="185" y="210"/>
                  <a:pt x="178" y="200"/>
                </a:cubicBezTo>
                <a:cubicBezTo>
                  <a:pt x="188" y="176"/>
                  <a:pt x="198" y="152"/>
                  <a:pt x="208" y="128"/>
                </a:cubicBezTo>
                <a:cubicBezTo>
                  <a:pt x="209" y="128"/>
                  <a:pt x="208" y="127"/>
                  <a:pt x="208" y="128"/>
                </a:cubicBezTo>
                <a:cubicBezTo>
                  <a:pt x="197" y="151"/>
                  <a:pt x="187" y="174"/>
                  <a:pt x="176" y="197"/>
                </a:cubicBezTo>
                <a:cubicBezTo>
                  <a:pt x="170" y="188"/>
                  <a:pt x="163" y="179"/>
                  <a:pt x="154" y="171"/>
                </a:cubicBezTo>
                <a:cubicBezTo>
                  <a:pt x="153" y="171"/>
                  <a:pt x="153" y="172"/>
                  <a:pt x="153" y="172"/>
                </a:cubicBezTo>
                <a:cubicBezTo>
                  <a:pt x="161" y="182"/>
                  <a:pt x="168" y="192"/>
                  <a:pt x="174" y="203"/>
                </a:cubicBezTo>
                <a:cubicBezTo>
                  <a:pt x="163" y="227"/>
                  <a:pt x="152" y="250"/>
                  <a:pt x="140" y="274"/>
                </a:cubicBezTo>
                <a:cubicBezTo>
                  <a:pt x="129" y="261"/>
                  <a:pt x="119" y="248"/>
                  <a:pt x="109" y="235"/>
                </a:cubicBezTo>
                <a:cubicBezTo>
                  <a:pt x="121" y="220"/>
                  <a:pt x="127" y="199"/>
                  <a:pt x="128" y="180"/>
                </a:cubicBezTo>
                <a:cubicBezTo>
                  <a:pt x="128" y="162"/>
                  <a:pt x="120" y="145"/>
                  <a:pt x="121" y="127"/>
                </a:cubicBezTo>
                <a:close/>
                <a:moveTo>
                  <a:pt x="305" y="508"/>
                </a:moveTo>
                <a:cubicBezTo>
                  <a:pt x="308" y="495"/>
                  <a:pt x="312" y="482"/>
                  <a:pt x="316" y="469"/>
                </a:cubicBezTo>
                <a:cubicBezTo>
                  <a:pt x="322" y="449"/>
                  <a:pt x="329" y="428"/>
                  <a:pt x="337" y="408"/>
                </a:cubicBezTo>
                <a:cubicBezTo>
                  <a:pt x="342" y="416"/>
                  <a:pt x="347" y="424"/>
                  <a:pt x="352" y="432"/>
                </a:cubicBezTo>
                <a:cubicBezTo>
                  <a:pt x="358" y="440"/>
                  <a:pt x="362" y="449"/>
                  <a:pt x="367" y="457"/>
                </a:cubicBezTo>
                <a:cubicBezTo>
                  <a:pt x="355" y="470"/>
                  <a:pt x="345" y="484"/>
                  <a:pt x="337" y="499"/>
                </a:cubicBezTo>
                <a:cubicBezTo>
                  <a:pt x="326" y="501"/>
                  <a:pt x="315" y="504"/>
                  <a:pt x="305" y="508"/>
                </a:cubicBezTo>
                <a:close/>
                <a:moveTo>
                  <a:pt x="195" y="294"/>
                </a:moveTo>
                <a:cubicBezTo>
                  <a:pt x="198" y="301"/>
                  <a:pt x="201" y="308"/>
                  <a:pt x="203" y="316"/>
                </a:cubicBezTo>
                <a:cubicBezTo>
                  <a:pt x="200" y="323"/>
                  <a:pt x="197" y="330"/>
                  <a:pt x="194" y="336"/>
                </a:cubicBezTo>
                <a:cubicBezTo>
                  <a:pt x="190" y="330"/>
                  <a:pt x="184" y="325"/>
                  <a:pt x="180" y="320"/>
                </a:cubicBezTo>
                <a:cubicBezTo>
                  <a:pt x="178" y="317"/>
                  <a:pt x="175" y="315"/>
                  <a:pt x="173" y="312"/>
                </a:cubicBezTo>
                <a:cubicBezTo>
                  <a:pt x="183" y="294"/>
                  <a:pt x="192" y="276"/>
                  <a:pt x="200" y="258"/>
                </a:cubicBezTo>
                <a:cubicBezTo>
                  <a:pt x="201" y="257"/>
                  <a:pt x="201" y="255"/>
                  <a:pt x="202" y="254"/>
                </a:cubicBezTo>
                <a:cubicBezTo>
                  <a:pt x="206" y="262"/>
                  <a:pt x="211" y="270"/>
                  <a:pt x="215" y="277"/>
                </a:cubicBezTo>
                <a:cubicBezTo>
                  <a:pt x="216" y="279"/>
                  <a:pt x="217" y="280"/>
                  <a:pt x="218" y="282"/>
                </a:cubicBezTo>
                <a:cubicBezTo>
                  <a:pt x="215" y="289"/>
                  <a:pt x="212" y="296"/>
                  <a:pt x="209" y="303"/>
                </a:cubicBezTo>
                <a:cubicBezTo>
                  <a:pt x="206" y="299"/>
                  <a:pt x="203" y="295"/>
                  <a:pt x="199" y="291"/>
                </a:cubicBezTo>
                <a:cubicBezTo>
                  <a:pt x="197" y="288"/>
                  <a:pt x="194" y="291"/>
                  <a:pt x="195" y="294"/>
                </a:cubicBezTo>
                <a:close/>
                <a:moveTo>
                  <a:pt x="158" y="444"/>
                </a:moveTo>
                <a:cubicBezTo>
                  <a:pt x="156" y="443"/>
                  <a:pt x="154" y="443"/>
                  <a:pt x="154" y="443"/>
                </a:cubicBezTo>
                <a:cubicBezTo>
                  <a:pt x="150" y="443"/>
                  <a:pt x="149" y="448"/>
                  <a:pt x="153" y="449"/>
                </a:cubicBezTo>
                <a:cubicBezTo>
                  <a:pt x="154" y="450"/>
                  <a:pt x="155" y="451"/>
                  <a:pt x="156" y="452"/>
                </a:cubicBezTo>
                <a:cubicBezTo>
                  <a:pt x="156" y="455"/>
                  <a:pt x="155" y="458"/>
                  <a:pt x="155" y="461"/>
                </a:cubicBezTo>
                <a:cubicBezTo>
                  <a:pt x="128" y="441"/>
                  <a:pt x="101" y="420"/>
                  <a:pt x="82" y="393"/>
                </a:cubicBezTo>
                <a:cubicBezTo>
                  <a:pt x="83" y="391"/>
                  <a:pt x="84" y="389"/>
                  <a:pt x="85" y="388"/>
                </a:cubicBezTo>
                <a:cubicBezTo>
                  <a:pt x="93" y="374"/>
                  <a:pt x="101" y="360"/>
                  <a:pt x="109" y="346"/>
                </a:cubicBezTo>
                <a:cubicBezTo>
                  <a:pt x="116" y="355"/>
                  <a:pt x="123" y="363"/>
                  <a:pt x="130" y="372"/>
                </a:cubicBezTo>
                <a:cubicBezTo>
                  <a:pt x="123" y="382"/>
                  <a:pt x="116" y="392"/>
                  <a:pt x="109" y="401"/>
                </a:cubicBezTo>
                <a:cubicBezTo>
                  <a:pt x="108" y="403"/>
                  <a:pt x="110" y="405"/>
                  <a:pt x="111" y="403"/>
                </a:cubicBezTo>
                <a:cubicBezTo>
                  <a:pt x="120" y="395"/>
                  <a:pt x="127" y="386"/>
                  <a:pt x="134" y="377"/>
                </a:cubicBezTo>
                <a:cubicBezTo>
                  <a:pt x="144" y="389"/>
                  <a:pt x="154" y="401"/>
                  <a:pt x="165" y="412"/>
                </a:cubicBezTo>
                <a:cubicBezTo>
                  <a:pt x="162" y="423"/>
                  <a:pt x="160" y="433"/>
                  <a:pt x="158" y="444"/>
                </a:cubicBezTo>
                <a:close/>
                <a:moveTo>
                  <a:pt x="139" y="284"/>
                </a:moveTo>
                <a:cubicBezTo>
                  <a:pt x="148" y="295"/>
                  <a:pt x="157" y="305"/>
                  <a:pt x="167" y="316"/>
                </a:cubicBezTo>
                <a:cubicBezTo>
                  <a:pt x="156" y="333"/>
                  <a:pt x="146" y="350"/>
                  <a:pt x="134" y="367"/>
                </a:cubicBezTo>
                <a:cubicBezTo>
                  <a:pt x="127" y="358"/>
                  <a:pt x="119" y="349"/>
                  <a:pt x="112" y="340"/>
                </a:cubicBezTo>
                <a:cubicBezTo>
                  <a:pt x="118" y="328"/>
                  <a:pt x="124" y="315"/>
                  <a:pt x="131" y="302"/>
                </a:cubicBezTo>
                <a:cubicBezTo>
                  <a:pt x="133" y="296"/>
                  <a:pt x="136" y="290"/>
                  <a:pt x="139" y="284"/>
                </a:cubicBezTo>
                <a:close/>
                <a:moveTo>
                  <a:pt x="143" y="277"/>
                </a:moveTo>
                <a:cubicBezTo>
                  <a:pt x="154" y="253"/>
                  <a:pt x="165" y="229"/>
                  <a:pt x="175" y="205"/>
                </a:cubicBezTo>
                <a:cubicBezTo>
                  <a:pt x="182" y="217"/>
                  <a:pt x="189" y="230"/>
                  <a:pt x="195" y="242"/>
                </a:cubicBezTo>
                <a:cubicBezTo>
                  <a:pt x="197" y="245"/>
                  <a:pt x="199" y="248"/>
                  <a:pt x="200" y="251"/>
                </a:cubicBezTo>
                <a:cubicBezTo>
                  <a:pt x="199" y="253"/>
                  <a:pt x="199" y="254"/>
                  <a:pt x="198" y="256"/>
                </a:cubicBezTo>
                <a:cubicBezTo>
                  <a:pt x="189" y="274"/>
                  <a:pt x="180" y="292"/>
                  <a:pt x="171" y="309"/>
                </a:cubicBezTo>
                <a:cubicBezTo>
                  <a:pt x="163" y="301"/>
                  <a:pt x="156" y="293"/>
                  <a:pt x="149" y="284"/>
                </a:cubicBezTo>
                <a:cubicBezTo>
                  <a:pt x="147" y="282"/>
                  <a:pt x="145" y="279"/>
                  <a:pt x="143" y="277"/>
                </a:cubicBezTo>
                <a:close/>
                <a:moveTo>
                  <a:pt x="138" y="371"/>
                </a:moveTo>
                <a:cubicBezTo>
                  <a:pt x="144" y="362"/>
                  <a:pt x="150" y="352"/>
                  <a:pt x="156" y="343"/>
                </a:cubicBezTo>
                <a:cubicBezTo>
                  <a:pt x="161" y="335"/>
                  <a:pt x="165" y="327"/>
                  <a:pt x="170" y="319"/>
                </a:cubicBezTo>
                <a:cubicBezTo>
                  <a:pt x="176" y="327"/>
                  <a:pt x="183" y="338"/>
                  <a:pt x="190" y="345"/>
                </a:cubicBezTo>
                <a:cubicBezTo>
                  <a:pt x="187" y="353"/>
                  <a:pt x="184" y="360"/>
                  <a:pt x="181" y="368"/>
                </a:cubicBezTo>
                <a:cubicBezTo>
                  <a:pt x="176" y="380"/>
                  <a:pt x="172" y="392"/>
                  <a:pt x="168" y="404"/>
                </a:cubicBezTo>
                <a:cubicBezTo>
                  <a:pt x="158" y="393"/>
                  <a:pt x="148" y="382"/>
                  <a:pt x="138" y="371"/>
                </a:cubicBezTo>
                <a:close/>
                <a:moveTo>
                  <a:pt x="220" y="284"/>
                </a:moveTo>
                <a:cubicBezTo>
                  <a:pt x="225" y="293"/>
                  <a:pt x="232" y="301"/>
                  <a:pt x="239" y="306"/>
                </a:cubicBezTo>
                <a:cubicBezTo>
                  <a:pt x="242" y="308"/>
                  <a:pt x="245" y="304"/>
                  <a:pt x="243" y="302"/>
                </a:cubicBezTo>
                <a:cubicBezTo>
                  <a:pt x="238" y="293"/>
                  <a:pt x="230" y="285"/>
                  <a:pt x="223" y="276"/>
                </a:cubicBezTo>
                <a:cubicBezTo>
                  <a:pt x="230" y="258"/>
                  <a:pt x="237" y="240"/>
                  <a:pt x="241" y="221"/>
                </a:cubicBezTo>
                <a:cubicBezTo>
                  <a:pt x="242" y="220"/>
                  <a:pt x="240" y="220"/>
                  <a:pt x="240" y="221"/>
                </a:cubicBezTo>
                <a:cubicBezTo>
                  <a:pt x="235" y="239"/>
                  <a:pt x="229" y="257"/>
                  <a:pt x="222" y="274"/>
                </a:cubicBezTo>
                <a:cubicBezTo>
                  <a:pt x="221" y="273"/>
                  <a:pt x="220" y="272"/>
                  <a:pt x="219" y="270"/>
                </a:cubicBezTo>
                <a:cubicBezTo>
                  <a:pt x="214" y="263"/>
                  <a:pt x="209" y="255"/>
                  <a:pt x="205" y="247"/>
                </a:cubicBezTo>
                <a:cubicBezTo>
                  <a:pt x="215" y="226"/>
                  <a:pt x="224" y="204"/>
                  <a:pt x="231" y="181"/>
                </a:cubicBezTo>
                <a:cubicBezTo>
                  <a:pt x="238" y="195"/>
                  <a:pt x="245" y="210"/>
                  <a:pt x="254" y="222"/>
                </a:cubicBezTo>
                <a:cubicBezTo>
                  <a:pt x="244" y="277"/>
                  <a:pt x="246" y="335"/>
                  <a:pt x="248" y="392"/>
                </a:cubicBezTo>
                <a:cubicBezTo>
                  <a:pt x="245" y="381"/>
                  <a:pt x="242" y="369"/>
                  <a:pt x="238" y="358"/>
                </a:cubicBezTo>
                <a:cubicBezTo>
                  <a:pt x="231" y="338"/>
                  <a:pt x="222" y="322"/>
                  <a:pt x="211" y="306"/>
                </a:cubicBezTo>
                <a:cubicBezTo>
                  <a:pt x="214" y="299"/>
                  <a:pt x="217" y="292"/>
                  <a:pt x="220" y="284"/>
                </a:cubicBezTo>
                <a:close/>
                <a:moveTo>
                  <a:pt x="340" y="193"/>
                </a:moveTo>
                <a:cubicBezTo>
                  <a:pt x="333" y="182"/>
                  <a:pt x="324" y="173"/>
                  <a:pt x="316" y="163"/>
                </a:cubicBezTo>
                <a:cubicBezTo>
                  <a:pt x="322" y="154"/>
                  <a:pt x="329" y="145"/>
                  <a:pt x="335" y="136"/>
                </a:cubicBezTo>
                <a:cubicBezTo>
                  <a:pt x="341" y="128"/>
                  <a:pt x="346" y="120"/>
                  <a:pt x="351" y="112"/>
                </a:cubicBezTo>
                <a:cubicBezTo>
                  <a:pt x="357" y="124"/>
                  <a:pt x="364" y="136"/>
                  <a:pt x="370" y="147"/>
                </a:cubicBezTo>
                <a:cubicBezTo>
                  <a:pt x="372" y="152"/>
                  <a:pt x="374" y="156"/>
                  <a:pt x="376" y="160"/>
                </a:cubicBezTo>
                <a:cubicBezTo>
                  <a:pt x="367" y="175"/>
                  <a:pt x="357" y="190"/>
                  <a:pt x="348" y="204"/>
                </a:cubicBezTo>
                <a:cubicBezTo>
                  <a:pt x="342" y="213"/>
                  <a:pt x="336" y="223"/>
                  <a:pt x="329" y="234"/>
                </a:cubicBezTo>
                <a:cubicBezTo>
                  <a:pt x="322" y="220"/>
                  <a:pt x="315" y="206"/>
                  <a:pt x="307" y="193"/>
                </a:cubicBezTo>
                <a:cubicBezTo>
                  <a:pt x="306" y="192"/>
                  <a:pt x="305" y="193"/>
                  <a:pt x="305" y="194"/>
                </a:cubicBezTo>
                <a:cubicBezTo>
                  <a:pt x="313" y="208"/>
                  <a:pt x="321" y="222"/>
                  <a:pt x="328" y="237"/>
                </a:cubicBezTo>
                <a:cubicBezTo>
                  <a:pt x="313" y="261"/>
                  <a:pt x="302" y="287"/>
                  <a:pt x="302" y="314"/>
                </a:cubicBezTo>
                <a:cubicBezTo>
                  <a:pt x="302" y="319"/>
                  <a:pt x="309" y="320"/>
                  <a:pt x="310" y="315"/>
                </a:cubicBezTo>
                <a:cubicBezTo>
                  <a:pt x="314" y="295"/>
                  <a:pt x="318" y="276"/>
                  <a:pt x="326" y="257"/>
                </a:cubicBezTo>
                <a:cubicBezTo>
                  <a:pt x="328" y="253"/>
                  <a:pt x="330" y="249"/>
                  <a:pt x="332" y="246"/>
                </a:cubicBezTo>
                <a:cubicBezTo>
                  <a:pt x="339" y="261"/>
                  <a:pt x="346" y="277"/>
                  <a:pt x="352" y="292"/>
                </a:cubicBezTo>
                <a:cubicBezTo>
                  <a:pt x="340" y="314"/>
                  <a:pt x="327" y="336"/>
                  <a:pt x="314" y="356"/>
                </a:cubicBezTo>
                <a:cubicBezTo>
                  <a:pt x="311" y="361"/>
                  <a:pt x="318" y="365"/>
                  <a:pt x="321" y="360"/>
                </a:cubicBezTo>
                <a:cubicBezTo>
                  <a:pt x="333" y="341"/>
                  <a:pt x="344" y="321"/>
                  <a:pt x="355" y="300"/>
                </a:cubicBezTo>
                <a:cubicBezTo>
                  <a:pt x="357" y="304"/>
                  <a:pt x="358" y="308"/>
                  <a:pt x="360" y="311"/>
                </a:cubicBezTo>
                <a:cubicBezTo>
                  <a:pt x="337" y="351"/>
                  <a:pt x="317" y="391"/>
                  <a:pt x="300" y="433"/>
                </a:cubicBezTo>
                <a:cubicBezTo>
                  <a:pt x="300" y="430"/>
                  <a:pt x="300" y="426"/>
                  <a:pt x="300" y="422"/>
                </a:cubicBezTo>
                <a:cubicBezTo>
                  <a:pt x="296" y="356"/>
                  <a:pt x="296" y="289"/>
                  <a:pt x="288" y="223"/>
                </a:cubicBezTo>
                <a:cubicBezTo>
                  <a:pt x="294" y="207"/>
                  <a:pt x="298" y="193"/>
                  <a:pt x="306" y="178"/>
                </a:cubicBezTo>
                <a:cubicBezTo>
                  <a:pt x="308" y="175"/>
                  <a:pt x="310" y="172"/>
                  <a:pt x="312" y="169"/>
                </a:cubicBezTo>
                <a:cubicBezTo>
                  <a:pt x="320" y="178"/>
                  <a:pt x="329" y="187"/>
                  <a:pt x="337" y="195"/>
                </a:cubicBezTo>
                <a:cubicBezTo>
                  <a:pt x="339" y="197"/>
                  <a:pt x="342" y="195"/>
                  <a:pt x="340" y="193"/>
                </a:cubicBezTo>
                <a:close/>
                <a:moveTo>
                  <a:pt x="413" y="93"/>
                </a:moveTo>
                <a:cubicBezTo>
                  <a:pt x="426" y="114"/>
                  <a:pt x="437" y="137"/>
                  <a:pt x="444" y="161"/>
                </a:cubicBezTo>
                <a:cubicBezTo>
                  <a:pt x="429" y="175"/>
                  <a:pt x="416" y="191"/>
                  <a:pt x="404" y="207"/>
                </a:cubicBezTo>
                <a:cubicBezTo>
                  <a:pt x="397" y="192"/>
                  <a:pt x="390" y="176"/>
                  <a:pt x="382" y="161"/>
                </a:cubicBezTo>
                <a:cubicBezTo>
                  <a:pt x="393" y="140"/>
                  <a:pt x="402" y="119"/>
                  <a:pt x="405" y="95"/>
                </a:cubicBezTo>
                <a:cubicBezTo>
                  <a:pt x="405" y="94"/>
                  <a:pt x="404" y="94"/>
                  <a:pt x="404" y="95"/>
                </a:cubicBezTo>
                <a:cubicBezTo>
                  <a:pt x="399" y="116"/>
                  <a:pt x="390" y="136"/>
                  <a:pt x="379" y="155"/>
                </a:cubicBezTo>
                <a:cubicBezTo>
                  <a:pt x="377" y="152"/>
                  <a:pt x="376" y="148"/>
                  <a:pt x="374" y="145"/>
                </a:cubicBezTo>
                <a:cubicBezTo>
                  <a:pt x="367" y="133"/>
                  <a:pt x="361" y="120"/>
                  <a:pt x="353" y="108"/>
                </a:cubicBezTo>
                <a:cubicBezTo>
                  <a:pt x="362" y="92"/>
                  <a:pt x="369" y="74"/>
                  <a:pt x="371" y="56"/>
                </a:cubicBezTo>
                <a:cubicBezTo>
                  <a:pt x="388" y="66"/>
                  <a:pt x="402" y="78"/>
                  <a:pt x="413" y="93"/>
                </a:cubicBezTo>
                <a:close/>
                <a:moveTo>
                  <a:pt x="377" y="339"/>
                </a:moveTo>
                <a:cubicBezTo>
                  <a:pt x="375" y="334"/>
                  <a:pt x="373" y="329"/>
                  <a:pt x="371" y="325"/>
                </a:cubicBezTo>
                <a:cubicBezTo>
                  <a:pt x="376" y="311"/>
                  <a:pt x="382" y="297"/>
                  <a:pt x="387" y="283"/>
                </a:cubicBezTo>
                <a:cubicBezTo>
                  <a:pt x="389" y="277"/>
                  <a:pt x="381" y="274"/>
                  <a:pt x="378" y="279"/>
                </a:cubicBezTo>
                <a:cubicBezTo>
                  <a:pt x="373" y="288"/>
                  <a:pt x="368" y="297"/>
                  <a:pt x="363" y="306"/>
                </a:cubicBezTo>
                <a:cubicBezTo>
                  <a:pt x="361" y="302"/>
                  <a:pt x="360" y="299"/>
                  <a:pt x="358" y="295"/>
                </a:cubicBezTo>
                <a:cubicBezTo>
                  <a:pt x="372" y="269"/>
                  <a:pt x="387" y="243"/>
                  <a:pt x="403" y="218"/>
                </a:cubicBezTo>
                <a:cubicBezTo>
                  <a:pt x="407" y="227"/>
                  <a:pt x="411" y="237"/>
                  <a:pt x="414" y="247"/>
                </a:cubicBezTo>
                <a:cubicBezTo>
                  <a:pt x="417" y="255"/>
                  <a:pt x="419" y="264"/>
                  <a:pt x="424" y="272"/>
                </a:cubicBezTo>
                <a:cubicBezTo>
                  <a:pt x="425" y="273"/>
                  <a:pt x="428" y="273"/>
                  <a:pt x="428" y="271"/>
                </a:cubicBezTo>
                <a:cubicBezTo>
                  <a:pt x="427" y="253"/>
                  <a:pt x="415" y="233"/>
                  <a:pt x="408" y="216"/>
                </a:cubicBezTo>
                <a:cubicBezTo>
                  <a:pt x="408" y="215"/>
                  <a:pt x="407" y="214"/>
                  <a:pt x="406" y="212"/>
                </a:cubicBezTo>
                <a:cubicBezTo>
                  <a:pt x="418" y="195"/>
                  <a:pt x="431" y="178"/>
                  <a:pt x="445" y="164"/>
                </a:cubicBezTo>
                <a:cubicBezTo>
                  <a:pt x="451" y="183"/>
                  <a:pt x="456" y="202"/>
                  <a:pt x="459" y="221"/>
                </a:cubicBezTo>
                <a:cubicBezTo>
                  <a:pt x="460" y="227"/>
                  <a:pt x="461" y="232"/>
                  <a:pt x="462" y="237"/>
                </a:cubicBezTo>
                <a:cubicBezTo>
                  <a:pt x="434" y="271"/>
                  <a:pt x="404" y="304"/>
                  <a:pt x="377" y="339"/>
                </a:cubicBezTo>
                <a:close/>
                <a:moveTo>
                  <a:pt x="373" y="344"/>
                </a:moveTo>
                <a:cubicBezTo>
                  <a:pt x="372" y="344"/>
                  <a:pt x="372" y="344"/>
                  <a:pt x="372" y="344"/>
                </a:cubicBezTo>
                <a:cubicBezTo>
                  <a:pt x="365" y="353"/>
                  <a:pt x="358" y="362"/>
                  <a:pt x="352" y="371"/>
                </a:cubicBezTo>
                <a:cubicBezTo>
                  <a:pt x="357" y="358"/>
                  <a:pt x="363" y="345"/>
                  <a:pt x="368" y="332"/>
                </a:cubicBezTo>
                <a:cubicBezTo>
                  <a:pt x="369" y="336"/>
                  <a:pt x="371" y="340"/>
                  <a:pt x="373" y="344"/>
                </a:cubicBezTo>
                <a:close/>
                <a:moveTo>
                  <a:pt x="355" y="287"/>
                </a:moveTo>
                <a:cubicBezTo>
                  <a:pt x="348" y="272"/>
                  <a:pt x="341" y="257"/>
                  <a:pt x="334" y="242"/>
                </a:cubicBezTo>
                <a:cubicBezTo>
                  <a:pt x="341" y="228"/>
                  <a:pt x="350" y="215"/>
                  <a:pt x="358" y="201"/>
                </a:cubicBezTo>
                <a:cubicBezTo>
                  <a:pt x="365" y="190"/>
                  <a:pt x="373" y="178"/>
                  <a:pt x="379" y="166"/>
                </a:cubicBezTo>
                <a:cubicBezTo>
                  <a:pt x="387" y="182"/>
                  <a:pt x="394" y="197"/>
                  <a:pt x="400" y="213"/>
                </a:cubicBezTo>
                <a:cubicBezTo>
                  <a:pt x="384" y="236"/>
                  <a:pt x="369" y="262"/>
                  <a:pt x="355" y="287"/>
                </a:cubicBezTo>
                <a:close/>
                <a:moveTo>
                  <a:pt x="358" y="434"/>
                </a:moveTo>
                <a:cubicBezTo>
                  <a:pt x="351" y="424"/>
                  <a:pt x="345" y="415"/>
                  <a:pt x="338" y="405"/>
                </a:cubicBezTo>
                <a:cubicBezTo>
                  <a:pt x="338" y="405"/>
                  <a:pt x="339" y="405"/>
                  <a:pt x="339" y="405"/>
                </a:cubicBezTo>
                <a:cubicBezTo>
                  <a:pt x="350" y="386"/>
                  <a:pt x="362" y="368"/>
                  <a:pt x="375" y="350"/>
                </a:cubicBezTo>
                <a:cubicBezTo>
                  <a:pt x="380" y="364"/>
                  <a:pt x="384" y="380"/>
                  <a:pt x="392" y="392"/>
                </a:cubicBezTo>
                <a:cubicBezTo>
                  <a:pt x="393" y="393"/>
                  <a:pt x="395" y="393"/>
                  <a:pt x="395" y="391"/>
                </a:cubicBezTo>
                <a:cubicBezTo>
                  <a:pt x="393" y="376"/>
                  <a:pt x="385" y="360"/>
                  <a:pt x="379" y="345"/>
                </a:cubicBezTo>
                <a:cubicBezTo>
                  <a:pt x="379" y="345"/>
                  <a:pt x="379" y="345"/>
                  <a:pt x="379" y="344"/>
                </a:cubicBezTo>
                <a:cubicBezTo>
                  <a:pt x="406" y="309"/>
                  <a:pt x="435" y="275"/>
                  <a:pt x="462" y="240"/>
                </a:cubicBezTo>
                <a:cubicBezTo>
                  <a:pt x="467" y="275"/>
                  <a:pt x="464" y="312"/>
                  <a:pt x="441" y="341"/>
                </a:cubicBezTo>
                <a:cubicBezTo>
                  <a:pt x="437" y="347"/>
                  <a:pt x="441" y="360"/>
                  <a:pt x="450" y="356"/>
                </a:cubicBezTo>
                <a:cubicBezTo>
                  <a:pt x="451" y="356"/>
                  <a:pt x="452" y="355"/>
                  <a:pt x="453" y="355"/>
                </a:cubicBezTo>
                <a:cubicBezTo>
                  <a:pt x="435" y="380"/>
                  <a:pt x="414" y="404"/>
                  <a:pt x="394" y="428"/>
                </a:cubicBezTo>
                <a:cubicBezTo>
                  <a:pt x="386" y="436"/>
                  <a:pt x="378" y="444"/>
                  <a:pt x="371" y="453"/>
                </a:cubicBezTo>
                <a:cubicBezTo>
                  <a:pt x="366" y="446"/>
                  <a:pt x="362" y="440"/>
                  <a:pt x="358" y="434"/>
                </a:cubicBezTo>
                <a:close/>
                <a:moveTo>
                  <a:pt x="102" y="242"/>
                </a:moveTo>
                <a:cubicBezTo>
                  <a:pt x="103" y="241"/>
                  <a:pt x="104" y="240"/>
                  <a:pt x="105" y="239"/>
                </a:cubicBezTo>
                <a:cubicBezTo>
                  <a:pt x="115" y="254"/>
                  <a:pt x="125" y="268"/>
                  <a:pt x="137" y="281"/>
                </a:cubicBezTo>
                <a:cubicBezTo>
                  <a:pt x="135" y="285"/>
                  <a:pt x="132" y="289"/>
                  <a:pt x="130" y="294"/>
                </a:cubicBezTo>
                <a:cubicBezTo>
                  <a:pt x="123" y="308"/>
                  <a:pt x="116" y="322"/>
                  <a:pt x="108" y="336"/>
                </a:cubicBezTo>
                <a:cubicBezTo>
                  <a:pt x="98" y="325"/>
                  <a:pt x="89" y="313"/>
                  <a:pt x="79" y="302"/>
                </a:cubicBezTo>
                <a:cubicBezTo>
                  <a:pt x="77" y="300"/>
                  <a:pt x="74" y="303"/>
                  <a:pt x="76" y="305"/>
                </a:cubicBezTo>
                <a:cubicBezTo>
                  <a:pt x="86" y="317"/>
                  <a:pt x="96" y="329"/>
                  <a:pt x="105" y="341"/>
                </a:cubicBezTo>
                <a:cubicBezTo>
                  <a:pt x="97" y="357"/>
                  <a:pt x="87" y="372"/>
                  <a:pt x="78" y="387"/>
                </a:cubicBezTo>
                <a:cubicBezTo>
                  <a:pt x="74" y="381"/>
                  <a:pt x="70" y="375"/>
                  <a:pt x="67" y="369"/>
                </a:cubicBezTo>
                <a:cubicBezTo>
                  <a:pt x="67" y="368"/>
                  <a:pt x="65" y="369"/>
                  <a:pt x="66" y="370"/>
                </a:cubicBezTo>
                <a:cubicBezTo>
                  <a:pt x="69" y="377"/>
                  <a:pt x="72" y="383"/>
                  <a:pt x="76" y="389"/>
                </a:cubicBezTo>
                <a:cubicBezTo>
                  <a:pt x="70" y="399"/>
                  <a:pt x="63" y="409"/>
                  <a:pt x="56" y="419"/>
                </a:cubicBezTo>
                <a:cubicBezTo>
                  <a:pt x="43" y="396"/>
                  <a:pt x="33" y="371"/>
                  <a:pt x="31" y="346"/>
                </a:cubicBezTo>
                <a:cubicBezTo>
                  <a:pt x="30" y="317"/>
                  <a:pt x="45" y="297"/>
                  <a:pt x="65" y="279"/>
                </a:cubicBezTo>
                <a:cubicBezTo>
                  <a:pt x="75" y="270"/>
                  <a:pt x="84" y="261"/>
                  <a:pt x="91" y="251"/>
                </a:cubicBezTo>
                <a:cubicBezTo>
                  <a:pt x="95" y="248"/>
                  <a:pt x="99" y="245"/>
                  <a:pt x="102" y="242"/>
                </a:cubicBezTo>
                <a:close/>
                <a:moveTo>
                  <a:pt x="94" y="473"/>
                </a:moveTo>
                <a:cubicBezTo>
                  <a:pt x="82" y="458"/>
                  <a:pt x="69" y="442"/>
                  <a:pt x="59" y="425"/>
                </a:cubicBezTo>
                <a:cubicBezTo>
                  <a:pt x="67" y="416"/>
                  <a:pt x="74" y="405"/>
                  <a:pt x="80" y="395"/>
                </a:cubicBezTo>
                <a:cubicBezTo>
                  <a:pt x="100" y="424"/>
                  <a:pt x="127" y="445"/>
                  <a:pt x="155" y="468"/>
                </a:cubicBezTo>
                <a:cubicBezTo>
                  <a:pt x="154" y="480"/>
                  <a:pt x="156" y="492"/>
                  <a:pt x="163" y="502"/>
                </a:cubicBezTo>
                <a:cubicBezTo>
                  <a:pt x="164" y="504"/>
                  <a:pt x="167" y="502"/>
                  <a:pt x="166" y="500"/>
                </a:cubicBezTo>
                <a:cubicBezTo>
                  <a:pt x="162" y="492"/>
                  <a:pt x="160" y="482"/>
                  <a:pt x="160" y="472"/>
                </a:cubicBezTo>
                <a:cubicBezTo>
                  <a:pt x="172" y="482"/>
                  <a:pt x="184" y="492"/>
                  <a:pt x="195" y="503"/>
                </a:cubicBezTo>
                <a:cubicBezTo>
                  <a:pt x="198" y="506"/>
                  <a:pt x="203" y="502"/>
                  <a:pt x="200" y="499"/>
                </a:cubicBezTo>
                <a:cubicBezTo>
                  <a:pt x="187" y="487"/>
                  <a:pt x="174" y="476"/>
                  <a:pt x="160" y="466"/>
                </a:cubicBezTo>
                <a:cubicBezTo>
                  <a:pt x="161" y="462"/>
                  <a:pt x="161" y="458"/>
                  <a:pt x="161" y="454"/>
                </a:cubicBezTo>
                <a:cubicBezTo>
                  <a:pt x="162" y="455"/>
                  <a:pt x="162" y="456"/>
                  <a:pt x="163" y="456"/>
                </a:cubicBezTo>
                <a:cubicBezTo>
                  <a:pt x="167" y="461"/>
                  <a:pt x="170" y="464"/>
                  <a:pt x="175" y="467"/>
                </a:cubicBezTo>
                <a:cubicBezTo>
                  <a:pt x="177" y="468"/>
                  <a:pt x="180" y="474"/>
                  <a:pt x="183" y="477"/>
                </a:cubicBezTo>
                <a:cubicBezTo>
                  <a:pt x="187" y="480"/>
                  <a:pt x="190" y="483"/>
                  <a:pt x="194" y="487"/>
                </a:cubicBezTo>
                <a:cubicBezTo>
                  <a:pt x="195" y="489"/>
                  <a:pt x="195" y="490"/>
                  <a:pt x="195" y="489"/>
                </a:cubicBezTo>
                <a:cubicBezTo>
                  <a:pt x="196" y="492"/>
                  <a:pt x="198" y="495"/>
                  <a:pt x="199" y="497"/>
                </a:cubicBezTo>
                <a:cubicBezTo>
                  <a:pt x="202" y="501"/>
                  <a:pt x="204" y="505"/>
                  <a:pt x="206" y="510"/>
                </a:cubicBezTo>
                <a:cubicBezTo>
                  <a:pt x="209" y="515"/>
                  <a:pt x="211" y="525"/>
                  <a:pt x="213" y="533"/>
                </a:cubicBezTo>
                <a:cubicBezTo>
                  <a:pt x="168" y="528"/>
                  <a:pt x="127" y="504"/>
                  <a:pt x="94" y="473"/>
                </a:cubicBezTo>
                <a:close/>
                <a:moveTo>
                  <a:pt x="216" y="457"/>
                </a:moveTo>
                <a:cubicBezTo>
                  <a:pt x="213" y="454"/>
                  <a:pt x="208" y="452"/>
                  <a:pt x="204" y="449"/>
                </a:cubicBezTo>
                <a:cubicBezTo>
                  <a:pt x="197" y="446"/>
                  <a:pt x="191" y="447"/>
                  <a:pt x="185" y="444"/>
                </a:cubicBezTo>
                <a:cubicBezTo>
                  <a:pt x="179" y="443"/>
                  <a:pt x="174" y="442"/>
                  <a:pt x="168" y="443"/>
                </a:cubicBezTo>
                <a:cubicBezTo>
                  <a:pt x="166" y="443"/>
                  <a:pt x="164" y="444"/>
                  <a:pt x="163" y="445"/>
                </a:cubicBezTo>
                <a:cubicBezTo>
                  <a:pt x="163" y="445"/>
                  <a:pt x="163" y="445"/>
                  <a:pt x="163" y="445"/>
                </a:cubicBezTo>
                <a:cubicBezTo>
                  <a:pt x="163" y="443"/>
                  <a:pt x="164" y="441"/>
                  <a:pt x="164" y="439"/>
                </a:cubicBezTo>
                <a:cubicBezTo>
                  <a:pt x="165" y="431"/>
                  <a:pt x="167" y="424"/>
                  <a:pt x="169" y="416"/>
                </a:cubicBezTo>
                <a:cubicBezTo>
                  <a:pt x="181" y="428"/>
                  <a:pt x="192" y="439"/>
                  <a:pt x="205" y="449"/>
                </a:cubicBezTo>
                <a:cubicBezTo>
                  <a:pt x="209" y="452"/>
                  <a:pt x="215" y="447"/>
                  <a:pt x="211" y="443"/>
                </a:cubicBezTo>
                <a:cubicBezTo>
                  <a:pt x="197" y="432"/>
                  <a:pt x="184" y="420"/>
                  <a:pt x="172" y="408"/>
                </a:cubicBezTo>
                <a:cubicBezTo>
                  <a:pt x="176" y="392"/>
                  <a:pt x="182" y="377"/>
                  <a:pt x="187" y="363"/>
                </a:cubicBezTo>
                <a:cubicBezTo>
                  <a:pt x="189" y="358"/>
                  <a:pt x="191" y="353"/>
                  <a:pt x="193" y="348"/>
                </a:cubicBezTo>
                <a:cubicBezTo>
                  <a:pt x="194" y="348"/>
                  <a:pt x="195" y="349"/>
                  <a:pt x="196" y="349"/>
                </a:cubicBezTo>
                <a:cubicBezTo>
                  <a:pt x="198" y="351"/>
                  <a:pt x="200" y="349"/>
                  <a:pt x="199" y="347"/>
                </a:cubicBezTo>
                <a:cubicBezTo>
                  <a:pt x="199" y="344"/>
                  <a:pt x="198" y="342"/>
                  <a:pt x="196" y="340"/>
                </a:cubicBezTo>
                <a:cubicBezTo>
                  <a:pt x="199" y="333"/>
                  <a:pt x="202" y="327"/>
                  <a:pt x="205" y="320"/>
                </a:cubicBezTo>
                <a:cubicBezTo>
                  <a:pt x="210" y="337"/>
                  <a:pt x="214" y="355"/>
                  <a:pt x="216" y="372"/>
                </a:cubicBezTo>
                <a:cubicBezTo>
                  <a:pt x="221" y="400"/>
                  <a:pt x="223" y="428"/>
                  <a:pt x="226" y="456"/>
                </a:cubicBezTo>
                <a:cubicBezTo>
                  <a:pt x="226" y="459"/>
                  <a:pt x="226" y="462"/>
                  <a:pt x="227" y="465"/>
                </a:cubicBezTo>
                <a:cubicBezTo>
                  <a:pt x="223" y="463"/>
                  <a:pt x="220" y="460"/>
                  <a:pt x="216" y="457"/>
                </a:cubicBezTo>
                <a:close/>
                <a:moveTo>
                  <a:pt x="488" y="278"/>
                </a:moveTo>
                <a:cubicBezTo>
                  <a:pt x="488" y="268"/>
                  <a:pt x="487" y="258"/>
                  <a:pt x="487" y="249"/>
                </a:cubicBezTo>
                <a:cubicBezTo>
                  <a:pt x="488" y="258"/>
                  <a:pt x="488" y="268"/>
                  <a:pt x="488" y="278"/>
                </a:cubicBezTo>
                <a:close/>
                <a:moveTo>
                  <a:pt x="113" y="106"/>
                </a:moveTo>
                <a:cubicBezTo>
                  <a:pt x="117" y="77"/>
                  <a:pt x="137" y="58"/>
                  <a:pt x="162" y="45"/>
                </a:cubicBezTo>
                <a:cubicBezTo>
                  <a:pt x="174" y="39"/>
                  <a:pt x="186" y="35"/>
                  <a:pt x="199" y="32"/>
                </a:cubicBezTo>
                <a:cubicBezTo>
                  <a:pt x="190" y="37"/>
                  <a:pt x="181" y="42"/>
                  <a:pt x="173" y="47"/>
                </a:cubicBezTo>
                <a:cubicBezTo>
                  <a:pt x="150" y="62"/>
                  <a:pt x="128" y="84"/>
                  <a:pt x="117" y="110"/>
                </a:cubicBezTo>
                <a:cubicBezTo>
                  <a:pt x="109" y="127"/>
                  <a:pt x="113" y="143"/>
                  <a:pt x="116" y="161"/>
                </a:cubicBezTo>
                <a:cubicBezTo>
                  <a:pt x="121" y="181"/>
                  <a:pt x="118" y="205"/>
                  <a:pt x="106" y="224"/>
                </a:cubicBezTo>
                <a:cubicBezTo>
                  <a:pt x="108" y="219"/>
                  <a:pt x="109" y="215"/>
                  <a:pt x="110" y="210"/>
                </a:cubicBezTo>
                <a:cubicBezTo>
                  <a:pt x="118" y="176"/>
                  <a:pt x="108" y="141"/>
                  <a:pt x="113" y="106"/>
                </a:cubicBezTo>
                <a:close/>
                <a:moveTo>
                  <a:pt x="159" y="532"/>
                </a:moveTo>
                <a:cubicBezTo>
                  <a:pt x="146" y="524"/>
                  <a:pt x="134" y="515"/>
                  <a:pt x="123" y="504"/>
                </a:cubicBezTo>
                <a:cubicBezTo>
                  <a:pt x="135" y="512"/>
                  <a:pt x="148" y="518"/>
                  <a:pt x="160" y="523"/>
                </a:cubicBezTo>
                <a:cubicBezTo>
                  <a:pt x="177" y="531"/>
                  <a:pt x="195" y="534"/>
                  <a:pt x="213" y="534"/>
                </a:cubicBezTo>
                <a:cubicBezTo>
                  <a:pt x="215" y="541"/>
                  <a:pt x="216" y="547"/>
                  <a:pt x="217" y="553"/>
                </a:cubicBezTo>
                <a:cubicBezTo>
                  <a:pt x="197" y="553"/>
                  <a:pt x="176" y="543"/>
                  <a:pt x="159" y="532"/>
                </a:cubicBezTo>
                <a:close/>
                <a:moveTo>
                  <a:pt x="463" y="466"/>
                </a:moveTo>
                <a:cubicBezTo>
                  <a:pt x="449" y="480"/>
                  <a:pt x="429" y="485"/>
                  <a:pt x="408" y="488"/>
                </a:cubicBezTo>
                <a:cubicBezTo>
                  <a:pt x="442" y="467"/>
                  <a:pt x="471" y="443"/>
                  <a:pt x="480" y="415"/>
                </a:cubicBezTo>
                <a:cubicBezTo>
                  <a:pt x="482" y="433"/>
                  <a:pt x="476" y="451"/>
                  <a:pt x="463" y="466"/>
                </a:cubicBezTo>
                <a:close/>
              </a:path>
            </a:pathLst>
          </a:custGeom>
          <a:solidFill>
            <a:schemeClr val="bg1">
              <a:lumMod val="65000"/>
              <a:alpha val="50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968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Splay Trees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39" name="Freeform 1380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7596505" y="4961890"/>
            <a:ext cx="935355" cy="1282700"/>
          </a:xfrm>
          <a:custGeom>
            <a:avLst/>
            <a:gdLst>
              <a:gd name="T0" fmla="*/ 301 w 505"/>
              <a:gd name="T1" fmla="*/ 8 h 694"/>
              <a:gd name="T2" fmla="*/ 87 w 505"/>
              <a:gd name="T3" fmla="*/ 207 h 694"/>
              <a:gd name="T4" fmla="*/ 46 w 505"/>
              <a:gd name="T5" fmla="*/ 431 h 694"/>
              <a:gd name="T6" fmla="*/ 224 w 505"/>
              <a:gd name="T7" fmla="*/ 596 h 694"/>
              <a:gd name="T8" fmla="*/ 238 w 505"/>
              <a:gd name="T9" fmla="*/ 688 h 694"/>
              <a:gd name="T10" fmla="*/ 421 w 505"/>
              <a:gd name="T11" fmla="*/ 510 h 694"/>
              <a:gd name="T12" fmla="*/ 381 w 505"/>
              <a:gd name="T13" fmla="*/ 480 h 694"/>
              <a:gd name="T14" fmla="*/ 378 w 505"/>
              <a:gd name="T15" fmla="*/ 492 h 694"/>
              <a:gd name="T16" fmla="*/ 351 w 505"/>
              <a:gd name="T17" fmla="*/ 104 h 694"/>
              <a:gd name="T18" fmla="*/ 288 w 505"/>
              <a:gd name="T19" fmla="*/ 134 h 694"/>
              <a:gd name="T20" fmla="*/ 282 w 505"/>
              <a:gd name="T21" fmla="*/ 180 h 694"/>
              <a:gd name="T22" fmla="*/ 251 w 505"/>
              <a:gd name="T23" fmla="*/ 95 h 694"/>
              <a:gd name="T24" fmla="*/ 230 w 505"/>
              <a:gd name="T25" fmla="*/ 179 h 694"/>
              <a:gd name="T26" fmla="*/ 176 w 505"/>
              <a:gd name="T27" fmla="*/ 197 h 694"/>
              <a:gd name="T28" fmla="*/ 128 w 505"/>
              <a:gd name="T29" fmla="*/ 180 h 694"/>
              <a:gd name="T30" fmla="*/ 367 w 505"/>
              <a:gd name="T31" fmla="*/ 457 h 694"/>
              <a:gd name="T32" fmla="*/ 180 w 505"/>
              <a:gd name="T33" fmla="*/ 320 h 694"/>
              <a:gd name="T34" fmla="*/ 209 w 505"/>
              <a:gd name="T35" fmla="*/ 303 h 694"/>
              <a:gd name="T36" fmla="*/ 156 w 505"/>
              <a:gd name="T37" fmla="*/ 452 h 694"/>
              <a:gd name="T38" fmla="*/ 109 w 505"/>
              <a:gd name="T39" fmla="*/ 401 h 694"/>
              <a:gd name="T40" fmla="*/ 167 w 505"/>
              <a:gd name="T41" fmla="*/ 316 h 694"/>
              <a:gd name="T42" fmla="*/ 175 w 505"/>
              <a:gd name="T43" fmla="*/ 205 h 694"/>
              <a:gd name="T44" fmla="*/ 143 w 505"/>
              <a:gd name="T45" fmla="*/ 277 h 694"/>
              <a:gd name="T46" fmla="*/ 168 w 505"/>
              <a:gd name="T47" fmla="*/ 404 h 694"/>
              <a:gd name="T48" fmla="*/ 241 w 505"/>
              <a:gd name="T49" fmla="*/ 221 h 694"/>
              <a:gd name="T50" fmla="*/ 254 w 505"/>
              <a:gd name="T51" fmla="*/ 222 h 694"/>
              <a:gd name="T52" fmla="*/ 316 w 505"/>
              <a:gd name="T53" fmla="*/ 163 h 694"/>
              <a:gd name="T54" fmla="*/ 329 w 505"/>
              <a:gd name="T55" fmla="*/ 234 h 694"/>
              <a:gd name="T56" fmla="*/ 326 w 505"/>
              <a:gd name="T57" fmla="*/ 257 h 694"/>
              <a:gd name="T58" fmla="*/ 360 w 505"/>
              <a:gd name="T59" fmla="*/ 311 h 694"/>
              <a:gd name="T60" fmla="*/ 337 w 505"/>
              <a:gd name="T61" fmla="*/ 195 h 694"/>
              <a:gd name="T62" fmla="*/ 405 w 505"/>
              <a:gd name="T63" fmla="*/ 95 h 694"/>
              <a:gd name="T64" fmla="*/ 413 w 505"/>
              <a:gd name="T65" fmla="*/ 93 h 694"/>
              <a:gd name="T66" fmla="*/ 358 w 505"/>
              <a:gd name="T67" fmla="*/ 295 h 694"/>
              <a:gd name="T68" fmla="*/ 406 w 505"/>
              <a:gd name="T69" fmla="*/ 212 h 694"/>
              <a:gd name="T70" fmla="*/ 372 w 505"/>
              <a:gd name="T71" fmla="*/ 344 h 694"/>
              <a:gd name="T72" fmla="*/ 358 w 505"/>
              <a:gd name="T73" fmla="*/ 201 h 694"/>
              <a:gd name="T74" fmla="*/ 339 w 505"/>
              <a:gd name="T75" fmla="*/ 405 h 694"/>
              <a:gd name="T76" fmla="*/ 462 w 505"/>
              <a:gd name="T77" fmla="*/ 240 h 694"/>
              <a:gd name="T78" fmla="*/ 358 w 505"/>
              <a:gd name="T79" fmla="*/ 434 h 694"/>
              <a:gd name="T80" fmla="*/ 79 w 505"/>
              <a:gd name="T81" fmla="*/ 302 h 694"/>
              <a:gd name="T82" fmla="*/ 76 w 505"/>
              <a:gd name="T83" fmla="*/ 389 h 694"/>
              <a:gd name="T84" fmla="*/ 94 w 505"/>
              <a:gd name="T85" fmla="*/ 473 h 694"/>
              <a:gd name="T86" fmla="*/ 160 w 505"/>
              <a:gd name="T87" fmla="*/ 472 h 694"/>
              <a:gd name="T88" fmla="*/ 175 w 505"/>
              <a:gd name="T89" fmla="*/ 467 h 694"/>
              <a:gd name="T90" fmla="*/ 213 w 505"/>
              <a:gd name="T91" fmla="*/ 533 h 694"/>
              <a:gd name="T92" fmla="*/ 163 w 505"/>
              <a:gd name="T93" fmla="*/ 445 h 694"/>
              <a:gd name="T94" fmla="*/ 172 w 505"/>
              <a:gd name="T95" fmla="*/ 408 h 694"/>
              <a:gd name="T96" fmla="*/ 205 w 505"/>
              <a:gd name="T97" fmla="*/ 320 h 694"/>
              <a:gd name="T98" fmla="*/ 487 w 505"/>
              <a:gd name="T99" fmla="*/ 249 h 694"/>
              <a:gd name="T100" fmla="*/ 117 w 505"/>
              <a:gd name="T101" fmla="*/ 110 h 694"/>
              <a:gd name="T102" fmla="*/ 123 w 505"/>
              <a:gd name="T103" fmla="*/ 504 h 694"/>
              <a:gd name="T104" fmla="*/ 408 w 505"/>
              <a:gd name="T105" fmla="*/ 488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05" h="694">
                <a:moveTo>
                  <a:pt x="493" y="389"/>
                </a:moveTo>
                <a:cubicBezTo>
                  <a:pt x="489" y="375"/>
                  <a:pt x="481" y="360"/>
                  <a:pt x="472" y="348"/>
                </a:cubicBezTo>
                <a:cubicBezTo>
                  <a:pt x="500" y="319"/>
                  <a:pt x="501" y="274"/>
                  <a:pt x="495" y="236"/>
                </a:cubicBezTo>
                <a:cubicBezTo>
                  <a:pt x="487" y="187"/>
                  <a:pt x="469" y="139"/>
                  <a:pt x="445" y="97"/>
                </a:cubicBezTo>
                <a:cubicBezTo>
                  <a:pt x="420" y="52"/>
                  <a:pt x="379" y="20"/>
                  <a:pt x="328" y="11"/>
                </a:cubicBezTo>
                <a:cubicBezTo>
                  <a:pt x="319" y="9"/>
                  <a:pt x="310" y="8"/>
                  <a:pt x="301" y="8"/>
                </a:cubicBezTo>
                <a:cubicBezTo>
                  <a:pt x="259" y="0"/>
                  <a:pt x="213" y="2"/>
                  <a:pt x="172" y="16"/>
                </a:cubicBezTo>
                <a:cubicBezTo>
                  <a:pt x="150" y="24"/>
                  <a:pt x="129" y="36"/>
                  <a:pt x="113" y="53"/>
                </a:cubicBezTo>
                <a:cubicBezTo>
                  <a:pt x="89" y="77"/>
                  <a:pt x="87" y="113"/>
                  <a:pt x="89" y="145"/>
                </a:cubicBezTo>
                <a:cubicBezTo>
                  <a:pt x="90" y="165"/>
                  <a:pt x="91" y="184"/>
                  <a:pt x="88" y="203"/>
                </a:cubicBezTo>
                <a:cubicBezTo>
                  <a:pt x="87" y="203"/>
                  <a:pt x="86" y="204"/>
                  <a:pt x="87" y="206"/>
                </a:cubicBezTo>
                <a:cubicBezTo>
                  <a:pt x="87" y="206"/>
                  <a:pt x="87" y="207"/>
                  <a:pt x="87" y="207"/>
                </a:cubicBezTo>
                <a:cubicBezTo>
                  <a:pt x="85" y="219"/>
                  <a:pt x="80" y="231"/>
                  <a:pt x="73" y="242"/>
                </a:cubicBezTo>
                <a:cubicBezTo>
                  <a:pt x="65" y="253"/>
                  <a:pt x="55" y="263"/>
                  <a:pt x="46" y="272"/>
                </a:cubicBezTo>
                <a:cubicBezTo>
                  <a:pt x="45" y="272"/>
                  <a:pt x="45" y="273"/>
                  <a:pt x="45" y="273"/>
                </a:cubicBezTo>
                <a:cubicBezTo>
                  <a:pt x="38" y="278"/>
                  <a:pt x="33" y="284"/>
                  <a:pt x="29" y="291"/>
                </a:cubicBezTo>
                <a:cubicBezTo>
                  <a:pt x="28" y="293"/>
                  <a:pt x="26" y="296"/>
                  <a:pt x="25" y="298"/>
                </a:cubicBezTo>
                <a:cubicBezTo>
                  <a:pt x="0" y="341"/>
                  <a:pt x="23" y="393"/>
                  <a:pt x="46" y="431"/>
                </a:cubicBezTo>
                <a:cubicBezTo>
                  <a:pt x="45" y="432"/>
                  <a:pt x="44" y="433"/>
                  <a:pt x="43" y="434"/>
                </a:cubicBezTo>
                <a:cubicBezTo>
                  <a:pt x="42" y="435"/>
                  <a:pt x="44" y="438"/>
                  <a:pt x="45" y="437"/>
                </a:cubicBezTo>
                <a:cubicBezTo>
                  <a:pt x="46" y="436"/>
                  <a:pt x="47" y="435"/>
                  <a:pt x="48" y="435"/>
                </a:cubicBezTo>
                <a:cubicBezTo>
                  <a:pt x="75" y="478"/>
                  <a:pt x="111" y="519"/>
                  <a:pt x="155" y="545"/>
                </a:cubicBezTo>
                <a:cubicBezTo>
                  <a:pt x="175" y="556"/>
                  <a:pt x="196" y="563"/>
                  <a:pt x="218" y="559"/>
                </a:cubicBezTo>
                <a:cubicBezTo>
                  <a:pt x="220" y="571"/>
                  <a:pt x="222" y="583"/>
                  <a:pt x="224" y="596"/>
                </a:cubicBezTo>
                <a:cubicBezTo>
                  <a:pt x="224" y="598"/>
                  <a:pt x="225" y="601"/>
                  <a:pt x="225" y="603"/>
                </a:cubicBezTo>
                <a:cubicBezTo>
                  <a:pt x="225" y="624"/>
                  <a:pt x="225" y="645"/>
                  <a:pt x="225" y="666"/>
                </a:cubicBezTo>
                <a:cubicBezTo>
                  <a:pt x="225" y="668"/>
                  <a:pt x="227" y="669"/>
                  <a:pt x="228" y="670"/>
                </a:cubicBezTo>
                <a:cubicBezTo>
                  <a:pt x="228" y="672"/>
                  <a:pt x="228" y="674"/>
                  <a:pt x="228" y="677"/>
                </a:cubicBezTo>
                <a:cubicBezTo>
                  <a:pt x="228" y="679"/>
                  <a:pt x="229" y="681"/>
                  <a:pt x="231" y="682"/>
                </a:cubicBezTo>
                <a:cubicBezTo>
                  <a:pt x="232" y="685"/>
                  <a:pt x="234" y="687"/>
                  <a:pt x="238" y="688"/>
                </a:cubicBezTo>
                <a:cubicBezTo>
                  <a:pt x="260" y="694"/>
                  <a:pt x="284" y="688"/>
                  <a:pt x="306" y="688"/>
                </a:cubicBezTo>
                <a:cubicBezTo>
                  <a:pt x="313" y="688"/>
                  <a:pt x="319" y="681"/>
                  <a:pt x="317" y="674"/>
                </a:cubicBezTo>
                <a:cubicBezTo>
                  <a:pt x="314" y="664"/>
                  <a:pt x="312" y="654"/>
                  <a:pt x="310" y="644"/>
                </a:cubicBezTo>
                <a:cubicBezTo>
                  <a:pt x="309" y="611"/>
                  <a:pt x="308" y="577"/>
                  <a:pt x="306" y="544"/>
                </a:cubicBezTo>
                <a:cubicBezTo>
                  <a:pt x="317" y="537"/>
                  <a:pt x="330" y="530"/>
                  <a:pt x="344" y="523"/>
                </a:cubicBezTo>
                <a:cubicBezTo>
                  <a:pt x="370" y="517"/>
                  <a:pt x="396" y="515"/>
                  <a:pt x="421" y="510"/>
                </a:cubicBezTo>
                <a:cubicBezTo>
                  <a:pt x="453" y="504"/>
                  <a:pt x="483" y="490"/>
                  <a:pt x="496" y="457"/>
                </a:cubicBezTo>
                <a:cubicBezTo>
                  <a:pt x="504" y="434"/>
                  <a:pt x="501" y="411"/>
                  <a:pt x="493" y="389"/>
                </a:cubicBezTo>
                <a:close/>
                <a:moveTo>
                  <a:pt x="378" y="492"/>
                </a:moveTo>
                <a:cubicBezTo>
                  <a:pt x="367" y="493"/>
                  <a:pt x="356" y="495"/>
                  <a:pt x="345" y="497"/>
                </a:cubicBezTo>
                <a:cubicBezTo>
                  <a:pt x="354" y="487"/>
                  <a:pt x="363" y="476"/>
                  <a:pt x="372" y="465"/>
                </a:cubicBezTo>
                <a:cubicBezTo>
                  <a:pt x="375" y="470"/>
                  <a:pt x="378" y="475"/>
                  <a:pt x="381" y="480"/>
                </a:cubicBezTo>
                <a:cubicBezTo>
                  <a:pt x="382" y="481"/>
                  <a:pt x="385" y="481"/>
                  <a:pt x="384" y="479"/>
                </a:cubicBezTo>
                <a:cubicBezTo>
                  <a:pt x="382" y="472"/>
                  <a:pt x="379" y="466"/>
                  <a:pt x="375" y="460"/>
                </a:cubicBezTo>
                <a:cubicBezTo>
                  <a:pt x="384" y="450"/>
                  <a:pt x="392" y="439"/>
                  <a:pt x="401" y="428"/>
                </a:cubicBezTo>
                <a:cubicBezTo>
                  <a:pt x="420" y="405"/>
                  <a:pt x="439" y="382"/>
                  <a:pt x="454" y="356"/>
                </a:cubicBezTo>
                <a:cubicBezTo>
                  <a:pt x="455" y="356"/>
                  <a:pt x="455" y="356"/>
                  <a:pt x="455" y="357"/>
                </a:cubicBezTo>
                <a:cubicBezTo>
                  <a:pt x="505" y="415"/>
                  <a:pt x="441" y="458"/>
                  <a:pt x="378" y="492"/>
                </a:cubicBezTo>
                <a:close/>
                <a:moveTo>
                  <a:pt x="121" y="127"/>
                </a:moveTo>
                <a:cubicBezTo>
                  <a:pt x="124" y="97"/>
                  <a:pt x="155" y="71"/>
                  <a:pt x="178" y="55"/>
                </a:cubicBezTo>
                <a:cubicBezTo>
                  <a:pt x="195" y="43"/>
                  <a:pt x="215" y="34"/>
                  <a:pt x="235" y="27"/>
                </a:cubicBezTo>
                <a:cubicBezTo>
                  <a:pt x="258" y="26"/>
                  <a:pt x="281" y="28"/>
                  <a:pt x="302" y="32"/>
                </a:cubicBezTo>
                <a:cubicBezTo>
                  <a:pt x="325" y="36"/>
                  <a:pt x="349" y="44"/>
                  <a:pt x="371" y="56"/>
                </a:cubicBezTo>
                <a:cubicBezTo>
                  <a:pt x="367" y="73"/>
                  <a:pt x="360" y="89"/>
                  <a:pt x="351" y="104"/>
                </a:cubicBezTo>
                <a:cubicBezTo>
                  <a:pt x="336" y="78"/>
                  <a:pt x="318" y="53"/>
                  <a:pt x="296" y="33"/>
                </a:cubicBezTo>
                <a:cubicBezTo>
                  <a:pt x="295" y="32"/>
                  <a:pt x="292" y="34"/>
                  <a:pt x="294" y="36"/>
                </a:cubicBezTo>
                <a:cubicBezTo>
                  <a:pt x="316" y="56"/>
                  <a:pt x="333" y="82"/>
                  <a:pt x="349" y="108"/>
                </a:cubicBezTo>
                <a:cubicBezTo>
                  <a:pt x="341" y="120"/>
                  <a:pt x="333" y="131"/>
                  <a:pt x="325" y="142"/>
                </a:cubicBezTo>
                <a:cubicBezTo>
                  <a:pt x="320" y="148"/>
                  <a:pt x="316" y="154"/>
                  <a:pt x="312" y="160"/>
                </a:cubicBezTo>
                <a:cubicBezTo>
                  <a:pt x="304" y="151"/>
                  <a:pt x="296" y="143"/>
                  <a:pt x="288" y="134"/>
                </a:cubicBezTo>
                <a:cubicBezTo>
                  <a:pt x="267" y="109"/>
                  <a:pt x="251" y="82"/>
                  <a:pt x="241" y="51"/>
                </a:cubicBezTo>
                <a:cubicBezTo>
                  <a:pt x="241" y="50"/>
                  <a:pt x="240" y="50"/>
                  <a:pt x="240" y="51"/>
                </a:cubicBezTo>
                <a:cubicBezTo>
                  <a:pt x="252" y="94"/>
                  <a:pt x="278" y="132"/>
                  <a:pt x="308" y="165"/>
                </a:cubicBezTo>
                <a:cubicBezTo>
                  <a:pt x="304" y="172"/>
                  <a:pt x="300" y="178"/>
                  <a:pt x="297" y="185"/>
                </a:cubicBezTo>
                <a:cubicBezTo>
                  <a:pt x="293" y="192"/>
                  <a:pt x="289" y="200"/>
                  <a:pt x="286" y="208"/>
                </a:cubicBezTo>
                <a:cubicBezTo>
                  <a:pt x="285" y="198"/>
                  <a:pt x="283" y="189"/>
                  <a:pt x="282" y="180"/>
                </a:cubicBezTo>
                <a:cubicBezTo>
                  <a:pt x="280" y="171"/>
                  <a:pt x="267" y="173"/>
                  <a:pt x="265" y="180"/>
                </a:cubicBezTo>
                <a:cubicBezTo>
                  <a:pt x="262" y="191"/>
                  <a:pt x="259" y="201"/>
                  <a:pt x="257" y="211"/>
                </a:cubicBezTo>
                <a:cubicBezTo>
                  <a:pt x="254" y="207"/>
                  <a:pt x="251" y="203"/>
                  <a:pt x="248" y="199"/>
                </a:cubicBezTo>
                <a:cubicBezTo>
                  <a:pt x="243" y="190"/>
                  <a:pt x="238" y="182"/>
                  <a:pt x="234" y="173"/>
                </a:cubicBezTo>
                <a:cubicBezTo>
                  <a:pt x="242" y="147"/>
                  <a:pt x="249" y="121"/>
                  <a:pt x="252" y="95"/>
                </a:cubicBezTo>
                <a:cubicBezTo>
                  <a:pt x="252" y="95"/>
                  <a:pt x="251" y="95"/>
                  <a:pt x="251" y="95"/>
                </a:cubicBezTo>
                <a:cubicBezTo>
                  <a:pt x="248" y="121"/>
                  <a:pt x="241" y="146"/>
                  <a:pt x="233" y="171"/>
                </a:cubicBezTo>
                <a:cubicBezTo>
                  <a:pt x="231" y="166"/>
                  <a:pt x="228" y="161"/>
                  <a:pt x="226" y="156"/>
                </a:cubicBezTo>
                <a:cubicBezTo>
                  <a:pt x="213" y="128"/>
                  <a:pt x="202" y="100"/>
                  <a:pt x="186" y="73"/>
                </a:cubicBezTo>
                <a:cubicBezTo>
                  <a:pt x="186" y="73"/>
                  <a:pt x="186" y="73"/>
                  <a:pt x="186" y="73"/>
                </a:cubicBezTo>
                <a:cubicBezTo>
                  <a:pt x="200" y="101"/>
                  <a:pt x="209" y="130"/>
                  <a:pt x="221" y="159"/>
                </a:cubicBezTo>
                <a:cubicBezTo>
                  <a:pt x="224" y="165"/>
                  <a:pt x="227" y="172"/>
                  <a:pt x="230" y="179"/>
                </a:cubicBezTo>
                <a:cubicBezTo>
                  <a:pt x="222" y="201"/>
                  <a:pt x="213" y="223"/>
                  <a:pt x="203" y="244"/>
                </a:cubicBezTo>
                <a:cubicBezTo>
                  <a:pt x="201" y="240"/>
                  <a:pt x="199" y="236"/>
                  <a:pt x="197" y="232"/>
                </a:cubicBezTo>
                <a:cubicBezTo>
                  <a:pt x="191" y="221"/>
                  <a:pt x="185" y="210"/>
                  <a:pt x="178" y="200"/>
                </a:cubicBezTo>
                <a:cubicBezTo>
                  <a:pt x="188" y="176"/>
                  <a:pt x="198" y="152"/>
                  <a:pt x="208" y="128"/>
                </a:cubicBezTo>
                <a:cubicBezTo>
                  <a:pt x="209" y="128"/>
                  <a:pt x="208" y="127"/>
                  <a:pt x="208" y="128"/>
                </a:cubicBezTo>
                <a:cubicBezTo>
                  <a:pt x="197" y="151"/>
                  <a:pt x="187" y="174"/>
                  <a:pt x="176" y="197"/>
                </a:cubicBezTo>
                <a:cubicBezTo>
                  <a:pt x="170" y="188"/>
                  <a:pt x="163" y="179"/>
                  <a:pt x="154" y="171"/>
                </a:cubicBezTo>
                <a:cubicBezTo>
                  <a:pt x="153" y="171"/>
                  <a:pt x="153" y="172"/>
                  <a:pt x="153" y="172"/>
                </a:cubicBezTo>
                <a:cubicBezTo>
                  <a:pt x="161" y="182"/>
                  <a:pt x="168" y="192"/>
                  <a:pt x="174" y="203"/>
                </a:cubicBezTo>
                <a:cubicBezTo>
                  <a:pt x="163" y="227"/>
                  <a:pt x="152" y="250"/>
                  <a:pt x="140" y="274"/>
                </a:cubicBezTo>
                <a:cubicBezTo>
                  <a:pt x="129" y="261"/>
                  <a:pt x="119" y="248"/>
                  <a:pt x="109" y="235"/>
                </a:cubicBezTo>
                <a:cubicBezTo>
                  <a:pt x="121" y="220"/>
                  <a:pt x="127" y="199"/>
                  <a:pt x="128" y="180"/>
                </a:cubicBezTo>
                <a:cubicBezTo>
                  <a:pt x="128" y="162"/>
                  <a:pt x="120" y="145"/>
                  <a:pt x="121" y="127"/>
                </a:cubicBezTo>
                <a:close/>
                <a:moveTo>
                  <a:pt x="305" y="508"/>
                </a:moveTo>
                <a:cubicBezTo>
                  <a:pt x="308" y="495"/>
                  <a:pt x="312" y="482"/>
                  <a:pt x="316" y="469"/>
                </a:cubicBezTo>
                <a:cubicBezTo>
                  <a:pt x="322" y="449"/>
                  <a:pt x="329" y="428"/>
                  <a:pt x="337" y="408"/>
                </a:cubicBezTo>
                <a:cubicBezTo>
                  <a:pt x="342" y="416"/>
                  <a:pt x="347" y="424"/>
                  <a:pt x="352" y="432"/>
                </a:cubicBezTo>
                <a:cubicBezTo>
                  <a:pt x="358" y="440"/>
                  <a:pt x="362" y="449"/>
                  <a:pt x="367" y="457"/>
                </a:cubicBezTo>
                <a:cubicBezTo>
                  <a:pt x="355" y="470"/>
                  <a:pt x="345" y="484"/>
                  <a:pt x="337" y="499"/>
                </a:cubicBezTo>
                <a:cubicBezTo>
                  <a:pt x="326" y="501"/>
                  <a:pt x="315" y="504"/>
                  <a:pt x="305" y="508"/>
                </a:cubicBezTo>
                <a:close/>
                <a:moveTo>
                  <a:pt x="195" y="294"/>
                </a:moveTo>
                <a:cubicBezTo>
                  <a:pt x="198" y="301"/>
                  <a:pt x="201" y="308"/>
                  <a:pt x="203" y="316"/>
                </a:cubicBezTo>
                <a:cubicBezTo>
                  <a:pt x="200" y="323"/>
                  <a:pt x="197" y="330"/>
                  <a:pt x="194" y="336"/>
                </a:cubicBezTo>
                <a:cubicBezTo>
                  <a:pt x="190" y="330"/>
                  <a:pt x="184" y="325"/>
                  <a:pt x="180" y="320"/>
                </a:cubicBezTo>
                <a:cubicBezTo>
                  <a:pt x="178" y="317"/>
                  <a:pt x="175" y="315"/>
                  <a:pt x="173" y="312"/>
                </a:cubicBezTo>
                <a:cubicBezTo>
                  <a:pt x="183" y="294"/>
                  <a:pt x="192" y="276"/>
                  <a:pt x="200" y="258"/>
                </a:cubicBezTo>
                <a:cubicBezTo>
                  <a:pt x="201" y="257"/>
                  <a:pt x="201" y="255"/>
                  <a:pt x="202" y="254"/>
                </a:cubicBezTo>
                <a:cubicBezTo>
                  <a:pt x="206" y="262"/>
                  <a:pt x="211" y="270"/>
                  <a:pt x="215" y="277"/>
                </a:cubicBezTo>
                <a:cubicBezTo>
                  <a:pt x="216" y="279"/>
                  <a:pt x="217" y="280"/>
                  <a:pt x="218" y="282"/>
                </a:cubicBezTo>
                <a:cubicBezTo>
                  <a:pt x="215" y="289"/>
                  <a:pt x="212" y="296"/>
                  <a:pt x="209" y="303"/>
                </a:cubicBezTo>
                <a:cubicBezTo>
                  <a:pt x="206" y="299"/>
                  <a:pt x="203" y="295"/>
                  <a:pt x="199" y="291"/>
                </a:cubicBezTo>
                <a:cubicBezTo>
                  <a:pt x="197" y="288"/>
                  <a:pt x="194" y="291"/>
                  <a:pt x="195" y="294"/>
                </a:cubicBezTo>
                <a:close/>
                <a:moveTo>
                  <a:pt x="158" y="444"/>
                </a:moveTo>
                <a:cubicBezTo>
                  <a:pt x="156" y="443"/>
                  <a:pt x="154" y="443"/>
                  <a:pt x="154" y="443"/>
                </a:cubicBezTo>
                <a:cubicBezTo>
                  <a:pt x="150" y="443"/>
                  <a:pt x="149" y="448"/>
                  <a:pt x="153" y="449"/>
                </a:cubicBezTo>
                <a:cubicBezTo>
                  <a:pt x="154" y="450"/>
                  <a:pt x="155" y="451"/>
                  <a:pt x="156" y="452"/>
                </a:cubicBezTo>
                <a:cubicBezTo>
                  <a:pt x="156" y="455"/>
                  <a:pt x="155" y="458"/>
                  <a:pt x="155" y="461"/>
                </a:cubicBezTo>
                <a:cubicBezTo>
                  <a:pt x="128" y="441"/>
                  <a:pt x="101" y="420"/>
                  <a:pt x="82" y="393"/>
                </a:cubicBezTo>
                <a:cubicBezTo>
                  <a:pt x="83" y="391"/>
                  <a:pt x="84" y="389"/>
                  <a:pt x="85" y="388"/>
                </a:cubicBezTo>
                <a:cubicBezTo>
                  <a:pt x="93" y="374"/>
                  <a:pt x="101" y="360"/>
                  <a:pt x="109" y="346"/>
                </a:cubicBezTo>
                <a:cubicBezTo>
                  <a:pt x="116" y="355"/>
                  <a:pt x="123" y="363"/>
                  <a:pt x="130" y="372"/>
                </a:cubicBezTo>
                <a:cubicBezTo>
                  <a:pt x="123" y="382"/>
                  <a:pt x="116" y="392"/>
                  <a:pt x="109" y="401"/>
                </a:cubicBezTo>
                <a:cubicBezTo>
                  <a:pt x="108" y="403"/>
                  <a:pt x="110" y="405"/>
                  <a:pt x="111" y="403"/>
                </a:cubicBezTo>
                <a:cubicBezTo>
                  <a:pt x="120" y="395"/>
                  <a:pt x="127" y="386"/>
                  <a:pt x="134" y="377"/>
                </a:cubicBezTo>
                <a:cubicBezTo>
                  <a:pt x="144" y="389"/>
                  <a:pt x="154" y="401"/>
                  <a:pt x="165" y="412"/>
                </a:cubicBezTo>
                <a:cubicBezTo>
                  <a:pt x="162" y="423"/>
                  <a:pt x="160" y="433"/>
                  <a:pt x="158" y="444"/>
                </a:cubicBezTo>
                <a:close/>
                <a:moveTo>
                  <a:pt x="139" y="284"/>
                </a:moveTo>
                <a:cubicBezTo>
                  <a:pt x="148" y="295"/>
                  <a:pt x="157" y="305"/>
                  <a:pt x="167" y="316"/>
                </a:cubicBezTo>
                <a:cubicBezTo>
                  <a:pt x="156" y="333"/>
                  <a:pt x="146" y="350"/>
                  <a:pt x="134" y="367"/>
                </a:cubicBezTo>
                <a:cubicBezTo>
                  <a:pt x="127" y="358"/>
                  <a:pt x="119" y="349"/>
                  <a:pt x="112" y="340"/>
                </a:cubicBezTo>
                <a:cubicBezTo>
                  <a:pt x="118" y="328"/>
                  <a:pt x="124" y="315"/>
                  <a:pt x="131" y="302"/>
                </a:cubicBezTo>
                <a:cubicBezTo>
                  <a:pt x="133" y="296"/>
                  <a:pt x="136" y="290"/>
                  <a:pt x="139" y="284"/>
                </a:cubicBezTo>
                <a:close/>
                <a:moveTo>
                  <a:pt x="143" y="277"/>
                </a:moveTo>
                <a:cubicBezTo>
                  <a:pt x="154" y="253"/>
                  <a:pt x="165" y="229"/>
                  <a:pt x="175" y="205"/>
                </a:cubicBezTo>
                <a:cubicBezTo>
                  <a:pt x="182" y="217"/>
                  <a:pt x="189" y="230"/>
                  <a:pt x="195" y="242"/>
                </a:cubicBezTo>
                <a:cubicBezTo>
                  <a:pt x="197" y="245"/>
                  <a:pt x="199" y="248"/>
                  <a:pt x="200" y="251"/>
                </a:cubicBezTo>
                <a:cubicBezTo>
                  <a:pt x="199" y="253"/>
                  <a:pt x="199" y="254"/>
                  <a:pt x="198" y="256"/>
                </a:cubicBezTo>
                <a:cubicBezTo>
                  <a:pt x="189" y="274"/>
                  <a:pt x="180" y="292"/>
                  <a:pt x="171" y="309"/>
                </a:cubicBezTo>
                <a:cubicBezTo>
                  <a:pt x="163" y="301"/>
                  <a:pt x="156" y="293"/>
                  <a:pt x="149" y="284"/>
                </a:cubicBezTo>
                <a:cubicBezTo>
                  <a:pt x="147" y="282"/>
                  <a:pt x="145" y="279"/>
                  <a:pt x="143" y="277"/>
                </a:cubicBezTo>
                <a:close/>
                <a:moveTo>
                  <a:pt x="138" y="371"/>
                </a:moveTo>
                <a:cubicBezTo>
                  <a:pt x="144" y="362"/>
                  <a:pt x="150" y="352"/>
                  <a:pt x="156" y="343"/>
                </a:cubicBezTo>
                <a:cubicBezTo>
                  <a:pt x="161" y="335"/>
                  <a:pt x="165" y="327"/>
                  <a:pt x="170" y="319"/>
                </a:cubicBezTo>
                <a:cubicBezTo>
                  <a:pt x="176" y="327"/>
                  <a:pt x="183" y="338"/>
                  <a:pt x="190" y="345"/>
                </a:cubicBezTo>
                <a:cubicBezTo>
                  <a:pt x="187" y="353"/>
                  <a:pt x="184" y="360"/>
                  <a:pt x="181" y="368"/>
                </a:cubicBezTo>
                <a:cubicBezTo>
                  <a:pt x="176" y="380"/>
                  <a:pt x="172" y="392"/>
                  <a:pt x="168" y="404"/>
                </a:cubicBezTo>
                <a:cubicBezTo>
                  <a:pt x="158" y="393"/>
                  <a:pt x="148" y="382"/>
                  <a:pt x="138" y="371"/>
                </a:cubicBezTo>
                <a:close/>
                <a:moveTo>
                  <a:pt x="220" y="284"/>
                </a:moveTo>
                <a:cubicBezTo>
                  <a:pt x="225" y="293"/>
                  <a:pt x="232" y="301"/>
                  <a:pt x="239" y="306"/>
                </a:cubicBezTo>
                <a:cubicBezTo>
                  <a:pt x="242" y="308"/>
                  <a:pt x="245" y="304"/>
                  <a:pt x="243" y="302"/>
                </a:cubicBezTo>
                <a:cubicBezTo>
                  <a:pt x="238" y="293"/>
                  <a:pt x="230" y="285"/>
                  <a:pt x="223" y="276"/>
                </a:cubicBezTo>
                <a:cubicBezTo>
                  <a:pt x="230" y="258"/>
                  <a:pt x="237" y="240"/>
                  <a:pt x="241" y="221"/>
                </a:cubicBezTo>
                <a:cubicBezTo>
                  <a:pt x="242" y="220"/>
                  <a:pt x="240" y="220"/>
                  <a:pt x="240" y="221"/>
                </a:cubicBezTo>
                <a:cubicBezTo>
                  <a:pt x="235" y="239"/>
                  <a:pt x="229" y="257"/>
                  <a:pt x="222" y="274"/>
                </a:cubicBezTo>
                <a:cubicBezTo>
                  <a:pt x="221" y="273"/>
                  <a:pt x="220" y="272"/>
                  <a:pt x="219" y="270"/>
                </a:cubicBezTo>
                <a:cubicBezTo>
                  <a:pt x="214" y="263"/>
                  <a:pt x="209" y="255"/>
                  <a:pt x="205" y="247"/>
                </a:cubicBezTo>
                <a:cubicBezTo>
                  <a:pt x="215" y="226"/>
                  <a:pt x="224" y="204"/>
                  <a:pt x="231" y="181"/>
                </a:cubicBezTo>
                <a:cubicBezTo>
                  <a:pt x="238" y="195"/>
                  <a:pt x="245" y="210"/>
                  <a:pt x="254" y="222"/>
                </a:cubicBezTo>
                <a:cubicBezTo>
                  <a:pt x="244" y="277"/>
                  <a:pt x="246" y="335"/>
                  <a:pt x="248" y="392"/>
                </a:cubicBezTo>
                <a:cubicBezTo>
                  <a:pt x="245" y="381"/>
                  <a:pt x="242" y="369"/>
                  <a:pt x="238" y="358"/>
                </a:cubicBezTo>
                <a:cubicBezTo>
                  <a:pt x="231" y="338"/>
                  <a:pt x="222" y="322"/>
                  <a:pt x="211" y="306"/>
                </a:cubicBezTo>
                <a:cubicBezTo>
                  <a:pt x="214" y="299"/>
                  <a:pt x="217" y="292"/>
                  <a:pt x="220" y="284"/>
                </a:cubicBezTo>
                <a:close/>
                <a:moveTo>
                  <a:pt x="340" y="193"/>
                </a:moveTo>
                <a:cubicBezTo>
                  <a:pt x="333" y="182"/>
                  <a:pt x="324" y="173"/>
                  <a:pt x="316" y="163"/>
                </a:cubicBezTo>
                <a:cubicBezTo>
                  <a:pt x="322" y="154"/>
                  <a:pt x="329" y="145"/>
                  <a:pt x="335" y="136"/>
                </a:cubicBezTo>
                <a:cubicBezTo>
                  <a:pt x="341" y="128"/>
                  <a:pt x="346" y="120"/>
                  <a:pt x="351" y="112"/>
                </a:cubicBezTo>
                <a:cubicBezTo>
                  <a:pt x="357" y="124"/>
                  <a:pt x="364" y="136"/>
                  <a:pt x="370" y="147"/>
                </a:cubicBezTo>
                <a:cubicBezTo>
                  <a:pt x="372" y="152"/>
                  <a:pt x="374" y="156"/>
                  <a:pt x="376" y="160"/>
                </a:cubicBezTo>
                <a:cubicBezTo>
                  <a:pt x="367" y="175"/>
                  <a:pt x="357" y="190"/>
                  <a:pt x="348" y="204"/>
                </a:cubicBezTo>
                <a:cubicBezTo>
                  <a:pt x="342" y="213"/>
                  <a:pt x="336" y="223"/>
                  <a:pt x="329" y="234"/>
                </a:cubicBezTo>
                <a:cubicBezTo>
                  <a:pt x="322" y="220"/>
                  <a:pt x="315" y="206"/>
                  <a:pt x="307" y="193"/>
                </a:cubicBezTo>
                <a:cubicBezTo>
                  <a:pt x="306" y="192"/>
                  <a:pt x="305" y="193"/>
                  <a:pt x="305" y="194"/>
                </a:cubicBezTo>
                <a:cubicBezTo>
                  <a:pt x="313" y="208"/>
                  <a:pt x="321" y="222"/>
                  <a:pt x="328" y="237"/>
                </a:cubicBezTo>
                <a:cubicBezTo>
                  <a:pt x="313" y="261"/>
                  <a:pt x="302" y="287"/>
                  <a:pt x="302" y="314"/>
                </a:cubicBezTo>
                <a:cubicBezTo>
                  <a:pt x="302" y="319"/>
                  <a:pt x="309" y="320"/>
                  <a:pt x="310" y="315"/>
                </a:cubicBezTo>
                <a:cubicBezTo>
                  <a:pt x="314" y="295"/>
                  <a:pt x="318" y="276"/>
                  <a:pt x="326" y="257"/>
                </a:cubicBezTo>
                <a:cubicBezTo>
                  <a:pt x="328" y="253"/>
                  <a:pt x="330" y="249"/>
                  <a:pt x="332" y="246"/>
                </a:cubicBezTo>
                <a:cubicBezTo>
                  <a:pt x="339" y="261"/>
                  <a:pt x="346" y="277"/>
                  <a:pt x="352" y="292"/>
                </a:cubicBezTo>
                <a:cubicBezTo>
                  <a:pt x="340" y="314"/>
                  <a:pt x="327" y="336"/>
                  <a:pt x="314" y="356"/>
                </a:cubicBezTo>
                <a:cubicBezTo>
                  <a:pt x="311" y="361"/>
                  <a:pt x="318" y="365"/>
                  <a:pt x="321" y="360"/>
                </a:cubicBezTo>
                <a:cubicBezTo>
                  <a:pt x="333" y="341"/>
                  <a:pt x="344" y="321"/>
                  <a:pt x="355" y="300"/>
                </a:cubicBezTo>
                <a:cubicBezTo>
                  <a:pt x="357" y="304"/>
                  <a:pt x="358" y="308"/>
                  <a:pt x="360" y="311"/>
                </a:cubicBezTo>
                <a:cubicBezTo>
                  <a:pt x="337" y="351"/>
                  <a:pt x="317" y="391"/>
                  <a:pt x="300" y="433"/>
                </a:cubicBezTo>
                <a:cubicBezTo>
                  <a:pt x="300" y="430"/>
                  <a:pt x="300" y="426"/>
                  <a:pt x="300" y="422"/>
                </a:cubicBezTo>
                <a:cubicBezTo>
                  <a:pt x="296" y="356"/>
                  <a:pt x="296" y="289"/>
                  <a:pt x="288" y="223"/>
                </a:cubicBezTo>
                <a:cubicBezTo>
                  <a:pt x="294" y="207"/>
                  <a:pt x="298" y="193"/>
                  <a:pt x="306" y="178"/>
                </a:cubicBezTo>
                <a:cubicBezTo>
                  <a:pt x="308" y="175"/>
                  <a:pt x="310" y="172"/>
                  <a:pt x="312" y="169"/>
                </a:cubicBezTo>
                <a:cubicBezTo>
                  <a:pt x="320" y="178"/>
                  <a:pt x="329" y="187"/>
                  <a:pt x="337" y="195"/>
                </a:cubicBezTo>
                <a:cubicBezTo>
                  <a:pt x="339" y="197"/>
                  <a:pt x="342" y="195"/>
                  <a:pt x="340" y="193"/>
                </a:cubicBezTo>
                <a:close/>
                <a:moveTo>
                  <a:pt x="413" y="93"/>
                </a:moveTo>
                <a:cubicBezTo>
                  <a:pt x="426" y="114"/>
                  <a:pt x="437" y="137"/>
                  <a:pt x="444" y="161"/>
                </a:cubicBezTo>
                <a:cubicBezTo>
                  <a:pt x="429" y="175"/>
                  <a:pt x="416" y="191"/>
                  <a:pt x="404" y="207"/>
                </a:cubicBezTo>
                <a:cubicBezTo>
                  <a:pt x="397" y="192"/>
                  <a:pt x="390" y="176"/>
                  <a:pt x="382" y="161"/>
                </a:cubicBezTo>
                <a:cubicBezTo>
                  <a:pt x="393" y="140"/>
                  <a:pt x="402" y="119"/>
                  <a:pt x="405" y="95"/>
                </a:cubicBezTo>
                <a:cubicBezTo>
                  <a:pt x="405" y="94"/>
                  <a:pt x="404" y="94"/>
                  <a:pt x="404" y="95"/>
                </a:cubicBezTo>
                <a:cubicBezTo>
                  <a:pt x="399" y="116"/>
                  <a:pt x="390" y="136"/>
                  <a:pt x="379" y="155"/>
                </a:cubicBezTo>
                <a:cubicBezTo>
                  <a:pt x="377" y="152"/>
                  <a:pt x="376" y="148"/>
                  <a:pt x="374" y="145"/>
                </a:cubicBezTo>
                <a:cubicBezTo>
                  <a:pt x="367" y="133"/>
                  <a:pt x="361" y="120"/>
                  <a:pt x="353" y="108"/>
                </a:cubicBezTo>
                <a:cubicBezTo>
                  <a:pt x="362" y="92"/>
                  <a:pt x="369" y="74"/>
                  <a:pt x="371" y="56"/>
                </a:cubicBezTo>
                <a:cubicBezTo>
                  <a:pt x="388" y="66"/>
                  <a:pt x="402" y="78"/>
                  <a:pt x="413" y="93"/>
                </a:cubicBezTo>
                <a:close/>
                <a:moveTo>
                  <a:pt x="377" y="339"/>
                </a:moveTo>
                <a:cubicBezTo>
                  <a:pt x="375" y="334"/>
                  <a:pt x="373" y="329"/>
                  <a:pt x="371" y="325"/>
                </a:cubicBezTo>
                <a:cubicBezTo>
                  <a:pt x="376" y="311"/>
                  <a:pt x="382" y="297"/>
                  <a:pt x="387" y="283"/>
                </a:cubicBezTo>
                <a:cubicBezTo>
                  <a:pt x="389" y="277"/>
                  <a:pt x="381" y="274"/>
                  <a:pt x="378" y="279"/>
                </a:cubicBezTo>
                <a:cubicBezTo>
                  <a:pt x="373" y="288"/>
                  <a:pt x="368" y="297"/>
                  <a:pt x="363" y="306"/>
                </a:cubicBezTo>
                <a:cubicBezTo>
                  <a:pt x="361" y="302"/>
                  <a:pt x="360" y="299"/>
                  <a:pt x="358" y="295"/>
                </a:cubicBezTo>
                <a:cubicBezTo>
                  <a:pt x="372" y="269"/>
                  <a:pt x="387" y="243"/>
                  <a:pt x="403" y="218"/>
                </a:cubicBezTo>
                <a:cubicBezTo>
                  <a:pt x="407" y="227"/>
                  <a:pt x="411" y="237"/>
                  <a:pt x="414" y="247"/>
                </a:cubicBezTo>
                <a:cubicBezTo>
                  <a:pt x="417" y="255"/>
                  <a:pt x="419" y="264"/>
                  <a:pt x="424" y="272"/>
                </a:cubicBezTo>
                <a:cubicBezTo>
                  <a:pt x="425" y="273"/>
                  <a:pt x="428" y="273"/>
                  <a:pt x="428" y="271"/>
                </a:cubicBezTo>
                <a:cubicBezTo>
                  <a:pt x="427" y="253"/>
                  <a:pt x="415" y="233"/>
                  <a:pt x="408" y="216"/>
                </a:cubicBezTo>
                <a:cubicBezTo>
                  <a:pt x="408" y="215"/>
                  <a:pt x="407" y="214"/>
                  <a:pt x="406" y="212"/>
                </a:cubicBezTo>
                <a:cubicBezTo>
                  <a:pt x="418" y="195"/>
                  <a:pt x="431" y="178"/>
                  <a:pt x="445" y="164"/>
                </a:cubicBezTo>
                <a:cubicBezTo>
                  <a:pt x="451" y="183"/>
                  <a:pt x="456" y="202"/>
                  <a:pt x="459" y="221"/>
                </a:cubicBezTo>
                <a:cubicBezTo>
                  <a:pt x="460" y="227"/>
                  <a:pt x="461" y="232"/>
                  <a:pt x="462" y="237"/>
                </a:cubicBezTo>
                <a:cubicBezTo>
                  <a:pt x="434" y="271"/>
                  <a:pt x="404" y="304"/>
                  <a:pt x="377" y="339"/>
                </a:cubicBezTo>
                <a:close/>
                <a:moveTo>
                  <a:pt x="373" y="344"/>
                </a:moveTo>
                <a:cubicBezTo>
                  <a:pt x="372" y="344"/>
                  <a:pt x="372" y="344"/>
                  <a:pt x="372" y="344"/>
                </a:cubicBezTo>
                <a:cubicBezTo>
                  <a:pt x="365" y="353"/>
                  <a:pt x="358" y="362"/>
                  <a:pt x="352" y="371"/>
                </a:cubicBezTo>
                <a:cubicBezTo>
                  <a:pt x="357" y="358"/>
                  <a:pt x="363" y="345"/>
                  <a:pt x="368" y="332"/>
                </a:cubicBezTo>
                <a:cubicBezTo>
                  <a:pt x="369" y="336"/>
                  <a:pt x="371" y="340"/>
                  <a:pt x="373" y="344"/>
                </a:cubicBezTo>
                <a:close/>
                <a:moveTo>
                  <a:pt x="355" y="287"/>
                </a:moveTo>
                <a:cubicBezTo>
                  <a:pt x="348" y="272"/>
                  <a:pt x="341" y="257"/>
                  <a:pt x="334" y="242"/>
                </a:cubicBezTo>
                <a:cubicBezTo>
                  <a:pt x="341" y="228"/>
                  <a:pt x="350" y="215"/>
                  <a:pt x="358" y="201"/>
                </a:cubicBezTo>
                <a:cubicBezTo>
                  <a:pt x="365" y="190"/>
                  <a:pt x="373" y="178"/>
                  <a:pt x="379" y="166"/>
                </a:cubicBezTo>
                <a:cubicBezTo>
                  <a:pt x="387" y="182"/>
                  <a:pt x="394" y="197"/>
                  <a:pt x="400" y="213"/>
                </a:cubicBezTo>
                <a:cubicBezTo>
                  <a:pt x="384" y="236"/>
                  <a:pt x="369" y="262"/>
                  <a:pt x="355" y="287"/>
                </a:cubicBezTo>
                <a:close/>
                <a:moveTo>
                  <a:pt x="358" y="434"/>
                </a:moveTo>
                <a:cubicBezTo>
                  <a:pt x="351" y="424"/>
                  <a:pt x="345" y="415"/>
                  <a:pt x="338" y="405"/>
                </a:cubicBezTo>
                <a:cubicBezTo>
                  <a:pt x="338" y="405"/>
                  <a:pt x="339" y="405"/>
                  <a:pt x="339" y="405"/>
                </a:cubicBezTo>
                <a:cubicBezTo>
                  <a:pt x="350" y="386"/>
                  <a:pt x="362" y="368"/>
                  <a:pt x="375" y="350"/>
                </a:cubicBezTo>
                <a:cubicBezTo>
                  <a:pt x="380" y="364"/>
                  <a:pt x="384" y="380"/>
                  <a:pt x="392" y="392"/>
                </a:cubicBezTo>
                <a:cubicBezTo>
                  <a:pt x="393" y="393"/>
                  <a:pt x="395" y="393"/>
                  <a:pt x="395" y="391"/>
                </a:cubicBezTo>
                <a:cubicBezTo>
                  <a:pt x="393" y="376"/>
                  <a:pt x="385" y="360"/>
                  <a:pt x="379" y="345"/>
                </a:cubicBezTo>
                <a:cubicBezTo>
                  <a:pt x="379" y="345"/>
                  <a:pt x="379" y="345"/>
                  <a:pt x="379" y="344"/>
                </a:cubicBezTo>
                <a:cubicBezTo>
                  <a:pt x="406" y="309"/>
                  <a:pt x="435" y="275"/>
                  <a:pt x="462" y="240"/>
                </a:cubicBezTo>
                <a:cubicBezTo>
                  <a:pt x="467" y="275"/>
                  <a:pt x="464" y="312"/>
                  <a:pt x="441" y="341"/>
                </a:cubicBezTo>
                <a:cubicBezTo>
                  <a:pt x="437" y="347"/>
                  <a:pt x="441" y="360"/>
                  <a:pt x="450" y="356"/>
                </a:cubicBezTo>
                <a:cubicBezTo>
                  <a:pt x="451" y="356"/>
                  <a:pt x="452" y="355"/>
                  <a:pt x="453" y="355"/>
                </a:cubicBezTo>
                <a:cubicBezTo>
                  <a:pt x="435" y="380"/>
                  <a:pt x="414" y="404"/>
                  <a:pt x="394" y="428"/>
                </a:cubicBezTo>
                <a:cubicBezTo>
                  <a:pt x="386" y="436"/>
                  <a:pt x="378" y="444"/>
                  <a:pt x="371" y="453"/>
                </a:cubicBezTo>
                <a:cubicBezTo>
                  <a:pt x="366" y="446"/>
                  <a:pt x="362" y="440"/>
                  <a:pt x="358" y="434"/>
                </a:cubicBezTo>
                <a:close/>
                <a:moveTo>
                  <a:pt x="102" y="242"/>
                </a:moveTo>
                <a:cubicBezTo>
                  <a:pt x="103" y="241"/>
                  <a:pt x="104" y="240"/>
                  <a:pt x="105" y="239"/>
                </a:cubicBezTo>
                <a:cubicBezTo>
                  <a:pt x="115" y="254"/>
                  <a:pt x="125" y="268"/>
                  <a:pt x="137" y="281"/>
                </a:cubicBezTo>
                <a:cubicBezTo>
                  <a:pt x="135" y="285"/>
                  <a:pt x="132" y="289"/>
                  <a:pt x="130" y="294"/>
                </a:cubicBezTo>
                <a:cubicBezTo>
                  <a:pt x="123" y="308"/>
                  <a:pt x="116" y="322"/>
                  <a:pt x="108" y="336"/>
                </a:cubicBezTo>
                <a:cubicBezTo>
                  <a:pt x="98" y="325"/>
                  <a:pt x="89" y="313"/>
                  <a:pt x="79" y="302"/>
                </a:cubicBezTo>
                <a:cubicBezTo>
                  <a:pt x="77" y="300"/>
                  <a:pt x="74" y="303"/>
                  <a:pt x="76" y="305"/>
                </a:cubicBezTo>
                <a:cubicBezTo>
                  <a:pt x="86" y="317"/>
                  <a:pt x="96" y="329"/>
                  <a:pt x="105" y="341"/>
                </a:cubicBezTo>
                <a:cubicBezTo>
                  <a:pt x="97" y="357"/>
                  <a:pt x="87" y="372"/>
                  <a:pt x="78" y="387"/>
                </a:cubicBezTo>
                <a:cubicBezTo>
                  <a:pt x="74" y="381"/>
                  <a:pt x="70" y="375"/>
                  <a:pt x="67" y="369"/>
                </a:cubicBezTo>
                <a:cubicBezTo>
                  <a:pt x="67" y="368"/>
                  <a:pt x="65" y="369"/>
                  <a:pt x="66" y="370"/>
                </a:cubicBezTo>
                <a:cubicBezTo>
                  <a:pt x="69" y="377"/>
                  <a:pt x="72" y="383"/>
                  <a:pt x="76" y="389"/>
                </a:cubicBezTo>
                <a:cubicBezTo>
                  <a:pt x="70" y="399"/>
                  <a:pt x="63" y="409"/>
                  <a:pt x="56" y="419"/>
                </a:cubicBezTo>
                <a:cubicBezTo>
                  <a:pt x="43" y="396"/>
                  <a:pt x="33" y="371"/>
                  <a:pt x="31" y="346"/>
                </a:cubicBezTo>
                <a:cubicBezTo>
                  <a:pt x="30" y="317"/>
                  <a:pt x="45" y="297"/>
                  <a:pt x="65" y="279"/>
                </a:cubicBezTo>
                <a:cubicBezTo>
                  <a:pt x="75" y="270"/>
                  <a:pt x="84" y="261"/>
                  <a:pt x="91" y="251"/>
                </a:cubicBezTo>
                <a:cubicBezTo>
                  <a:pt x="95" y="248"/>
                  <a:pt x="99" y="245"/>
                  <a:pt x="102" y="242"/>
                </a:cubicBezTo>
                <a:close/>
                <a:moveTo>
                  <a:pt x="94" y="473"/>
                </a:moveTo>
                <a:cubicBezTo>
                  <a:pt x="82" y="458"/>
                  <a:pt x="69" y="442"/>
                  <a:pt x="59" y="425"/>
                </a:cubicBezTo>
                <a:cubicBezTo>
                  <a:pt x="67" y="416"/>
                  <a:pt x="74" y="405"/>
                  <a:pt x="80" y="395"/>
                </a:cubicBezTo>
                <a:cubicBezTo>
                  <a:pt x="100" y="424"/>
                  <a:pt x="127" y="445"/>
                  <a:pt x="155" y="468"/>
                </a:cubicBezTo>
                <a:cubicBezTo>
                  <a:pt x="154" y="480"/>
                  <a:pt x="156" y="492"/>
                  <a:pt x="163" y="502"/>
                </a:cubicBezTo>
                <a:cubicBezTo>
                  <a:pt x="164" y="504"/>
                  <a:pt x="167" y="502"/>
                  <a:pt x="166" y="500"/>
                </a:cubicBezTo>
                <a:cubicBezTo>
                  <a:pt x="162" y="492"/>
                  <a:pt x="160" y="482"/>
                  <a:pt x="160" y="472"/>
                </a:cubicBezTo>
                <a:cubicBezTo>
                  <a:pt x="172" y="482"/>
                  <a:pt x="184" y="492"/>
                  <a:pt x="195" y="503"/>
                </a:cubicBezTo>
                <a:cubicBezTo>
                  <a:pt x="198" y="506"/>
                  <a:pt x="203" y="502"/>
                  <a:pt x="200" y="499"/>
                </a:cubicBezTo>
                <a:cubicBezTo>
                  <a:pt x="187" y="487"/>
                  <a:pt x="174" y="476"/>
                  <a:pt x="160" y="466"/>
                </a:cubicBezTo>
                <a:cubicBezTo>
                  <a:pt x="161" y="462"/>
                  <a:pt x="161" y="458"/>
                  <a:pt x="161" y="454"/>
                </a:cubicBezTo>
                <a:cubicBezTo>
                  <a:pt x="162" y="455"/>
                  <a:pt x="162" y="456"/>
                  <a:pt x="163" y="456"/>
                </a:cubicBezTo>
                <a:cubicBezTo>
                  <a:pt x="167" y="461"/>
                  <a:pt x="170" y="464"/>
                  <a:pt x="175" y="467"/>
                </a:cubicBezTo>
                <a:cubicBezTo>
                  <a:pt x="177" y="468"/>
                  <a:pt x="180" y="474"/>
                  <a:pt x="183" y="477"/>
                </a:cubicBezTo>
                <a:cubicBezTo>
                  <a:pt x="187" y="480"/>
                  <a:pt x="190" y="483"/>
                  <a:pt x="194" y="487"/>
                </a:cubicBezTo>
                <a:cubicBezTo>
                  <a:pt x="195" y="489"/>
                  <a:pt x="195" y="490"/>
                  <a:pt x="195" y="489"/>
                </a:cubicBezTo>
                <a:cubicBezTo>
                  <a:pt x="196" y="492"/>
                  <a:pt x="198" y="495"/>
                  <a:pt x="199" y="497"/>
                </a:cubicBezTo>
                <a:cubicBezTo>
                  <a:pt x="202" y="501"/>
                  <a:pt x="204" y="505"/>
                  <a:pt x="206" y="510"/>
                </a:cubicBezTo>
                <a:cubicBezTo>
                  <a:pt x="209" y="515"/>
                  <a:pt x="211" y="525"/>
                  <a:pt x="213" y="533"/>
                </a:cubicBezTo>
                <a:cubicBezTo>
                  <a:pt x="168" y="528"/>
                  <a:pt x="127" y="504"/>
                  <a:pt x="94" y="473"/>
                </a:cubicBezTo>
                <a:close/>
                <a:moveTo>
                  <a:pt x="216" y="457"/>
                </a:moveTo>
                <a:cubicBezTo>
                  <a:pt x="213" y="454"/>
                  <a:pt x="208" y="452"/>
                  <a:pt x="204" y="449"/>
                </a:cubicBezTo>
                <a:cubicBezTo>
                  <a:pt x="197" y="446"/>
                  <a:pt x="191" y="447"/>
                  <a:pt x="185" y="444"/>
                </a:cubicBezTo>
                <a:cubicBezTo>
                  <a:pt x="179" y="443"/>
                  <a:pt x="174" y="442"/>
                  <a:pt x="168" y="443"/>
                </a:cubicBezTo>
                <a:cubicBezTo>
                  <a:pt x="166" y="443"/>
                  <a:pt x="164" y="444"/>
                  <a:pt x="163" y="445"/>
                </a:cubicBezTo>
                <a:cubicBezTo>
                  <a:pt x="163" y="445"/>
                  <a:pt x="163" y="445"/>
                  <a:pt x="163" y="445"/>
                </a:cubicBezTo>
                <a:cubicBezTo>
                  <a:pt x="163" y="443"/>
                  <a:pt x="164" y="441"/>
                  <a:pt x="164" y="439"/>
                </a:cubicBezTo>
                <a:cubicBezTo>
                  <a:pt x="165" y="431"/>
                  <a:pt x="167" y="424"/>
                  <a:pt x="169" y="416"/>
                </a:cubicBezTo>
                <a:cubicBezTo>
                  <a:pt x="181" y="428"/>
                  <a:pt x="192" y="439"/>
                  <a:pt x="205" y="449"/>
                </a:cubicBezTo>
                <a:cubicBezTo>
                  <a:pt x="209" y="452"/>
                  <a:pt x="215" y="447"/>
                  <a:pt x="211" y="443"/>
                </a:cubicBezTo>
                <a:cubicBezTo>
                  <a:pt x="197" y="432"/>
                  <a:pt x="184" y="420"/>
                  <a:pt x="172" y="408"/>
                </a:cubicBezTo>
                <a:cubicBezTo>
                  <a:pt x="176" y="392"/>
                  <a:pt x="182" y="377"/>
                  <a:pt x="187" y="363"/>
                </a:cubicBezTo>
                <a:cubicBezTo>
                  <a:pt x="189" y="358"/>
                  <a:pt x="191" y="353"/>
                  <a:pt x="193" y="348"/>
                </a:cubicBezTo>
                <a:cubicBezTo>
                  <a:pt x="194" y="348"/>
                  <a:pt x="195" y="349"/>
                  <a:pt x="196" y="349"/>
                </a:cubicBezTo>
                <a:cubicBezTo>
                  <a:pt x="198" y="351"/>
                  <a:pt x="200" y="349"/>
                  <a:pt x="199" y="347"/>
                </a:cubicBezTo>
                <a:cubicBezTo>
                  <a:pt x="199" y="344"/>
                  <a:pt x="198" y="342"/>
                  <a:pt x="196" y="340"/>
                </a:cubicBezTo>
                <a:cubicBezTo>
                  <a:pt x="199" y="333"/>
                  <a:pt x="202" y="327"/>
                  <a:pt x="205" y="320"/>
                </a:cubicBezTo>
                <a:cubicBezTo>
                  <a:pt x="210" y="337"/>
                  <a:pt x="214" y="355"/>
                  <a:pt x="216" y="372"/>
                </a:cubicBezTo>
                <a:cubicBezTo>
                  <a:pt x="221" y="400"/>
                  <a:pt x="223" y="428"/>
                  <a:pt x="226" y="456"/>
                </a:cubicBezTo>
                <a:cubicBezTo>
                  <a:pt x="226" y="459"/>
                  <a:pt x="226" y="462"/>
                  <a:pt x="227" y="465"/>
                </a:cubicBezTo>
                <a:cubicBezTo>
                  <a:pt x="223" y="463"/>
                  <a:pt x="220" y="460"/>
                  <a:pt x="216" y="457"/>
                </a:cubicBezTo>
                <a:close/>
                <a:moveTo>
                  <a:pt x="488" y="278"/>
                </a:moveTo>
                <a:cubicBezTo>
                  <a:pt x="488" y="268"/>
                  <a:pt x="487" y="258"/>
                  <a:pt x="487" y="249"/>
                </a:cubicBezTo>
                <a:cubicBezTo>
                  <a:pt x="488" y="258"/>
                  <a:pt x="488" y="268"/>
                  <a:pt x="488" y="278"/>
                </a:cubicBezTo>
                <a:close/>
                <a:moveTo>
                  <a:pt x="113" y="106"/>
                </a:moveTo>
                <a:cubicBezTo>
                  <a:pt x="117" y="77"/>
                  <a:pt x="137" y="58"/>
                  <a:pt x="162" y="45"/>
                </a:cubicBezTo>
                <a:cubicBezTo>
                  <a:pt x="174" y="39"/>
                  <a:pt x="186" y="35"/>
                  <a:pt x="199" y="32"/>
                </a:cubicBezTo>
                <a:cubicBezTo>
                  <a:pt x="190" y="37"/>
                  <a:pt x="181" y="42"/>
                  <a:pt x="173" y="47"/>
                </a:cubicBezTo>
                <a:cubicBezTo>
                  <a:pt x="150" y="62"/>
                  <a:pt x="128" y="84"/>
                  <a:pt x="117" y="110"/>
                </a:cubicBezTo>
                <a:cubicBezTo>
                  <a:pt x="109" y="127"/>
                  <a:pt x="113" y="143"/>
                  <a:pt x="116" y="161"/>
                </a:cubicBezTo>
                <a:cubicBezTo>
                  <a:pt x="121" y="181"/>
                  <a:pt x="118" y="205"/>
                  <a:pt x="106" y="224"/>
                </a:cubicBezTo>
                <a:cubicBezTo>
                  <a:pt x="108" y="219"/>
                  <a:pt x="109" y="215"/>
                  <a:pt x="110" y="210"/>
                </a:cubicBezTo>
                <a:cubicBezTo>
                  <a:pt x="118" y="176"/>
                  <a:pt x="108" y="141"/>
                  <a:pt x="113" y="106"/>
                </a:cubicBezTo>
                <a:close/>
                <a:moveTo>
                  <a:pt x="159" y="532"/>
                </a:moveTo>
                <a:cubicBezTo>
                  <a:pt x="146" y="524"/>
                  <a:pt x="134" y="515"/>
                  <a:pt x="123" y="504"/>
                </a:cubicBezTo>
                <a:cubicBezTo>
                  <a:pt x="135" y="512"/>
                  <a:pt x="148" y="518"/>
                  <a:pt x="160" y="523"/>
                </a:cubicBezTo>
                <a:cubicBezTo>
                  <a:pt x="177" y="531"/>
                  <a:pt x="195" y="534"/>
                  <a:pt x="213" y="534"/>
                </a:cubicBezTo>
                <a:cubicBezTo>
                  <a:pt x="215" y="541"/>
                  <a:pt x="216" y="547"/>
                  <a:pt x="217" y="553"/>
                </a:cubicBezTo>
                <a:cubicBezTo>
                  <a:pt x="197" y="553"/>
                  <a:pt x="176" y="543"/>
                  <a:pt x="159" y="532"/>
                </a:cubicBezTo>
                <a:close/>
                <a:moveTo>
                  <a:pt x="463" y="466"/>
                </a:moveTo>
                <a:cubicBezTo>
                  <a:pt x="449" y="480"/>
                  <a:pt x="429" y="485"/>
                  <a:pt x="408" y="488"/>
                </a:cubicBezTo>
                <a:cubicBezTo>
                  <a:pt x="442" y="467"/>
                  <a:pt x="471" y="443"/>
                  <a:pt x="480" y="415"/>
                </a:cubicBezTo>
                <a:cubicBezTo>
                  <a:pt x="482" y="433"/>
                  <a:pt x="476" y="451"/>
                  <a:pt x="463" y="466"/>
                </a:cubicBezTo>
                <a:close/>
              </a:path>
            </a:pathLst>
          </a:custGeom>
          <a:solidFill>
            <a:schemeClr val="bg1">
              <a:lumMod val="65000"/>
              <a:alpha val="50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B2A36B-8CDC-4B7E-839F-C852ED9C558D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0B49E9-16E5-44BC-AC8E-F32C37963329}" type="slidenum">
              <a:rPr lang="en-US" altLang="zh-CN" sz="790"/>
              <a:pPr/>
              <a:t>6</a:t>
            </a:fld>
            <a:endParaRPr lang="en-US" altLang="zh-CN" sz="790"/>
          </a:p>
        </p:txBody>
      </p:sp>
      <p:sp>
        <p:nvSpPr>
          <p:cNvPr id="880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67995" y="1485900"/>
            <a:ext cx="7437755" cy="4578350"/>
          </a:xfrm>
        </p:spPr>
        <p:txBody>
          <a:bodyPr>
            <a:noAutofit/>
          </a:bodyPr>
          <a:lstStyle/>
          <a:p>
            <a:pPr fontAlgn="auto"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Splay trees are tree structures that: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Are not perfectly balanced all the time</a:t>
            </a:r>
          </a:p>
          <a:p>
            <a:pPr lvl="1" fontAlgn="auto">
              <a:spcBef>
                <a:spcPts val="1200"/>
              </a:spcBef>
            </a:pPr>
            <a:endParaRPr lang="en-US" altLang="zh-CN" sz="150" dirty="0">
              <a:ea typeface="宋体" panose="02010600030101010101" pitchFamily="2" charset="-122"/>
            </a:endParaRPr>
          </a:p>
          <a:p>
            <a:pPr lvl="1" fontAlgn="auto"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Data most recently accessed is near the root. (principle of locality; 80-20 “rule”)</a:t>
            </a:r>
          </a:p>
          <a:p>
            <a:pPr fontAlgn="auto"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The procedure: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After node X is accessed, perform “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splaying</a:t>
            </a:r>
            <a:r>
              <a:rPr lang="en-US" altLang="zh-CN" dirty="0">
                <a:ea typeface="宋体" panose="02010600030101010101" pitchFamily="2" charset="-122"/>
              </a:rPr>
              <a:t>” operations to bring X to the root of the tree.</a:t>
            </a:r>
          </a:p>
          <a:p>
            <a:pPr lvl="1" fontAlgn="auto">
              <a:spcBef>
                <a:spcPts val="1200"/>
              </a:spcBef>
            </a:pPr>
            <a:endParaRPr lang="en-US" altLang="zh-CN" sz="225" dirty="0">
              <a:ea typeface="宋体" panose="02010600030101010101" pitchFamily="2" charset="-122"/>
            </a:endParaRPr>
          </a:p>
          <a:p>
            <a:pPr lvl="1" fontAlgn="auto"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Do this in a way that leaves the tree more balanced as a whole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968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1376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Splay Trees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FE21D8-120E-44E8-8451-2E8555BCF7C4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0B49E9-16E5-44BC-AC8E-F32C37963329}" type="slidenum">
              <a:rPr lang="en-US" altLang="zh-CN" sz="790"/>
              <a:pPr/>
              <a:t>7</a:t>
            </a:fld>
            <a:endParaRPr lang="en-US" altLang="zh-CN" sz="790"/>
          </a:p>
        </p:txBody>
      </p:sp>
      <p:sp>
        <p:nvSpPr>
          <p:cNvPr id="880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80695" y="1447165"/>
            <a:ext cx="7915275" cy="1404620"/>
          </a:xfrm>
        </p:spPr>
        <p:txBody>
          <a:bodyPr>
            <a:noAutofit/>
          </a:bodyPr>
          <a:lstStyle/>
          <a:p>
            <a:pPr fontAlgn="auto"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How </a:t>
            </a:r>
            <a:r>
              <a:rPr lang="en-US" altLang="zh-CN" sz="2400" dirty="0"/>
              <a:t>to perform splaying?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A Simple Idea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to perform single rotations, bottom up</a:t>
            </a:r>
            <a:endParaRPr lang="en-US" altLang="zh-CN" sz="20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498725" y="2783205"/>
            <a:ext cx="3374390" cy="37274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96915" y="5229225"/>
            <a:ext cx="28708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Now K1 is accessed, perform a single rotation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4500431" y="5474103"/>
            <a:ext cx="1151890" cy="114935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下弧形箭头 8"/>
          <p:cNvSpPr/>
          <p:nvPr/>
        </p:nvSpPr>
        <p:spPr>
          <a:xfrm rot="10591156">
            <a:off x="3787767" y="5031831"/>
            <a:ext cx="597935" cy="27003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968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1376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Splay Trees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" name="Rectangle 8"/>
          <p:cNvSpPr>
            <a:spLocks noGrp="1" noChangeArrowheads="1"/>
          </p:cNvSpPr>
          <p:nvPr>
            <p:custDataLst>
              <p:tags r:id="rId5"/>
            </p:custDataLst>
          </p:nvPr>
        </p:nvSpPr>
        <p:spPr>
          <a:xfrm>
            <a:off x="480695" y="1447165"/>
            <a:ext cx="7915275" cy="14046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0815" indent="-170815" algn="l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anose="05020102010507070707" pitchFamily="18" charset="2"/>
              <a:buChar char="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37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6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66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1995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24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3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2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0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How </a:t>
            </a:r>
            <a:r>
              <a:rPr lang="en-US" altLang="zh-CN" sz="2400" dirty="0"/>
              <a:t>to perform splaying?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A Simple Idea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to perform single rotations, bottom up</a:t>
            </a:r>
            <a:endParaRPr lang="en-US" altLang="zh-CN" sz="20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B55557D-6B43-4B72-8F45-5856FE4653F2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0B49E9-16E5-44BC-AC8E-F32C37963329}" type="slidenum">
              <a:rPr lang="en-US" altLang="zh-CN" sz="790"/>
              <a:pPr/>
              <a:t>8</a:t>
            </a:fld>
            <a:endParaRPr lang="en-US" altLang="zh-CN" sz="790"/>
          </a:p>
        </p:txBody>
      </p:sp>
      <p:sp>
        <p:nvSpPr>
          <p:cNvPr id="6" name="文本框 5"/>
          <p:cNvSpPr txBox="1"/>
          <p:nvPr/>
        </p:nvSpPr>
        <p:spPr>
          <a:xfrm>
            <a:off x="5868670" y="5157470"/>
            <a:ext cx="28778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Then, continue to perform a single rotation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465705" y="2780665"/>
            <a:ext cx="3796665" cy="3627120"/>
          </a:xfrm>
          <a:prstGeom prst="rect">
            <a:avLst/>
          </a:prstGeom>
        </p:spPr>
      </p:pic>
      <p:sp>
        <p:nvSpPr>
          <p:cNvPr id="3" name="上弧形箭头 2"/>
          <p:cNvSpPr/>
          <p:nvPr/>
        </p:nvSpPr>
        <p:spPr>
          <a:xfrm>
            <a:off x="3365341" y="4399664"/>
            <a:ext cx="578644" cy="21602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968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1376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Splay Trees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" name="Rectangle 8"/>
          <p:cNvSpPr>
            <a:spLocks noGrp="1" noChangeArrowheads="1"/>
          </p:cNvSpPr>
          <p:nvPr>
            <p:custDataLst>
              <p:tags r:id="rId5"/>
            </p:custDataLst>
          </p:nvPr>
        </p:nvSpPr>
        <p:spPr>
          <a:xfrm>
            <a:off x="480695" y="1447165"/>
            <a:ext cx="7915275" cy="14046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0815" indent="-170815" algn="l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anose="05020102010507070707" pitchFamily="18" charset="2"/>
              <a:buChar char="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37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6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66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1995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24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3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2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0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How </a:t>
            </a:r>
            <a:r>
              <a:rPr lang="en-US" altLang="zh-CN" sz="2400" dirty="0"/>
              <a:t>to perform splaying?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A Simple Idea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to perform single rotations, bottom up</a:t>
            </a:r>
            <a:endParaRPr lang="en-US" altLang="zh-CN" sz="20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87BBF2-722F-45D1-A16E-E5FE9A1F3379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0B49E9-16E5-44BC-AC8E-F32C37963329}" type="slidenum">
              <a:rPr lang="en-US" altLang="zh-CN" sz="790"/>
              <a:pPr/>
              <a:t>9</a:t>
            </a:fld>
            <a:endParaRPr lang="en-US" altLang="zh-CN" sz="790"/>
          </a:p>
        </p:txBody>
      </p:sp>
      <p:sp>
        <p:nvSpPr>
          <p:cNvPr id="6" name="文本框 5"/>
          <p:cNvSpPr txBox="1"/>
          <p:nvPr/>
        </p:nvSpPr>
        <p:spPr>
          <a:xfrm>
            <a:off x="5940610" y="5229489"/>
            <a:ext cx="21062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Then, continue…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12950" y="2781935"/>
            <a:ext cx="4126865" cy="3771900"/>
          </a:xfrm>
          <a:prstGeom prst="rect">
            <a:avLst/>
          </a:prstGeom>
        </p:spPr>
      </p:pic>
      <p:sp>
        <p:nvSpPr>
          <p:cNvPr id="11" name="上弧形箭头 10"/>
          <p:cNvSpPr/>
          <p:nvPr/>
        </p:nvSpPr>
        <p:spPr>
          <a:xfrm>
            <a:off x="3374444" y="4051129"/>
            <a:ext cx="578644" cy="21602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968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1376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Splay Trees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" name="Rectangle 8"/>
          <p:cNvSpPr>
            <a:spLocks noGrp="1" noChangeArrowheads="1"/>
          </p:cNvSpPr>
          <p:nvPr>
            <p:custDataLst>
              <p:tags r:id="rId5"/>
            </p:custDataLst>
          </p:nvPr>
        </p:nvSpPr>
        <p:spPr>
          <a:xfrm>
            <a:off x="480695" y="1447165"/>
            <a:ext cx="7915275" cy="14046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0815" indent="-170815" algn="l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anose="05020102010507070707" pitchFamily="18" charset="2"/>
              <a:buChar char="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37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6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66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1995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24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3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2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0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How </a:t>
            </a:r>
            <a:r>
              <a:rPr lang="en-US" altLang="zh-CN" sz="2400" dirty="0"/>
              <a:t>to perform splaying?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A Simple Idea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to perform single rotations, bottom up</a:t>
            </a:r>
            <a:endParaRPr lang="en-US" altLang="zh-CN" sz="20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2C138B-0E93-4FA1-9D7D-86E26184E7F7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0B49E9-16E5-44BC-AC8E-F32C37963329}" type="slidenum">
              <a:rPr lang="en-US" altLang="zh-CN" sz="790"/>
              <a:pPr/>
              <a:t>10</a:t>
            </a:fld>
            <a:endParaRPr lang="en-US" altLang="zh-CN" sz="790"/>
          </a:p>
        </p:txBody>
      </p:sp>
      <p:sp>
        <p:nvSpPr>
          <p:cNvPr id="6" name="文本框 5"/>
          <p:cNvSpPr txBox="1"/>
          <p:nvPr/>
        </p:nvSpPr>
        <p:spPr>
          <a:xfrm>
            <a:off x="6659958" y="4796740"/>
            <a:ext cx="14070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continue …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99310" y="2825750"/>
            <a:ext cx="4119880" cy="3733165"/>
          </a:xfrm>
          <a:prstGeom prst="rect">
            <a:avLst/>
          </a:prstGeom>
        </p:spPr>
      </p:pic>
      <p:sp>
        <p:nvSpPr>
          <p:cNvPr id="3" name="上弧形箭头 2"/>
          <p:cNvSpPr/>
          <p:nvPr/>
        </p:nvSpPr>
        <p:spPr>
          <a:xfrm>
            <a:off x="3777615" y="3355340"/>
            <a:ext cx="775970" cy="28956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968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1376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Splay Trees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" name="Rectangle 8"/>
          <p:cNvSpPr>
            <a:spLocks noGrp="1" noChangeArrowheads="1"/>
          </p:cNvSpPr>
          <p:nvPr>
            <p:custDataLst>
              <p:tags r:id="rId5"/>
            </p:custDataLst>
          </p:nvPr>
        </p:nvSpPr>
        <p:spPr>
          <a:xfrm>
            <a:off x="480695" y="1447165"/>
            <a:ext cx="7915275" cy="14046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0815" indent="-170815" algn="l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anose="05020102010507070707" pitchFamily="18" charset="2"/>
              <a:buChar char="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37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6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66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1995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24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3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2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0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How </a:t>
            </a:r>
            <a:r>
              <a:rPr lang="en-US" altLang="zh-CN" sz="2400" dirty="0"/>
              <a:t>to perform splaying?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A Simple Idea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to perform single rotations, bottom up</a:t>
            </a:r>
            <a:endParaRPr lang="en-US" altLang="zh-CN" sz="2000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9C28E5A-73A4-4A15-9B3A-BE61FB2ECD61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0B49E9-16E5-44BC-AC8E-F32C37963329}" type="slidenum">
              <a:rPr lang="en-US" altLang="zh-CN" sz="790"/>
              <a:pPr/>
              <a:t>11</a:t>
            </a:fld>
            <a:endParaRPr lang="en-US" altLang="zh-CN" sz="790" dirty="0"/>
          </a:p>
        </p:txBody>
      </p:sp>
      <p:sp>
        <p:nvSpPr>
          <p:cNvPr id="6" name="文本框 5"/>
          <p:cNvSpPr txBox="1"/>
          <p:nvPr/>
        </p:nvSpPr>
        <p:spPr>
          <a:xfrm>
            <a:off x="5455285" y="3127375"/>
            <a:ext cx="33610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Now k1 reach the root. Future accesses on k1 are cheaper.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476375" y="2853690"/>
            <a:ext cx="4482465" cy="37274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030595" y="5344795"/>
            <a:ext cx="24371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But pushing other node deep,  ex. k3.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968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21786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Splay Trees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" name="Rectangle 8"/>
          <p:cNvSpPr>
            <a:spLocks noGrp="1" noChangeArrowheads="1"/>
          </p:cNvSpPr>
          <p:nvPr>
            <p:custDataLst>
              <p:tags r:id="rId5"/>
            </p:custDataLst>
          </p:nvPr>
        </p:nvSpPr>
        <p:spPr>
          <a:xfrm>
            <a:off x="480695" y="1447165"/>
            <a:ext cx="7915275" cy="22212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0815" indent="-170815" algn="l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anose="05020102010507070707" pitchFamily="18" charset="2"/>
              <a:buChar char="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37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6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66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1995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24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3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2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0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How </a:t>
            </a:r>
            <a:r>
              <a:rPr lang="en-US" altLang="zh-CN" sz="2400" dirty="0"/>
              <a:t>to perform splaying?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/>
              <a:t>A Simple Idea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to perform single rotations, bottom up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This strategy is not good enough</a:t>
            </a:r>
          </a:p>
          <a:p>
            <a:pPr lvl="2" fontAlgn="auto">
              <a:spcBef>
                <a:spcPts val="1200"/>
              </a:spcBef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A sequence of M operations requires Ω(N•M)</a:t>
            </a:r>
          </a:p>
        </p:txBody>
      </p:sp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04B276-6599-4EAC-8A99-057E7F50C658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0B49E9-16E5-44BC-AC8E-F32C37963329}" type="slidenum">
              <a:rPr lang="en-US" altLang="zh-CN" sz="790"/>
              <a:pPr/>
              <a:t>12</a:t>
            </a:fld>
            <a:endParaRPr lang="en-US" altLang="zh-CN" sz="79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214120" y="3513455"/>
            <a:ext cx="2252980" cy="324231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568065" y="4652645"/>
            <a:ext cx="473583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Consider the tree formed by inserting keys </a:t>
            </a:r>
            <a:r>
              <a:rPr lang="en-US" altLang="zh-CN" sz="2000">
                <a:solidFill>
                  <a:srgbClr val="FF0000"/>
                </a:solidFill>
              </a:rPr>
              <a:t>N ,N-1,…,1, </a:t>
            </a:r>
            <a:r>
              <a:rPr lang="en-US" altLang="zh-CN" sz="2000" dirty="0">
                <a:solidFill>
                  <a:srgbClr val="FF0000"/>
                </a:solidFill>
              </a:rPr>
              <a:t>into an initially empty tree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968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49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Splay Trees</a:t>
            </a:r>
          </a:p>
        </p:txBody>
      </p:sp>
      <p:pic>
        <p:nvPicPr>
          <p:cNvPr id="18" name="图片 1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A79D54-4663-4B2E-B389-87515D65C1B3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0B49E9-16E5-44BC-AC8E-F32C37963329}" type="slidenum">
              <a:rPr lang="en-US" altLang="zh-CN" sz="790"/>
              <a:pPr/>
              <a:t>13</a:t>
            </a:fld>
            <a:endParaRPr lang="en-US" altLang="zh-CN" sz="79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587500" y="1526540"/>
            <a:ext cx="1414145" cy="20351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821940" y="2943225"/>
            <a:ext cx="202120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Then, access 1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055235" y="1415415"/>
            <a:ext cx="1259840" cy="2214880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3517706" y="2675466"/>
            <a:ext cx="617291" cy="26287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800725" y="3575050"/>
            <a:ext cx="1483360" cy="20574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243955" y="3124835"/>
            <a:ext cx="214376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Then, access 2</a:t>
            </a:r>
          </a:p>
        </p:txBody>
      </p:sp>
      <p:sp>
        <p:nvSpPr>
          <p:cNvPr id="8" name="下箭头 7"/>
          <p:cNvSpPr/>
          <p:nvPr/>
        </p:nvSpPr>
        <p:spPr>
          <a:xfrm>
            <a:off x="5993515" y="3095586"/>
            <a:ext cx="233404" cy="479193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3854450" y="4756785"/>
            <a:ext cx="1800860" cy="156591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5461000" y="5838190"/>
            <a:ext cx="17443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Then, access 3</a:t>
            </a:r>
          </a:p>
        </p:txBody>
      </p:sp>
      <p:sp>
        <p:nvSpPr>
          <p:cNvPr id="10" name="右箭头 9"/>
          <p:cNvSpPr/>
          <p:nvPr/>
        </p:nvSpPr>
        <p:spPr>
          <a:xfrm flipH="1">
            <a:off x="5696677" y="5513453"/>
            <a:ext cx="540060" cy="27003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276985" y="4346575"/>
            <a:ext cx="1748155" cy="1924050"/>
          </a:xfrm>
          <a:prstGeom prst="rect">
            <a:avLst/>
          </a:prstGeom>
        </p:spPr>
      </p:pic>
      <p:sp>
        <p:nvSpPr>
          <p:cNvPr id="12" name="右箭头 11"/>
          <p:cNvSpPr/>
          <p:nvPr/>
        </p:nvSpPr>
        <p:spPr>
          <a:xfrm flipH="1">
            <a:off x="3083072" y="5240876"/>
            <a:ext cx="533586" cy="21602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矩形 19"/>
          <p:cNvSpPr/>
          <p:nvPr/>
        </p:nvSpPr>
        <p:spPr>
          <a:xfrm>
            <a:off x="2324100" y="5457190"/>
            <a:ext cx="183007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Then, access 4</a:t>
            </a:r>
          </a:p>
        </p:txBody>
      </p:sp>
      <p:sp>
        <p:nvSpPr>
          <p:cNvPr id="14" name="下箭头 13"/>
          <p:cNvSpPr/>
          <p:nvPr/>
        </p:nvSpPr>
        <p:spPr>
          <a:xfrm flipV="1">
            <a:off x="2406073" y="3407540"/>
            <a:ext cx="289340" cy="51095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2" name="矩形 21"/>
          <p:cNvSpPr/>
          <p:nvPr/>
        </p:nvSpPr>
        <p:spPr>
          <a:xfrm>
            <a:off x="1626235" y="3919855"/>
            <a:ext cx="19983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Then, access 5</a:t>
            </a:r>
          </a:p>
        </p:txBody>
      </p:sp>
      <p:sp>
        <p:nvSpPr>
          <p:cNvPr id="23" name="矩形 22"/>
          <p:cNvSpPr/>
          <p:nvPr/>
        </p:nvSpPr>
        <p:spPr>
          <a:xfrm>
            <a:off x="1205865" y="3212465"/>
            <a:ext cx="7143750" cy="1207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For n nodes, total </a:t>
            </a:r>
            <a:r>
              <a:rPr lang="en-US" altLang="zh-CN" sz="2400" dirty="0" err="1">
                <a:solidFill>
                  <a:srgbClr val="0000FF"/>
                </a:solidFill>
              </a:rPr>
              <a:t>num</a:t>
            </a:r>
            <a:r>
              <a:rPr lang="en-US" altLang="zh-CN" sz="2400" dirty="0">
                <a:solidFill>
                  <a:srgbClr val="0000FF"/>
                </a:solidFill>
              </a:rPr>
              <a:t> of rotations is </a:t>
            </a:r>
          </a:p>
          <a:p>
            <a:r>
              <a:rPr lang="pt-BR" altLang="zh-CN" sz="2400" dirty="0">
                <a:solidFill>
                  <a:srgbClr val="0000FF"/>
                </a:solidFill>
              </a:rPr>
              <a:t>(n - 1) + { (n - 1) + (n - 2) + … + 1 }= (n</a:t>
            </a:r>
            <a:r>
              <a:rPr lang="pt-BR" altLang="zh-CN" sz="2400" baseline="30000" dirty="0">
                <a:solidFill>
                  <a:srgbClr val="0000FF"/>
                </a:solidFill>
              </a:rPr>
              <a:t>2</a:t>
            </a:r>
            <a:r>
              <a:rPr lang="pt-BR" altLang="zh-CN" sz="2400" dirty="0">
                <a:solidFill>
                  <a:srgbClr val="0000FF"/>
                </a:solidFill>
              </a:rPr>
              <a:t> +n-2)/2 ,</a:t>
            </a: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i.e. </a:t>
            </a:r>
            <a:r>
              <a:rPr lang="el-GR" altLang="zh-CN" sz="2400" dirty="0">
                <a:solidFill>
                  <a:srgbClr val="0000FF"/>
                </a:solidFill>
              </a:rPr>
              <a:t>Ω</a:t>
            </a:r>
            <a:r>
              <a:rPr lang="en-US" altLang="zh-CN" sz="2400" dirty="0">
                <a:solidFill>
                  <a:srgbClr val="0000FF"/>
                </a:solidFill>
              </a:rPr>
              <a:t>(n</a:t>
            </a:r>
            <a:r>
              <a:rPr lang="en-US" altLang="zh-CN" sz="2400" baseline="30000" dirty="0">
                <a:solidFill>
                  <a:srgbClr val="0000FF"/>
                </a:solidFill>
              </a:rPr>
              <a:t>2</a:t>
            </a:r>
            <a:r>
              <a:rPr lang="en-US" altLang="zh-CN" sz="2400" dirty="0">
                <a:solidFill>
                  <a:srgbClr val="0000FF"/>
                </a:solidFill>
              </a:rPr>
              <a:t>). 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Each operation requiring O (n)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bldLvl="0" animBg="1"/>
      <p:bldP spid="13" grpId="0"/>
      <p:bldP spid="8" grpId="0" bldLvl="0" animBg="1"/>
      <p:bldP spid="16" grpId="0"/>
      <p:bldP spid="10" grpId="0" bldLvl="0" animBg="1"/>
      <p:bldP spid="12" grpId="0" bldLvl="0" animBg="1"/>
      <p:bldP spid="20" grpId="0"/>
      <p:bldP spid="14" grpId="0" bldLvl="0" animBg="1"/>
      <p:bldP spid="22" grpId="0"/>
      <p:bldP spid="2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968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49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Splay Trees</a:t>
            </a:r>
          </a:p>
        </p:txBody>
      </p:sp>
      <p:pic>
        <p:nvPicPr>
          <p:cNvPr id="18" name="图片 1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7B735E-FD22-4925-8A70-245FCB1F5B85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0B49E9-16E5-44BC-AC8E-F32C37963329}" type="slidenum">
              <a:rPr lang="en-US" altLang="zh-CN" sz="790"/>
              <a:pPr/>
              <a:t>14</a:t>
            </a:fld>
            <a:endParaRPr lang="en-US" altLang="zh-CN" sz="790" dirty="0"/>
          </a:p>
        </p:txBody>
      </p:sp>
      <p:sp>
        <p:nvSpPr>
          <p:cNvPr id="880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96240" y="1904365"/>
            <a:ext cx="8399145" cy="4464050"/>
          </a:xfrm>
        </p:spPr>
        <p:txBody>
          <a:bodyPr>
            <a:noAutofit/>
          </a:bodyPr>
          <a:lstStyle/>
          <a:p>
            <a:r>
              <a:rPr lang="en-US" altLang="zh-CN" dirty="0"/>
              <a:t>Goal:</a:t>
            </a:r>
          </a:p>
          <a:p>
            <a:pPr lvl="1"/>
            <a:r>
              <a:rPr lang="en-US" altLang="zh-CN" sz="2800" dirty="0"/>
              <a:t>Principle of  locality</a:t>
            </a:r>
          </a:p>
          <a:p>
            <a:pPr lvl="1"/>
            <a:r>
              <a:rPr lang="en-US" altLang="zh-CN" sz="2800" dirty="0"/>
              <a:t>An O(</a:t>
            </a:r>
            <a:r>
              <a:rPr lang="en-US" altLang="zh-CN" sz="2800" dirty="0" err="1"/>
              <a:t>logN</a:t>
            </a:r>
            <a:r>
              <a:rPr lang="en-US" altLang="zh-CN" sz="2800" dirty="0"/>
              <a:t>) </a:t>
            </a:r>
            <a:r>
              <a:rPr lang="en-US" altLang="zh-CN" sz="2800" dirty="0">
                <a:solidFill>
                  <a:srgbClr val="263AF8"/>
                </a:solidFill>
              </a:rPr>
              <a:t>amortized cost </a:t>
            </a:r>
            <a:r>
              <a:rPr lang="en-US" altLang="zh-CN" sz="2800" dirty="0"/>
              <a:t>per operation</a:t>
            </a:r>
          </a:p>
          <a:p>
            <a:r>
              <a:rPr lang="en-US" altLang="zh-CN" dirty="0"/>
              <a:t>How to perform splaying?</a:t>
            </a:r>
          </a:p>
          <a:p>
            <a:pPr lvl="1"/>
            <a:r>
              <a:rPr lang="en-US" altLang="zh-CN" sz="2800" dirty="0"/>
              <a:t>Another strategy to perform </a:t>
            </a:r>
            <a:r>
              <a:rPr lang="en-US" altLang="zh-CN" sz="2800" dirty="0">
                <a:solidFill>
                  <a:srgbClr val="0000FF"/>
                </a:solidFill>
              </a:rPr>
              <a:t>double rotations (</a:t>
            </a:r>
            <a:r>
              <a:rPr lang="en-US" altLang="zh-CN" sz="2800" dirty="0">
                <a:solidFill>
                  <a:srgbClr val="FF0000"/>
                </a:solidFill>
              </a:rPr>
              <a:t>splay</a:t>
            </a:r>
            <a:r>
              <a:rPr lang="en-US" altLang="zh-CN" sz="2800" dirty="0">
                <a:solidFill>
                  <a:srgbClr val="0000FF"/>
                </a:solidFill>
              </a:rPr>
              <a:t>)</a:t>
            </a:r>
          </a:p>
          <a:p>
            <a:pPr lvl="1"/>
            <a:endParaRPr lang="en-US" altLang="zh-CN" sz="2800" dirty="0">
              <a:solidFill>
                <a:srgbClr val="0000FF"/>
              </a:solidFill>
            </a:endParaRPr>
          </a:p>
        </p:txBody>
      </p:sp>
      <p:grpSp>
        <p:nvGrpSpPr>
          <p:cNvPr id="26" name="组合 25"/>
          <p:cNvGrpSpPr/>
          <p:nvPr/>
        </p:nvGrpSpPr>
        <p:grpSpPr>
          <a:xfrm rot="13140147">
            <a:off x="7321550" y="2352674"/>
            <a:ext cx="1083946" cy="795656"/>
            <a:chOff x="6579684" y="1851050"/>
            <a:chExt cx="4331267" cy="3176918"/>
          </a:xfrm>
          <a:noFill/>
        </p:grpSpPr>
        <p:grpSp>
          <p:nvGrpSpPr>
            <p:cNvPr id="32" name="Group 54"/>
            <p:cNvGrpSpPr/>
            <p:nvPr/>
          </p:nvGrpSpPr>
          <p:grpSpPr>
            <a:xfrm rot="2273417">
              <a:off x="7686158" y="1851050"/>
              <a:ext cx="3224793" cy="3176918"/>
              <a:chOff x="0" y="0"/>
              <a:chExt cx="1149595" cy="1132530"/>
            </a:xfrm>
            <a:grpFill/>
          </p:grpSpPr>
          <p:sp>
            <p:nvSpPr>
              <p:cNvPr id="33" name="Shape 51"/>
              <p:cNvSpPr/>
              <p:nvPr>
                <p:custDataLst>
                  <p:tags r:id="rId7"/>
                </p:custDataLst>
              </p:nvPr>
            </p:nvSpPr>
            <p:spPr>
              <a:xfrm>
                <a:off x="0" y="0"/>
                <a:ext cx="1149596" cy="11325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835" h="18188" extrusionOk="0">
                    <a:moveTo>
                      <a:pt x="5118" y="17138"/>
                    </a:moveTo>
                    <a:cubicBezTo>
                      <a:pt x="9702" y="19314"/>
                      <a:pt x="15760" y="18135"/>
                      <a:pt x="17999" y="13346"/>
                    </a:cubicBezTo>
                    <a:cubicBezTo>
                      <a:pt x="21410" y="6050"/>
                      <a:pt x="13777" y="-2286"/>
                      <a:pt x="5944" y="578"/>
                    </a:cubicBezTo>
                    <a:cubicBezTo>
                      <a:pt x="2990" y="1657"/>
                      <a:pt x="197" y="6129"/>
                      <a:pt x="12" y="9065"/>
                    </a:cubicBezTo>
                    <a:cubicBezTo>
                      <a:pt x="-190" y="12266"/>
                      <a:pt x="2170" y="15739"/>
                      <a:pt x="5118" y="17138"/>
                    </a:cubicBezTo>
                    <a:close/>
                  </a:path>
                </a:pathLst>
              </a:custGeom>
              <a:grpFill/>
              <a:ln w="38100" cap="flat">
                <a:solidFill>
                  <a:schemeClr val="accent1">
                    <a:lumMod val="75000"/>
                    <a:alpha val="28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4" name="Shape 52"/>
              <p:cNvSpPr/>
              <p:nvPr>
                <p:custDataLst>
                  <p:tags r:id="rId8"/>
                </p:custDataLst>
              </p:nvPr>
            </p:nvSpPr>
            <p:spPr>
              <a:xfrm>
                <a:off x="190500" y="177800"/>
                <a:ext cx="789686" cy="7779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835" h="18188" extrusionOk="0">
                    <a:moveTo>
                      <a:pt x="5118" y="17138"/>
                    </a:moveTo>
                    <a:cubicBezTo>
                      <a:pt x="9703" y="19314"/>
                      <a:pt x="15760" y="18135"/>
                      <a:pt x="18000" y="13346"/>
                    </a:cubicBezTo>
                    <a:cubicBezTo>
                      <a:pt x="21411" y="6050"/>
                      <a:pt x="13778" y="-2286"/>
                      <a:pt x="5945" y="577"/>
                    </a:cubicBezTo>
                    <a:cubicBezTo>
                      <a:pt x="2991" y="1657"/>
                      <a:pt x="198" y="6129"/>
                      <a:pt x="12" y="9065"/>
                    </a:cubicBezTo>
                    <a:cubicBezTo>
                      <a:pt x="-189" y="12266"/>
                      <a:pt x="2171" y="15739"/>
                      <a:pt x="5118" y="17138"/>
                    </a:cubicBezTo>
                    <a:close/>
                  </a:path>
                </a:pathLst>
              </a:custGeom>
              <a:grpFill/>
              <a:ln w="38100" cap="flat">
                <a:solidFill>
                  <a:schemeClr val="accent1">
                    <a:lumMod val="75000"/>
                    <a:alpha val="28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5" name="Shape 53"/>
              <p:cNvSpPr/>
              <p:nvPr>
                <p:custDataLst>
                  <p:tags r:id="rId9"/>
                </p:custDataLst>
              </p:nvPr>
            </p:nvSpPr>
            <p:spPr>
              <a:xfrm>
                <a:off x="381000" y="368300"/>
                <a:ext cx="396756" cy="3908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835" h="18188" extrusionOk="0">
                    <a:moveTo>
                      <a:pt x="5118" y="17138"/>
                    </a:moveTo>
                    <a:cubicBezTo>
                      <a:pt x="9702" y="19314"/>
                      <a:pt x="15760" y="18135"/>
                      <a:pt x="17999" y="13346"/>
                    </a:cubicBezTo>
                    <a:cubicBezTo>
                      <a:pt x="21410" y="6050"/>
                      <a:pt x="13777" y="-2286"/>
                      <a:pt x="5944" y="578"/>
                    </a:cubicBezTo>
                    <a:cubicBezTo>
                      <a:pt x="2991" y="1657"/>
                      <a:pt x="197" y="6129"/>
                      <a:pt x="12" y="9065"/>
                    </a:cubicBezTo>
                    <a:cubicBezTo>
                      <a:pt x="-190" y="12266"/>
                      <a:pt x="2170" y="15739"/>
                      <a:pt x="5118" y="17138"/>
                    </a:cubicBezTo>
                    <a:close/>
                  </a:path>
                </a:pathLst>
              </a:custGeom>
              <a:grpFill/>
              <a:ln w="38100" cap="flat">
                <a:solidFill>
                  <a:schemeClr val="accent1">
                    <a:lumMod val="75000"/>
                    <a:alpha val="28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28" name="Group 58"/>
            <p:cNvGrpSpPr/>
            <p:nvPr/>
          </p:nvGrpSpPr>
          <p:grpSpPr>
            <a:xfrm rot="2273417">
              <a:off x="6579684" y="2485046"/>
              <a:ext cx="2252925" cy="2330728"/>
              <a:chOff x="0" y="0"/>
              <a:chExt cx="803139" cy="830875"/>
            </a:xfrm>
            <a:grpFill/>
          </p:grpSpPr>
          <p:sp>
            <p:nvSpPr>
              <p:cNvPr id="29" name="Shape 56"/>
              <p:cNvSpPr/>
              <p:nvPr>
                <p:custDataLst>
                  <p:tags r:id="rId5"/>
                </p:custDataLst>
              </p:nvPr>
            </p:nvSpPr>
            <p:spPr>
              <a:xfrm>
                <a:off x="0" y="431800"/>
                <a:ext cx="377118" cy="399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127" y="12126"/>
                    </a:moveTo>
                    <a:lnTo>
                      <a:pt x="0" y="9668"/>
                    </a:lnTo>
                    <a:lnTo>
                      <a:pt x="12334" y="0"/>
                    </a:lnTo>
                    <a:lnTo>
                      <a:pt x="19930" y="2881"/>
                    </a:lnTo>
                    <a:lnTo>
                      <a:pt x="21600" y="12126"/>
                    </a:lnTo>
                    <a:lnTo>
                      <a:pt x="10800" y="21600"/>
                    </a:lnTo>
                    <a:cubicBezTo>
                      <a:pt x="10800" y="21600"/>
                      <a:pt x="9127" y="12126"/>
                      <a:pt x="9127" y="12126"/>
                    </a:cubicBezTo>
                    <a:close/>
                  </a:path>
                </a:pathLst>
              </a:custGeom>
              <a:grpFill/>
              <a:ln w="38100" cap="flat">
                <a:solidFill>
                  <a:schemeClr val="accent1">
                    <a:lumMod val="75000"/>
                    <a:alpha val="28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0" name="Shape 57"/>
              <p:cNvSpPr/>
              <p:nvPr>
                <p:custDataLst>
                  <p:tags r:id="rId6"/>
                </p:custDataLst>
              </p:nvPr>
            </p:nvSpPr>
            <p:spPr>
              <a:xfrm>
                <a:off x="165100" y="0"/>
                <a:ext cx="638040" cy="6619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600" y="0"/>
                      <a:pt x="4432" y="18069"/>
                      <a:pt x="0" y="21600"/>
                    </a:cubicBezTo>
                  </a:path>
                </a:pathLst>
              </a:custGeom>
              <a:grpFill/>
              <a:ln w="38100" cap="flat">
                <a:solidFill>
                  <a:schemeClr val="accent1">
                    <a:lumMod val="75000"/>
                    <a:alpha val="28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968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2254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Splay Trees</a:t>
            </a:r>
          </a:p>
        </p:txBody>
      </p:sp>
      <p:pic>
        <p:nvPicPr>
          <p:cNvPr id="18" name="图片 1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BA68BC-63D9-426B-BA36-0A80FBD33F81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0B49E9-16E5-44BC-AC8E-F32C37963329}" type="slidenum">
              <a:rPr lang="en-US" altLang="zh-CN" sz="790"/>
              <a:pPr/>
              <a:t>15</a:t>
            </a:fld>
            <a:endParaRPr lang="en-US" altLang="zh-CN" sz="790"/>
          </a:p>
        </p:txBody>
      </p:sp>
      <p:sp>
        <p:nvSpPr>
          <p:cNvPr id="8807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68201" y="1606144"/>
            <a:ext cx="4414838" cy="2357438"/>
          </a:xfrm>
        </p:spPr>
        <p:txBody>
          <a:bodyPr>
            <a:normAutofit/>
          </a:bodyPr>
          <a:lstStyle/>
          <a:p>
            <a:r>
              <a:rPr lang="en-US" altLang="zh-CN" dirty="0"/>
              <a:t>Terminology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475894" y="2205215"/>
            <a:ext cx="6367780" cy="11988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zh-CN" sz="2400" dirty="0">
                <a:ea typeface="宋体" panose="02010600030101010101" pitchFamily="2" charset="-122"/>
              </a:rPr>
              <a:t> Let X be a non-root node with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 2 ancestors.</a:t>
            </a:r>
          </a:p>
          <a:p>
            <a:pPr lvl="1">
              <a:buFontTx/>
              <a:buChar char="•"/>
            </a:pP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 P is its parent node.</a:t>
            </a:r>
          </a:p>
          <a:p>
            <a:pPr lvl="1">
              <a:buFontTx/>
              <a:buChar char="•"/>
            </a:pP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 G is its grandparent node.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250315" y="3792220"/>
            <a:ext cx="6758940" cy="2470150"/>
            <a:chOff x="818000" y="4577513"/>
            <a:chExt cx="5243271" cy="1915622"/>
          </a:xfrm>
        </p:grpSpPr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3681459" y="5284922"/>
              <a:ext cx="410736" cy="408607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 flipH="1">
              <a:off x="4003130" y="4994419"/>
              <a:ext cx="159686" cy="29050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4003129" y="5693528"/>
              <a:ext cx="245783" cy="36519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7" name="Oval 4"/>
            <p:cNvSpPr>
              <a:spLocks noChangeArrowheads="1"/>
            </p:cNvSpPr>
            <p:nvPr/>
          </p:nvSpPr>
          <p:spPr bwMode="auto">
            <a:xfrm>
              <a:off x="4092195" y="6064655"/>
              <a:ext cx="405658" cy="408607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38" name="Oval 4"/>
            <p:cNvSpPr>
              <a:spLocks noChangeArrowheads="1"/>
            </p:cNvSpPr>
            <p:nvPr/>
          </p:nvSpPr>
          <p:spPr bwMode="auto">
            <a:xfrm>
              <a:off x="4037156" y="4577513"/>
              <a:ext cx="387363" cy="408607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</a:p>
          </p:txBody>
        </p:sp>
        <p:sp>
          <p:nvSpPr>
            <p:cNvPr id="31" name="Oval 4"/>
            <p:cNvSpPr>
              <a:spLocks noChangeArrowheads="1"/>
            </p:cNvSpPr>
            <p:nvPr/>
          </p:nvSpPr>
          <p:spPr bwMode="auto">
            <a:xfrm>
              <a:off x="2694857" y="5342793"/>
              <a:ext cx="410736" cy="40860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>
              <a:off x="2680569" y="5034926"/>
              <a:ext cx="140710" cy="30786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2959754" y="5728112"/>
              <a:ext cx="145839" cy="33061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4" name="Oval 4"/>
            <p:cNvSpPr>
              <a:spLocks noChangeArrowheads="1"/>
            </p:cNvSpPr>
            <p:nvPr/>
          </p:nvSpPr>
          <p:spPr bwMode="auto">
            <a:xfrm>
              <a:off x="2983075" y="6033863"/>
              <a:ext cx="405658" cy="40860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35" name="Oval 4"/>
            <p:cNvSpPr>
              <a:spLocks noChangeArrowheads="1"/>
            </p:cNvSpPr>
            <p:nvPr/>
          </p:nvSpPr>
          <p:spPr bwMode="auto">
            <a:xfrm>
              <a:off x="2385315" y="4626864"/>
              <a:ext cx="387363" cy="40860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</a:p>
          </p:txBody>
        </p:sp>
        <p:sp>
          <p:nvSpPr>
            <p:cNvPr id="36" name="Oval 4"/>
            <p:cNvSpPr>
              <a:spLocks noChangeArrowheads="1"/>
            </p:cNvSpPr>
            <p:nvPr/>
          </p:nvSpPr>
          <p:spPr bwMode="auto">
            <a:xfrm>
              <a:off x="1096184" y="5284922"/>
              <a:ext cx="410736" cy="40860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54" name="Line 25"/>
            <p:cNvSpPr>
              <a:spLocks noChangeShapeType="1"/>
            </p:cNvSpPr>
            <p:nvPr/>
          </p:nvSpPr>
          <p:spPr bwMode="auto">
            <a:xfrm flipH="1">
              <a:off x="1417855" y="4994419"/>
              <a:ext cx="159686" cy="2905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55" name="Line 26"/>
            <p:cNvSpPr>
              <a:spLocks noChangeShapeType="1"/>
            </p:cNvSpPr>
            <p:nvPr/>
          </p:nvSpPr>
          <p:spPr bwMode="auto">
            <a:xfrm flipH="1">
              <a:off x="1025563" y="5693528"/>
              <a:ext cx="198094" cy="3584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56" name="Oval 4"/>
            <p:cNvSpPr>
              <a:spLocks noChangeArrowheads="1"/>
            </p:cNvSpPr>
            <p:nvPr/>
          </p:nvSpPr>
          <p:spPr bwMode="auto">
            <a:xfrm>
              <a:off x="818000" y="6052013"/>
              <a:ext cx="405658" cy="40860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57" name="Oval 4"/>
            <p:cNvSpPr>
              <a:spLocks noChangeArrowheads="1"/>
            </p:cNvSpPr>
            <p:nvPr/>
          </p:nvSpPr>
          <p:spPr bwMode="auto">
            <a:xfrm>
              <a:off x="1451881" y="4577513"/>
              <a:ext cx="387363" cy="40860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</a:p>
          </p:txBody>
        </p:sp>
        <p:sp>
          <p:nvSpPr>
            <p:cNvPr id="58" name="Oval 4"/>
            <p:cNvSpPr>
              <a:spLocks noChangeArrowheads="1"/>
            </p:cNvSpPr>
            <p:nvPr/>
          </p:nvSpPr>
          <p:spPr bwMode="auto">
            <a:xfrm>
              <a:off x="5650535" y="5319505"/>
              <a:ext cx="410736" cy="408607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59" name="Line 25"/>
            <p:cNvSpPr>
              <a:spLocks noChangeShapeType="1"/>
            </p:cNvSpPr>
            <p:nvPr/>
          </p:nvSpPr>
          <p:spPr bwMode="auto">
            <a:xfrm>
              <a:off x="5636247" y="5011638"/>
              <a:ext cx="140710" cy="307867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60" name="Line 26"/>
            <p:cNvSpPr>
              <a:spLocks noChangeShapeType="1"/>
            </p:cNvSpPr>
            <p:nvPr/>
          </p:nvSpPr>
          <p:spPr bwMode="auto">
            <a:xfrm flipH="1">
              <a:off x="5512233" y="5703252"/>
              <a:ext cx="254474" cy="379537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61" name="Oval 4"/>
            <p:cNvSpPr>
              <a:spLocks noChangeArrowheads="1"/>
            </p:cNvSpPr>
            <p:nvPr/>
          </p:nvSpPr>
          <p:spPr bwMode="auto">
            <a:xfrm>
              <a:off x="5206633" y="6084528"/>
              <a:ext cx="405658" cy="408607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62" name="Oval 4"/>
            <p:cNvSpPr>
              <a:spLocks noChangeArrowheads="1"/>
            </p:cNvSpPr>
            <p:nvPr/>
          </p:nvSpPr>
          <p:spPr bwMode="auto">
            <a:xfrm>
              <a:off x="5340993" y="4603576"/>
              <a:ext cx="387363" cy="408607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0025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207010" y="1929765"/>
            <a:ext cx="8676640" cy="4467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967105"/>
            <a:ext cx="768350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Zig-Zig（一字型） and </a:t>
            </a:r>
          </a:p>
          <a:p>
            <a:r>
              <a:rPr lang="en-US" altLang="zh-CN" sz="3600" dirty="0">
                <a:solidFill>
                  <a:schemeClr val="bg1"/>
                </a:solidFill>
              </a:rPr>
              <a:t>Zig-Zag（之字形）</a:t>
            </a:r>
          </a:p>
        </p:txBody>
      </p:sp>
      <p:sp>
        <p:nvSpPr>
          <p:cNvPr id="90114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6C14F3-A307-4B91-9343-B32F802110EC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9011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901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CD61E1-383E-4763-A07F-0052B0B69B2F}" type="slidenum">
              <a:rPr lang="en-US" altLang="zh-CN" sz="790"/>
              <a:pPr/>
              <a:t>16</a:t>
            </a:fld>
            <a:endParaRPr lang="en-US" altLang="zh-CN" sz="790"/>
          </a:p>
        </p:txBody>
      </p:sp>
      <p:sp>
        <p:nvSpPr>
          <p:cNvPr id="90118" name="Oval 3"/>
          <p:cNvSpPr>
            <a:spLocks noChangeArrowheads="1"/>
          </p:cNvSpPr>
          <p:nvPr/>
        </p:nvSpPr>
        <p:spPr bwMode="auto">
          <a:xfrm>
            <a:off x="6758940" y="3069590"/>
            <a:ext cx="570230" cy="57023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90119" name="Oval 4"/>
          <p:cNvSpPr>
            <a:spLocks noChangeArrowheads="1"/>
          </p:cNvSpPr>
          <p:nvPr/>
        </p:nvSpPr>
        <p:spPr bwMode="auto">
          <a:xfrm>
            <a:off x="5927725" y="3890010"/>
            <a:ext cx="570230" cy="57023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90120" name="Oval 5"/>
          <p:cNvSpPr>
            <a:spLocks noChangeArrowheads="1"/>
          </p:cNvSpPr>
          <p:nvPr/>
        </p:nvSpPr>
        <p:spPr bwMode="auto">
          <a:xfrm>
            <a:off x="7596505" y="3912870"/>
            <a:ext cx="570230" cy="57023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0121" name="Oval 6"/>
          <p:cNvSpPr>
            <a:spLocks noChangeArrowheads="1"/>
          </p:cNvSpPr>
          <p:nvPr/>
        </p:nvSpPr>
        <p:spPr bwMode="auto">
          <a:xfrm>
            <a:off x="5168900" y="4824730"/>
            <a:ext cx="570230" cy="57023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90122" name="Oval 7"/>
          <p:cNvSpPr>
            <a:spLocks noChangeArrowheads="1"/>
          </p:cNvSpPr>
          <p:nvPr/>
        </p:nvSpPr>
        <p:spPr bwMode="auto">
          <a:xfrm>
            <a:off x="6588760" y="4824730"/>
            <a:ext cx="570230" cy="57023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</a:p>
        </p:txBody>
      </p:sp>
      <p:cxnSp>
        <p:nvCxnSpPr>
          <p:cNvPr id="90123" name="AutoShape 8"/>
          <p:cNvCxnSpPr>
            <a:cxnSpLocks noChangeShapeType="1"/>
            <a:stCxn id="90118" idx="3"/>
            <a:endCxn id="90119" idx="7"/>
          </p:cNvCxnSpPr>
          <p:nvPr/>
        </p:nvCxnSpPr>
        <p:spPr bwMode="auto">
          <a:xfrm flipH="1">
            <a:off x="6414135" y="3556000"/>
            <a:ext cx="428625" cy="41783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124" name="AutoShape 9"/>
          <p:cNvCxnSpPr>
            <a:cxnSpLocks noChangeShapeType="1"/>
            <a:stCxn id="90118" idx="5"/>
            <a:endCxn id="90120" idx="1"/>
          </p:cNvCxnSpPr>
          <p:nvPr/>
        </p:nvCxnSpPr>
        <p:spPr bwMode="auto">
          <a:xfrm>
            <a:off x="7245350" y="3556000"/>
            <a:ext cx="434975" cy="4406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125" name="AutoShape 10"/>
          <p:cNvCxnSpPr>
            <a:cxnSpLocks noChangeShapeType="1"/>
            <a:stCxn id="90119" idx="3"/>
            <a:endCxn id="90121" idx="0"/>
          </p:cNvCxnSpPr>
          <p:nvPr/>
        </p:nvCxnSpPr>
        <p:spPr bwMode="auto">
          <a:xfrm flipH="1">
            <a:off x="5454015" y="4376420"/>
            <a:ext cx="557530" cy="4483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126" name="AutoShape 11"/>
          <p:cNvCxnSpPr>
            <a:cxnSpLocks noChangeShapeType="1"/>
            <a:stCxn id="90119" idx="5"/>
            <a:endCxn id="90122" idx="0"/>
          </p:cNvCxnSpPr>
          <p:nvPr/>
        </p:nvCxnSpPr>
        <p:spPr bwMode="auto">
          <a:xfrm>
            <a:off x="6414135" y="4376420"/>
            <a:ext cx="459740" cy="44831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0127" name="Text Box 13"/>
          <p:cNvSpPr txBox="1">
            <a:spLocks noChangeArrowheads="1"/>
          </p:cNvSpPr>
          <p:nvPr/>
        </p:nvSpPr>
        <p:spPr bwMode="auto">
          <a:xfrm>
            <a:off x="7740571" y="4725733"/>
            <a:ext cx="100076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zig-zag</a:t>
            </a:r>
          </a:p>
        </p:txBody>
      </p:sp>
      <p:sp>
        <p:nvSpPr>
          <p:cNvPr id="90128" name="Freeform 14"/>
          <p:cNvSpPr/>
          <p:nvPr/>
        </p:nvSpPr>
        <p:spPr bwMode="auto">
          <a:xfrm>
            <a:off x="6762115" y="4384675"/>
            <a:ext cx="1010920" cy="535940"/>
          </a:xfrm>
          <a:custGeom>
            <a:avLst/>
            <a:gdLst>
              <a:gd name="T0" fmla="*/ 811213 w 511"/>
              <a:gd name="T1" fmla="*/ 430213 h 271"/>
              <a:gd name="T2" fmla="*/ 334963 w 511"/>
              <a:gd name="T3" fmla="*/ 49213 h 271"/>
              <a:gd name="T4" fmla="*/ 0 w 511"/>
              <a:gd name="T5" fmla="*/ 133350 h 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1" h="271">
                <a:moveTo>
                  <a:pt x="511" y="271"/>
                </a:moveTo>
                <a:cubicBezTo>
                  <a:pt x="461" y="231"/>
                  <a:pt x="296" y="62"/>
                  <a:pt x="211" y="31"/>
                </a:cubicBezTo>
                <a:cubicBezTo>
                  <a:pt x="126" y="0"/>
                  <a:pt x="44" y="73"/>
                  <a:pt x="0" y="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9" name="Oval 15"/>
          <p:cNvSpPr>
            <a:spLocks noChangeArrowheads="1"/>
          </p:cNvSpPr>
          <p:nvPr/>
        </p:nvSpPr>
        <p:spPr bwMode="auto">
          <a:xfrm>
            <a:off x="2690495" y="3429635"/>
            <a:ext cx="499745" cy="49974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90130" name="Oval 16"/>
          <p:cNvSpPr>
            <a:spLocks noChangeArrowheads="1"/>
          </p:cNvSpPr>
          <p:nvPr/>
        </p:nvSpPr>
        <p:spPr bwMode="auto">
          <a:xfrm>
            <a:off x="1564005" y="4293870"/>
            <a:ext cx="499745" cy="49974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90131" name="Oval 17"/>
          <p:cNvSpPr>
            <a:spLocks noChangeArrowheads="1"/>
          </p:cNvSpPr>
          <p:nvPr/>
        </p:nvSpPr>
        <p:spPr bwMode="auto">
          <a:xfrm>
            <a:off x="3745865" y="4364355"/>
            <a:ext cx="499745" cy="49974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0132" name="Oval 18"/>
          <p:cNvSpPr>
            <a:spLocks noChangeArrowheads="1"/>
          </p:cNvSpPr>
          <p:nvPr/>
        </p:nvSpPr>
        <p:spPr bwMode="auto">
          <a:xfrm>
            <a:off x="899795" y="5265420"/>
            <a:ext cx="499745" cy="49974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90133" name="Oval 19"/>
          <p:cNvSpPr>
            <a:spLocks noChangeArrowheads="1"/>
          </p:cNvSpPr>
          <p:nvPr/>
        </p:nvSpPr>
        <p:spPr bwMode="auto">
          <a:xfrm>
            <a:off x="2194560" y="5265420"/>
            <a:ext cx="499745" cy="49974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cxnSp>
        <p:nvCxnSpPr>
          <p:cNvPr id="90134" name="AutoShape 20"/>
          <p:cNvCxnSpPr>
            <a:cxnSpLocks noChangeShapeType="1"/>
            <a:stCxn id="90129" idx="3"/>
            <a:endCxn id="90130" idx="7"/>
          </p:cNvCxnSpPr>
          <p:nvPr/>
        </p:nvCxnSpPr>
        <p:spPr bwMode="auto">
          <a:xfrm flipH="1">
            <a:off x="1990725" y="3856355"/>
            <a:ext cx="772795" cy="51054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135" name="AutoShape 21"/>
          <p:cNvCxnSpPr>
            <a:cxnSpLocks noChangeShapeType="1"/>
            <a:stCxn id="90129" idx="5"/>
            <a:endCxn id="90131" idx="1"/>
          </p:cNvCxnSpPr>
          <p:nvPr/>
        </p:nvCxnSpPr>
        <p:spPr bwMode="auto">
          <a:xfrm>
            <a:off x="3117215" y="3856355"/>
            <a:ext cx="701675" cy="581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136" name="AutoShape 22"/>
          <p:cNvCxnSpPr>
            <a:cxnSpLocks noChangeShapeType="1"/>
            <a:stCxn id="90130" idx="3"/>
            <a:endCxn id="90132" idx="0"/>
          </p:cNvCxnSpPr>
          <p:nvPr/>
        </p:nvCxnSpPr>
        <p:spPr bwMode="auto">
          <a:xfrm flipH="1">
            <a:off x="1149985" y="4720590"/>
            <a:ext cx="487045" cy="54483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137" name="AutoShape 23"/>
          <p:cNvCxnSpPr>
            <a:cxnSpLocks noChangeShapeType="1"/>
            <a:stCxn id="90130" idx="5"/>
            <a:endCxn id="90133" idx="0"/>
          </p:cNvCxnSpPr>
          <p:nvPr/>
        </p:nvCxnSpPr>
        <p:spPr bwMode="auto">
          <a:xfrm>
            <a:off x="1990725" y="4720590"/>
            <a:ext cx="454025" cy="54483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0138" name="Text Box 24"/>
          <p:cNvSpPr txBox="1">
            <a:spLocks noChangeArrowheads="1"/>
          </p:cNvSpPr>
          <p:nvPr/>
        </p:nvSpPr>
        <p:spPr bwMode="auto">
          <a:xfrm>
            <a:off x="330200" y="3120390"/>
            <a:ext cx="1833880" cy="808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zig-zig</a:t>
            </a:r>
          </a:p>
        </p:txBody>
      </p:sp>
      <p:sp>
        <p:nvSpPr>
          <p:cNvPr id="90139" name="Freeform 25"/>
          <p:cNvSpPr/>
          <p:nvPr/>
        </p:nvSpPr>
        <p:spPr bwMode="auto">
          <a:xfrm>
            <a:off x="1281430" y="3717290"/>
            <a:ext cx="982980" cy="384175"/>
          </a:xfrm>
          <a:custGeom>
            <a:avLst/>
            <a:gdLst>
              <a:gd name="T0" fmla="*/ 0 w 566"/>
              <a:gd name="T1" fmla="*/ 0 h 221"/>
              <a:gd name="T2" fmla="*/ 598488 w 566"/>
              <a:gd name="T3" fmla="*/ 136525 h 221"/>
              <a:gd name="T4" fmla="*/ 898525 w 566"/>
              <a:gd name="T5" fmla="*/ 350837 h 22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66" h="221">
                <a:moveTo>
                  <a:pt x="0" y="0"/>
                </a:moveTo>
                <a:cubicBezTo>
                  <a:pt x="63" y="14"/>
                  <a:pt x="283" y="49"/>
                  <a:pt x="377" y="86"/>
                </a:cubicBezTo>
                <a:cubicBezTo>
                  <a:pt x="471" y="123"/>
                  <a:pt x="527" y="193"/>
                  <a:pt x="566" y="221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40" name="Oval 28"/>
          <p:cNvSpPr>
            <a:spLocks noChangeArrowheads="1"/>
          </p:cNvSpPr>
          <p:nvPr/>
        </p:nvSpPr>
        <p:spPr bwMode="auto">
          <a:xfrm>
            <a:off x="5962650" y="5661660"/>
            <a:ext cx="570230" cy="57023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cxnSp>
        <p:nvCxnSpPr>
          <p:cNvPr id="90141" name="AutoShape 29"/>
          <p:cNvCxnSpPr>
            <a:cxnSpLocks noChangeShapeType="1"/>
            <a:stCxn id="90122" idx="3"/>
            <a:endCxn id="90140" idx="0"/>
          </p:cNvCxnSpPr>
          <p:nvPr/>
        </p:nvCxnSpPr>
        <p:spPr bwMode="auto">
          <a:xfrm flipH="1">
            <a:off x="6247765" y="5311140"/>
            <a:ext cx="424815" cy="35052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0142" name="Freeform 31"/>
          <p:cNvSpPr/>
          <p:nvPr/>
        </p:nvSpPr>
        <p:spPr bwMode="auto">
          <a:xfrm>
            <a:off x="6497955" y="4893945"/>
            <a:ext cx="1268095" cy="979805"/>
          </a:xfrm>
          <a:custGeom>
            <a:avLst/>
            <a:gdLst>
              <a:gd name="T0" fmla="*/ 1017587 w 641"/>
              <a:gd name="T1" fmla="*/ 0 h 495"/>
              <a:gd name="T2" fmla="*/ 419100 w 641"/>
              <a:gd name="T3" fmla="*/ 695325 h 495"/>
              <a:gd name="T4" fmla="*/ 0 w 641"/>
              <a:gd name="T5" fmla="*/ 539750 h 49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41" h="495">
                <a:moveTo>
                  <a:pt x="641" y="0"/>
                </a:moveTo>
                <a:cubicBezTo>
                  <a:pt x="578" y="73"/>
                  <a:pt x="371" y="381"/>
                  <a:pt x="264" y="438"/>
                </a:cubicBezTo>
                <a:cubicBezTo>
                  <a:pt x="157" y="495"/>
                  <a:pt x="55" y="360"/>
                  <a:pt x="0" y="34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43" name="Freeform 32"/>
          <p:cNvSpPr/>
          <p:nvPr/>
        </p:nvSpPr>
        <p:spPr bwMode="auto">
          <a:xfrm>
            <a:off x="1115695" y="3717290"/>
            <a:ext cx="171450" cy="1214120"/>
          </a:xfrm>
          <a:custGeom>
            <a:avLst/>
            <a:gdLst>
              <a:gd name="T0" fmla="*/ 150812 w 95"/>
              <a:gd name="T1" fmla="*/ 0 h 643"/>
              <a:gd name="T2" fmla="*/ 0 w 95"/>
              <a:gd name="T3" fmla="*/ 366712 h 643"/>
              <a:gd name="T4" fmla="*/ 150812 w 95"/>
              <a:gd name="T5" fmla="*/ 1020762 h 64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5" h="643">
                <a:moveTo>
                  <a:pt x="95" y="0"/>
                </a:moveTo>
                <a:cubicBezTo>
                  <a:pt x="79" y="38"/>
                  <a:pt x="0" y="124"/>
                  <a:pt x="0" y="231"/>
                </a:cubicBezTo>
                <a:cubicBezTo>
                  <a:pt x="0" y="338"/>
                  <a:pt x="75" y="557"/>
                  <a:pt x="95" y="643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44" name="Text Box 35"/>
          <p:cNvSpPr txBox="1">
            <a:spLocks noChangeArrowheads="1"/>
          </p:cNvSpPr>
          <p:nvPr/>
        </p:nvSpPr>
        <p:spPr bwMode="auto">
          <a:xfrm>
            <a:off x="1134031" y="2222628"/>
            <a:ext cx="286131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Parent and grandparent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 same direction.</a:t>
            </a:r>
          </a:p>
        </p:txBody>
      </p:sp>
      <p:sp>
        <p:nvSpPr>
          <p:cNvPr id="90145" name="Text Box 36"/>
          <p:cNvSpPr txBox="1">
            <a:spLocks noChangeArrowheads="1"/>
          </p:cNvSpPr>
          <p:nvPr/>
        </p:nvSpPr>
        <p:spPr bwMode="auto">
          <a:xfrm>
            <a:off x="4900930" y="2184698"/>
            <a:ext cx="286131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Parent and grandparent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 different directions.</a:t>
            </a:r>
          </a:p>
        </p:txBody>
      </p:sp>
      <p:pic>
        <p:nvPicPr>
          <p:cNvPr id="18" name="图片 1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968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4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Splay Trees</a:t>
            </a:r>
          </a:p>
        </p:txBody>
      </p:sp>
      <p:pic>
        <p:nvPicPr>
          <p:cNvPr id="18" name="图片 1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1138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DA16D8-940E-4E99-9864-9E5C365C49A8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91139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9114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B94173-EF0D-494F-AF35-60CE47147E6B}" type="slidenum">
              <a:rPr lang="en-US" altLang="zh-CN" sz="790"/>
              <a:pPr/>
              <a:t>17</a:t>
            </a:fld>
            <a:endParaRPr lang="en-US" altLang="zh-CN" sz="790"/>
          </a:p>
        </p:txBody>
      </p:sp>
      <p:sp>
        <p:nvSpPr>
          <p:cNvPr id="91141" name="Text Box 2"/>
          <p:cNvSpPr txBox="1">
            <a:spLocks noChangeArrowheads="1"/>
          </p:cNvSpPr>
          <p:nvPr/>
        </p:nvSpPr>
        <p:spPr bwMode="auto">
          <a:xfrm>
            <a:off x="513466" y="2392294"/>
            <a:ext cx="500443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1. Helpful if nodes contain a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parent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pointer.</a:t>
            </a:r>
          </a:p>
        </p:txBody>
      </p:sp>
      <p:sp>
        <p:nvSpPr>
          <p:cNvPr id="91142" name="Text Box 8"/>
          <p:cNvSpPr txBox="1">
            <a:spLocks noChangeArrowheads="1"/>
          </p:cNvSpPr>
          <p:nvPr/>
        </p:nvSpPr>
        <p:spPr bwMode="auto">
          <a:xfrm>
            <a:off x="534353" y="3055303"/>
            <a:ext cx="4260503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2. When X is accessed, apply one of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six</a:t>
            </a:r>
            <a:r>
              <a:rPr lang="en-US" altLang="zh-CN" dirty="0">
                <a:ea typeface="宋体" panose="02010600030101010101" pitchFamily="2" charset="-122"/>
              </a:rPr>
              <a:t> rotation routines.</a:t>
            </a:r>
          </a:p>
        </p:txBody>
      </p:sp>
      <p:sp>
        <p:nvSpPr>
          <p:cNvPr id="91143" name="Text Box 9"/>
          <p:cNvSpPr txBox="1">
            <a:spLocks noChangeArrowheads="1"/>
          </p:cNvSpPr>
          <p:nvPr/>
        </p:nvSpPr>
        <p:spPr bwMode="auto">
          <a:xfrm>
            <a:off x="586105" y="3821430"/>
            <a:ext cx="5287645" cy="2065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Single Rotations (X has a P (the root) but no G)</a:t>
            </a:r>
          </a:p>
          <a:p>
            <a:pPr lvl="1"/>
            <a:r>
              <a:rPr lang="en-US" altLang="zh-CN" dirty="0" err="1">
                <a:ea typeface="宋体" panose="02010600030101010101" pitchFamily="2" charset="-122"/>
              </a:rPr>
              <a:t>ZigFromLeft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ZigFromRight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Char char="•"/>
            </a:pPr>
            <a:endParaRPr lang="en-US" altLang="zh-CN" sz="830" dirty="0">
              <a:ea typeface="宋体" panose="02010600030101010101" pitchFamily="2" charset="-122"/>
            </a:endParaRPr>
          </a:p>
          <a:p>
            <a:pPr>
              <a:buFontTx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Double Rotations (X has both a P and a G)</a:t>
            </a:r>
          </a:p>
          <a:p>
            <a:pPr lvl="1"/>
            <a:r>
              <a:rPr lang="en-US" altLang="zh-CN" dirty="0" err="1">
                <a:ea typeface="宋体" panose="02010600030101010101" pitchFamily="2" charset="-122"/>
              </a:rPr>
              <a:t>ZigZigFromLeft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ZigZigFromRight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 err="1">
                <a:ea typeface="宋体" panose="02010600030101010101" pitchFamily="2" charset="-122"/>
              </a:rPr>
              <a:t>ZigZagFromLeft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dirty="0" err="1">
                <a:ea typeface="宋体" panose="02010600030101010101" pitchFamily="2" charset="-122"/>
              </a:rPr>
              <a:t>ZigZagFromRight</a:t>
            </a:r>
          </a:p>
        </p:txBody>
      </p:sp>
      <p:sp>
        <p:nvSpPr>
          <p:cNvPr id="91144" name="Rectangle 12"/>
          <p:cNvSpPr>
            <a:spLocks noChangeArrowheads="1"/>
          </p:cNvSpPr>
          <p:nvPr/>
        </p:nvSpPr>
        <p:spPr bwMode="auto">
          <a:xfrm>
            <a:off x="534670" y="1793240"/>
            <a:ext cx="3966210" cy="45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0899" tIns="25003" rIns="50899" bIns="25003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dirty="0">
                <a:ea typeface="宋体" panose="02010600030101010101" pitchFamily="2" charset="-122"/>
              </a:rPr>
              <a:t>Splay Tree Operations: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805170" y="1689100"/>
            <a:ext cx="3065145" cy="1608029"/>
            <a:chOff x="8053" y="3952"/>
            <a:chExt cx="3013" cy="1580"/>
          </a:xfrm>
        </p:grpSpPr>
        <p:sp>
          <p:nvSpPr>
            <p:cNvPr id="91145" name="Rectangle 13"/>
            <p:cNvSpPr>
              <a:spLocks noChangeArrowheads="1"/>
            </p:cNvSpPr>
            <p:nvPr/>
          </p:nvSpPr>
          <p:spPr bwMode="auto">
            <a:xfrm>
              <a:off x="8842" y="4383"/>
              <a:ext cx="835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91146" name="Rectangle 14"/>
            <p:cNvSpPr>
              <a:spLocks noChangeArrowheads="1"/>
            </p:cNvSpPr>
            <p:nvPr/>
          </p:nvSpPr>
          <p:spPr bwMode="auto">
            <a:xfrm>
              <a:off x="8842" y="4585"/>
              <a:ext cx="835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91147" name="Rectangle 16"/>
            <p:cNvSpPr>
              <a:spLocks noChangeArrowheads="1"/>
            </p:cNvSpPr>
            <p:nvPr/>
          </p:nvSpPr>
          <p:spPr bwMode="auto">
            <a:xfrm>
              <a:off x="8842" y="4788"/>
              <a:ext cx="418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91148" name="Rectangle 17"/>
            <p:cNvSpPr>
              <a:spLocks noChangeArrowheads="1"/>
            </p:cNvSpPr>
            <p:nvPr/>
          </p:nvSpPr>
          <p:spPr bwMode="auto">
            <a:xfrm>
              <a:off x="9261" y="4788"/>
              <a:ext cx="418" cy="2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91149" name="Line 18"/>
            <p:cNvSpPr>
              <a:spLocks noChangeShapeType="1"/>
            </p:cNvSpPr>
            <p:nvPr/>
          </p:nvSpPr>
          <p:spPr bwMode="auto">
            <a:xfrm flipH="1">
              <a:off x="8696" y="4913"/>
              <a:ext cx="429" cy="5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91150" name="Line 19"/>
            <p:cNvSpPr>
              <a:spLocks noChangeShapeType="1"/>
            </p:cNvSpPr>
            <p:nvPr/>
          </p:nvSpPr>
          <p:spPr bwMode="auto">
            <a:xfrm>
              <a:off x="9328" y="4913"/>
              <a:ext cx="368" cy="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91151" name="Line 20"/>
            <p:cNvSpPr>
              <a:spLocks noChangeShapeType="1"/>
            </p:cNvSpPr>
            <p:nvPr/>
          </p:nvSpPr>
          <p:spPr bwMode="auto">
            <a:xfrm flipV="1">
              <a:off x="9261" y="4170"/>
              <a:ext cx="139" cy="31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91152" name="Text Box 21"/>
            <p:cNvSpPr txBox="1">
              <a:spLocks noChangeArrowheads="1"/>
            </p:cNvSpPr>
            <p:nvPr/>
          </p:nvSpPr>
          <p:spPr bwMode="auto">
            <a:xfrm>
              <a:off x="9686" y="3952"/>
              <a:ext cx="1053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ea typeface="宋体" panose="02010600030101010101" pitchFamily="2" charset="-122"/>
                </a:rPr>
                <a:t>parent</a:t>
              </a:r>
            </a:p>
          </p:txBody>
        </p:sp>
        <p:sp>
          <p:nvSpPr>
            <p:cNvPr id="91153" name="Text Box 22"/>
            <p:cNvSpPr txBox="1">
              <a:spLocks noChangeArrowheads="1"/>
            </p:cNvSpPr>
            <p:nvPr/>
          </p:nvSpPr>
          <p:spPr bwMode="auto">
            <a:xfrm>
              <a:off x="9899" y="5140"/>
              <a:ext cx="879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ea typeface="宋体" panose="02010600030101010101" pitchFamily="2" charset="-122"/>
                </a:rPr>
                <a:t>right</a:t>
              </a:r>
            </a:p>
          </p:txBody>
        </p:sp>
        <p:sp>
          <p:nvSpPr>
            <p:cNvPr id="91154" name="Text Box 23"/>
            <p:cNvSpPr txBox="1">
              <a:spLocks noChangeArrowheads="1"/>
            </p:cNvSpPr>
            <p:nvPr/>
          </p:nvSpPr>
          <p:spPr bwMode="auto">
            <a:xfrm>
              <a:off x="8053" y="4997"/>
              <a:ext cx="648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ea typeface="宋体" panose="02010600030101010101" pitchFamily="2" charset="-122"/>
                </a:rPr>
                <a:t>left</a:t>
              </a:r>
            </a:p>
          </p:txBody>
        </p:sp>
        <p:sp>
          <p:nvSpPr>
            <p:cNvPr id="91155" name="Text Box 24"/>
            <p:cNvSpPr txBox="1">
              <a:spLocks noChangeArrowheads="1"/>
            </p:cNvSpPr>
            <p:nvPr/>
          </p:nvSpPr>
          <p:spPr bwMode="auto">
            <a:xfrm>
              <a:off x="9818" y="4466"/>
              <a:ext cx="1248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dirty="0">
                  <a:ea typeface="宋体" panose="02010600030101010101" pitchFamily="2" charset="-122"/>
                </a:rPr>
                <a:t>element</a:t>
              </a:r>
            </a:p>
          </p:txBody>
        </p:sp>
      </p:grpSp>
      <p:grpSp>
        <p:nvGrpSpPr>
          <p:cNvPr id="122" name="Group 115"/>
          <p:cNvGrpSpPr/>
          <p:nvPr/>
        </p:nvGrpSpPr>
        <p:grpSpPr>
          <a:xfrm>
            <a:off x="7816850" y="5325745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82030" cy="76517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Zig at depth 1 (single rotation)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216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B720954-2FF0-4383-A2BC-23AEBA7DDABE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9216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9216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F68DAF-7BAD-40B1-B5AB-84D25AF54019}" type="slidenum">
              <a:rPr lang="en-US" altLang="zh-CN" sz="790"/>
              <a:pPr/>
              <a:t>18</a:t>
            </a:fld>
            <a:endParaRPr lang="en-US" altLang="zh-CN" sz="790"/>
          </a:p>
        </p:txBody>
      </p:sp>
      <p:sp>
        <p:nvSpPr>
          <p:cNvPr id="921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195" y="1577340"/>
            <a:ext cx="8091170" cy="454152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“Zig” is just a 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single rotation</a:t>
            </a:r>
            <a:r>
              <a:rPr lang="en-US" altLang="zh-CN" sz="2400" dirty="0">
                <a:ea typeface="宋体" panose="02010600030101010101" pitchFamily="2" charset="-122"/>
              </a:rPr>
              <a:t>, as in an AVL tree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Let R be the node that was accessed (e.g. using Find)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 err="1">
                <a:ea typeface="宋体" panose="02010600030101010101" pitchFamily="2" charset="-122"/>
              </a:rPr>
              <a:t>ZigFromLeft</a:t>
            </a:r>
            <a:r>
              <a:rPr lang="en-US" altLang="zh-CN" sz="2400" dirty="0">
                <a:ea typeface="宋体" panose="02010600030101010101" pitchFamily="2" charset="-122"/>
              </a:rPr>
              <a:t> moves R to the top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ea typeface="宋体" panose="02010600030101010101" pitchFamily="2" charset="-122"/>
                <a:sym typeface="Wingdings" panose="05000000000000000000" pitchFamily="2" charset="2"/>
              </a:rPr>
              <a:t>faster access next time</a:t>
            </a:r>
          </a:p>
        </p:txBody>
      </p:sp>
      <p:sp>
        <p:nvSpPr>
          <p:cNvPr id="92168" name="Text Box 5"/>
          <p:cNvSpPr txBox="1">
            <a:spLocks noChangeArrowheads="1"/>
          </p:cNvSpPr>
          <p:nvPr/>
        </p:nvSpPr>
        <p:spPr bwMode="auto">
          <a:xfrm>
            <a:off x="5912347" y="1810941"/>
            <a:ext cx="309880" cy="299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35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1067435" y="3178175"/>
          <a:ext cx="6582410" cy="2564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6" imgW="11819048" imgH="6295238" progId="">
                  <p:embed/>
                </p:oleObj>
              </mc:Choice>
              <mc:Fallback>
                <p:oleObj name="Photo Editor Photo" r:id="rId6" imgW="11819048" imgH="6295238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9051"/>
                      <a:stretch>
                        <a:fillRect/>
                      </a:stretch>
                    </p:blipFill>
                    <p:spPr bwMode="auto">
                      <a:xfrm>
                        <a:off x="1067435" y="3178175"/>
                        <a:ext cx="6582410" cy="25647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6"/>
          <p:cNvSpPr>
            <a:spLocks noChangeShapeType="1"/>
          </p:cNvSpPr>
          <p:nvPr/>
        </p:nvSpPr>
        <p:spPr bwMode="auto">
          <a:xfrm>
            <a:off x="3618865" y="4740910"/>
            <a:ext cx="1914525" cy="6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3673165" y="4156575"/>
            <a:ext cx="18256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 err="1">
                <a:ea typeface="宋体" panose="02010600030101010101" pitchFamily="2" charset="-122"/>
              </a:rPr>
              <a:t>ZigFromLeft</a:t>
            </a:r>
          </a:p>
        </p:txBody>
      </p:sp>
      <p:sp>
        <p:nvSpPr>
          <p:cNvPr id="18" name="Oval 8"/>
          <p:cNvSpPr>
            <a:spLocks noChangeArrowheads="1"/>
          </p:cNvSpPr>
          <p:nvPr/>
        </p:nvSpPr>
        <p:spPr bwMode="auto">
          <a:xfrm rot="1140000">
            <a:off x="2045970" y="3186430"/>
            <a:ext cx="571500" cy="1621155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19" name="Oval 9"/>
          <p:cNvSpPr>
            <a:spLocks noChangeArrowheads="1"/>
          </p:cNvSpPr>
          <p:nvPr/>
        </p:nvSpPr>
        <p:spPr bwMode="auto">
          <a:xfrm rot="20100000">
            <a:off x="6471920" y="3157855"/>
            <a:ext cx="571500" cy="1628775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宋体" panose="02010600030101010101" pitchFamily="2" charset="-122"/>
            </a:endParaRPr>
          </a:p>
        </p:txBody>
      </p:sp>
      <p:sp>
        <p:nvSpPr>
          <p:cNvPr id="20" name="Line 11"/>
          <p:cNvSpPr>
            <a:spLocks noChangeShapeType="1"/>
          </p:cNvSpPr>
          <p:nvPr/>
        </p:nvSpPr>
        <p:spPr bwMode="auto">
          <a:xfrm flipH="1">
            <a:off x="2667000" y="3535680"/>
            <a:ext cx="822960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3392623" y="3292419"/>
            <a:ext cx="1143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>
                <a:ea typeface="宋体" panose="02010600030101010101" pitchFamily="2" charset="-122"/>
              </a:rPr>
              <a:t>root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82030" cy="76517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Zig at depth 1 (single rotation)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318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95F1EF-42A8-43EF-B574-DD41CF9A8C8A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9318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9318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012B2E-8201-43C0-8CD7-88F520821CE1}" type="slidenum">
              <a:rPr lang="en-US" altLang="zh-CN" sz="790"/>
              <a:pPr/>
              <a:t>19</a:t>
            </a:fld>
            <a:endParaRPr lang="en-US" altLang="zh-CN" sz="790"/>
          </a:p>
        </p:txBody>
      </p:sp>
      <p:sp>
        <p:nvSpPr>
          <p:cNvPr id="931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4030" y="1739265"/>
            <a:ext cx="7884795" cy="4017645"/>
          </a:xfrm>
        </p:spPr>
        <p:txBody>
          <a:bodyPr>
            <a:noAutofit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Suppose Q is now accessed using Find</a:t>
            </a:r>
          </a:p>
          <a:p>
            <a:endParaRPr lang="en-US" altLang="zh-CN" sz="2800" dirty="0">
              <a:ea typeface="宋体" panose="02010600030101010101" pitchFamily="2" charset="-122"/>
            </a:endParaRPr>
          </a:p>
          <a:p>
            <a:endParaRPr lang="en-US" altLang="zh-CN" sz="2800" dirty="0">
              <a:ea typeface="宋体" panose="02010600030101010101" pitchFamily="2" charset="-122"/>
            </a:endParaRPr>
          </a:p>
          <a:p>
            <a:endParaRPr lang="en-US" altLang="zh-CN" sz="2800" dirty="0">
              <a:ea typeface="宋体" panose="02010600030101010101" pitchFamily="2" charset="-122"/>
            </a:endParaRPr>
          </a:p>
          <a:p>
            <a:r>
              <a:rPr lang="en-US" altLang="zh-CN" sz="2800" dirty="0" err="1">
                <a:ea typeface="宋体" panose="02010600030101010101" pitchFamily="2" charset="-122"/>
              </a:rPr>
              <a:t>ZigFromRight</a:t>
            </a:r>
            <a:r>
              <a:rPr lang="en-US" altLang="zh-CN" sz="2800" dirty="0">
                <a:ea typeface="宋体" panose="02010600030101010101" pitchFamily="2" charset="-122"/>
              </a:rPr>
              <a:t> moves Q back to the top</a:t>
            </a:r>
          </a:p>
        </p:txBody>
      </p:sp>
      <p:sp>
        <p:nvSpPr>
          <p:cNvPr id="93192" name="Text Box 5"/>
          <p:cNvSpPr txBox="1">
            <a:spLocks noChangeArrowheads="1"/>
          </p:cNvSpPr>
          <p:nvPr/>
        </p:nvSpPr>
        <p:spPr bwMode="auto">
          <a:xfrm>
            <a:off x="5912347" y="1810941"/>
            <a:ext cx="309880" cy="299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35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96925" y="2488565"/>
            <a:ext cx="7132320" cy="3070860"/>
            <a:chOff x="3176" y="3806"/>
            <a:chExt cx="8047" cy="3465"/>
          </a:xfrm>
        </p:grpSpPr>
        <p:graphicFrame>
          <p:nvGraphicFramePr>
            <p:cNvPr id="16" name="Object 4"/>
            <p:cNvGraphicFramePr>
              <a:graphicFrameLocks noChangeAspect="1"/>
            </p:cNvGraphicFramePr>
            <p:nvPr/>
          </p:nvGraphicFramePr>
          <p:xfrm>
            <a:off x="3176" y="3866"/>
            <a:ext cx="8047" cy="3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6" imgW="11819048" imgH="6295238" progId="">
                    <p:embed/>
                  </p:oleObj>
                </mc:Choice>
                <mc:Fallback>
                  <p:oleObj name="Photo Editor Photo" r:id="rId6" imgW="11819048" imgH="6295238" progId="">
                    <p:embed/>
                    <p:pic>
                      <p:nvPicPr>
                        <p:cNvPr id="0" name="Picture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b="29051"/>
                        <a:stretch>
                          <a:fillRect/>
                        </a:stretch>
                      </p:blipFill>
                      <p:spPr bwMode="auto">
                        <a:xfrm>
                          <a:off x="3176" y="3866"/>
                          <a:ext cx="8047" cy="31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Line 6"/>
            <p:cNvSpPr>
              <a:spLocks noChangeShapeType="1"/>
            </p:cNvSpPr>
            <p:nvPr/>
          </p:nvSpPr>
          <p:spPr bwMode="auto">
            <a:xfrm>
              <a:off x="5886" y="5690"/>
              <a:ext cx="263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" name="Text Box 7"/>
            <p:cNvSpPr txBox="1">
              <a:spLocks noChangeArrowheads="1"/>
            </p:cNvSpPr>
            <p:nvPr/>
          </p:nvSpPr>
          <p:spPr bwMode="auto">
            <a:xfrm>
              <a:off x="6153" y="5021"/>
              <a:ext cx="2574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dirty="0" err="1">
                  <a:ea typeface="宋体" panose="02010600030101010101" pitchFamily="2" charset="-122"/>
                </a:rPr>
                <a:t>ZigFromRight</a:t>
              </a:r>
            </a:p>
          </p:txBody>
        </p:sp>
        <p:sp>
          <p:nvSpPr>
            <p:cNvPr id="19" name="Rectangle 8"/>
            <p:cNvSpPr>
              <a:spLocks noChangeArrowheads="1"/>
            </p:cNvSpPr>
            <p:nvPr/>
          </p:nvSpPr>
          <p:spPr bwMode="auto">
            <a:xfrm>
              <a:off x="9074" y="3806"/>
              <a:ext cx="2114" cy="3465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Oval 9"/>
            <p:cNvSpPr>
              <a:spLocks noChangeArrowheads="1"/>
            </p:cNvSpPr>
            <p:nvPr/>
          </p:nvSpPr>
          <p:spPr bwMode="auto">
            <a:xfrm rot="1500000">
              <a:off x="4233" y="3945"/>
              <a:ext cx="882" cy="189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1" name="Oval 10"/>
            <p:cNvSpPr>
              <a:spLocks noChangeArrowheads="1"/>
            </p:cNvSpPr>
            <p:nvPr/>
          </p:nvSpPr>
          <p:spPr bwMode="auto">
            <a:xfrm rot="20100000">
              <a:off x="9743" y="3947"/>
              <a:ext cx="882" cy="189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 flipH="1">
              <a:off x="5078" y="4301"/>
              <a:ext cx="115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3" name="Text Box 12"/>
            <p:cNvSpPr txBox="1">
              <a:spLocks noChangeArrowheads="1"/>
            </p:cNvSpPr>
            <p:nvPr/>
          </p:nvSpPr>
          <p:spPr bwMode="auto">
            <a:xfrm>
              <a:off x="6165" y="4031"/>
              <a:ext cx="1763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ea typeface="宋体" panose="02010600030101010101" pitchFamily="2" charset="-122"/>
                </a:rPr>
                <a:t>root</a:t>
              </a:r>
            </a:p>
          </p:txBody>
        </p:sp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816985" cy="76517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Zig-Zag operation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4210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703FF2-8F49-4E76-802E-70531C2840AA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942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942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318DF7-A94B-4A86-A9D3-500D759A0E47}" type="slidenum">
              <a:rPr lang="en-US" altLang="zh-CN" sz="790"/>
              <a:pPr/>
              <a:t>20</a:t>
            </a:fld>
            <a:endParaRPr lang="en-US" altLang="zh-CN" sz="790"/>
          </a:p>
        </p:txBody>
      </p:sp>
      <p:sp>
        <p:nvSpPr>
          <p:cNvPr id="942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630" y="1746250"/>
            <a:ext cx="8155305" cy="100711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“Zig-Zag” consists of 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</a:rPr>
              <a:t>two rotations of the opposite direction</a:t>
            </a:r>
            <a:r>
              <a:rPr lang="en-US" altLang="zh-CN" sz="2800" dirty="0">
                <a:ea typeface="宋体" panose="02010600030101010101" pitchFamily="2" charset="-122"/>
              </a:rPr>
              <a:t> (assume R is the node that was accessed)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693545" y="2792095"/>
            <a:ext cx="5573395" cy="2060575"/>
            <a:chOff x="3458" y="4623"/>
            <a:chExt cx="7598" cy="2809"/>
          </a:xfrm>
        </p:grpSpPr>
        <p:sp>
          <p:nvSpPr>
            <p:cNvPr id="94222" name="Text Box 12"/>
            <p:cNvSpPr txBox="1">
              <a:spLocks noChangeArrowheads="1"/>
            </p:cNvSpPr>
            <p:nvPr/>
          </p:nvSpPr>
          <p:spPr bwMode="auto">
            <a:xfrm>
              <a:off x="6745" y="6408"/>
              <a:ext cx="488" cy="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zh-CN" sz="1125">
                <a:ea typeface="宋体" panose="02010600030101010101" pitchFamily="2" charset="-122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8" y="4692"/>
              <a:ext cx="7598" cy="2741"/>
            </a:xfrm>
            <a:prstGeom prst="rect">
              <a:avLst/>
            </a:prstGeom>
          </p:spPr>
        </p:pic>
        <p:sp>
          <p:nvSpPr>
            <p:cNvPr id="20" name="Oval 7"/>
            <p:cNvSpPr>
              <a:spLocks noChangeArrowheads="1"/>
            </p:cNvSpPr>
            <p:nvPr/>
          </p:nvSpPr>
          <p:spPr bwMode="auto">
            <a:xfrm rot="20400000">
              <a:off x="3684" y="5450"/>
              <a:ext cx="768" cy="128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ea typeface="宋体" panose="02010600030101010101" pitchFamily="2" charset="-122"/>
              </a:endParaRPr>
            </a:p>
          </p:txBody>
        </p:sp>
        <p:sp>
          <p:nvSpPr>
            <p:cNvPr id="21" name="Oval 8"/>
            <p:cNvSpPr>
              <a:spLocks noChangeArrowheads="1"/>
            </p:cNvSpPr>
            <p:nvPr/>
          </p:nvSpPr>
          <p:spPr bwMode="auto">
            <a:xfrm rot="1500000">
              <a:off x="6429" y="5502"/>
              <a:ext cx="760" cy="139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ea typeface="宋体" panose="02010600030101010101" pitchFamily="2" charset="-122"/>
              </a:endParaRPr>
            </a:p>
          </p:txBody>
        </p:sp>
        <p:sp>
          <p:nvSpPr>
            <p:cNvPr id="22" name="Oval 9"/>
            <p:cNvSpPr>
              <a:spLocks noChangeArrowheads="1"/>
            </p:cNvSpPr>
            <p:nvPr/>
          </p:nvSpPr>
          <p:spPr bwMode="auto">
            <a:xfrm rot="1500000">
              <a:off x="6813" y="4623"/>
              <a:ext cx="644" cy="1342"/>
            </a:xfrm>
            <a:prstGeom prst="ellipse">
              <a:avLst/>
            </a:prstGeom>
            <a:noFill/>
            <a:ln w="38100">
              <a:solidFill>
                <a:srgbClr val="263AF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ea typeface="宋体" panose="02010600030101010101" pitchFamily="2" charset="-122"/>
              </a:endParaRPr>
            </a:p>
          </p:txBody>
        </p:sp>
        <p:sp>
          <p:nvSpPr>
            <p:cNvPr id="23" name="Oval 10"/>
            <p:cNvSpPr>
              <a:spLocks noChangeArrowheads="1"/>
            </p:cNvSpPr>
            <p:nvPr/>
          </p:nvSpPr>
          <p:spPr bwMode="auto">
            <a:xfrm rot="19500000">
              <a:off x="9931" y="4884"/>
              <a:ext cx="761" cy="1508"/>
            </a:xfrm>
            <a:prstGeom prst="ellipse">
              <a:avLst/>
            </a:prstGeom>
            <a:noFill/>
            <a:ln w="28575">
              <a:solidFill>
                <a:srgbClr val="263AF8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ea typeface="宋体" panose="02010600030101010101" pitchFamily="2" charset="-122"/>
              </a:endParaRPr>
            </a:p>
          </p:txBody>
        </p:sp>
      </p:grp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2371011" y="4964166"/>
            <a:ext cx="17195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ea typeface="宋体" panose="02010600030101010101" pitchFamily="2" charset="-122"/>
              </a:rPr>
              <a:t>(</a:t>
            </a:r>
            <a:r>
              <a:rPr lang="en-US" altLang="zh-CN" sz="1800" dirty="0" err="1">
                <a:ea typeface="宋体" panose="02010600030101010101" pitchFamily="2" charset="-122"/>
              </a:rPr>
              <a:t>ZigFromRight</a:t>
            </a:r>
            <a:r>
              <a:rPr lang="en-US" altLang="zh-CN" sz="1800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4652870" y="4971234"/>
            <a:ext cx="15671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ea typeface="宋体" panose="02010600030101010101" pitchFamily="2" charset="-122"/>
              </a:rPr>
              <a:t>(</a:t>
            </a:r>
            <a:r>
              <a:rPr lang="en-US" altLang="zh-CN" sz="1800" dirty="0" err="1">
                <a:ea typeface="宋体" panose="02010600030101010101" pitchFamily="2" charset="-122"/>
              </a:rPr>
              <a:t>ZigFromLeft</a:t>
            </a:r>
            <a:r>
              <a:rPr lang="en-US" altLang="zh-CN" sz="1800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3528896" y="5596469"/>
            <a:ext cx="18084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 err="1">
                <a:ea typeface="宋体" panose="02010600030101010101" pitchFamily="2" charset="-122"/>
              </a:rPr>
              <a:t>ZigZagFromLeft</a:t>
            </a:r>
          </a:p>
        </p:txBody>
      </p:sp>
      <p:sp>
        <p:nvSpPr>
          <p:cNvPr id="27" name="Line 14"/>
          <p:cNvSpPr>
            <a:spLocks noChangeShapeType="1"/>
          </p:cNvSpPr>
          <p:nvPr/>
        </p:nvSpPr>
        <p:spPr bwMode="auto">
          <a:xfrm>
            <a:off x="2311400" y="5939155"/>
            <a:ext cx="4057015" cy="6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816985" cy="76517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 err="1">
                <a:solidFill>
                  <a:schemeClr val="bg1"/>
                </a:solidFill>
              </a:rPr>
              <a:t>Zig-Zig</a:t>
            </a:r>
            <a:r>
              <a:rPr lang="en-US" altLang="zh-CN" sz="3600" dirty="0">
                <a:solidFill>
                  <a:schemeClr val="bg1"/>
                </a:solidFill>
              </a:rPr>
              <a:t> operation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5234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BB04D7-5595-4D46-81AB-7805EBA02B06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9523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952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FA8CCC-1615-4EEA-AC2E-7CFAB4769093}" type="slidenum">
              <a:rPr lang="en-US" altLang="zh-CN" sz="790"/>
              <a:pPr/>
              <a:t>21</a:t>
            </a:fld>
            <a:endParaRPr lang="en-US" altLang="zh-CN" sz="790"/>
          </a:p>
        </p:txBody>
      </p:sp>
      <p:sp>
        <p:nvSpPr>
          <p:cNvPr id="952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700530"/>
            <a:ext cx="8304530" cy="1381125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“Zig-Zig” consists of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two single rotations of the same direction</a:t>
            </a:r>
            <a:r>
              <a:rPr lang="en-US" altLang="zh-CN" dirty="0">
                <a:ea typeface="宋体" panose="02010600030101010101" pitchFamily="2" charset="-122"/>
              </a:rPr>
              <a:t> (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R is the node that was accessed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25" name="Text Box 13"/>
          <p:cNvSpPr txBox="1">
            <a:spLocks noChangeArrowheads="1"/>
          </p:cNvSpPr>
          <p:nvPr/>
        </p:nvSpPr>
        <p:spPr bwMode="auto">
          <a:xfrm>
            <a:off x="3635599" y="5749740"/>
            <a:ext cx="17322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 err="1">
                <a:ea typeface="宋体" panose="02010600030101010101" pitchFamily="2" charset="-122"/>
              </a:rPr>
              <a:t>ZigZigFromLeft</a:t>
            </a:r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2346325" y="6092825"/>
            <a:ext cx="4333240" cy="6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8" name="组合 7"/>
          <p:cNvGrpSpPr/>
          <p:nvPr/>
        </p:nvGrpSpPr>
        <p:grpSpPr>
          <a:xfrm>
            <a:off x="1405255" y="3014980"/>
            <a:ext cx="6546850" cy="2294890"/>
            <a:chOff x="2469" y="4634"/>
            <a:chExt cx="9252" cy="3243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9" y="4765"/>
              <a:ext cx="9253" cy="3113"/>
            </a:xfrm>
            <a:prstGeom prst="rect">
              <a:avLst/>
            </a:prstGeom>
          </p:spPr>
        </p:pic>
        <p:sp>
          <p:nvSpPr>
            <p:cNvPr id="21" name="Oval 8"/>
            <p:cNvSpPr>
              <a:spLocks noChangeArrowheads="1"/>
            </p:cNvSpPr>
            <p:nvPr/>
          </p:nvSpPr>
          <p:spPr bwMode="auto">
            <a:xfrm rot="1500000">
              <a:off x="3021" y="4678"/>
              <a:ext cx="888" cy="152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ea typeface="宋体" panose="02010600030101010101" pitchFamily="2" charset="-122"/>
              </a:endParaRPr>
            </a:p>
          </p:txBody>
        </p:sp>
        <p:sp>
          <p:nvSpPr>
            <p:cNvPr id="22" name="Oval 10"/>
            <p:cNvSpPr>
              <a:spLocks noChangeArrowheads="1"/>
            </p:cNvSpPr>
            <p:nvPr/>
          </p:nvSpPr>
          <p:spPr bwMode="auto">
            <a:xfrm rot="19200000">
              <a:off x="6697" y="4951"/>
              <a:ext cx="850" cy="161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ea typeface="宋体" panose="02010600030101010101" pitchFamily="2" charset="-122"/>
              </a:endParaRPr>
            </a:p>
          </p:txBody>
        </p:sp>
        <p:sp>
          <p:nvSpPr>
            <p:cNvPr id="23" name="Oval 11"/>
            <p:cNvSpPr>
              <a:spLocks noChangeArrowheads="1"/>
            </p:cNvSpPr>
            <p:nvPr/>
          </p:nvSpPr>
          <p:spPr bwMode="auto">
            <a:xfrm rot="2100000">
              <a:off x="5999" y="5003"/>
              <a:ext cx="869" cy="1579"/>
            </a:xfrm>
            <a:prstGeom prst="ellipse">
              <a:avLst/>
            </a:prstGeom>
            <a:noFill/>
            <a:ln w="38100">
              <a:solidFill>
                <a:srgbClr val="263AF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ea typeface="宋体" panose="02010600030101010101" pitchFamily="2" charset="-122"/>
              </a:endParaRPr>
            </a:p>
          </p:txBody>
        </p:sp>
        <p:sp>
          <p:nvSpPr>
            <p:cNvPr id="24" name="Oval 12"/>
            <p:cNvSpPr>
              <a:spLocks noChangeArrowheads="1"/>
            </p:cNvSpPr>
            <p:nvPr/>
          </p:nvSpPr>
          <p:spPr bwMode="auto">
            <a:xfrm rot="20100000">
              <a:off x="10217" y="4634"/>
              <a:ext cx="831" cy="1586"/>
            </a:xfrm>
            <a:prstGeom prst="ellipse">
              <a:avLst/>
            </a:prstGeom>
            <a:noFill/>
            <a:ln w="28575">
              <a:solidFill>
                <a:srgbClr val="263AF8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2426335" y="5135245"/>
            <a:ext cx="1599565" cy="368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ea typeface="宋体" panose="02010600030101010101" pitchFamily="2" charset="-122"/>
              </a:rPr>
              <a:t>(</a:t>
            </a:r>
            <a:r>
              <a:rPr lang="en-US" altLang="zh-CN" sz="1800" dirty="0" err="1">
                <a:ea typeface="宋体" panose="02010600030101010101" pitchFamily="2" charset="-122"/>
              </a:rPr>
              <a:t>ZigFromLeft</a:t>
            </a:r>
            <a:r>
              <a:rPr lang="en-US" altLang="zh-CN" sz="1800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5057775" y="5125085"/>
            <a:ext cx="1599565" cy="368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ea typeface="宋体" panose="02010600030101010101" pitchFamily="2" charset="-122"/>
              </a:rPr>
              <a:t>(</a:t>
            </a:r>
            <a:r>
              <a:rPr lang="en-US" altLang="zh-CN" sz="1800" dirty="0" err="1">
                <a:ea typeface="宋体" panose="02010600030101010101" pitchFamily="2" charset="-122"/>
              </a:rPr>
              <a:t>ZigFromLeft</a:t>
            </a:r>
            <a:r>
              <a:rPr lang="en-US" altLang="zh-CN" sz="1800" dirty="0">
                <a:ea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605905" cy="76517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68935" y="751840"/>
            <a:ext cx="671068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Decreasing depth - "autobalance"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6258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2A1FDB-D4FA-448E-AFE4-8A1187ACFBBB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9625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9626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90B807-CE46-424E-85E5-B1AF4EE23151}" type="slidenum">
              <a:rPr lang="en-US" altLang="zh-CN" sz="790"/>
              <a:pPr/>
              <a:t>22</a:t>
            </a:fld>
            <a:endParaRPr lang="en-US" altLang="zh-CN" sz="790"/>
          </a:p>
        </p:txBody>
      </p:sp>
      <p:sp>
        <p:nvSpPr>
          <p:cNvPr id="96263" name="Text Box 5"/>
          <p:cNvSpPr txBox="1">
            <a:spLocks noChangeArrowheads="1"/>
          </p:cNvSpPr>
          <p:nvPr/>
        </p:nvSpPr>
        <p:spPr bwMode="auto">
          <a:xfrm>
            <a:off x="3040065" y="4712082"/>
            <a:ext cx="79692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ea typeface="宋体" panose="02010600030101010101" pitchFamily="2" charset="-122"/>
              </a:rPr>
              <a:t>Find(T)</a:t>
            </a:r>
          </a:p>
        </p:txBody>
      </p:sp>
      <p:sp>
        <p:nvSpPr>
          <p:cNvPr id="96264" name="Line 6"/>
          <p:cNvSpPr>
            <a:spLocks noChangeShapeType="1"/>
          </p:cNvSpPr>
          <p:nvPr/>
        </p:nvSpPr>
        <p:spPr bwMode="auto">
          <a:xfrm>
            <a:off x="2348485" y="5008056"/>
            <a:ext cx="2228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96265" name="Text Box 7"/>
          <p:cNvSpPr txBox="1">
            <a:spLocks noChangeArrowheads="1"/>
          </p:cNvSpPr>
          <p:nvPr/>
        </p:nvSpPr>
        <p:spPr bwMode="auto">
          <a:xfrm>
            <a:off x="5217687" y="4712082"/>
            <a:ext cx="81851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ea typeface="宋体" panose="02010600030101010101" pitchFamily="2" charset="-122"/>
              </a:rPr>
              <a:t>Find(R)</a:t>
            </a:r>
          </a:p>
        </p:txBody>
      </p:sp>
      <p:sp>
        <p:nvSpPr>
          <p:cNvPr id="96266" name="Line 8"/>
          <p:cNvSpPr>
            <a:spLocks noChangeShapeType="1"/>
          </p:cNvSpPr>
          <p:nvPr/>
        </p:nvSpPr>
        <p:spPr bwMode="auto">
          <a:xfrm>
            <a:off x="4834510" y="5008056"/>
            <a:ext cx="1543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2" name="矩形 1"/>
          <p:cNvSpPr/>
          <p:nvPr/>
        </p:nvSpPr>
        <p:spPr>
          <a:xfrm>
            <a:off x="478790" y="5372100"/>
            <a:ext cx="8333105" cy="645160"/>
          </a:xfrm>
          <a:prstGeom prst="rect">
            <a:avLst/>
          </a:prstGeom>
          <a:ln w="19050"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splaying not only moves the accessed node to the root,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also has the effect of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roughly halving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depth of most nodes on the access path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608455" y="1765935"/>
            <a:ext cx="5706745" cy="2848610"/>
            <a:chOff x="3324" y="3007"/>
            <a:chExt cx="7934" cy="396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24" y="3007"/>
              <a:ext cx="7934" cy="3961"/>
            </a:xfrm>
            <a:prstGeom prst="rect">
              <a:avLst/>
            </a:prstGeom>
          </p:spPr>
        </p:pic>
        <p:sp>
          <p:nvSpPr>
            <p:cNvPr id="18" name="Oval 9"/>
            <p:cNvSpPr>
              <a:spLocks noChangeArrowheads="1"/>
            </p:cNvSpPr>
            <p:nvPr/>
          </p:nvSpPr>
          <p:spPr bwMode="auto">
            <a:xfrm>
              <a:off x="3455" y="5460"/>
              <a:ext cx="388" cy="403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19" name="Oval 11"/>
            <p:cNvSpPr>
              <a:spLocks noChangeArrowheads="1"/>
            </p:cNvSpPr>
            <p:nvPr/>
          </p:nvSpPr>
          <p:spPr bwMode="auto">
            <a:xfrm>
              <a:off x="5454" y="4237"/>
              <a:ext cx="405" cy="408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20" name="Oval 12"/>
            <p:cNvSpPr>
              <a:spLocks noChangeArrowheads="1"/>
            </p:cNvSpPr>
            <p:nvPr/>
          </p:nvSpPr>
          <p:spPr bwMode="auto">
            <a:xfrm>
              <a:off x="7488" y="3008"/>
              <a:ext cx="405" cy="408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678170" cy="765175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49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671068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Splay Tree Insert and Delete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728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B96717-DACB-4D37-AB6B-14E27C18B8EF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9728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9728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9F37F6-E37C-4659-9508-5B813F277A0A}" type="slidenum">
              <a:rPr lang="en-US" altLang="zh-CN" sz="790"/>
              <a:pPr/>
              <a:t>23</a:t>
            </a:fld>
            <a:endParaRPr lang="en-US" altLang="zh-CN" sz="790"/>
          </a:p>
        </p:txBody>
      </p:sp>
      <p:sp>
        <p:nvSpPr>
          <p:cNvPr id="972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8582" y="1772287"/>
            <a:ext cx="7886700" cy="4351337"/>
          </a:xfrm>
        </p:spPr>
        <p:txBody>
          <a:bodyPr>
            <a:normAutofit fontScale="90000"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Insert x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Insert x as normal then splay x to root.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Delete x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Splay x to root and remove it. (note: the node does not have to be a leaf or single child node like in BST delete.)  Two trees remain, right subtree and left subtree.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Splay the max in the left subtree to the root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Attach the right subtree to the new root of the left subtree.</a:t>
            </a:r>
          </a:p>
        </p:txBody>
      </p:sp>
      <p:grpSp>
        <p:nvGrpSpPr>
          <p:cNvPr id="122" name="Group 115"/>
          <p:cNvGrpSpPr/>
          <p:nvPr/>
        </p:nvGrpSpPr>
        <p:grpSpPr>
          <a:xfrm>
            <a:off x="7816850" y="5325745"/>
            <a:ext cx="963295" cy="805815"/>
            <a:chOff x="2951142" y="2589225"/>
            <a:chExt cx="468313" cy="392113"/>
          </a:xfrm>
          <a:solidFill>
            <a:srgbClr val="1E7AB6">
              <a:alpha val="39000"/>
            </a:srgbClr>
          </a:solidFill>
        </p:grpSpPr>
        <p:sp>
          <p:nvSpPr>
            <p:cNvPr id="123" name="Freeform 1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951142" y="2646375"/>
              <a:ext cx="284163" cy="284163"/>
            </a:xfrm>
            <a:custGeom>
              <a:avLst/>
              <a:gdLst/>
              <a:ahLst/>
              <a:cxnLst>
                <a:cxn ang="0">
                  <a:pos x="208" y="331"/>
                </a:cxn>
                <a:cxn ang="0">
                  <a:pos x="239" y="322"/>
                </a:cxn>
                <a:cxn ang="0">
                  <a:pos x="286" y="326"/>
                </a:cxn>
                <a:cxn ang="0">
                  <a:pos x="307" y="267"/>
                </a:cxn>
                <a:cxn ang="0">
                  <a:pos x="328" y="223"/>
                </a:cxn>
                <a:cxn ang="0">
                  <a:pos x="359" y="150"/>
                </a:cxn>
                <a:cxn ang="0">
                  <a:pos x="328" y="136"/>
                </a:cxn>
                <a:cxn ang="0">
                  <a:pos x="307" y="91"/>
                </a:cxn>
                <a:cxn ang="0">
                  <a:pos x="267" y="51"/>
                </a:cxn>
                <a:cxn ang="0">
                  <a:pos x="239" y="37"/>
                </a:cxn>
                <a:cxn ang="0">
                  <a:pos x="208" y="0"/>
                </a:cxn>
                <a:cxn ang="0">
                  <a:pos x="179" y="65"/>
                </a:cxn>
                <a:cxn ang="0">
                  <a:pos x="213" y="70"/>
                </a:cxn>
                <a:cxn ang="0">
                  <a:pos x="244" y="85"/>
                </a:cxn>
                <a:cxn ang="0">
                  <a:pos x="267" y="106"/>
                </a:cxn>
                <a:cxn ang="0">
                  <a:pos x="284" y="134"/>
                </a:cxn>
                <a:cxn ang="0">
                  <a:pos x="293" y="168"/>
                </a:cxn>
                <a:cxn ang="0">
                  <a:pos x="293" y="191"/>
                </a:cxn>
                <a:cxn ang="0">
                  <a:pos x="284" y="223"/>
                </a:cxn>
                <a:cxn ang="0">
                  <a:pos x="267" y="252"/>
                </a:cxn>
                <a:cxn ang="0">
                  <a:pos x="244" y="274"/>
                </a:cxn>
                <a:cxn ang="0">
                  <a:pos x="213" y="289"/>
                </a:cxn>
                <a:cxn ang="0">
                  <a:pos x="179" y="294"/>
                </a:cxn>
                <a:cxn ang="0">
                  <a:pos x="32" y="286"/>
                </a:cxn>
                <a:cxn ang="0">
                  <a:pos x="92" y="307"/>
                </a:cxn>
                <a:cxn ang="0">
                  <a:pos x="135" y="327"/>
                </a:cxn>
                <a:cxn ang="0">
                  <a:pos x="179" y="358"/>
                </a:cxn>
                <a:cxn ang="0">
                  <a:pos x="179" y="294"/>
                </a:cxn>
                <a:cxn ang="0">
                  <a:pos x="145" y="289"/>
                </a:cxn>
                <a:cxn ang="0">
                  <a:pos x="115" y="274"/>
                </a:cxn>
                <a:cxn ang="0">
                  <a:pos x="92" y="252"/>
                </a:cxn>
                <a:cxn ang="0">
                  <a:pos x="74" y="223"/>
                </a:cxn>
                <a:cxn ang="0">
                  <a:pos x="66" y="191"/>
                </a:cxn>
                <a:cxn ang="0">
                  <a:pos x="66" y="168"/>
                </a:cxn>
                <a:cxn ang="0">
                  <a:pos x="74" y="134"/>
                </a:cxn>
                <a:cxn ang="0">
                  <a:pos x="92" y="106"/>
                </a:cxn>
                <a:cxn ang="0">
                  <a:pos x="115" y="85"/>
                </a:cxn>
                <a:cxn ang="0">
                  <a:pos x="145" y="70"/>
                </a:cxn>
                <a:cxn ang="0">
                  <a:pos x="179" y="65"/>
                </a:cxn>
                <a:cxn ang="0">
                  <a:pos x="179" y="0"/>
                </a:cxn>
                <a:cxn ang="0">
                  <a:pos x="151" y="27"/>
                </a:cxn>
                <a:cxn ang="0">
                  <a:pos x="105" y="43"/>
                </a:cxn>
                <a:cxn ang="0">
                  <a:pos x="32" y="72"/>
                </a:cxn>
                <a:cxn ang="0">
                  <a:pos x="43" y="105"/>
                </a:cxn>
                <a:cxn ang="0">
                  <a:pos x="27" y="150"/>
                </a:cxn>
                <a:cxn ang="0">
                  <a:pos x="27" y="207"/>
                </a:cxn>
                <a:cxn ang="0">
                  <a:pos x="36" y="238"/>
                </a:cxn>
                <a:cxn ang="0">
                  <a:pos x="52" y="267"/>
                </a:cxn>
              </a:cxnLst>
              <a:rect l="0" t="0" r="r" b="b"/>
              <a:pathLst>
                <a:path w="359" h="358">
                  <a:moveTo>
                    <a:pt x="179" y="358"/>
                  </a:moveTo>
                  <a:lnTo>
                    <a:pt x="208" y="358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24" y="327"/>
                  </a:lnTo>
                  <a:lnTo>
                    <a:pt x="239" y="322"/>
                  </a:lnTo>
                  <a:lnTo>
                    <a:pt x="254" y="315"/>
                  </a:lnTo>
                  <a:lnTo>
                    <a:pt x="267" y="307"/>
                  </a:lnTo>
                  <a:lnTo>
                    <a:pt x="286" y="326"/>
                  </a:lnTo>
                  <a:lnTo>
                    <a:pt x="326" y="286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15" y="253"/>
                  </a:lnTo>
                  <a:lnTo>
                    <a:pt x="323" y="238"/>
                  </a:lnTo>
                  <a:lnTo>
                    <a:pt x="328" y="223"/>
                  </a:lnTo>
                  <a:lnTo>
                    <a:pt x="331" y="207"/>
                  </a:lnTo>
                  <a:lnTo>
                    <a:pt x="359" y="207"/>
                  </a:lnTo>
                  <a:lnTo>
                    <a:pt x="359" y="150"/>
                  </a:lnTo>
                  <a:lnTo>
                    <a:pt x="331" y="150"/>
                  </a:lnTo>
                  <a:lnTo>
                    <a:pt x="331" y="150"/>
                  </a:lnTo>
                  <a:lnTo>
                    <a:pt x="328" y="136"/>
                  </a:lnTo>
                  <a:lnTo>
                    <a:pt x="323" y="119"/>
                  </a:lnTo>
                  <a:lnTo>
                    <a:pt x="315" y="105"/>
                  </a:lnTo>
                  <a:lnTo>
                    <a:pt x="307" y="91"/>
                  </a:lnTo>
                  <a:lnTo>
                    <a:pt x="326" y="72"/>
                  </a:lnTo>
                  <a:lnTo>
                    <a:pt x="286" y="33"/>
                  </a:lnTo>
                  <a:lnTo>
                    <a:pt x="267" y="51"/>
                  </a:lnTo>
                  <a:lnTo>
                    <a:pt x="267" y="51"/>
                  </a:lnTo>
                  <a:lnTo>
                    <a:pt x="254" y="43"/>
                  </a:lnTo>
                  <a:lnTo>
                    <a:pt x="239" y="37"/>
                  </a:lnTo>
                  <a:lnTo>
                    <a:pt x="224" y="30"/>
                  </a:lnTo>
                  <a:lnTo>
                    <a:pt x="208" y="27"/>
                  </a:lnTo>
                  <a:lnTo>
                    <a:pt x="208" y="0"/>
                  </a:lnTo>
                  <a:lnTo>
                    <a:pt x="179" y="0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90" y="65"/>
                  </a:lnTo>
                  <a:lnTo>
                    <a:pt x="203" y="68"/>
                  </a:lnTo>
                  <a:lnTo>
                    <a:pt x="213" y="70"/>
                  </a:lnTo>
                  <a:lnTo>
                    <a:pt x="224" y="74"/>
                  </a:lnTo>
                  <a:lnTo>
                    <a:pt x="234" y="79"/>
                  </a:lnTo>
                  <a:lnTo>
                    <a:pt x="244" y="85"/>
                  </a:lnTo>
                  <a:lnTo>
                    <a:pt x="252" y="91"/>
                  </a:lnTo>
                  <a:lnTo>
                    <a:pt x="260" y="98"/>
                  </a:lnTo>
                  <a:lnTo>
                    <a:pt x="267" y="106"/>
                  </a:lnTo>
                  <a:lnTo>
                    <a:pt x="275" y="116"/>
                  </a:lnTo>
                  <a:lnTo>
                    <a:pt x="279" y="124"/>
                  </a:lnTo>
                  <a:lnTo>
                    <a:pt x="284" y="134"/>
                  </a:lnTo>
                  <a:lnTo>
                    <a:pt x="288" y="145"/>
                  </a:lnTo>
                  <a:lnTo>
                    <a:pt x="292" y="157"/>
                  </a:lnTo>
                  <a:lnTo>
                    <a:pt x="293" y="168"/>
                  </a:lnTo>
                  <a:lnTo>
                    <a:pt x="293" y="179"/>
                  </a:lnTo>
                  <a:lnTo>
                    <a:pt x="293" y="179"/>
                  </a:lnTo>
                  <a:lnTo>
                    <a:pt x="293" y="191"/>
                  </a:lnTo>
                  <a:lnTo>
                    <a:pt x="292" y="202"/>
                  </a:lnTo>
                  <a:lnTo>
                    <a:pt x="288" y="213"/>
                  </a:lnTo>
                  <a:lnTo>
                    <a:pt x="284" y="223"/>
                  </a:lnTo>
                  <a:lnTo>
                    <a:pt x="279" y="233"/>
                  </a:lnTo>
                  <a:lnTo>
                    <a:pt x="275" y="243"/>
                  </a:lnTo>
                  <a:lnTo>
                    <a:pt x="267" y="252"/>
                  </a:lnTo>
                  <a:lnTo>
                    <a:pt x="260" y="260"/>
                  </a:lnTo>
                  <a:lnTo>
                    <a:pt x="252" y="268"/>
                  </a:lnTo>
                  <a:lnTo>
                    <a:pt x="244" y="274"/>
                  </a:lnTo>
                  <a:lnTo>
                    <a:pt x="234" y="280"/>
                  </a:lnTo>
                  <a:lnTo>
                    <a:pt x="224" y="285"/>
                  </a:lnTo>
                  <a:lnTo>
                    <a:pt x="213" y="289"/>
                  </a:lnTo>
                  <a:lnTo>
                    <a:pt x="203" y="291"/>
                  </a:lnTo>
                  <a:lnTo>
                    <a:pt x="190" y="293"/>
                  </a:lnTo>
                  <a:lnTo>
                    <a:pt x="179" y="294"/>
                  </a:lnTo>
                  <a:lnTo>
                    <a:pt x="179" y="358"/>
                  </a:lnTo>
                  <a:close/>
                  <a:moveTo>
                    <a:pt x="52" y="267"/>
                  </a:moveTo>
                  <a:lnTo>
                    <a:pt x="32" y="286"/>
                  </a:lnTo>
                  <a:lnTo>
                    <a:pt x="73" y="326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105" y="315"/>
                  </a:lnTo>
                  <a:lnTo>
                    <a:pt x="120" y="322"/>
                  </a:lnTo>
                  <a:lnTo>
                    <a:pt x="135" y="327"/>
                  </a:lnTo>
                  <a:lnTo>
                    <a:pt x="151" y="331"/>
                  </a:lnTo>
                  <a:lnTo>
                    <a:pt x="151" y="358"/>
                  </a:lnTo>
                  <a:lnTo>
                    <a:pt x="179" y="358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79" y="294"/>
                  </a:lnTo>
                  <a:lnTo>
                    <a:pt x="168" y="293"/>
                  </a:lnTo>
                  <a:lnTo>
                    <a:pt x="156" y="291"/>
                  </a:lnTo>
                  <a:lnTo>
                    <a:pt x="145" y="289"/>
                  </a:lnTo>
                  <a:lnTo>
                    <a:pt x="135" y="285"/>
                  </a:lnTo>
                  <a:lnTo>
                    <a:pt x="125" y="280"/>
                  </a:lnTo>
                  <a:lnTo>
                    <a:pt x="115" y="274"/>
                  </a:lnTo>
                  <a:lnTo>
                    <a:pt x="106" y="268"/>
                  </a:lnTo>
                  <a:lnTo>
                    <a:pt x="99" y="260"/>
                  </a:lnTo>
                  <a:lnTo>
                    <a:pt x="92" y="252"/>
                  </a:lnTo>
                  <a:lnTo>
                    <a:pt x="84" y="243"/>
                  </a:lnTo>
                  <a:lnTo>
                    <a:pt x="79" y="233"/>
                  </a:lnTo>
                  <a:lnTo>
                    <a:pt x="74" y="223"/>
                  </a:lnTo>
                  <a:lnTo>
                    <a:pt x="71" y="213"/>
                  </a:lnTo>
                  <a:lnTo>
                    <a:pt x="67" y="202"/>
                  </a:lnTo>
                  <a:lnTo>
                    <a:pt x="66" y="191"/>
                  </a:lnTo>
                  <a:lnTo>
                    <a:pt x="64" y="179"/>
                  </a:lnTo>
                  <a:lnTo>
                    <a:pt x="64" y="179"/>
                  </a:lnTo>
                  <a:lnTo>
                    <a:pt x="66" y="168"/>
                  </a:lnTo>
                  <a:lnTo>
                    <a:pt x="67" y="157"/>
                  </a:lnTo>
                  <a:lnTo>
                    <a:pt x="71" y="145"/>
                  </a:lnTo>
                  <a:lnTo>
                    <a:pt x="74" y="134"/>
                  </a:lnTo>
                  <a:lnTo>
                    <a:pt x="79" y="124"/>
                  </a:lnTo>
                  <a:lnTo>
                    <a:pt x="84" y="116"/>
                  </a:lnTo>
                  <a:lnTo>
                    <a:pt x="92" y="106"/>
                  </a:lnTo>
                  <a:lnTo>
                    <a:pt x="99" y="98"/>
                  </a:lnTo>
                  <a:lnTo>
                    <a:pt x="106" y="91"/>
                  </a:lnTo>
                  <a:lnTo>
                    <a:pt x="115" y="85"/>
                  </a:lnTo>
                  <a:lnTo>
                    <a:pt x="125" y="79"/>
                  </a:lnTo>
                  <a:lnTo>
                    <a:pt x="135" y="74"/>
                  </a:lnTo>
                  <a:lnTo>
                    <a:pt x="145" y="70"/>
                  </a:lnTo>
                  <a:lnTo>
                    <a:pt x="156" y="68"/>
                  </a:lnTo>
                  <a:lnTo>
                    <a:pt x="168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65"/>
                  </a:lnTo>
                  <a:lnTo>
                    <a:pt x="179" y="0"/>
                  </a:lnTo>
                  <a:lnTo>
                    <a:pt x="151" y="0"/>
                  </a:lnTo>
                  <a:lnTo>
                    <a:pt x="151" y="27"/>
                  </a:lnTo>
                  <a:lnTo>
                    <a:pt x="151" y="27"/>
                  </a:lnTo>
                  <a:lnTo>
                    <a:pt x="135" y="30"/>
                  </a:lnTo>
                  <a:lnTo>
                    <a:pt x="120" y="37"/>
                  </a:lnTo>
                  <a:lnTo>
                    <a:pt x="105" y="43"/>
                  </a:lnTo>
                  <a:lnTo>
                    <a:pt x="92" y="51"/>
                  </a:lnTo>
                  <a:lnTo>
                    <a:pt x="73" y="33"/>
                  </a:lnTo>
                  <a:lnTo>
                    <a:pt x="32" y="72"/>
                  </a:lnTo>
                  <a:lnTo>
                    <a:pt x="52" y="91"/>
                  </a:lnTo>
                  <a:lnTo>
                    <a:pt x="52" y="91"/>
                  </a:lnTo>
                  <a:lnTo>
                    <a:pt x="43" y="105"/>
                  </a:lnTo>
                  <a:lnTo>
                    <a:pt x="36" y="119"/>
                  </a:lnTo>
                  <a:lnTo>
                    <a:pt x="31" y="136"/>
                  </a:lnTo>
                  <a:lnTo>
                    <a:pt x="27" y="150"/>
                  </a:lnTo>
                  <a:lnTo>
                    <a:pt x="0" y="150"/>
                  </a:lnTo>
                  <a:lnTo>
                    <a:pt x="0" y="207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31" y="223"/>
                  </a:lnTo>
                  <a:lnTo>
                    <a:pt x="36" y="238"/>
                  </a:lnTo>
                  <a:lnTo>
                    <a:pt x="43" y="253"/>
                  </a:lnTo>
                  <a:lnTo>
                    <a:pt x="52" y="267"/>
                  </a:lnTo>
                  <a:lnTo>
                    <a:pt x="52" y="267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4" name="Freeform 14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233717" y="2798775"/>
              <a:ext cx="182563" cy="182563"/>
            </a:xfrm>
            <a:custGeom>
              <a:avLst/>
              <a:gdLst/>
              <a:ahLst/>
              <a:cxnLst>
                <a:cxn ang="0">
                  <a:pos x="131" y="20"/>
                </a:cxn>
                <a:cxn ang="0">
                  <a:pos x="152" y="6"/>
                </a:cxn>
                <a:cxn ang="0">
                  <a:pos x="183" y="21"/>
                </a:cxn>
                <a:cxn ang="0">
                  <a:pos x="179" y="42"/>
                </a:cxn>
                <a:cxn ang="0">
                  <a:pos x="198" y="64"/>
                </a:cxn>
                <a:cxn ang="0">
                  <a:pos x="219" y="64"/>
                </a:cxn>
                <a:cxn ang="0">
                  <a:pos x="230" y="97"/>
                </a:cxn>
                <a:cxn ang="0">
                  <a:pos x="213" y="109"/>
                </a:cxn>
                <a:cxn ang="0">
                  <a:pos x="210" y="137"/>
                </a:cxn>
                <a:cxn ang="0">
                  <a:pos x="225" y="152"/>
                </a:cxn>
                <a:cxn ang="0">
                  <a:pos x="210" y="183"/>
                </a:cxn>
                <a:cxn ang="0">
                  <a:pos x="189" y="179"/>
                </a:cxn>
                <a:cxn ang="0">
                  <a:pos x="167" y="198"/>
                </a:cxn>
                <a:cxn ang="0">
                  <a:pos x="167" y="220"/>
                </a:cxn>
                <a:cxn ang="0">
                  <a:pos x="135" y="230"/>
                </a:cxn>
                <a:cxn ang="0">
                  <a:pos x="123" y="213"/>
                </a:cxn>
                <a:cxn ang="0">
                  <a:pos x="115" y="163"/>
                </a:cxn>
                <a:cxn ang="0">
                  <a:pos x="136" y="158"/>
                </a:cxn>
                <a:cxn ang="0">
                  <a:pos x="153" y="144"/>
                </a:cxn>
                <a:cxn ang="0">
                  <a:pos x="161" y="131"/>
                </a:cxn>
                <a:cxn ang="0">
                  <a:pos x="161" y="103"/>
                </a:cxn>
                <a:cxn ang="0">
                  <a:pos x="147" y="80"/>
                </a:cxn>
                <a:cxn ang="0">
                  <a:pos x="130" y="71"/>
                </a:cxn>
                <a:cxn ang="0">
                  <a:pos x="115" y="19"/>
                </a:cxn>
                <a:cxn ang="0">
                  <a:pos x="11" y="167"/>
                </a:cxn>
                <a:cxn ang="0">
                  <a:pos x="1" y="135"/>
                </a:cxn>
                <a:cxn ang="0">
                  <a:pos x="19" y="123"/>
                </a:cxn>
                <a:cxn ang="0">
                  <a:pos x="20" y="94"/>
                </a:cxn>
                <a:cxn ang="0">
                  <a:pos x="5" y="79"/>
                </a:cxn>
                <a:cxn ang="0">
                  <a:pos x="21" y="48"/>
                </a:cxn>
                <a:cxn ang="0">
                  <a:pos x="42" y="52"/>
                </a:cxn>
                <a:cxn ang="0">
                  <a:pos x="63" y="34"/>
                </a:cxn>
                <a:cxn ang="0">
                  <a:pos x="63" y="12"/>
                </a:cxn>
                <a:cxn ang="0">
                  <a:pos x="97" y="1"/>
                </a:cxn>
                <a:cxn ang="0">
                  <a:pos x="109" y="19"/>
                </a:cxn>
                <a:cxn ang="0">
                  <a:pos x="115" y="68"/>
                </a:cxn>
                <a:cxn ang="0">
                  <a:pos x="94" y="73"/>
                </a:cxn>
                <a:cxn ang="0">
                  <a:pos x="78" y="88"/>
                </a:cxn>
                <a:cxn ang="0">
                  <a:pos x="71" y="100"/>
                </a:cxn>
                <a:cxn ang="0">
                  <a:pos x="71" y="129"/>
                </a:cxn>
                <a:cxn ang="0">
                  <a:pos x="84" y="151"/>
                </a:cxn>
                <a:cxn ang="0">
                  <a:pos x="100" y="161"/>
                </a:cxn>
                <a:cxn ang="0">
                  <a:pos x="115" y="213"/>
                </a:cxn>
                <a:cxn ang="0">
                  <a:pos x="84" y="208"/>
                </a:cxn>
                <a:cxn ang="0">
                  <a:pos x="68" y="221"/>
                </a:cxn>
                <a:cxn ang="0">
                  <a:pos x="40" y="203"/>
                </a:cxn>
                <a:cxn ang="0">
                  <a:pos x="45" y="183"/>
                </a:cxn>
                <a:cxn ang="0">
                  <a:pos x="29" y="160"/>
                </a:cxn>
              </a:cxnLst>
              <a:rect l="0" t="0" r="r" b="b"/>
              <a:pathLst>
                <a:path w="231" h="231">
                  <a:moveTo>
                    <a:pt x="115" y="19"/>
                  </a:moveTo>
                  <a:lnTo>
                    <a:pt x="115" y="19"/>
                  </a:lnTo>
                  <a:lnTo>
                    <a:pt x="131" y="20"/>
                  </a:lnTo>
                  <a:lnTo>
                    <a:pt x="146" y="24"/>
                  </a:lnTo>
                  <a:lnTo>
                    <a:pt x="152" y="6"/>
                  </a:lnTo>
                  <a:lnTo>
                    <a:pt x="152" y="6"/>
                  </a:lnTo>
                  <a:lnTo>
                    <a:pt x="163" y="10"/>
                  </a:lnTo>
                  <a:lnTo>
                    <a:pt x="173" y="15"/>
                  </a:lnTo>
                  <a:lnTo>
                    <a:pt x="183" y="21"/>
                  </a:lnTo>
                  <a:lnTo>
                    <a:pt x="192" y="29"/>
                  </a:lnTo>
                  <a:lnTo>
                    <a:pt x="179" y="42"/>
                  </a:lnTo>
                  <a:lnTo>
                    <a:pt x="179" y="42"/>
                  </a:lnTo>
                  <a:lnTo>
                    <a:pt x="187" y="48"/>
                  </a:lnTo>
                  <a:lnTo>
                    <a:pt x="193" y="56"/>
                  </a:lnTo>
                  <a:lnTo>
                    <a:pt x="198" y="64"/>
                  </a:lnTo>
                  <a:lnTo>
                    <a:pt x="203" y="72"/>
                  </a:lnTo>
                  <a:lnTo>
                    <a:pt x="219" y="64"/>
                  </a:lnTo>
                  <a:lnTo>
                    <a:pt x="219" y="64"/>
                  </a:lnTo>
                  <a:lnTo>
                    <a:pt x="224" y="74"/>
                  </a:lnTo>
                  <a:lnTo>
                    <a:pt x="228" y="85"/>
                  </a:lnTo>
                  <a:lnTo>
                    <a:pt x="230" y="97"/>
                  </a:lnTo>
                  <a:lnTo>
                    <a:pt x="231" y="108"/>
                  </a:lnTo>
                  <a:lnTo>
                    <a:pt x="213" y="109"/>
                  </a:lnTo>
                  <a:lnTo>
                    <a:pt x="213" y="109"/>
                  </a:lnTo>
                  <a:lnTo>
                    <a:pt x="213" y="119"/>
                  </a:lnTo>
                  <a:lnTo>
                    <a:pt x="213" y="127"/>
                  </a:lnTo>
                  <a:lnTo>
                    <a:pt x="210" y="137"/>
                  </a:lnTo>
                  <a:lnTo>
                    <a:pt x="208" y="147"/>
                  </a:lnTo>
                  <a:lnTo>
                    <a:pt x="225" y="152"/>
                  </a:lnTo>
                  <a:lnTo>
                    <a:pt x="225" y="152"/>
                  </a:lnTo>
                  <a:lnTo>
                    <a:pt x="221" y="163"/>
                  </a:lnTo>
                  <a:lnTo>
                    <a:pt x="217" y="173"/>
                  </a:lnTo>
                  <a:lnTo>
                    <a:pt x="210" y="183"/>
                  </a:lnTo>
                  <a:lnTo>
                    <a:pt x="203" y="192"/>
                  </a:lnTo>
                  <a:lnTo>
                    <a:pt x="189" y="179"/>
                  </a:lnTo>
                  <a:lnTo>
                    <a:pt x="189" y="179"/>
                  </a:lnTo>
                  <a:lnTo>
                    <a:pt x="183" y="187"/>
                  </a:lnTo>
                  <a:lnTo>
                    <a:pt x="176" y="193"/>
                  </a:lnTo>
                  <a:lnTo>
                    <a:pt x="167" y="198"/>
                  </a:lnTo>
                  <a:lnTo>
                    <a:pt x="160" y="203"/>
                  </a:lnTo>
                  <a:lnTo>
                    <a:pt x="167" y="220"/>
                  </a:lnTo>
                  <a:lnTo>
                    <a:pt x="167" y="220"/>
                  </a:lnTo>
                  <a:lnTo>
                    <a:pt x="157" y="224"/>
                  </a:lnTo>
                  <a:lnTo>
                    <a:pt x="146" y="228"/>
                  </a:lnTo>
                  <a:lnTo>
                    <a:pt x="135" y="230"/>
                  </a:lnTo>
                  <a:lnTo>
                    <a:pt x="124" y="231"/>
                  </a:lnTo>
                  <a:lnTo>
                    <a:pt x="123" y="213"/>
                  </a:lnTo>
                  <a:lnTo>
                    <a:pt x="123" y="213"/>
                  </a:lnTo>
                  <a:lnTo>
                    <a:pt x="115" y="21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23" y="162"/>
                  </a:lnTo>
                  <a:lnTo>
                    <a:pt x="130" y="161"/>
                  </a:lnTo>
                  <a:lnTo>
                    <a:pt x="136" y="158"/>
                  </a:lnTo>
                  <a:lnTo>
                    <a:pt x="144" y="155"/>
                  </a:lnTo>
                  <a:lnTo>
                    <a:pt x="149" y="150"/>
                  </a:lnTo>
                  <a:lnTo>
                    <a:pt x="153" y="144"/>
                  </a:lnTo>
                  <a:lnTo>
                    <a:pt x="157" y="137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2" y="121"/>
                  </a:lnTo>
                  <a:lnTo>
                    <a:pt x="162" y="113"/>
                  </a:lnTo>
                  <a:lnTo>
                    <a:pt x="161" y="103"/>
                  </a:lnTo>
                  <a:lnTo>
                    <a:pt x="158" y="94"/>
                  </a:lnTo>
                  <a:lnTo>
                    <a:pt x="153" y="87"/>
                  </a:lnTo>
                  <a:lnTo>
                    <a:pt x="147" y="80"/>
                  </a:lnTo>
                  <a:lnTo>
                    <a:pt x="140" y="74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23" y="69"/>
                  </a:lnTo>
                  <a:lnTo>
                    <a:pt x="115" y="68"/>
                  </a:lnTo>
                  <a:lnTo>
                    <a:pt x="115" y="19"/>
                  </a:lnTo>
                  <a:close/>
                  <a:moveTo>
                    <a:pt x="29" y="160"/>
                  </a:moveTo>
                  <a:lnTo>
                    <a:pt x="11" y="167"/>
                  </a:lnTo>
                  <a:lnTo>
                    <a:pt x="11" y="167"/>
                  </a:lnTo>
                  <a:lnTo>
                    <a:pt x="8" y="157"/>
                  </a:lnTo>
                  <a:lnTo>
                    <a:pt x="4" y="146"/>
                  </a:lnTo>
                  <a:lnTo>
                    <a:pt x="1" y="135"/>
                  </a:lnTo>
                  <a:lnTo>
                    <a:pt x="0" y="124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7" y="114"/>
                  </a:lnTo>
                  <a:lnTo>
                    <a:pt x="19" y="104"/>
                  </a:lnTo>
                  <a:lnTo>
                    <a:pt x="20" y="94"/>
                  </a:lnTo>
                  <a:lnTo>
                    <a:pt x="24" y="8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10" y="68"/>
                  </a:lnTo>
                  <a:lnTo>
                    <a:pt x="15" y="58"/>
                  </a:lnTo>
                  <a:lnTo>
                    <a:pt x="21" y="48"/>
                  </a:lnTo>
                  <a:lnTo>
                    <a:pt x="29" y="40"/>
                  </a:lnTo>
                  <a:lnTo>
                    <a:pt x="42" y="52"/>
                  </a:lnTo>
                  <a:lnTo>
                    <a:pt x="42" y="52"/>
                  </a:lnTo>
                  <a:lnTo>
                    <a:pt x="48" y="45"/>
                  </a:lnTo>
                  <a:lnTo>
                    <a:pt x="56" y="38"/>
                  </a:lnTo>
                  <a:lnTo>
                    <a:pt x="63" y="34"/>
                  </a:lnTo>
                  <a:lnTo>
                    <a:pt x="72" y="29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74" y="8"/>
                  </a:lnTo>
                  <a:lnTo>
                    <a:pt x="85" y="4"/>
                  </a:lnTo>
                  <a:lnTo>
                    <a:pt x="97" y="1"/>
                  </a:lnTo>
                  <a:lnTo>
                    <a:pt x="108" y="0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115" y="19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08" y="69"/>
                  </a:lnTo>
                  <a:lnTo>
                    <a:pt x="102" y="71"/>
                  </a:lnTo>
                  <a:lnTo>
                    <a:pt x="94" y="73"/>
                  </a:lnTo>
                  <a:lnTo>
                    <a:pt x="88" y="77"/>
                  </a:lnTo>
                  <a:lnTo>
                    <a:pt x="83" y="82"/>
                  </a:lnTo>
                  <a:lnTo>
                    <a:pt x="78" y="88"/>
                  </a:lnTo>
                  <a:lnTo>
                    <a:pt x="74" y="94"/>
                  </a:lnTo>
                  <a:lnTo>
                    <a:pt x="71" y="100"/>
                  </a:lnTo>
                  <a:lnTo>
                    <a:pt x="71" y="100"/>
                  </a:lnTo>
                  <a:lnTo>
                    <a:pt x="68" y="110"/>
                  </a:lnTo>
                  <a:lnTo>
                    <a:pt x="68" y="120"/>
                  </a:lnTo>
                  <a:lnTo>
                    <a:pt x="71" y="129"/>
                  </a:lnTo>
                  <a:lnTo>
                    <a:pt x="73" y="137"/>
                  </a:lnTo>
                  <a:lnTo>
                    <a:pt x="78" y="145"/>
                  </a:lnTo>
                  <a:lnTo>
                    <a:pt x="84" y="151"/>
                  </a:lnTo>
                  <a:lnTo>
                    <a:pt x="92" y="157"/>
                  </a:lnTo>
                  <a:lnTo>
                    <a:pt x="100" y="161"/>
                  </a:lnTo>
                  <a:lnTo>
                    <a:pt x="100" y="161"/>
                  </a:lnTo>
                  <a:lnTo>
                    <a:pt x="108" y="162"/>
                  </a:lnTo>
                  <a:lnTo>
                    <a:pt x="115" y="163"/>
                  </a:lnTo>
                  <a:lnTo>
                    <a:pt x="115" y="213"/>
                  </a:lnTo>
                  <a:lnTo>
                    <a:pt x="115" y="213"/>
                  </a:lnTo>
                  <a:lnTo>
                    <a:pt x="100" y="212"/>
                  </a:lnTo>
                  <a:lnTo>
                    <a:pt x="84" y="208"/>
                  </a:lnTo>
                  <a:lnTo>
                    <a:pt x="79" y="226"/>
                  </a:lnTo>
                  <a:lnTo>
                    <a:pt x="79" y="226"/>
                  </a:lnTo>
                  <a:lnTo>
                    <a:pt x="68" y="221"/>
                  </a:lnTo>
                  <a:lnTo>
                    <a:pt x="58" y="216"/>
                  </a:lnTo>
                  <a:lnTo>
                    <a:pt x="48" y="210"/>
                  </a:lnTo>
                  <a:lnTo>
                    <a:pt x="40" y="203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45" y="183"/>
                  </a:lnTo>
                  <a:lnTo>
                    <a:pt x="38" y="176"/>
                  </a:lnTo>
                  <a:lnTo>
                    <a:pt x="34" y="168"/>
                  </a:lnTo>
                  <a:lnTo>
                    <a:pt x="29" y="160"/>
                  </a:lnTo>
                  <a:lnTo>
                    <a:pt x="29" y="16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  <p:sp>
          <p:nvSpPr>
            <p:cNvPr id="125" name="Freeform 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28955" y="2589225"/>
              <a:ext cx="190500" cy="190500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70" y="10"/>
                </a:cxn>
                <a:cxn ang="0">
                  <a:pos x="163" y="47"/>
                </a:cxn>
                <a:cxn ang="0">
                  <a:pos x="186" y="65"/>
                </a:cxn>
                <a:cxn ang="0">
                  <a:pos x="222" y="53"/>
                </a:cxn>
                <a:cxn ang="0">
                  <a:pos x="234" y="76"/>
                </a:cxn>
                <a:cxn ang="0">
                  <a:pos x="204" y="107"/>
                </a:cxn>
                <a:cxn ang="0">
                  <a:pos x="205" y="127"/>
                </a:cxn>
                <a:cxn ang="0">
                  <a:pos x="236" y="157"/>
                </a:cxn>
                <a:cxn ang="0">
                  <a:pos x="225" y="180"/>
                </a:cxn>
                <a:cxn ang="0">
                  <a:pos x="182" y="178"/>
                </a:cxn>
                <a:cxn ang="0">
                  <a:pos x="168" y="190"/>
                </a:cxn>
                <a:cxn ang="0">
                  <a:pos x="151" y="199"/>
                </a:cxn>
                <a:cxn ang="0">
                  <a:pos x="154" y="236"/>
                </a:cxn>
                <a:cxn ang="0">
                  <a:pos x="121" y="240"/>
                </a:cxn>
                <a:cxn ang="0">
                  <a:pos x="134" y="189"/>
                </a:cxn>
                <a:cxn ang="0">
                  <a:pos x="158" y="179"/>
                </a:cxn>
                <a:cxn ang="0">
                  <a:pos x="184" y="148"/>
                </a:cxn>
                <a:cxn ang="0">
                  <a:pos x="191" y="109"/>
                </a:cxn>
                <a:cxn ang="0">
                  <a:pos x="182" y="85"/>
                </a:cxn>
                <a:cxn ang="0">
                  <a:pos x="160" y="62"/>
                </a:cxn>
                <a:cxn ang="0">
                  <a:pos x="131" y="50"/>
                </a:cxn>
                <a:cxn ang="0">
                  <a:pos x="121" y="34"/>
                </a:cxn>
                <a:cxn ang="0">
                  <a:pos x="121" y="240"/>
                </a:cxn>
                <a:cxn ang="0">
                  <a:pos x="114" y="204"/>
                </a:cxn>
                <a:cxn ang="0">
                  <a:pos x="95" y="200"/>
                </a:cxn>
                <a:cxn ang="0">
                  <a:pos x="60" y="224"/>
                </a:cxn>
                <a:cxn ang="0">
                  <a:pos x="39" y="208"/>
                </a:cxn>
                <a:cxn ang="0">
                  <a:pos x="51" y="167"/>
                </a:cxn>
                <a:cxn ang="0">
                  <a:pos x="42" y="149"/>
                </a:cxn>
                <a:cxn ang="0">
                  <a:pos x="37" y="131"/>
                </a:cxn>
                <a:cxn ang="0">
                  <a:pos x="0" y="122"/>
                </a:cxn>
                <a:cxn ang="0">
                  <a:pos x="6" y="83"/>
                </a:cxn>
                <a:cxn ang="0">
                  <a:pos x="43" y="85"/>
                </a:cxn>
                <a:cxn ang="0">
                  <a:pos x="60" y="62"/>
                </a:cxn>
                <a:cxn ang="0">
                  <a:pos x="42" y="27"/>
                </a:cxn>
                <a:cxn ang="0">
                  <a:pos x="78" y="7"/>
                </a:cxn>
                <a:cxn ang="0">
                  <a:pos x="105" y="37"/>
                </a:cxn>
                <a:cxn ang="0">
                  <a:pos x="121" y="49"/>
                </a:cxn>
                <a:cxn ang="0">
                  <a:pos x="95" y="54"/>
                </a:cxn>
                <a:cxn ang="0">
                  <a:pos x="63" y="79"/>
                </a:cxn>
                <a:cxn ang="0">
                  <a:pos x="51" y="117"/>
                </a:cxn>
                <a:cxn ang="0">
                  <a:pos x="55" y="144"/>
                </a:cxn>
                <a:cxn ang="0">
                  <a:pos x="73" y="172"/>
                </a:cxn>
                <a:cxn ang="0">
                  <a:pos x="100" y="186"/>
                </a:cxn>
                <a:cxn ang="0">
                  <a:pos x="121" y="240"/>
                </a:cxn>
              </a:cxnLst>
              <a:rect l="0" t="0" r="r" b="b"/>
              <a:pathLst>
                <a:path w="240" h="240">
                  <a:moveTo>
                    <a:pt x="128" y="36"/>
                  </a:moveTo>
                  <a:lnTo>
                    <a:pt x="131" y="0"/>
                  </a:lnTo>
                  <a:lnTo>
                    <a:pt x="131" y="0"/>
                  </a:lnTo>
                  <a:lnTo>
                    <a:pt x="145" y="1"/>
                  </a:lnTo>
                  <a:lnTo>
                    <a:pt x="157" y="5"/>
                  </a:lnTo>
                  <a:lnTo>
                    <a:pt x="170" y="10"/>
                  </a:lnTo>
                  <a:lnTo>
                    <a:pt x="182" y="16"/>
                  </a:lnTo>
                  <a:lnTo>
                    <a:pt x="163" y="47"/>
                  </a:lnTo>
                  <a:lnTo>
                    <a:pt x="163" y="47"/>
                  </a:lnTo>
                  <a:lnTo>
                    <a:pt x="172" y="52"/>
                  </a:lnTo>
                  <a:lnTo>
                    <a:pt x="178" y="58"/>
                  </a:lnTo>
                  <a:lnTo>
                    <a:pt x="186" y="65"/>
                  </a:lnTo>
                  <a:lnTo>
                    <a:pt x="191" y="73"/>
                  </a:lnTo>
                  <a:lnTo>
                    <a:pt x="222" y="53"/>
                  </a:lnTo>
                  <a:lnTo>
                    <a:pt x="222" y="53"/>
                  </a:lnTo>
                  <a:lnTo>
                    <a:pt x="228" y="64"/>
                  </a:lnTo>
                  <a:lnTo>
                    <a:pt x="234" y="76"/>
                  </a:lnTo>
                  <a:lnTo>
                    <a:pt x="234" y="76"/>
                  </a:lnTo>
                  <a:lnTo>
                    <a:pt x="238" y="90"/>
                  </a:lnTo>
                  <a:lnTo>
                    <a:pt x="240" y="102"/>
                  </a:lnTo>
                  <a:lnTo>
                    <a:pt x="204" y="107"/>
                  </a:lnTo>
                  <a:lnTo>
                    <a:pt x="204" y="107"/>
                  </a:lnTo>
                  <a:lnTo>
                    <a:pt x="205" y="117"/>
                  </a:lnTo>
                  <a:lnTo>
                    <a:pt x="205" y="127"/>
                  </a:lnTo>
                  <a:lnTo>
                    <a:pt x="204" y="136"/>
                  </a:lnTo>
                  <a:lnTo>
                    <a:pt x="202" y="146"/>
                  </a:lnTo>
                  <a:lnTo>
                    <a:pt x="236" y="157"/>
                  </a:lnTo>
                  <a:lnTo>
                    <a:pt x="236" y="157"/>
                  </a:lnTo>
                  <a:lnTo>
                    <a:pt x="231" y="169"/>
                  </a:lnTo>
                  <a:lnTo>
                    <a:pt x="225" y="180"/>
                  </a:lnTo>
                  <a:lnTo>
                    <a:pt x="218" y="193"/>
                  </a:lnTo>
                  <a:lnTo>
                    <a:pt x="208" y="203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6" y="184"/>
                  </a:lnTo>
                  <a:lnTo>
                    <a:pt x="168" y="190"/>
                  </a:lnTo>
                  <a:lnTo>
                    <a:pt x="160" y="195"/>
                  </a:lnTo>
                  <a:lnTo>
                    <a:pt x="151" y="199"/>
                  </a:lnTo>
                  <a:lnTo>
                    <a:pt x="151" y="199"/>
                  </a:lnTo>
                  <a:lnTo>
                    <a:pt x="163" y="232"/>
                  </a:lnTo>
                  <a:lnTo>
                    <a:pt x="163" y="232"/>
                  </a:lnTo>
                  <a:lnTo>
                    <a:pt x="154" y="236"/>
                  </a:lnTo>
                  <a:lnTo>
                    <a:pt x="142" y="238"/>
                  </a:lnTo>
                  <a:lnTo>
                    <a:pt x="131" y="240"/>
                  </a:lnTo>
                  <a:lnTo>
                    <a:pt x="121" y="240"/>
                  </a:lnTo>
                  <a:lnTo>
                    <a:pt x="121" y="190"/>
                  </a:lnTo>
                  <a:lnTo>
                    <a:pt x="121" y="190"/>
                  </a:lnTo>
                  <a:lnTo>
                    <a:pt x="134" y="189"/>
                  </a:lnTo>
                  <a:lnTo>
                    <a:pt x="146" y="185"/>
                  </a:lnTo>
                  <a:lnTo>
                    <a:pt x="146" y="185"/>
                  </a:lnTo>
                  <a:lnTo>
                    <a:pt x="158" y="179"/>
                  </a:lnTo>
                  <a:lnTo>
                    <a:pt x="170" y="170"/>
                  </a:lnTo>
                  <a:lnTo>
                    <a:pt x="178" y="161"/>
                  </a:lnTo>
                  <a:lnTo>
                    <a:pt x="184" y="148"/>
                  </a:lnTo>
                  <a:lnTo>
                    <a:pt x="189" y="136"/>
                  </a:lnTo>
                  <a:lnTo>
                    <a:pt x="191" y="122"/>
                  </a:lnTo>
                  <a:lnTo>
                    <a:pt x="191" y="109"/>
                  </a:lnTo>
                  <a:lnTo>
                    <a:pt x="187" y="95"/>
                  </a:lnTo>
                  <a:lnTo>
                    <a:pt x="187" y="95"/>
                  </a:lnTo>
                  <a:lnTo>
                    <a:pt x="182" y="85"/>
                  </a:lnTo>
                  <a:lnTo>
                    <a:pt x="176" y="75"/>
                  </a:lnTo>
                  <a:lnTo>
                    <a:pt x="168" y="68"/>
                  </a:lnTo>
                  <a:lnTo>
                    <a:pt x="160" y="62"/>
                  </a:lnTo>
                  <a:lnTo>
                    <a:pt x="151" y="57"/>
                  </a:lnTo>
                  <a:lnTo>
                    <a:pt x="141" y="53"/>
                  </a:lnTo>
                  <a:lnTo>
                    <a:pt x="131" y="50"/>
                  </a:lnTo>
                  <a:lnTo>
                    <a:pt x="121" y="49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8" y="36"/>
                  </a:lnTo>
                  <a:lnTo>
                    <a:pt x="128" y="36"/>
                  </a:lnTo>
                  <a:close/>
                  <a:moveTo>
                    <a:pt x="121" y="240"/>
                  </a:moveTo>
                  <a:lnTo>
                    <a:pt x="121" y="240"/>
                  </a:lnTo>
                  <a:lnTo>
                    <a:pt x="110" y="240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04" y="203"/>
                  </a:lnTo>
                  <a:lnTo>
                    <a:pt x="95" y="200"/>
                  </a:lnTo>
                  <a:lnTo>
                    <a:pt x="87" y="196"/>
                  </a:lnTo>
                  <a:lnTo>
                    <a:pt x="78" y="193"/>
                  </a:lnTo>
                  <a:lnTo>
                    <a:pt x="60" y="224"/>
                  </a:lnTo>
                  <a:lnTo>
                    <a:pt x="60" y="224"/>
                  </a:lnTo>
                  <a:lnTo>
                    <a:pt x="48" y="216"/>
                  </a:lnTo>
                  <a:lnTo>
                    <a:pt x="39" y="208"/>
                  </a:lnTo>
                  <a:lnTo>
                    <a:pt x="29" y="198"/>
                  </a:lnTo>
                  <a:lnTo>
                    <a:pt x="20" y="186"/>
                  </a:lnTo>
                  <a:lnTo>
                    <a:pt x="51" y="167"/>
                  </a:lnTo>
                  <a:lnTo>
                    <a:pt x="51" y="167"/>
                  </a:lnTo>
                  <a:lnTo>
                    <a:pt x="46" y="158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39" y="141"/>
                  </a:lnTo>
                  <a:lnTo>
                    <a:pt x="37" y="131"/>
                  </a:lnTo>
                  <a:lnTo>
                    <a:pt x="1" y="137"/>
                  </a:lnTo>
                  <a:lnTo>
                    <a:pt x="1" y="137"/>
                  </a:lnTo>
                  <a:lnTo>
                    <a:pt x="0" y="122"/>
                  </a:lnTo>
                  <a:lnTo>
                    <a:pt x="0" y="109"/>
                  </a:lnTo>
                  <a:lnTo>
                    <a:pt x="3" y="96"/>
                  </a:lnTo>
                  <a:lnTo>
                    <a:pt x="6" y="83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43" y="85"/>
                  </a:lnTo>
                  <a:lnTo>
                    <a:pt x="48" y="76"/>
                  </a:lnTo>
                  <a:lnTo>
                    <a:pt x="53" y="69"/>
                  </a:lnTo>
                  <a:lnTo>
                    <a:pt x="60" y="62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42" y="27"/>
                  </a:lnTo>
                  <a:lnTo>
                    <a:pt x="53" y="20"/>
                  </a:lnTo>
                  <a:lnTo>
                    <a:pt x="64" y="12"/>
                  </a:lnTo>
                  <a:lnTo>
                    <a:pt x="78" y="7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105" y="37"/>
                  </a:lnTo>
                  <a:lnTo>
                    <a:pt x="121" y="34"/>
                  </a:lnTo>
                  <a:lnTo>
                    <a:pt x="121" y="49"/>
                  </a:lnTo>
                  <a:lnTo>
                    <a:pt x="121" y="49"/>
                  </a:lnTo>
                  <a:lnTo>
                    <a:pt x="108" y="50"/>
                  </a:lnTo>
                  <a:lnTo>
                    <a:pt x="95" y="54"/>
                  </a:lnTo>
                  <a:lnTo>
                    <a:pt x="95" y="54"/>
                  </a:lnTo>
                  <a:lnTo>
                    <a:pt x="83" y="60"/>
                  </a:lnTo>
                  <a:lnTo>
                    <a:pt x="72" y="69"/>
                  </a:lnTo>
                  <a:lnTo>
                    <a:pt x="63" y="79"/>
                  </a:lnTo>
                  <a:lnTo>
                    <a:pt x="57" y="91"/>
                  </a:lnTo>
                  <a:lnTo>
                    <a:pt x="52" y="104"/>
                  </a:lnTo>
                  <a:lnTo>
                    <a:pt x="51" y="117"/>
                  </a:lnTo>
                  <a:lnTo>
                    <a:pt x="51" y="131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60" y="154"/>
                  </a:lnTo>
                  <a:lnTo>
                    <a:pt x="66" y="163"/>
                  </a:lnTo>
                  <a:lnTo>
                    <a:pt x="73" y="172"/>
                  </a:lnTo>
                  <a:lnTo>
                    <a:pt x="82" y="178"/>
                  </a:lnTo>
                  <a:lnTo>
                    <a:pt x="90" y="183"/>
                  </a:lnTo>
                  <a:lnTo>
                    <a:pt x="100" y="186"/>
                  </a:lnTo>
                  <a:lnTo>
                    <a:pt x="110" y="189"/>
                  </a:lnTo>
                  <a:lnTo>
                    <a:pt x="121" y="190"/>
                  </a:lnTo>
                  <a:lnTo>
                    <a:pt x="121" y="240"/>
                  </a:lnTo>
                  <a:close/>
                </a:path>
              </a:pathLst>
            </a:custGeom>
            <a:grpFill/>
            <a:ln w="9525">
              <a:solidFill>
                <a:srgbClr val="1E7AB6">
                  <a:alpha val="9000"/>
                </a:srgbClr>
              </a:solidFill>
              <a:round/>
            </a:ln>
          </p:spPr>
          <p:txBody>
            <a:bodyPr lIns="91440" tIns="45720" rIns="91440" bIns="45720"/>
            <a:lstStyle/>
            <a:p>
              <a:pPr>
                <a:defRPr/>
              </a:pPr>
              <a:endParaRPr lang="en-US" sz="240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2607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079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Example Insert</a:t>
            </a:r>
          </a:p>
        </p:txBody>
      </p:sp>
      <p:pic>
        <p:nvPicPr>
          <p:cNvPr id="18" name="图片 1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830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857B3D-CAF6-4C66-87C0-22C0C823F1AB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9830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9830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FFB7A2-07B6-4D8E-8D6E-5293AF5936E0}" type="slidenum">
              <a:rPr lang="en-US" altLang="zh-CN" sz="790"/>
              <a:pPr/>
              <a:t>24</a:t>
            </a:fld>
            <a:endParaRPr lang="en-US" altLang="zh-CN" sz="790"/>
          </a:p>
        </p:txBody>
      </p:sp>
      <p:sp>
        <p:nvSpPr>
          <p:cNvPr id="983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730" y="1685290"/>
            <a:ext cx="7886700" cy="1350645"/>
          </a:xfrm>
        </p:spPr>
        <p:txBody>
          <a:bodyPr/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Inserting in order 1,2,3,…,8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</a:rPr>
              <a:t>Without self-adjustment</a:t>
            </a:r>
          </a:p>
        </p:txBody>
      </p:sp>
      <p:sp>
        <p:nvSpPr>
          <p:cNvPr id="98311" name="Oval 4"/>
          <p:cNvSpPr>
            <a:spLocks noChangeArrowheads="1"/>
          </p:cNvSpPr>
          <p:nvPr/>
        </p:nvSpPr>
        <p:spPr bwMode="auto">
          <a:xfrm>
            <a:off x="1564640" y="3013075"/>
            <a:ext cx="387985" cy="38862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98312" name="Line 5"/>
          <p:cNvSpPr>
            <a:spLocks noChangeShapeType="1"/>
          </p:cNvSpPr>
          <p:nvPr/>
        </p:nvSpPr>
        <p:spPr bwMode="auto">
          <a:xfrm>
            <a:off x="1953260" y="3246120"/>
            <a:ext cx="466090" cy="2330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98313" name="Oval 6"/>
          <p:cNvSpPr>
            <a:spLocks noChangeArrowheads="1"/>
          </p:cNvSpPr>
          <p:nvPr/>
        </p:nvSpPr>
        <p:spPr bwMode="auto">
          <a:xfrm>
            <a:off x="2341245" y="3401695"/>
            <a:ext cx="387985" cy="38862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98314" name="Line 7"/>
          <p:cNvSpPr>
            <a:spLocks noChangeShapeType="1"/>
          </p:cNvSpPr>
          <p:nvPr/>
        </p:nvSpPr>
        <p:spPr bwMode="auto">
          <a:xfrm>
            <a:off x="2729865" y="3634740"/>
            <a:ext cx="466090" cy="2330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98315" name="Oval 8"/>
          <p:cNvSpPr>
            <a:spLocks noChangeArrowheads="1"/>
          </p:cNvSpPr>
          <p:nvPr/>
        </p:nvSpPr>
        <p:spPr bwMode="auto">
          <a:xfrm>
            <a:off x="3117850" y="3789680"/>
            <a:ext cx="387985" cy="38862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98316" name="Line 9"/>
          <p:cNvSpPr>
            <a:spLocks noChangeShapeType="1"/>
          </p:cNvSpPr>
          <p:nvPr/>
        </p:nvSpPr>
        <p:spPr bwMode="auto">
          <a:xfrm>
            <a:off x="3505835" y="4022725"/>
            <a:ext cx="466090" cy="2330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98317" name="Oval 10"/>
          <p:cNvSpPr>
            <a:spLocks noChangeArrowheads="1"/>
          </p:cNvSpPr>
          <p:nvPr/>
        </p:nvSpPr>
        <p:spPr bwMode="auto">
          <a:xfrm>
            <a:off x="3894455" y="4178300"/>
            <a:ext cx="387985" cy="38862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98318" name="Line 11"/>
          <p:cNvSpPr>
            <a:spLocks noChangeShapeType="1"/>
          </p:cNvSpPr>
          <p:nvPr/>
        </p:nvSpPr>
        <p:spPr bwMode="auto">
          <a:xfrm>
            <a:off x="4282440" y="4411345"/>
            <a:ext cx="466090" cy="2330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98319" name="Oval 12"/>
          <p:cNvSpPr>
            <a:spLocks noChangeArrowheads="1"/>
          </p:cNvSpPr>
          <p:nvPr/>
        </p:nvSpPr>
        <p:spPr bwMode="auto">
          <a:xfrm>
            <a:off x="4671060" y="4566920"/>
            <a:ext cx="387985" cy="38862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8320" name="Line 13"/>
          <p:cNvSpPr>
            <a:spLocks noChangeShapeType="1"/>
          </p:cNvSpPr>
          <p:nvPr/>
        </p:nvSpPr>
        <p:spPr bwMode="auto">
          <a:xfrm>
            <a:off x="5059045" y="4799965"/>
            <a:ext cx="466090" cy="2330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98321" name="Oval 14"/>
          <p:cNvSpPr>
            <a:spLocks noChangeArrowheads="1"/>
          </p:cNvSpPr>
          <p:nvPr/>
        </p:nvSpPr>
        <p:spPr bwMode="auto">
          <a:xfrm>
            <a:off x="5447665" y="4954905"/>
            <a:ext cx="387985" cy="38862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98322" name="Line 15"/>
          <p:cNvSpPr>
            <a:spLocks noChangeShapeType="1"/>
          </p:cNvSpPr>
          <p:nvPr/>
        </p:nvSpPr>
        <p:spPr bwMode="auto">
          <a:xfrm>
            <a:off x="5835650" y="5187950"/>
            <a:ext cx="466090" cy="2330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98323" name="Oval 16"/>
          <p:cNvSpPr>
            <a:spLocks noChangeArrowheads="1"/>
          </p:cNvSpPr>
          <p:nvPr/>
        </p:nvSpPr>
        <p:spPr bwMode="auto">
          <a:xfrm>
            <a:off x="6224270" y="5343525"/>
            <a:ext cx="387985" cy="38862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98324" name="Line 17"/>
          <p:cNvSpPr>
            <a:spLocks noChangeShapeType="1"/>
          </p:cNvSpPr>
          <p:nvPr/>
        </p:nvSpPr>
        <p:spPr bwMode="auto">
          <a:xfrm>
            <a:off x="6612255" y="5576570"/>
            <a:ext cx="466090" cy="2330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98325" name="Oval 18"/>
          <p:cNvSpPr>
            <a:spLocks noChangeArrowheads="1"/>
          </p:cNvSpPr>
          <p:nvPr/>
        </p:nvSpPr>
        <p:spPr bwMode="auto">
          <a:xfrm>
            <a:off x="7000875" y="5731510"/>
            <a:ext cx="387985" cy="38862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98326" name="Text Box 19"/>
          <p:cNvSpPr txBox="1">
            <a:spLocks noChangeArrowheads="1"/>
          </p:cNvSpPr>
          <p:nvPr/>
        </p:nvSpPr>
        <p:spPr bwMode="auto">
          <a:xfrm>
            <a:off x="4786313" y="3735017"/>
            <a:ext cx="310388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ea typeface="宋体" panose="02010600030101010101" pitchFamily="2" charset="-122"/>
              </a:rPr>
              <a:t>O(n</a:t>
            </a:r>
            <a:r>
              <a:rPr lang="en-US" altLang="zh-CN" sz="2400" baseline="30000" dirty="0"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ea typeface="宋体" panose="02010600030101010101" pitchFamily="2" charset="-122"/>
              </a:rPr>
              <a:t>) time for n Insert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2607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89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Example Insert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830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F58D84-C907-4753-B91E-F4FC3A928637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9830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9830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FFB7A2-07B6-4D8E-8D6E-5293AF5936E0}" type="slidenum">
              <a:rPr lang="en-US" altLang="zh-CN" sz="790"/>
              <a:pPr/>
              <a:t>25</a:t>
            </a:fld>
            <a:endParaRPr lang="en-US" altLang="zh-CN" sz="790"/>
          </a:p>
        </p:txBody>
      </p:sp>
      <p:sp>
        <p:nvSpPr>
          <p:cNvPr id="983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534160"/>
            <a:ext cx="8091170" cy="1191895"/>
          </a:xfrm>
        </p:spPr>
        <p:txBody>
          <a:bodyPr/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Inserting in order 1,2,3,…,8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With self-adjustment</a:t>
            </a: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2481184" y="2868202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 dirty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3486269" y="3094262"/>
            <a:ext cx="3429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3772019" y="3208562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0" name="Oval 19"/>
          <p:cNvSpPr>
            <a:spLocks noChangeArrowheads="1"/>
          </p:cNvSpPr>
          <p:nvPr/>
        </p:nvSpPr>
        <p:spPr bwMode="auto">
          <a:xfrm>
            <a:off x="3200519" y="2865662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" name="Line 20"/>
          <p:cNvSpPr>
            <a:spLocks noChangeShapeType="1"/>
          </p:cNvSpPr>
          <p:nvPr/>
        </p:nvSpPr>
        <p:spPr bwMode="auto">
          <a:xfrm flipH="1">
            <a:off x="4857869" y="3094262"/>
            <a:ext cx="2857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" name="Oval 21"/>
          <p:cNvSpPr>
            <a:spLocks noChangeArrowheads="1"/>
          </p:cNvSpPr>
          <p:nvPr/>
        </p:nvSpPr>
        <p:spPr bwMode="auto">
          <a:xfrm>
            <a:off x="5143619" y="2865662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3" name="Oval 22"/>
          <p:cNvSpPr>
            <a:spLocks noChangeArrowheads="1"/>
          </p:cNvSpPr>
          <p:nvPr/>
        </p:nvSpPr>
        <p:spPr bwMode="auto">
          <a:xfrm>
            <a:off x="4629269" y="3208562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3886319" y="2751362"/>
            <a:ext cx="110490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ZigFromRight</a:t>
            </a:r>
          </a:p>
        </p:txBody>
      </p:sp>
      <p:sp>
        <p:nvSpPr>
          <p:cNvPr id="15" name="Line 24"/>
          <p:cNvSpPr>
            <a:spLocks noChangeShapeType="1"/>
          </p:cNvSpPr>
          <p:nvPr/>
        </p:nvSpPr>
        <p:spPr bwMode="auto">
          <a:xfrm>
            <a:off x="3943469" y="3037112"/>
            <a:ext cx="857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6" name="Line 25"/>
          <p:cNvSpPr>
            <a:spLocks noChangeShapeType="1"/>
          </p:cNvSpPr>
          <p:nvPr/>
        </p:nvSpPr>
        <p:spPr bwMode="auto">
          <a:xfrm flipH="1">
            <a:off x="2567159" y="4122851"/>
            <a:ext cx="2857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7" name="Oval 26"/>
          <p:cNvSpPr>
            <a:spLocks noChangeArrowheads="1"/>
          </p:cNvSpPr>
          <p:nvPr/>
        </p:nvSpPr>
        <p:spPr bwMode="auto">
          <a:xfrm>
            <a:off x="2852909" y="389425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8" name="Oval 27"/>
          <p:cNvSpPr>
            <a:spLocks noChangeArrowheads="1"/>
          </p:cNvSpPr>
          <p:nvPr/>
        </p:nvSpPr>
        <p:spPr bwMode="auto">
          <a:xfrm>
            <a:off x="2338559" y="423715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9" name="Line 28"/>
          <p:cNvSpPr>
            <a:spLocks noChangeShapeType="1"/>
          </p:cNvSpPr>
          <p:nvPr/>
        </p:nvSpPr>
        <p:spPr bwMode="auto">
          <a:xfrm>
            <a:off x="3138659" y="4122851"/>
            <a:ext cx="3429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" name="Oval 29"/>
          <p:cNvSpPr>
            <a:spLocks noChangeArrowheads="1"/>
          </p:cNvSpPr>
          <p:nvPr/>
        </p:nvSpPr>
        <p:spPr bwMode="auto">
          <a:xfrm>
            <a:off x="3424409" y="423715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1" name="Text Box 30"/>
          <p:cNvSpPr txBox="1">
            <a:spLocks noChangeArrowheads="1"/>
          </p:cNvSpPr>
          <p:nvPr/>
        </p:nvSpPr>
        <p:spPr bwMode="auto">
          <a:xfrm>
            <a:off x="3881609" y="3951401"/>
            <a:ext cx="110490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ZigFromRight</a:t>
            </a:r>
          </a:p>
        </p:txBody>
      </p:sp>
      <p:sp>
        <p:nvSpPr>
          <p:cNvPr id="22" name="Line 31"/>
          <p:cNvSpPr>
            <a:spLocks noChangeShapeType="1"/>
          </p:cNvSpPr>
          <p:nvPr/>
        </p:nvSpPr>
        <p:spPr bwMode="auto">
          <a:xfrm>
            <a:off x="3995909" y="4237151"/>
            <a:ext cx="857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" name="Line 32"/>
          <p:cNvSpPr>
            <a:spLocks noChangeShapeType="1"/>
          </p:cNvSpPr>
          <p:nvPr/>
        </p:nvSpPr>
        <p:spPr bwMode="auto">
          <a:xfrm flipH="1">
            <a:off x="5367509" y="4351451"/>
            <a:ext cx="2857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4" name="Oval 33"/>
          <p:cNvSpPr>
            <a:spLocks noChangeArrowheads="1"/>
          </p:cNvSpPr>
          <p:nvPr/>
        </p:nvSpPr>
        <p:spPr bwMode="auto">
          <a:xfrm>
            <a:off x="5653259" y="412285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5" name="Oval 34"/>
          <p:cNvSpPr>
            <a:spLocks noChangeArrowheads="1"/>
          </p:cNvSpPr>
          <p:nvPr/>
        </p:nvSpPr>
        <p:spPr bwMode="auto">
          <a:xfrm>
            <a:off x="5138909" y="446575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6" name="Oval 36"/>
          <p:cNvSpPr>
            <a:spLocks noChangeArrowheads="1"/>
          </p:cNvSpPr>
          <p:nvPr/>
        </p:nvSpPr>
        <p:spPr bwMode="auto">
          <a:xfrm>
            <a:off x="6167609" y="377995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7" name="Line 37"/>
          <p:cNvSpPr>
            <a:spLocks noChangeShapeType="1"/>
          </p:cNvSpPr>
          <p:nvPr/>
        </p:nvSpPr>
        <p:spPr bwMode="auto">
          <a:xfrm flipH="1">
            <a:off x="5881859" y="4008551"/>
            <a:ext cx="2857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3908029" y="5227338"/>
            <a:ext cx="1104900" cy="27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>
                <a:ea typeface="宋体" panose="02010600030101010101" pitchFamily="2" charset="-122"/>
              </a:rPr>
              <a:t>ZigFromRight</a:t>
            </a:r>
          </a:p>
        </p:txBody>
      </p:sp>
      <p:sp>
        <p:nvSpPr>
          <p:cNvPr id="30" name="Line 4"/>
          <p:cNvSpPr>
            <a:spLocks noChangeShapeType="1"/>
          </p:cNvSpPr>
          <p:nvPr/>
        </p:nvSpPr>
        <p:spPr bwMode="auto">
          <a:xfrm>
            <a:off x="4022329" y="5513088"/>
            <a:ext cx="857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1" name="Line 5"/>
          <p:cNvSpPr>
            <a:spLocks noChangeShapeType="1"/>
          </p:cNvSpPr>
          <p:nvPr/>
        </p:nvSpPr>
        <p:spPr bwMode="auto">
          <a:xfrm flipH="1">
            <a:off x="1907779" y="5628658"/>
            <a:ext cx="2857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2" name="Oval 6"/>
          <p:cNvSpPr>
            <a:spLocks noChangeArrowheads="1"/>
          </p:cNvSpPr>
          <p:nvPr/>
        </p:nvSpPr>
        <p:spPr bwMode="auto">
          <a:xfrm>
            <a:off x="2193529" y="5400058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3" name="Oval 7"/>
          <p:cNvSpPr>
            <a:spLocks noChangeArrowheads="1"/>
          </p:cNvSpPr>
          <p:nvPr/>
        </p:nvSpPr>
        <p:spPr bwMode="auto">
          <a:xfrm>
            <a:off x="1679179" y="5742958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4" name="Oval 8"/>
          <p:cNvSpPr>
            <a:spLocks noChangeArrowheads="1"/>
          </p:cNvSpPr>
          <p:nvPr/>
        </p:nvSpPr>
        <p:spPr bwMode="auto">
          <a:xfrm>
            <a:off x="2707879" y="5057158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5" name="Line 9"/>
          <p:cNvSpPr>
            <a:spLocks noChangeShapeType="1"/>
          </p:cNvSpPr>
          <p:nvPr/>
        </p:nvSpPr>
        <p:spPr bwMode="auto">
          <a:xfrm flipH="1">
            <a:off x="2422129" y="5285758"/>
            <a:ext cx="2857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6" name="Line 11"/>
          <p:cNvSpPr>
            <a:spLocks noChangeShapeType="1"/>
          </p:cNvSpPr>
          <p:nvPr/>
        </p:nvSpPr>
        <p:spPr bwMode="auto">
          <a:xfrm>
            <a:off x="2993629" y="5285758"/>
            <a:ext cx="3429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7" name="Oval 12"/>
          <p:cNvSpPr>
            <a:spLocks noChangeArrowheads="1"/>
          </p:cNvSpPr>
          <p:nvPr/>
        </p:nvSpPr>
        <p:spPr bwMode="auto">
          <a:xfrm>
            <a:off x="3279379" y="5400058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8" name="Line 13"/>
          <p:cNvSpPr>
            <a:spLocks noChangeShapeType="1"/>
          </p:cNvSpPr>
          <p:nvPr/>
        </p:nvSpPr>
        <p:spPr bwMode="auto">
          <a:xfrm flipH="1">
            <a:off x="5440284" y="5697873"/>
            <a:ext cx="2857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9" name="Oval 14"/>
          <p:cNvSpPr>
            <a:spLocks noChangeArrowheads="1"/>
          </p:cNvSpPr>
          <p:nvPr/>
        </p:nvSpPr>
        <p:spPr bwMode="auto">
          <a:xfrm>
            <a:off x="5726034" y="5469273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0" name="Oval 15"/>
          <p:cNvSpPr>
            <a:spLocks noChangeArrowheads="1"/>
          </p:cNvSpPr>
          <p:nvPr/>
        </p:nvSpPr>
        <p:spPr bwMode="auto">
          <a:xfrm>
            <a:off x="5211684" y="5812173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1" name="Oval 16"/>
          <p:cNvSpPr>
            <a:spLocks noChangeArrowheads="1"/>
          </p:cNvSpPr>
          <p:nvPr/>
        </p:nvSpPr>
        <p:spPr bwMode="auto">
          <a:xfrm>
            <a:off x="6240384" y="5126373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2" name="Line 17"/>
          <p:cNvSpPr>
            <a:spLocks noChangeShapeType="1"/>
          </p:cNvSpPr>
          <p:nvPr/>
        </p:nvSpPr>
        <p:spPr bwMode="auto">
          <a:xfrm flipH="1">
            <a:off x="5954634" y="5354973"/>
            <a:ext cx="2857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3" name="Oval 19"/>
          <p:cNvSpPr>
            <a:spLocks noChangeArrowheads="1"/>
          </p:cNvSpPr>
          <p:nvPr/>
        </p:nvSpPr>
        <p:spPr bwMode="auto">
          <a:xfrm>
            <a:off x="6754734" y="4783473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4" name="Line 20"/>
          <p:cNvSpPr>
            <a:spLocks noChangeShapeType="1"/>
          </p:cNvSpPr>
          <p:nvPr/>
        </p:nvSpPr>
        <p:spPr bwMode="auto">
          <a:xfrm flipH="1">
            <a:off x="6468984" y="5012073"/>
            <a:ext cx="2857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5" name="Text Box 21"/>
          <p:cNvSpPr txBox="1">
            <a:spLocks noChangeArrowheads="1"/>
          </p:cNvSpPr>
          <p:nvPr/>
        </p:nvSpPr>
        <p:spPr bwMode="auto">
          <a:xfrm>
            <a:off x="5812790" y="2597785"/>
            <a:ext cx="3256915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dirty="0">
                <a:solidFill>
                  <a:srgbClr val="FF0000"/>
                </a:solidFill>
                <a:latin typeface="Sitka Text" pitchFamily="2" charset="0"/>
                <a:ea typeface="宋体" panose="02010600030101010101" pitchFamily="2" charset="-122"/>
              </a:rPr>
              <a:t>Each Insert takes O(1) time therefore O(n) time for n Insert!!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42" grpId="0" bldLvl="0" animBg="1"/>
      <p:bldP spid="43" grpId="0" bldLvl="0" animBg="1"/>
      <p:bldP spid="44" grpId="0" bldLvl="0" animBg="1"/>
      <p:bldP spid="45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7826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Example Deletion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137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530ECB-F277-47F2-BF2B-BC19A262DBE9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013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013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DD35C6-B6D4-40F4-96F0-087D774AD9D0}" type="slidenum">
              <a:rPr lang="en-US" altLang="zh-CN" sz="790"/>
              <a:pPr/>
              <a:t>26</a:t>
            </a:fld>
            <a:endParaRPr lang="en-US" altLang="zh-CN" sz="790"/>
          </a:p>
        </p:txBody>
      </p:sp>
      <p:sp>
        <p:nvSpPr>
          <p:cNvPr id="76" name="Oval 3"/>
          <p:cNvSpPr>
            <a:spLocks noChangeArrowheads="1"/>
          </p:cNvSpPr>
          <p:nvPr/>
        </p:nvSpPr>
        <p:spPr bwMode="auto">
          <a:xfrm>
            <a:off x="2360590" y="187043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77" name="Oval 4"/>
          <p:cNvSpPr>
            <a:spLocks noChangeArrowheads="1"/>
          </p:cNvSpPr>
          <p:nvPr/>
        </p:nvSpPr>
        <p:spPr bwMode="auto">
          <a:xfrm>
            <a:off x="2817790" y="221333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78" name="Line 5"/>
          <p:cNvSpPr>
            <a:spLocks noChangeShapeType="1"/>
          </p:cNvSpPr>
          <p:nvPr/>
        </p:nvSpPr>
        <p:spPr bwMode="auto">
          <a:xfrm>
            <a:off x="2646340" y="2041881"/>
            <a:ext cx="2857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9" name="Oval 6"/>
          <p:cNvSpPr>
            <a:spLocks noChangeArrowheads="1"/>
          </p:cNvSpPr>
          <p:nvPr/>
        </p:nvSpPr>
        <p:spPr bwMode="auto">
          <a:xfrm>
            <a:off x="1903390" y="221333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0" name="Line 7"/>
          <p:cNvSpPr>
            <a:spLocks noChangeShapeType="1"/>
          </p:cNvSpPr>
          <p:nvPr/>
        </p:nvSpPr>
        <p:spPr bwMode="auto">
          <a:xfrm flipH="1">
            <a:off x="2074840" y="2099031"/>
            <a:ext cx="28575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1" name="Oval 8"/>
          <p:cNvSpPr>
            <a:spLocks noChangeArrowheads="1"/>
          </p:cNvSpPr>
          <p:nvPr/>
        </p:nvSpPr>
        <p:spPr bwMode="auto">
          <a:xfrm>
            <a:off x="3046390" y="267053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82" name="Line 9"/>
          <p:cNvSpPr>
            <a:spLocks noChangeShapeType="1"/>
          </p:cNvSpPr>
          <p:nvPr/>
        </p:nvSpPr>
        <p:spPr bwMode="auto">
          <a:xfrm>
            <a:off x="3046390" y="2441931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3" name="Oval 10"/>
          <p:cNvSpPr>
            <a:spLocks noChangeArrowheads="1"/>
          </p:cNvSpPr>
          <p:nvPr/>
        </p:nvSpPr>
        <p:spPr bwMode="auto">
          <a:xfrm>
            <a:off x="2589190" y="267053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84" name="Line 11"/>
          <p:cNvSpPr>
            <a:spLocks noChangeShapeType="1"/>
          </p:cNvSpPr>
          <p:nvPr/>
        </p:nvSpPr>
        <p:spPr bwMode="auto">
          <a:xfrm flipH="1">
            <a:off x="2760640" y="2441931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5" name="Oval 16"/>
          <p:cNvSpPr>
            <a:spLocks noChangeArrowheads="1"/>
          </p:cNvSpPr>
          <p:nvPr/>
        </p:nvSpPr>
        <p:spPr bwMode="auto">
          <a:xfrm>
            <a:off x="2131990" y="2727681"/>
            <a:ext cx="285750" cy="285750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86" name="Line 17"/>
          <p:cNvSpPr>
            <a:spLocks noChangeShapeType="1"/>
          </p:cNvSpPr>
          <p:nvPr/>
        </p:nvSpPr>
        <p:spPr bwMode="auto">
          <a:xfrm>
            <a:off x="2131990" y="2499081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7" name="Oval 18"/>
          <p:cNvSpPr>
            <a:spLocks noChangeArrowheads="1"/>
          </p:cNvSpPr>
          <p:nvPr/>
        </p:nvSpPr>
        <p:spPr bwMode="auto">
          <a:xfrm>
            <a:off x="1674790" y="272768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8" name="Line 19"/>
          <p:cNvSpPr>
            <a:spLocks noChangeShapeType="1"/>
          </p:cNvSpPr>
          <p:nvPr/>
        </p:nvSpPr>
        <p:spPr bwMode="auto">
          <a:xfrm flipH="1">
            <a:off x="1846240" y="2499081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89" name="Oval 20"/>
          <p:cNvSpPr>
            <a:spLocks noChangeArrowheads="1"/>
          </p:cNvSpPr>
          <p:nvPr/>
        </p:nvSpPr>
        <p:spPr bwMode="auto">
          <a:xfrm>
            <a:off x="2360590" y="324203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90" name="Line 21"/>
          <p:cNvSpPr>
            <a:spLocks noChangeShapeType="1"/>
          </p:cNvSpPr>
          <p:nvPr/>
        </p:nvSpPr>
        <p:spPr bwMode="auto">
          <a:xfrm>
            <a:off x="2360590" y="3013431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1" name="Oval 22"/>
          <p:cNvSpPr>
            <a:spLocks noChangeArrowheads="1"/>
          </p:cNvSpPr>
          <p:nvPr/>
        </p:nvSpPr>
        <p:spPr bwMode="auto">
          <a:xfrm>
            <a:off x="1903390" y="324203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92" name="Line 23"/>
          <p:cNvSpPr>
            <a:spLocks noChangeShapeType="1"/>
          </p:cNvSpPr>
          <p:nvPr/>
        </p:nvSpPr>
        <p:spPr bwMode="auto">
          <a:xfrm flipH="1">
            <a:off x="2074840" y="3013431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3" name="Oval 41"/>
          <p:cNvSpPr>
            <a:spLocks noChangeArrowheads="1"/>
          </p:cNvSpPr>
          <p:nvPr/>
        </p:nvSpPr>
        <p:spPr bwMode="auto">
          <a:xfrm>
            <a:off x="6547051" y="227048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94" name="Oval 42"/>
          <p:cNvSpPr>
            <a:spLocks noChangeArrowheads="1"/>
          </p:cNvSpPr>
          <p:nvPr/>
        </p:nvSpPr>
        <p:spPr bwMode="auto">
          <a:xfrm>
            <a:off x="6889951" y="267053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95" name="Line 43"/>
          <p:cNvSpPr>
            <a:spLocks noChangeShapeType="1"/>
          </p:cNvSpPr>
          <p:nvPr/>
        </p:nvSpPr>
        <p:spPr bwMode="auto">
          <a:xfrm>
            <a:off x="6375601" y="2099031"/>
            <a:ext cx="2857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6" name="Oval 44"/>
          <p:cNvSpPr>
            <a:spLocks noChangeArrowheads="1"/>
          </p:cNvSpPr>
          <p:nvPr/>
        </p:nvSpPr>
        <p:spPr bwMode="auto">
          <a:xfrm>
            <a:off x="5689801" y="227048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7" name="Line 45"/>
          <p:cNvSpPr>
            <a:spLocks noChangeShapeType="1"/>
          </p:cNvSpPr>
          <p:nvPr/>
        </p:nvSpPr>
        <p:spPr bwMode="auto">
          <a:xfrm flipH="1">
            <a:off x="5861251" y="2156181"/>
            <a:ext cx="28575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8" name="Oval 46"/>
          <p:cNvSpPr>
            <a:spLocks noChangeArrowheads="1"/>
          </p:cNvSpPr>
          <p:nvPr/>
        </p:nvSpPr>
        <p:spPr bwMode="auto">
          <a:xfrm>
            <a:off x="7118551" y="312773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99" name="Line 47"/>
          <p:cNvSpPr>
            <a:spLocks noChangeShapeType="1"/>
          </p:cNvSpPr>
          <p:nvPr/>
        </p:nvSpPr>
        <p:spPr bwMode="auto">
          <a:xfrm>
            <a:off x="7118551" y="2899131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0" name="Oval 48"/>
          <p:cNvSpPr>
            <a:spLocks noChangeArrowheads="1"/>
          </p:cNvSpPr>
          <p:nvPr/>
        </p:nvSpPr>
        <p:spPr bwMode="auto">
          <a:xfrm>
            <a:off x="6661351" y="312773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01" name="Line 49"/>
          <p:cNvSpPr>
            <a:spLocks noChangeShapeType="1"/>
          </p:cNvSpPr>
          <p:nvPr/>
        </p:nvSpPr>
        <p:spPr bwMode="auto">
          <a:xfrm flipH="1">
            <a:off x="6832801" y="2899131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" name="Oval 50"/>
          <p:cNvSpPr>
            <a:spLocks noChangeArrowheads="1"/>
          </p:cNvSpPr>
          <p:nvPr/>
        </p:nvSpPr>
        <p:spPr bwMode="auto">
          <a:xfrm>
            <a:off x="6089851" y="1927581"/>
            <a:ext cx="285750" cy="285750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03" name="Line 51"/>
          <p:cNvSpPr>
            <a:spLocks noChangeShapeType="1"/>
          </p:cNvSpPr>
          <p:nvPr/>
        </p:nvSpPr>
        <p:spPr bwMode="auto">
          <a:xfrm>
            <a:off x="5975551" y="2499081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4" name="Oval 52"/>
          <p:cNvSpPr>
            <a:spLocks noChangeArrowheads="1"/>
          </p:cNvSpPr>
          <p:nvPr/>
        </p:nvSpPr>
        <p:spPr bwMode="auto">
          <a:xfrm>
            <a:off x="5404051" y="272768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05" name="Line 53"/>
          <p:cNvSpPr>
            <a:spLocks noChangeShapeType="1"/>
          </p:cNvSpPr>
          <p:nvPr/>
        </p:nvSpPr>
        <p:spPr bwMode="auto">
          <a:xfrm flipH="1">
            <a:off x="5575501" y="2499081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6" name="Oval 54"/>
          <p:cNvSpPr>
            <a:spLocks noChangeArrowheads="1"/>
          </p:cNvSpPr>
          <p:nvPr/>
        </p:nvSpPr>
        <p:spPr bwMode="auto">
          <a:xfrm>
            <a:off x="6318451" y="272768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07" name="Line 55"/>
          <p:cNvSpPr>
            <a:spLocks noChangeShapeType="1"/>
          </p:cNvSpPr>
          <p:nvPr/>
        </p:nvSpPr>
        <p:spPr bwMode="auto">
          <a:xfrm>
            <a:off x="6832801" y="2441931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8" name="Oval 56"/>
          <p:cNvSpPr>
            <a:spLocks noChangeArrowheads="1"/>
          </p:cNvSpPr>
          <p:nvPr/>
        </p:nvSpPr>
        <p:spPr bwMode="auto">
          <a:xfrm>
            <a:off x="5975551" y="272768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09" name="Line 57"/>
          <p:cNvSpPr>
            <a:spLocks noChangeShapeType="1"/>
          </p:cNvSpPr>
          <p:nvPr/>
        </p:nvSpPr>
        <p:spPr bwMode="auto">
          <a:xfrm flipH="1">
            <a:off x="6432751" y="2499081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0" name="Line 58"/>
          <p:cNvSpPr>
            <a:spLocks noChangeShapeType="1"/>
          </p:cNvSpPr>
          <p:nvPr/>
        </p:nvSpPr>
        <p:spPr bwMode="auto">
          <a:xfrm>
            <a:off x="3743960" y="2572385"/>
            <a:ext cx="1423670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1" name="Text Box 59"/>
          <p:cNvSpPr txBox="1">
            <a:spLocks noChangeArrowheads="1"/>
          </p:cNvSpPr>
          <p:nvPr/>
        </p:nvSpPr>
        <p:spPr bwMode="auto">
          <a:xfrm>
            <a:off x="3789405" y="2237541"/>
            <a:ext cx="62801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宋体" panose="02010600030101010101" pitchFamily="2" charset="-122"/>
              </a:rPr>
              <a:t>splay</a:t>
            </a:r>
          </a:p>
        </p:txBody>
      </p:sp>
      <p:sp>
        <p:nvSpPr>
          <p:cNvPr id="112" name="Oval 60"/>
          <p:cNvSpPr>
            <a:spLocks noChangeArrowheads="1"/>
          </p:cNvSpPr>
          <p:nvPr/>
        </p:nvSpPr>
        <p:spPr bwMode="auto">
          <a:xfrm>
            <a:off x="6718501" y="4659986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13" name="Oval 61"/>
          <p:cNvSpPr>
            <a:spLocks noChangeArrowheads="1"/>
          </p:cNvSpPr>
          <p:nvPr/>
        </p:nvSpPr>
        <p:spPr bwMode="auto">
          <a:xfrm>
            <a:off x="7061401" y="5060036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114" name="Oval 63"/>
          <p:cNvSpPr>
            <a:spLocks noChangeArrowheads="1"/>
          </p:cNvSpPr>
          <p:nvPr/>
        </p:nvSpPr>
        <p:spPr bwMode="auto">
          <a:xfrm>
            <a:off x="5861251" y="4659986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15" name="Oval 65"/>
          <p:cNvSpPr>
            <a:spLocks noChangeArrowheads="1"/>
          </p:cNvSpPr>
          <p:nvPr/>
        </p:nvSpPr>
        <p:spPr bwMode="auto">
          <a:xfrm>
            <a:off x="7290001" y="5517236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116" name="Line 66"/>
          <p:cNvSpPr>
            <a:spLocks noChangeShapeType="1"/>
          </p:cNvSpPr>
          <p:nvPr/>
        </p:nvSpPr>
        <p:spPr bwMode="auto">
          <a:xfrm>
            <a:off x="7290001" y="5288636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7" name="Oval 67"/>
          <p:cNvSpPr>
            <a:spLocks noChangeArrowheads="1"/>
          </p:cNvSpPr>
          <p:nvPr/>
        </p:nvSpPr>
        <p:spPr bwMode="auto">
          <a:xfrm>
            <a:off x="6832801" y="5517236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18" name="Line 68"/>
          <p:cNvSpPr>
            <a:spLocks noChangeShapeType="1"/>
          </p:cNvSpPr>
          <p:nvPr/>
        </p:nvSpPr>
        <p:spPr bwMode="auto">
          <a:xfrm flipH="1">
            <a:off x="7004251" y="5288636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19" name="Line 70"/>
          <p:cNvSpPr>
            <a:spLocks noChangeShapeType="1"/>
          </p:cNvSpPr>
          <p:nvPr/>
        </p:nvSpPr>
        <p:spPr bwMode="auto">
          <a:xfrm>
            <a:off x="6147001" y="4888586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0" name="Oval 71"/>
          <p:cNvSpPr>
            <a:spLocks noChangeArrowheads="1"/>
          </p:cNvSpPr>
          <p:nvPr/>
        </p:nvSpPr>
        <p:spPr bwMode="auto">
          <a:xfrm>
            <a:off x="5575501" y="5117186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1" name="Line 72"/>
          <p:cNvSpPr>
            <a:spLocks noChangeShapeType="1"/>
          </p:cNvSpPr>
          <p:nvPr/>
        </p:nvSpPr>
        <p:spPr bwMode="auto">
          <a:xfrm flipH="1">
            <a:off x="5746951" y="4888586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2" name="Oval 73"/>
          <p:cNvSpPr>
            <a:spLocks noChangeArrowheads="1"/>
          </p:cNvSpPr>
          <p:nvPr/>
        </p:nvSpPr>
        <p:spPr bwMode="auto">
          <a:xfrm>
            <a:off x="6489901" y="5117186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23" name="Line 74"/>
          <p:cNvSpPr>
            <a:spLocks noChangeShapeType="1"/>
          </p:cNvSpPr>
          <p:nvPr/>
        </p:nvSpPr>
        <p:spPr bwMode="auto">
          <a:xfrm>
            <a:off x="7004251" y="4831436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4" name="Oval 75"/>
          <p:cNvSpPr>
            <a:spLocks noChangeArrowheads="1"/>
          </p:cNvSpPr>
          <p:nvPr/>
        </p:nvSpPr>
        <p:spPr bwMode="auto">
          <a:xfrm>
            <a:off x="6147001" y="5117186"/>
            <a:ext cx="28575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25" name="Line 76"/>
          <p:cNvSpPr>
            <a:spLocks noChangeShapeType="1"/>
          </p:cNvSpPr>
          <p:nvPr/>
        </p:nvSpPr>
        <p:spPr bwMode="auto">
          <a:xfrm flipH="1">
            <a:off x="6604201" y="4888586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6" name="Line 77"/>
          <p:cNvSpPr>
            <a:spLocks noChangeShapeType="1"/>
          </p:cNvSpPr>
          <p:nvPr/>
        </p:nvSpPr>
        <p:spPr bwMode="auto">
          <a:xfrm>
            <a:off x="6318250" y="3571240"/>
            <a:ext cx="635" cy="8394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7" name="Text Box 78"/>
          <p:cNvSpPr txBox="1">
            <a:spLocks noChangeArrowheads="1"/>
          </p:cNvSpPr>
          <p:nvPr/>
        </p:nvSpPr>
        <p:spPr bwMode="auto">
          <a:xfrm>
            <a:off x="6318451" y="3772256"/>
            <a:ext cx="818515" cy="32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宋体" panose="02010600030101010101" pitchFamily="2" charset="-122"/>
              </a:rPr>
              <a:t>remove</a:t>
            </a:r>
          </a:p>
        </p:txBody>
      </p:sp>
      <p:sp>
        <p:nvSpPr>
          <p:cNvPr id="128" name="Oval 79"/>
          <p:cNvSpPr>
            <a:spLocks noChangeArrowheads="1"/>
          </p:cNvSpPr>
          <p:nvPr/>
        </p:nvSpPr>
        <p:spPr bwMode="auto">
          <a:xfrm>
            <a:off x="2601255" y="464538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29" name="Oval 80"/>
          <p:cNvSpPr>
            <a:spLocks noChangeArrowheads="1"/>
          </p:cNvSpPr>
          <p:nvPr/>
        </p:nvSpPr>
        <p:spPr bwMode="auto">
          <a:xfrm>
            <a:off x="2944155" y="504543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130" name="Oval 81"/>
          <p:cNvSpPr>
            <a:spLocks noChangeArrowheads="1"/>
          </p:cNvSpPr>
          <p:nvPr/>
        </p:nvSpPr>
        <p:spPr bwMode="auto">
          <a:xfrm>
            <a:off x="1744005" y="464538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1" name="Oval 82"/>
          <p:cNvSpPr>
            <a:spLocks noChangeArrowheads="1"/>
          </p:cNvSpPr>
          <p:nvPr/>
        </p:nvSpPr>
        <p:spPr bwMode="auto">
          <a:xfrm>
            <a:off x="3172755" y="550263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20</a:t>
            </a:r>
          </a:p>
        </p:txBody>
      </p:sp>
      <p:sp>
        <p:nvSpPr>
          <p:cNvPr id="132" name="Line 83"/>
          <p:cNvSpPr>
            <a:spLocks noChangeShapeType="1"/>
          </p:cNvSpPr>
          <p:nvPr/>
        </p:nvSpPr>
        <p:spPr bwMode="auto">
          <a:xfrm>
            <a:off x="3172755" y="5274031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3" name="Oval 84"/>
          <p:cNvSpPr>
            <a:spLocks noChangeArrowheads="1"/>
          </p:cNvSpPr>
          <p:nvPr/>
        </p:nvSpPr>
        <p:spPr bwMode="auto">
          <a:xfrm>
            <a:off x="2715555" y="550263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34" name="Line 85"/>
          <p:cNvSpPr>
            <a:spLocks noChangeShapeType="1"/>
          </p:cNvSpPr>
          <p:nvPr/>
        </p:nvSpPr>
        <p:spPr bwMode="auto">
          <a:xfrm flipH="1">
            <a:off x="2887005" y="5274031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5" name="Line 86"/>
          <p:cNvSpPr>
            <a:spLocks noChangeShapeType="1"/>
          </p:cNvSpPr>
          <p:nvPr/>
        </p:nvSpPr>
        <p:spPr bwMode="auto">
          <a:xfrm>
            <a:off x="2486955" y="4473931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6" name="Oval 87"/>
          <p:cNvSpPr>
            <a:spLocks noChangeArrowheads="1"/>
          </p:cNvSpPr>
          <p:nvPr/>
        </p:nvSpPr>
        <p:spPr bwMode="auto">
          <a:xfrm>
            <a:off x="1458255" y="510258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37" name="Line 88"/>
          <p:cNvSpPr>
            <a:spLocks noChangeShapeType="1"/>
          </p:cNvSpPr>
          <p:nvPr/>
        </p:nvSpPr>
        <p:spPr bwMode="auto">
          <a:xfrm flipH="1">
            <a:off x="1629705" y="4873981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8" name="Oval 89"/>
          <p:cNvSpPr>
            <a:spLocks noChangeArrowheads="1"/>
          </p:cNvSpPr>
          <p:nvPr/>
        </p:nvSpPr>
        <p:spPr bwMode="auto">
          <a:xfrm>
            <a:off x="2372655" y="5102581"/>
            <a:ext cx="285750" cy="28575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39" name="Line 90"/>
          <p:cNvSpPr>
            <a:spLocks noChangeShapeType="1"/>
          </p:cNvSpPr>
          <p:nvPr/>
        </p:nvSpPr>
        <p:spPr bwMode="auto">
          <a:xfrm>
            <a:off x="2887005" y="4816831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0" name="Oval 91"/>
          <p:cNvSpPr>
            <a:spLocks noChangeArrowheads="1"/>
          </p:cNvSpPr>
          <p:nvPr/>
        </p:nvSpPr>
        <p:spPr bwMode="auto">
          <a:xfrm>
            <a:off x="2201205" y="4302481"/>
            <a:ext cx="285750" cy="285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50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41" name="Line 92"/>
          <p:cNvSpPr>
            <a:spLocks noChangeShapeType="1"/>
          </p:cNvSpPr>
          <p:nvPr/>
        </p:nvSpPr>
        <p:spPr bwMode="auto">
          <a:xfrm flipH="1">
            <a:off x="2486955" y="4873981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2" name="Line 93"/>
          <p:cNvSpPr>
            <a:spLocks noChangeShapeType="1"/>
          </p:cNvSpPr>
          <p:nvPr/>
        </p:nvSpPr>
        <p:spPr bwMode="auto">
          <a:xfrm flipH="1">
            <a:off x="1915455" y="4531081"/>
            <a:ext cx="28575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3" name="Line 94"/>
          <p:cNvSpPr>
            <a:spLocks noChangeShapeType="1"/>
          </p:cNvSpPr>
          <p:nvPr/>
        </p:nvSpPr>
        <p:spPr bwMode="auto">
          <a:xfrm flipH="1">
            <a:off x="3571240" y="4904740"/>
            <a:ext cx="1758950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4" name="Text Box 95"/>
          <p:cNvSpPr txBox="1">
            <a:spLocks noChangeArrowheads="1"/>
          </p:cNvSpPr>
          <p:nvPr/>
        </p:nvSpPr>
        <p:spPr bwMode="auto">
          <a:xfrm>
            <a:off x="3943350" y="4504690"/>
            <a:ext cx="1164590" cy="783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>
                <a:ea typeface="宋体" panose="02010600030101010101" pitchFamily="2" charset="-122"/>
              </a:rPr>
              <a:t>Splay (zig)</a:t>
            </a:r>
          </a:p>
          <a:p>
            <a:endParaRPr lang="en-US" altLang="zh-CN" sz="1500">
              <a:ea typeface="宋体" panose="02010600030101010101" pitchFamily="2" charset="-122"/>
            </a:endParaRPr>
          </a:p>
          <a:p>
            <a:r>
              <a:rPr lang="en-US" altLang="zh-CN" sz="1500">
                <a:ea typeface="宋体" panose="02010600030101010101" pitchFamily="2" charset="-122"/>
              </a:rPr>
              <a:t>attach</a:t>
            </a:r>
          </a:p>
        </p:txBody>
      </p:sp>
      <p:sp>
        <p:nvSpPr>
          <p:cNvPr id="145" name="Text Box 96"/>
          <p:cNvSpPr txBox="1">
            <a:spLocks noChangeArrowheads="1"/>
          </p:cNvSpPr>
          <p:nvPr/>
        </p:nvSpPr>
        <p:spPr bwMode="auto">
          <a:xfrm>
            <a:off x="4258511" y="2286356"/>
            <a:ext cx="914400" cy="299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350">
                <a:ea typeface="宋体" panose="02010600030101010101" pitchFamily="2" charset="-122"/>
              </a:rPr>
              <a:t>(Zig-Zag)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7828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Analysis of Splay Trees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240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C2CA6C-E111-45D6-8D5E-E0FB77390AE8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0240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0240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275A0B-FA3E-4949-B06E-8142A96B6E01}" type="slidenum">
              <a:rPr lang="en-US" altLang="zh-CN" sz="790"/>
              <a:pPr/>
              <a:t>27</a:t>
            </a:fld>
            <a:endParaRPr lang="en-US" altLang="zh-CN" sz="790"/>
          </a:p>
        </p:txBody>
      </p:sp>
      <p:sp>
        <p:nvSpPr>
          <p:cNvPr id="1024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337" y="1398272"/>
            <a:ext cx="7886700" cy="4351337"/>
          </a:xfrm>
        </p:spPr>
        <p:txBody>
          <a:bodyPr>
            <a:noAutofit/>
          </a:bodyPr>
          <a:lstStyle/>
          <a:p>
            <a:pPr fontAlgn="auto">
              <a:lnSpc>
                <a:spcPct val="150000"/>
              </a:lnSpc>
              <a:spcBef>
                <a:spcPts val="12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Splay trees tend to be balanced</a:t>
            </a:r>
          </a:p>
          <a:p>
            <a:pPr lvl="1" fontAlgn="auto">
              <a:lnSpc>
                <a:spcPct val="15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M operations takes time O(M log N) for M </a:t>
            </a:r>
            <a:r>
              <a:rPr lang="en-US" altLang="zh-CN" sz="2400" u="sng" dirty="0">
                <a:solidFill>
                  <a:srgbClr val="FF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 N operations on N items. </a:t>
            </a:r>
            <a:r>
              <a:rPr lang="en-US" altLang="zh-CN" sz="2400" dirty="0">
                <a:ea typeface="宋体" panose="02010600030101010101" pitchFamily="2" charset="-122"/>
              </a:rPr>
              <a:t>(proof is difficult)</a:t>
            </a:r>
            <a:endParaRPr lang="en-US" altLang="zh-CN" sz="400" dirty="0">
              <a:ea typeface="宋体" panose="02010600030101010101" pitchFamily="2" charset="-122"/>
            </a:endParaRPr>
          </a:p>
          <a:p>
            <a:pPr lvl="1" fontAlgn="auto">
              <a:lnSpc>
                <a:spcPct val="15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Amortized O(log n) time.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fontAlgn="auto">
              <a:lnSpc>
                <a:spcPct val="150000"/>
              </a:lnSpc>
              <a:spcBef>
                <a:spcPts val="12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Splay trees have good “locality” properties</a:t>
            </a:r>
          </a:p>
          <a:p>
            <a:pPr lvl="1" fontAlgn="auto">
              <a:lnSpc>
                <a:spcPct val="15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Recently accessed items are near the root of the tree.</a:t>
            </a:r>
          </a:p>
          <a:p>
            <a:pPr lvl="1" fontAlgn="auto">
              <a:lnSpc>
                <a:spcPct val="15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Items near an accessed one are pulled toward the root.</a:t>
            </a:r>
          </a:p>
        </p:txBody>
      </p:sp>
      <p:grpSp>
        <p:nvGrpSpPr>
          <p:cNvPr id="56" name="Group 4"/>
          <p:cNvGrpSpPr>
            <a:grpSpLocks noChangeAspect="1"/>
          </p:cNvGrpSpPr>
          <p:nvPr/>
        </p:nvGrpSpPr>
        <p:grpSpPr bwMode="auto">
          <a:xfrm rot="960000">
            <a:off x="7874635" y="3426460"/>
            <a:ext cx="780415" cy="911860"/>
            <a:chOff x="3082" y="1214"/>
            <a:chExt cx="1623" cy="1896"/>
          </a:xfrm>
          <a:solidFill>
            <a:srgbClr val="345F86">
              <a:alpha val="57000"/>
            </a:srgbClr>
          </a:solidFill>
        </p:grpSpPr>
        <p:grpSp>
          <p:nvGrpSpPr>
            <p:cNvPr id="57" name="Group 205"/>
            <p:cNvGrpSpPr/>
            <p:nvPr/>
          </p:nvGrpSpPr>
          <p:grpSpPr bwMode="auto">
            <a:xfrm>
              <a:off x="3082" y="1214"/>
              <a:ext cx="1623" cy="1603"/>
              <a:chOff x="3082" y="1214"/>
              <a:chExt cx="1623" cy="1603"/>
            </a:xfrm>
            <a:grpFill/>
          </p:grpSpPr>
          <p:sp>
            <p:nvSpPr>
              <p:cNvPr id="330" name="Freeform 5"/>
              <p:cNvSpPr/>
              <p:nvPr>
                <p:custDataLst>
                  <p:tags r:id="rId251"/>
                </p:custDataLst>
              </p:nvPr>
            </p:nvSpPr>
            <p:spPr bwMode="auto">
              <a:xfrm>
                <a:off x="3608" y="2103"/>
                <a:ext cx="13" cy="0"/>
              </a:xfrm>
              <a:custGeom>
                <a:avLst/>
                <a:gdLst>
                  <a:gd name="T0" fmla="*/ 0 w 6"/>
                  <a:gd name="T1" fmla="*/ 6 w 6"/>
                  <a:gd name="T2" fmla="*/ 0 w 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">
                    <a:moveTo>
                      <a:pt x="0" y="0"/>
                    </a:moveTo>
                    <a:cubicBezTo>
                      <a:pt x="1" y="0"/>
                      <a:pt x="3" y="0"/>
                      <a:pt x="6" y="0"/>
                    </a:cubicBezTo>
                    <a:cubicBezTo>
                      <a:pt x="3" y="0"/>
                      <a:pt x="2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1" name="Freeform 6"/>
              <p:cNvSpPr/>
              <p:nvPr>
                <p:custDataLst>
                  <p:tags r:id="rId252"/>
                </p:custDataLst>
              </p:nvPr>
            </p:nvSpPr>
            <p:spPr bwMode="auto">
              <a:xfrm>
                <a:off x="3576" y="1893"/>
                <a:ext cx="5" cy="0"/>
              </a:xfrm>
              <a:custGeom>
                <a:avLst/>
                <a:gdLst>
                  <a:gd name="T0" fmla="*/ 0 w 2"/>
                  <a:gd name="T1" fmla="*/ 0 w 2"/>
                  <a:gd name="T2" fmla="*/ 0 w 2"/>
                  <a:gd name="T3" fmla="*/ 0 w 2"/>
                  <a:gd name="T4" fmla="*/ 2 w 2"/>
                  <a:gd name="T5" fmla="*/ 2 w 2"/>
                  <a:gd name="T6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2" name="Freeform 7"/>
              <p:cNvSpPr/>
              <p:nvPr>
                <p:custDataLst>
                  <p:tags r:id="rId253"/>
                </p:custDataLst>
              </p:nvPr>
            </p:nvSpPr>
            <p:spPr bwMode="auto">
              <a:xfrm>
                <a:off x="3615" y="1903"/>
                <a:ext cx="0" cy="5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3" name="Freeform 8"/>
              <p:cNvSpPr/>
              <p:nvPr>
                <p:custDataLst>
                  <p:tags r:id="rId254"/>
                </p:custDataLst>
              </p:nvPr>
            </p:nvSpPr>
            <p:spPr bwMode="auto">
              <a:xfrm>
                <a:off x="3566" y="1893"/>
                <a:ext cx="6" cy="0"/>
              </a:xfrm>
              <a:custGeom>
                <a:avLst/>
                <a:gdLst>
                  <a:gd name="T0" fmla="*/ 3 w 3"/>
                  <a:gd name="T1" fmla="*/ 3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0" y="0"/>
                      <a:pt x="1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4" name="Freeform 9"/>
              <p:cNvSpPr/>
              <p:nvPr>
                <p:custDataLst>
                  <p:tags r:id="rId255"/>
                </p:custDataLst>
              </p:nvPr>
            </p:nvSpPr>
            <p:spPr bwMode="auto">
              <a:xfrm>
                <a:off x="3820" y="23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5" name="Freeform 10"/>
              <p:cNvSpPr/>
              <p:nvPr>
                <p:custDataLst>
                  <p:tags r:id="rId256"/>
                </p:custDataLst>
              </p:nvPr>
            </p:nvSpPr>
            <p:spPr bwMode="auto">
              <a:xfrm>
                <a:off x="3642" y="2209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6" name="Freeform 11"/>
              <p:cNvSpPr/>
              <p:nvPr>
                <p:custDataLst>
                  <p:tags r:id="rId257"/>
                </p:custDataLst>
              </p:nvPr>
            </p:nvSpPr>
            <p:spPr bwMode="auto">
              <a:xfrm>
                <a:off x="3549" y="2154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7" name="Freeform 12"/>
              <p:cNvSpPr/>
              <p:nvPr>
                <p:custDataLst>
                  <p:tags r:id="rId258"/>
                </p:custDataLst>
              </p:nvPr>
            </p:nvSpPr>
            <p:spPr bwMode="auto">
              <a:xfrm>
                <a:off x="3610" y="1895"/>
                <a:ext cx="9" cy="8"/>
              </a:xfrm>
              <a:custGeom>
                <a:avLst/>
                <a:gdLst>
                  <a:gd name="T0" fmla="*/ 1 w 4"/>
                  <a:gd name="T1" fmla="*/ 1 h 4"/>
                  <a:gd name="T2" fmla="*/ 1 w 4"/>
                  <a:gd name="T3" fmla="*/ 2 h 4"/>
                  <a:gd name="T4" fmla="*/ 0 w 4"/>
                  <a:gd name="T5" fmla="*/ 2 h 4"/>
                  <a:gd name="T6" fmla="*/ 2 w 4"/>
                  <a:gd name="T7" fmla="*/ 4 h 4"/>
                  <a:gd name="T8" fmla="*/ 2 w 4"/>
                  <a:gd name="T9" fmla="*/ 2 h 4"/>
                  <a:gd name="T10" fmla="*/ 3 w 4"/>
                  <a:gd name="T11" fmla="*/ 1 h 4"/>
                  <a:gd name="T12" fmla="*/ 4 w 4"/>
                  <a:gd name="T13" fmla="*/ 0 h 4"/>
                  <a:gd name="T14" fmla="*/ 4 w 4"/>
                  <a:gd name="T15" fmla="*/ 0 h 4"/>
                  <a:gd name="T16" fmla="*/ 4 w 4"/>
                  <a:gd name="T17" fmla="*/ 0 h 4"/>
                  <a:gd name="T18" fmla="*/ 2 w 4"/>
                  <a:gd name="T19" fmla="*/ 0 h 4"/>
                  <a:gd name="T20" fmla="*/ 2 w 4"/>
                  <a:gd name="T21" fmla="*/ 0 h 4"/>
                  <a:gd name="T22" fmla="*/ 1 w 4"/>
                  <a:gd name="T2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1" y="2"/>
                      <a:pt x="2" y="3"/>
                      <a:pt x="2" y="4"/>
                    </a:cubicBezTo>
                    <a:cubicBezTo>
                      <a:pt x="2" y="3"/>
                      <a:pt x="2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8" name="Freeform 13"/>
              <p:cNvSpPr/>
              <p:nvPr>
                <p:custDataLst>
                  <p:tags r:id="rId259"/>
                </p:custDataLst>
              </p:nvPr>
            </p:nvSpPr>
            <p:spPr bwMode="auto">
              <a:xfrm>
                <a:off x="3926" y="1914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9" name="Freeform 14"/>
              <p:cNvSpPr/>
              <p:nvPr>
                <p:custDataLst>
                  <p:tags r:id="rId260"/>
                </p:custDataLst>
              </p:nvPr>
            </p:nvSpPr>
            <p:spPr bwMode="auto">
              <a:xfrm>
                <a:off x="3810" y="177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2 h 2"/>
                  <a:gd name="T6" fmla="*/ 0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0" name="Freeform 15"/>
              <p:cNvSpPr/>
              <p:nvPr>
                <p:custDataLst>
                  <p:tags r:id="rId261"/>
                </p:custDataLst>
              </p:nvPr>
            </p:nvSpPr>
            <p:spPr bwMode="auto">
              <a:xfrm>
                <a:off x="3846" y="2474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1" name="Freeform 16"/>
              <p:cNvSpPr/>
              <p:nvPr>
                <p:custDataLst>
                  <p:tags r:id="rId262"/>
                </p:custDataLst>
              </p:nvPr>
            </p:nvSpPr>
            <p:spPr bwMode="auto">
              <a:xfrm>
                <a:off x="3943" y="2546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2" name="Freeform 17"/>
              <p:cNvSpPr/>
              <p:nvPr>
                <p:custDataLst>
                  <p:tags r:id="rId263"/>
                </p:custDataLst>
              </p:nvPr>
            </p:nvSpPr>
            <p:spPr bwMode="auto">
              <a:xfrm>
                <a:off x="3846" y="2474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3" name="Freeform 18"/>
              <p:cNvSpPr/>
              <p:nvPr>
                <p:custDataLst>
                  <p:tags r:id="rId264"/>
                </p:custDataLst>
              </p:nvPr>
            </p:nvSpPr>
            <p:spPr bwMode="auto">
              <a:xfrm>
                <a:off x="4156" y="220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4" name="Freeform 19"/>
              <p:cNvSpPr/>
              <p:nvPr>
                <p:custDataLst>
                  <p:tags r:id="rId265"/>
                </p:custDataLst>
              </p:nvPr>
            </p:nvSpPr>
            <p:spPr bwMode="auto">
              <a:xfrm>
                <a:off x="4056" y="221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5" name="Freeform 20"/>
              <p:cNvSpPr/>
              <p:nvPr>
                <p:custDataLst>
                  <p:tags r:id="rId266"/>
                </p:custDataLst>
              </p:nvPr>
            </p:nvSpPr>
            <p:spPr bwMode="auto">
              <a:xfrm>
                <a:off x="3837" y="2470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6" name="Freeform 21"/>
              <p:cNvSpPr/>
              <p:nvPr>
                <p:custDataLst>
                  <p:tags r:id="rId267"/>
                </p:custDataLst>
              </p:nvPr>
            </p:nvSpPr>
            <p:spPr bwMode="auto">
              <a:xfrm>
                <a:off x="3954" y="2311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7" name="Freeform 22"/>
              <p:cNvSpPr/>
              <p:nvPr>
                <p:custDataLst>
                  <p:tags r:id="rId268"/>
                </p:custDataLst>
              </p:nvPr>
            </p:nvSpPr>
            <p:spPr bwMode="auto">
              <a:xfrm>
                <a:off x="3576" y="189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8" name="Freeform 23"/>
              <p:cNvSpPr/>
              <p:nvPr>
                <p:custDataLst>
                  <p:tags r:id="rId269"/>
                </p:custDataLst>
              </p:nvPr>
            </p:nvSpPr>
            <p:spPr bwMode="auto">
              <a:xfrm>
                <a:off x="3281" y="254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9" name="Freeform 24"/>
              <p:cNvSpPr/>
              <p:nvPr>
                <p:custDataLst>
                  <p:tags r:id="rId270"/>
                </p:custDataLst>
              </p:nvPr>
            </p:nvSpPr>
            <p:spPr bwMode="auto">
              <a:xfrm>
                <a:off x="3364" y="2470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1 h 2"/>
                  <a:gd name="T6" fmla="*/ 1 w 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0" name="Freeform 25"/>
              <p:cNvSpPr/>
              <p:nvPr>
                <p:custDataLst>
                  <p:tags r:id="rId271"/>
                </p:custDataLst>
              </p:nvPr>
            </p:nvSpPr>
            <p:spPr bwMode="auto">
              <a:xfrm>
                <a:off x="3360" y="2470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1" name="Freeform 26"/>
              <p:cNvSpPr/>
              <p:nvPr>
                <p:custDataLst>
                  <p:tags r:id="rId272"/>
                </p:custDataLst>
              </p:nvPr>
            </p:nvSpPr>
            <p:spPr bwMode="auto">
              <a:xfrm>
                <a:off x="3353" y="2470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0" y="0"/>
                      <a:pt x="1" y="1"/>
                      <a:pt x="0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2" name="Freeform 27"/>
              <p:cNvSpPr/>
              <p:nvPr>
                <p:custDataLst>
                  <p:tags r:id="rId273"/>
                </p:custDataLst>
              </p:nvPr>
            </p:nvSpPr>
            <p:spPr bwMode="auto">
              <a:xfrm>
                <a:off x="3392" y="2482"/>
                <a:ext cx="2" cy="5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3" name="Freeform 28"/>
              <p:cNvSpPr/>
              <p:nvPr>
                <p:custDataLst>
                  <p:tags r:id="rId274"/>
                </p:custDataLst>
              </p:nvPr>
            </p:nvSpPr>
            <p:spPr bwMode="auto">
              <a:xfrm>
                <a:off x="3390" y="2480"/>
                <a:ext cx="2" cy="7"/>
              </a:xfrm>
              <a:custGeom>
                <a:avLst/>
                <a:gdLst>
                  <a:gd name="T0" fmla="*/ 1 w 1"/>
                  <a:gd name="T1" fmla="*/ 3 h 3"/>
                  <a:gd name="T2" fmla="*/ 0 w 1"/>
                  <a:gd name="T3" fmla="*/ 0 h 3"/>
                  <a:gd name="T4" fmla="*/ 1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1" y="2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4" name="Freeform 29"/>
              <p:cNvSpPr/>
              <p:nvPr>
                <p:custDataLst>
                  <p:tags r:id="rId275"/>
                </p:custDataLst>
              </p:nvPr>
            </p:nvSpPr>
            <p:spPr bwMode="auto">
              <a:xfrm>
                <a:off x="3341" y="247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5" name="Freeform 30"/>
              <p:cNvSpPr/>
              <p:nvPr>
                <p:custDataLst>
                  <p:tags r:id="rId276"/>
                </p:custDataLst>
              </p:nvPr>
            </p:nvSpPr>
            <p:spPr bwMode="auto">
              <a:xfrm>
                <a:off x="3822" y="2279"/>
                <a:ext cx="5" cy="4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1 h 2"/>
                  <a:gd name="T4" fmla="*/ 0 w 2"/>
                  <a:gd name="T5" fmla="*/ 2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6" name="Freeform 31"/>
              <p:cNvSpPr/>
              <p:nvPr>
                <p:custDataLst>
                  <p:tags r:id="rId277"/>
                </p:custDataLst>
              </p:nvPr>
            </p:nvSpPr>
            <p:spPr bwMode="auto">
              <a:xfrm>
                <a:off x="3292" y="252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7" name="Freeform 32"/>
              <p:cNvSpPr/>
              <p:nvPr>
                <p:custDataLst>
                  <p:tags r:id="rId278"/>
                </p:custDataLst>
              </p:nvPr>
            </p:nvSpPr>
            <p:spPr bwMode="auto">
              <a:xfrm>
                <a:off x="3699" y="2796"/>
                <a:ext cx="7" cy="5"/>
              </a:xfrm>
              <a:custGeom>
                <a:avLst/>
                <a:gdLst>
                  <a:gd name="T0" fmla="*/ 2 w 3"/>
                  <a:gd name="T1" fmla="*/ 2 h 2"/>
                  <a:gd name="T2" fmla="*/ 2 w 3"/>
                  <a:gd name="T3" fmla="*/ 0 h 2"/>
                  <a:gd name="T4" fmla="*/ 2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3" y="1"/>
                      <a:pt x="2" y="0"/>
                      <a:pt x="2" y="0"/>
                    </a:cubicBezTo>
                    <a:cubicBezTo>
                      <a:pt x="0" y="0"/>
                      <a:pt x="3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8" name="Freeform 33"/>
              <p:cNvSpPr/>
              <p:nvPr>
                <p:custDataLst>
                  <p:tags r:id="rId279"/>
                </p:custDataLst>
              </p:nvPr>
            </p:nvSpPr>
            <p:spPr bwMode="auto">
              <a:xfrm>
                <a:off x="4616" y="18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9" name="Freeform 34"/>
              <p:cNvSpPr/>
              <p:nvPr>
                <p:custDataLst>
                  <p:tags r:id="rId280"/>
                </p:custDataLst>
              </p:nvPr>
            </p:nvSpPr>
            <p:spPr bwMode="auto">
              <a:xfrm>
                <a:off x="3262" y="2567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4 w 4"/>
                  <a:gd name="T3" fmla="*/ 4 h 4"/>
                  <a:gd name="T4" fmla="*/ 0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4" y="4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0" name="Freeform 35"/>
              <p:cNvSpPr/>
              <p:nvPr>
                <p:custDataLst>
                  <p:tags r:id="rId281"/>
                </p:custDataLst>
              </p:nvPr>
            </p:nvSpPr>
            <p:spPr bwMode="auto">
              <a:xfrm>
                <a:off x="3570" y="1893"/>
                <a:ext cx="6" cy="6"/>
              </a:xfrm>
              <a:custGeom>
                <a:avLst/>
                <a:gdLst>
                  <a:gd name="T0" fmla="*/ 1 w 3"/>
                  <a:gd name="T1" fmla="*/ 0 h 3"/>
                  <a:gd name="T2" fmla="*/ 1 w 3"/>
                  <a:gd name="T3" fmla="*/ 0 h 3"/>
                  <a:gd name="T4" fmla="*/ 1 w 3"/>
                  <a:gd name="T5" fmla="*/ 0 h 3"/>
                  <a:gd name="T6" fmla="*/ 1 w 3"/>
                  <a:gd name="T7" fmla="*/ 0 h 3"/>
                  <a:gd name="T8" fmla="*/ 1 w 3"/>
                  <a:gd name="T9" fmla="*/ 0 h 3"/>
                  <a:gd name="T10" fmla="*/ 2 w 3"/>
                  <a:gd name="T11" fmla="*/ 1 h 3"/>
                  <a:gd name="T12" fmla="*/ 0 w 3"/>
                  <a:gd name="T13" fmla="*/ 2 h 3"/>
                  <a:gd name="T14" fmla="*/ 2 w 3"/>
                  <a:gd name="T15" fmla="*/ 2 h 3"/>
                  <a:gd name="T16" fmla="*/ 3 w 3"/>
                  <a:gd name="T17" fmla="*/ 0 h 3"/>
                  <a:gd name="T18" fmla="*/ 1 w 3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2"/>
                      <a:pt x="0" y="0"/>
                      <a:pt x="0" y="2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1" name="Freeform 36"/>
              <p:cNvSpPr/>
              <p:nvPr>
                <p:custDataLst>
                  <p:tags r:id="rId282"/>
                </p:custDataLst>
              </p:nvPr>
            </p:nvSpPr>
            <p:spPr bwMode="auto">
              <a:xfrm>
                <a:off x="3207" y="2465"/>
                <a:ext cx="183" cy="174"/>
              </a:xfrm>
              <a:custGeom>
                <a:avLst/>
                <a:gdLst>
                  <a:gd name="T0" fmla="*/ 83 w 86"/>
                  <a:gd name="T1" fmla="*/ 5 h 82"/>
                  <a:gd name="T2" fmla="*/ 80 w 86"/>
                  <a:gd name="T3" fmla="*/ 4 h 82"/>
                  <a:gd name="T4" fmla="*/ 77 w 86"/>
                  <a:gd name="T5" fmla="*/ 8 h 82"/>
                  <a:gd name="T6" fmla="*/ 76 w 86"/>
                  <a:gd name="T7" fmla="*/ 6 h 82"/>
                  <a:gd name="T8" fmla="*/ 72 w 86"/>
                  <a:gd name="T9" fmla="*/ 7 h 82"/>
                  <a:gd name="T10" fmla="*/ 70 w 86"/>
                  <a:gd name="T11" fmla="*/ 4 h 82"/>
                  <a:gd name="T12" fmla="*/ 67 w 86"/>
                  <a:gd name="T13" fmla="*/ 1 h 82"/>
                  <a:gd name="T14" fmla="*/ 68 w 86"/>
                  <a:gd name="T15" fmla="*/ 6 h 82"/>
                  <a:gd name="T16" fmla="*/ 70 w 86"/>
                  <a:gd name="T17" fmla="*/ 10 h 82"/>
                  <a:gd name="T18" fmla="*/ 65 w 86"/>
                  <a:gd name="T19" fmla="*/ 6 h 82"/>
                  <a:gd name="T20" fmla="*/ 65 w 86"/>
                  <a:gd name="T21" fmla="*/ 8 h 82"/>
                  <a:gd name="T22" fmla="*/ 62 w 86"/>
                  <a:gd name="T23" fmla="*/ 6 h 82"/>
                  <a:gd name="T24" fmla="*/ 61 w 86"/>
                  <a:gd name="T25" fmla="*/ 8 h 82"/>
                  <a:gd name="T26" fmla="*/ 59 w 86"/>
                  <a:gd name="T27" fmla="*/ 9 h 82"/>
                  <a:gd name="T28" fmla="*/ 62 w 86"/>
                  <a:gd name="T29" fmla="*/ 15 h 82"/>
                  <a:gd name="T30" fmla="*/ 58 w 86"/>
                  <a:gd name="T31" fmla="*/ 10 h 82"/>
                  <a:gd name="T32" fmla="*/ 57 w 86"/>
                  <a:gd name="T33" fmla="*/ 12 h 82"/>
                  <a:gd name="T34" fmla="*/ 53 w 86"/>
                  <a:gd name="T35" fmla="*/ 17 h 82"/>
                  <a:gd name="T36" fmla="*/ 51 w 86"/>
                  <a:gd name="T37" fmla="*/ 19 h 82"/>
                  <a:gd name="T38" fmla="*/ 48 w 86"/>
                  <a:gd name="T39" fmla="*/ 22 h 82"/>
                  <a:gd name="T40" fmla="*/ 48 w 86"/>
                  <a:gd name="T41" fmla="*/ 24 h 82"/>
                  <a:gd name="T42" fmla="*/ 46 w 86"/>
                  <a:gd name="T43" fmla="*/ 24 h 82"/>
                  <a:gd name="T44" fmla="*/ 45 w 86"/>
                  <a:gd name="T45" fmla="*/ 25 h 82"/>
                  <a:gd name="T46" fmla="*/ 46 w 86"/>
                  <a:gd name="T47" fmla="*/ 27 h 82"/>
                  <a:gd name="T48" fmla="*/ 43 w 86"/>
                  <a:gd name="T49" fmla="*/ 28 h 82"/>
                  <a:gd name="T50" fmla="*/ 40 w 86"/>
                  <a:gd name="T51" fmla="*/ 30 h 82"/>
                  <a:gd name="T52" fmla="*/ 38 w 86"/>
                  <a:gd name="T53" fmla="*/ 32 h 82"/>
                  <a:gd name="T54" fmla="*/ 36 w 86"/>
                  <a:gd name="T55" fmla="*/ 34 h 82"/>
                  <a:gd name="T56" fmla="*/ 36 w 86"/>
                  <a:gd name="T57" fmla="*/ 37 h 82"/>
                  <a:gd name="T58" fmla="*/ 34 w 86"/>
                  <a:gd name="T59" fmla="*/ 36 h 82"/>
                  <a:gd name="T60" fmla="*/ 34 w 86"/>
                  <a:gd name="T61" fmla="*/ 37 h 82"/>
                  <a:gd name="T62" fmla="*/ 31 w 86"/>
                  <a:gd name="T63" fmla="*/ 41 h 82"/>
                  <a:gd name="T64" fmla="*/ 32 w 86"/>
                  <a:gd name="T65" fmla="*/ 45 h 82"/>
                  <a:gd name="T66" fmla="*/ 31 w 86"/>
                  <a:gd name="T67" fmla="*/ 48 h 82"/>
                  <a:gd name="T68" fmla="*/ 28 w 86"/>
                  <a:gd name="T69" fmla="*/ 47 h 82"/>
                  <a:gd name="T70" fmla="*/ 25 w 86"/>
                  <a:gd name="T71" fmla="*/ 53 h 82"/>
                  <a:gd name="T72" fmla="*/ 24 w 86"/>
                  <a:gd name="T73" fmla="*/ 55 h 82"/>
                  <a:gd name="T74" fmla="*/ 18 w 86"/>
                  <a:gd name="T75" fmla="*/ 59 h 82"/>
                  <a:gd name="T76" fmla="*/ 15 w 86"/>
                  <a:gd name="T77" fmla="*/ 59 h 82"/>
                  <a:gd name="T78" fmla="*/ 14 w 86"/>
                  <a:gd name="T79" fmla="*/ 60 h 82"/>
                  <a:gd name="T80" fmla="*/ 11 w 86"/>
                  <a:gd name="T81" fmla="*/ 69 h 82"/>
                  <a:gd name="T82" fmla="*/ 2 w 86"/>
                  <a:gd name="T83" fmla="*/ 75 h 82"/>
                  <a:gd name="T84" fmla="*/ 23 w 86"/>
                  <a:gd name="T85" fmla="*/ 72 h 82"/>
                  <a:gd name="T86" fmla="*/ 28 w 86"/>
                  <a:gd name="T87" fmla="*/ 68 h 82"/>
                  <a:gd name="T88" fmla="*/ 42 w 86"/>
                  <a:gd name="T89" fmla="*/ 48 h 82"/>
                  <a:gd name="T90" fmla="*/ 49 w 86"/>
                  <a:gd name="T91" fmla="*/ 45 h 82"/>
                  <a:gd name="T92" fmla="*/ 55 w 86"/>
                  <a:gd name="T93" fmla="*/ 43 h 82"/>
                  <a:gd name="T94" fmla="*/ 63 w 86"/>
                  <a:gd name="T95" fmla="*/ 35 h 82"/>
                  <a:gd name="T96" fmla="*/ 68 w 86"/>
                  <a:gd name="T97" fmla="*/ 31 h 82"/>
                  <a:gd name="T98" fmla="*/ 74 w 86"/>
                  <a:gd name="T99" fmla="*/ 23 h 82"/>
                  <a:gd name="T100" fmla="*/ 75 w 86"/>
                  <a:gd name="T101" fmla="*/ 16 h 82"/>
                  <a:gd name="T102" fmla="*/ 82 w 86"/>
                  <a:gd name="T103" fmla="*/ 14 h 82"/>
                  <a:gd name="T104" fmla="*/ 84 w 86"/>
                  <a:gd name="T105" fmla="*/ 13 h 82"/>
                  <a:gd name="T106" fmla="*/ 84 w 86"/>
                  <a:gd name="T107" fmla="*/ 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6" h="82">
                    <a:moveTo>
                      <a:pt x="84" y="7"/>
                    </a:moveTo>
                    <a:cubicBezTo>
                      <a:pt x="85" y="8"/>
                      <a:pt x="85" y="9"/>
                      <a:pt x="86" y="10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85" y="7"/>
                      <a:pt x="85" y="6"/>
                      <a:pt x="84" y="5"/>
                    </a:cubicBezTo>
                    <a:cubicBezTo>
                      <a:pt x="84" y="6"/>
                      <a:pt x="84" y="6"/>
                      <a:pt x="84" y="6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5"/>
                      <a:pt x="82" y="4"/>
                      <a:pt x="82" y="6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3" y="7"/>
                      <a:pt x="84" y="9"/>
                      <a:pt x="83" y="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2" y="7"/>
                      <a:pt x="80" y="5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9" y="5"/>
                      <a:pt x="81" y="7"/>
                      <a:pt x="81" y="7"/>
                    </a:cubicBezTo>
                    <a:cubicBezTo>
                      <a:pt x="80" y="7"/>
                      <a:pt x="79" y="5"/>
                      <a:pt x="79" y="4"/>
                    </a:cubicBezTo>
                    <a:cubicBezTo>
                      <a:pt x="78" y="4"/>
                      <a:pt x="79" y="6"/>
                      <a:pt x="77" y="5"/>
                    </a:cubicBezTo>
                    <a:cubicBezTo>
                      <a:pt x="77" y="5"/>
                      <a:pt x="77" y="6"/>
                      <a:pt x="77" y="8"/>
                    </a:cubicBezTo>
                    <a:cubicBezTo>
                      <a:pt x="77" y="8"/>
                      <a:pt x="76" y="5"/>
                      <a:pt x="76" y="6"/>
                    </a:cubicBezTo>
                    <a:cubicBezTo>
                      <a:pt x="75" y="5"/>
                      <a:pt x="74" y="3"/>
                      <a:pt x="74" y="2"/>
                    </a:cubicBezTo>
                    <a:cubicBezTo>
                      <a:pt x="74" y="2"/>
                      <a:pt x="73" y="1"/>
                      <a:pt x="73" y="2"/>
                    </a:cubicBezTo>
                    <a:cubicBezTo>
                      <a:pt x="73" y="1"/>
                      <a:pt x="72" y="0"/>
                      <a:pt x="72" y="0"/>
                    </a:cubicBezTo>
                    <a:cubicBezTo>
                      <a:pt x="73" y="1"/>
                      <a:pt x="74" y="3"/>
                      <a:pt x="74" y="3"/>
                    </a:cubicBezTo>
                    <a:cubicBezTo>
                      <a:pt x="76" y="5"/>
                      <a:pt x="74" y="4"/>
                      <a:pt x="76" y="6"/>
                    </a:cubicBezTo>
                    <a:cubicBezTo>
                      <a:pt x="75" y="6"/>
                      <a:pt x="74" y="6"/>
                      <a:pt x="74" y="7"/>
                    </a:cubicBezTo>
                    <a:cubicBezTo>
                      <a:pt x="74" y="7"/>
                      <a:pt x="73" y="5"/>
                      <a:pt x="73" y="4"/>
                    </a:cubicBezTo>
                    <a:cubicBezTo>
                      <a:pt x="73" y="6"/>
                      <a:pt x="73" y="7"/>
                      <a:pt x="73" y="7"/>
                    </a:cubicBezTo>
                    <a:cubicBezTo>
                      <a:pt x="74" y="8"/>
                      <a:pt x="74" y="8"/>
                      <a:pt x="75" y="10"/>
                    </a:cubicBezTo>
                    <a:cubicBezTo>
                      <a:pt x="75" y="10"/>
                      <a:pt x="75" y="11"/>
                      <a:pt x="75" y="11"/>
                    </a:cubicBezTo>
                    <a:cubicBezTo>
                      <a:pt x="74" y="9"/>
                      <a:pt x="72" y="7"/>
                      <a:pt x="72" y="7"/>
                    </a:cubicBezTo>
                    <a:cubicBezTo>
                      <a:pt x="71" y="5"/>
                      <a:pt x="73" y="7"/>
                      <a:pt x="71" y="5"/>
                    </a:cubicBezTo>
                    <a:cubicBezTo>
                      <a:pt x="70" y="3"/>
                      <a:pt x="71" y="2"/>
                      <a:pt x="72" y="3"/>
                    </a:cubicBezTo>
                    <a:cubicBezTo>
                      <a:pt x="71" y="1"/>
                      <a:pt x="71" y="3"/>
                      <a:pt x="70" y="1"/>
                    </a:cubicBezTo>
                    <a:cubicBezTo>
                      <a:pt x="70" y="1"/>
                      <a:pt x="70" y="3"/>
                      <a:pt x="70" y="3"/>
                    </a:cubicBezTo>
                    <a:cubicBezTo>
                      <a:pt x="71" y="4"/>
                      <a:pt x="71" y="4"/>
                      <a:pt x="71" y="5"/>
                    </a:cubicBezTo>
                    <a:cubicBezTo>
                      <a:pt x="72" y="8"/>
                      <a:pt x="70" y="4"/>
                      <a:pt x="70" y="4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9" y="3"/>
                      <a:pt x="69" y="4"/>
                      <a:pt x="69" y="4"/>
                    </a:cubicBezTo>
                    <a:cubicBezTo>
                      <a:pt x="67" y="2"/>
                      <a:pt x="69" y="4"/>
                      <a:pt x="68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6" y="0"/>
                      <a:pt x="68" y="2"/>
                      <a:pt x="67" y="2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68" y="3"/>
                      <a:pt x="69" y="4"/>
                      <a:pt x="69" y="4"/>
                    </a:cubicBezTo>
                    <a:cubicBezTo>
                      <a:pt x="70" y="7"/>
                      <a:pt x="69" y="4"/>
                      <a:pt x="69" y="5"/>
                    </a:cubicBezTo>
                    <a:cubicBezTo>
                      <a:pt x="69" y="7"/>
                      <a:pt x="69" y="5"/>
                      <a:pt x="70" y="6"/>
                    </a:cubicBezTo>
                    <a:cubicBezTo>
                      <a:pt x="71" y="8"/>
                      <a:pt x="70" y="8"/>
                      <a:pt x="70" y="8"/>
                    </a:cubicBezTo>
                    <a:cubicBezTo>
                      <a:pt x="70" y="9"/>
                      <a:pt x="69" y="7"/>
                      <a:pt x="68" y="6"/>
                    </a:cubicBezTo>
                    <a:cubicBezTo>
                      <a:pt x="68" y="6"/>
                      <a:pt x="68" y="5"/>
                      <a:pt x="69" y="6"/>
                    </a:cubicBezTo>
                    <a:cubicBezTo>
                      <a:pt x="68" y="4"/>
                      <a:pt x="67" y="3"/>
                      <a:pt x="66" y="2"/>
                    </a:cubicBezTo>
                    <a:cubicBezTo>
                      <a:pt x="65" y="1"/>
                      <a:pt x="67" y="4"/>
                      <a:pt x="67" y="4"/>
                    </a:cubicBezTo>
                    <a:cubicBezTo>
                      <a:pt x="67" y="3"/>
                      <a:pt x="68" y="5"/>
                      <a:pt x="68" y="6"/>
                    </a:cubicBezTo>
                    <a:cubicBezTo>
                      <a:pt x="70" y="10"/>
                      <a:pt x="66" y="3"/>
                      <a:pt x="66" y="4"/>
                    </a:cubicBezTo>
                    <a:cubicBezTo>
                      <a:pt x="68" y="6"/>
                      <a:pt x="67" y="8"/>
                      <a:pt x="70" y="10"/>
                    </a:cubicBezTo>
                    <a:cubicBezTo>
                      <a:pt x="70" y="11"/>
                      <a:pt x="70" y="12"/>
                      <a:pt x="70" y="12"/>
                    </a:cubicBezTo>
                    <a:cubicBezTo>
                      <a:pt x="69" y="10"/>
                      <a:pt x="69" y="10"/>
                      <a:pt x="68" y="8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4"/>
                      <a:pt x="65" y="5"/>
                      <a:pt x="65" y="6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5"/>
                      <a:pt x="65" y="7"/>
                      <a:pt x="65" y="7"/>
                    </a:cubicBezTo>
                    <a:cubicBezTo>
                      <a:pt x="65" y="7"/>
                      <a:pt x="64" y="6"/>
                      <a:pt x="63" y="5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63" y="5"/>
                      <a:pt x="62" y="3"/>
                      <a:pt x="62" y="4"/>
                    </a:cubicBezTo>
                    <a:cubicBezTo>
                      <a:pt x="63" y="5"/>
                      <a:pt x="64" y="6"/>
                      <a:pt x="65" y="8"/>
                    </a:cubicBezTo>
                    <a:cubicBezTo>
                      <a:pt x="65" y="8"/>
                      <a:pt x="64" y="7"/>
                      <a:pt x="64" y="7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7"/>
                      <a:pt x="62" y="4"/>
                      <a:pt x="62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2" y="6"/>
                      <a:pt x="62" y="5"/>
                      <a:pt x="61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2" y="6"/>
                      <a:pt x="63" y="8"/>
                      <a:pt x="61" y="6"/>
                    </a:cubicBezTo>
                    <a:cubicBezTo>
                      <a:pt x="63" y="8"/>
                      <a:pt x="61" y="6"/>
                      <a:pt x="62" y="7"/>
                    </a:cubicBezTo>
                    <a:cubicBezTo>
                      <a:pt x="64" y="9"/>
                      <a:pt x="63" y="9"/>
                      <a:pt x="63" y="9"/>
                    </a:cubicBezTo>
                    <a:cubicBezTo>
                      <a:pt x="62" y="7"/>
                      <a:pt x="63" y="9"/>
                      <a:pt x="63" y="9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62" y="9"/>
                      <a:pt x="62" y="9"/>
                      <a:pt x="62" y="9"/>
                    </a:cubicBezTo>
                    <a:cubicBezTo>
                      <a:pt x="60" y="6"/>
                      <a:pt x="62" y="10"/>
                      <a:pt x="61" y="10"/>
                    </a:cubicBezTo>
                    <a:cubicBezTo>
                      <a:pt x="61" y="9"/>
                      <a:pt x="60" y="7"/>
                      <a:pt x="60" y="7"/>
                    </a:cubicBezTo>
                    <a:cubicBezTo>
                      <a:pt x="61" y="9"/>
                      <a:pt x="61" y="10"/>
                      <a:pt x="62" y="11"/>
                    </a:cubicBezTo>
                    <a:cubicBezTo>
                      <a:pt x="61" y="11"/>
                      <a:pt x="60" y="9"/>
                      <a:pt x="59" y="7"/>
                    </a:cubicBezTo>
                    <a:cubicBezTo>
                      <a:pt x="60" y="9"/>
                      <a:pt x="58" y="7"/>
                      <a:pt x="59" y="9"/>
                    </a:cubicBezTo>
                    <a:cubicBezTo>
                      <a:pt x="60" y="9"/>
                      <a:pt x="60" y="10"/>
                      <a:pt x="61" y="11"/>
                    </a:cubicBezTo>
                    <a:cubicBezTo>
                      <a:pt x="61" y="11"/>
                      <a:pt x="60" y="10"/>
                      <a:pt x="60" y="10"/>
                    </a:cubicBezTo>
                    <a:cubicBezTo>
                      <a:pt x="60" y="10"/>
                      <a:pt x="61" y="12"/>
                      <a:pt x="61" y="12"/>
                    </a:cubicBezTo>
                    <a:cubicBezTo>
                      <a:pt x="61" y="12"/>
                      <a:pt x="62" y="14"/>
                      <a:pt x="61" y="13"/>
                    </a:cubicBezTo>
                    <a:cubicBezTo>
                      <a:pt x="60" y="12"/>
                      <a:pt x="61" y="12"/>
                      <a:pt x="60" y="11"/>
                    </a:cubicBezTo>
                    <a:cubicBezTo>
                      <a:pt x="60" y="11"/>
                      <a:pt x="62" y="15"/>
                      <a:pt x="62" y="15"/>
                    </a:cubicBezTo>
                    <a:cubicBezTo>
                      <a:pt x="63" y="16"/>
                      <a:pt x="65" y="18"/>
                      <a:pt x="65" y="19"/>
                    </a:cubicBezTo>
                    <a:cubicBezTo>
                      <a:pt x="64" y="19"/>
                      <a:pt x="65" y="18"/>
                      <a:pt x="63" y="17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1" y="15"/>
                      <a:pt x="61" y="13"/>
                      <a:pt x="59" y="11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59" y="12"/>
                      <a:pt x="58" y="10"/>
                      <a:pt x="58" y="10"/>
                    </a:cubicBezTo>
                    <a:cubicBezTo>
                      <a:pt x="59" y="12"/>
                      <a:pt x="57" y="11"/>
                      <a:pt x="58" y="11"/>
                    </a:cubicBezTo>
                    <a:cubicBezTo>
                      <a:pt x="59" y="12"/>
                      <a:pt x="58" y="11"/>
                      <a:pt x="58" y="12"/>
                    </a:cubicBezTo>
                    <a:cubicBezTo>
                      <a:pt x="58" y="12"/>
                      <a:pt x="60" y="14"/>
                      <a:pt x="59" y="14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6" y="11"/>
                      <a:pt x="58" y="13"/>
                      <a:pt x="57" y="12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6" y="12"/>
                      <a:pt x="55" y="13"/>
                      <a:pt x="57" y="17"/>
                    </a:cubicBezTo>
                    <a:cubicBezTo>
                      <a:pt x="56" y="16"/>
                      <a:pt x="55" y="16"/>
                      <a:pt x="54" y="15"/>
                    </a:cubicBezTo>
                    <a:cubicBezTo>
                      <a:pt x="55" y="16"/>
                      <a:pt x="55" y="17"/>
                      <a:pt x="55" y="17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5"/>
                      <a:pt x="54" y="17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4" y="18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19"/>
                      <a:pt x="53" y="19"/>
                      <a:pt x="52" y="17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52" y="18"/>
                      <a:pt x="51" y="18"/>
                      <a:pt x="51" y="19"/>
                    </a:cubicBezTo>
                    <a:cubicBezTo>
                      <a:pt x="52" y="19"/>
                      <a:pt x="52" y="20"/>
                      <a:pt x="53" y="21"/>
                    </a:cubicBezTo>
                    <a:cubicBezTo>
                      <a:pt x="55" y="22"/>
                      <a:pt x="53" y="20"/>
                      <a:pt x="54" y="22"/>
                    </a:cubicBezTo>
                    <a:cubicBezTo>
                      <a:pt x="53" y="21"/>
                      <a:pt x="52" y="20"/>
                      <a:pt x="52" y="20"/>
                    </a:cubicBezTo>
                    <a:cubicBezTo>
                      <a:pt x="49" y="18"/>
                      <a:pt x="50" y="21"/>
                      <a:pt x="50" y="20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48" y="20"/>
                      <a:pt x="50" y="22"/>
                      <a:pt x="48" y="22"/>
                    </a:cubicBezTo>
                    <a:cubicBezTo>
                      <a:pt x="49" y="22"/>
                      <a:pt x="51" y="25"/>
                      <a:pt x="51" y="25"/>
                    </a:cubicBezTo>
                    <a:cubicBezTo>
                      <a:pt x="52" y="26"/>
                      <a:pt x="49" y="23"/>
                      <a:pt x="48" y="22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4"/>
                      <a:pt x="49" y="25"/>
                      <a:pt x="48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4"/>
                      <a:pt x="47" y="23"/>
                      <a:pt x="47" y="23"/>
                    </a:cubicBezTo>
                    <a:cubicBezTo>
                      <a:pt x="48" y="25"/>
                      <a:pt x="47" y="24"/>
                      <a:pt x="48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4"/>
                      <a:pt x="47" y="25"/>
                      <a:pt x="47" y="26"/>
                    </a:cubicBezTo>
                    <a:cubicBezTo>
                      <a:pt x="48" y="27"/>
                      <a:pt x="47" y="26"/>
                      <a:pt x="46" y="26"/>
                    </a:cubicBezTo>
                    <a:cubicBezTo>
                      <a:pt x="46" y="25"/>
                      <a:pt x="47" y="26"/>
                      <a:pt x="47" y="25"/>
                    </a:cubicBezTo>
                    <a:cubicBezTo>
                      <a:pt x="46" y="24"/>
                      <a:pt x="46" y="25"/>
                      <a:pt x="46" y="25"/>
                    </a:cubicBezTo>
                    <a:cubicBezTo>
                      <a:pt x="46" y="25"/>
                      <a:pt x="47" y="26"/>
                      <a:pt x="46" y="26"/>
                    </a:cubicBezTo>
                    <a:cubicBezTo>
                      <a:pt x="46" y="26"/>
                      <a:pt x="46" y="26"/>
                      <a:pt x="45" y="25"/>
                    </a:cubicBezTo>
                    <a:cubicBezTo>
                      <a:pt x="46" y="26"/>
                      <a:pt x="45" y="26"/>
                      <a:pt x="46" y="27"/>
                    </a:cubicBezTo>
                    <a:cubicBezTo>
                      <a:pt x="46" y="27"/>
                      <a:pt x="47" y="27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6" y="28"/>
                      <a:pt x="47" y="29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7" y="28"/>
                      <a:pt x="46" y="28"/>
                      <a:pt x="46" y="29"/>
                    </a:cubicBezTo>
                    <a:cubicBezTo>
                      <a:pt x="45" y="27"/>
                      <a:pt x="44" y="26"/>
                      <a:pt x="44" y="26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4" y="28"/>
                      <a:pt x="44" y="27"/>
                      <a:pt x="43" y="27"/>
                    </a:cubicBezTo>
                    <a:cubicBezTo>
                      <a:pt x="42" y="26"/>
                      <a:pt x="46" y="31"/>
                      <a:pt x="45" y="30"/>
                    </a:cubicBezTo>
                    <a:cubicBezTo>
                      <a:pt x="44" y="28"/>
                      <a:pt x="43" y="28"/>
                      <a:pt x="43" y="28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4" y="29"/>
                      <a:pt x="42" y="28"/>
                      <a:pt x="44" y="28"/>
                    </a:cubicBezTo>
                    <a:cubicBezTo>
                      <a:pt x="44" y="29"/>
                      <a:pt x="44" y="29"/>
                      <a:pt x="44" y="30"/>
                    </a:cubicBezTo>
                    <a:cubicBezTo>
                      <a:pt x="41" y="27"/>
                      <a:pt x="42" y="30"/>
                      <a:pt x="40" y="29"/>
                    </a:cubicBezTo>
                    <a:cubicBezTo>
                      <a:pt x="42" y="30"/>
                      <a:pt x="41" y="29"/>
                      <a:pt x="41" y="30"/>
                    </a:cubicBezTo>
                    <a:cubicBezTo>
                      <a:pt x="39" y="28"/>
                      <a:pt x="41" y="31"/>
                      <a:pt x="40" y="30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0" y="31"/>
                      <a:pt x="44" y="35"/>
                      <a:pt x="41" y="33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38" y="29"/>
                      <a:pt x="41" y="33"/>
                      <a:pt x="39" y="31"/>
                    </a:cubicBezTo>
                    <a:cubicBezTo>
                      <a:pt x="39" y="32"/>
                      <a:pt x="40" y="33"/>
                      <a:pt x="41" y="34"/>
                    </a:cubicBezTo>
                    <a:cubicBezTo>
                      <a:pt x="40" y="33"/>
                      <a:pt x="39" y="33"/>
                      <a:pt x="38" y="32"/>
                    </a:cubicBezTo>
                    <a:cubicBezTo>
                      <a:pt x="39" y="33"/>
                      <a:pt x="39" y="33"/>
                      <a:pt x="38" y="33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7" y="32"/>
                      <a:pt x="38" y="33"/>
                      <a:pt x="38" y="33"/>
                    </a:cubicBezTo>
                    <a:cubicBezTo>
                      <a:pt x="37" y="32"/>
                      <a:pt x="37" y="33"/>
                      <a:pt x="36" y="33"/>
                    </a:cubicBezTo>
                    <a:cubicBezTo>
                      <a:pt x="37" y="35"/>
                      <a:pt x="35" y="32"/>
                      <a:pt x="37" y="35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5"/>
                      <a:pt x="38" y="36"/>
                      <a:pt x="38" y="37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3"/>
                      <a:pt x="36" y="35"/>
                      <a:pt x="35" y="34"/>
                    </a:cubicBezTo>
                    <a:cubicBezTo>
                      <a:pt x="36" y="35"/>
                      <a:pt x="35" y="34"/>
                      <a:pt x="36" y="35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6" y="38"/>
                      <a:pt x="35" y="36"/>
                      <a:pt x="35" y="36"/>
                    </a:cubicBezTo>
                    <a:cubicBezTo>
                      <a:pt x="34" y="35"/>
                      <a:pt x="34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4" y="36"/>
                    </a:cubicBezTo>
                    <a:cubicBezTo>
                      <a:pt x="34" y="36"/>
                      <a:pt x="34" y="36"/>
                      <a:pt x="35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35"/>
                      <a:pt x="33" y="36"/>
                      <a:pt x="34" y="37"/>
                    </a:cubicBezTo>
                    <a:cubicBezTo>
                      <a:pt x="32" y="36"/>
                      <a:pt x="33" y="38"/>
                      <a:pt x="33" y="39"/>
                    </a:cubicBezTo>
                    <a:cubicBezTo>
                      <a:pt x="33" y="39"/>
                      <a:pt x="32" y="38"/>
                      <a:pt x="33" y="38"/>
                    </a:cubicBezTo>
                    <a:cubicBezTo>
                      <a:pt x="33" y="39"/>
                      <a:pt x="33" y="40"/>
                      <a:pt x="33" y="39"/>
                    </a:cubicBezTo>
                    <a:cubicBezTo>
                      <a:pt x="33" y="40"/>
                      <a:pt x="32" y="38"/>
                      <a:pt x="32" y="38"/>
                    </a:cubicBezTo>
                    <a:cubicBezTo>
                      <a:pt x="31" y="38"/>
                      <a:pt x="33" y="40"/>
                      <a:pt x="32" y="40"/>
                    </a:cubicBezTo>
                    <a:cubicBezTo>
                      <a:pt x="30" y="38"/>
                      <a:pt x="33" y="42"/>
                      <a:pt x="31" y="41"/>
                    </a:cubicBezTo>
                    <a:cubicBezTo>
                      <a:pt x="31" y="41"/>
                      <a:pt x="31" y="40"/>
                      <a:pt x="30" y="39"/>
                    </a:cubicBezTo>
                    <a:cubicBezTo>
                      <a:pt x="30" y="40"/>
                      <a:pt x="30" y="41"/>
                      <a:pt x="31" y="43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0" y="41"/>
                      <a:pt x="30" y="42"/>
                      <a:pt x="31" y="43"/>
                    </a:cubicBezTo>
                    <a:cubicBezTo>
                      <a:pt x="32" y="44"/>
                      <a:pt x="32" y="45"/>
                      <a:pt x="32" y="45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9" y="43"/>
                      <a:pt x="29" y="44"/>
                      <a:pt x="29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29" y="44"/>
                      <a:pt x="29" y="44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48"/>
                      <a:pt x="30" y="47"/>
                      <a:pt x="29" y="46"/>
                    </a:cubicBezTo>
                    <a:cubicBezTo>
                      <a:pt x="29" y="46"/>
                      <a:pt x="31" y="49"/>
                      <a:pt x="31" y="50"/>
                    </a:cubicBezTo>
                    <a:cubicBezTo>
                      <a:pt x="31" y="50"/>
                      <a:pt x="31" y="51"/>
                      <a:pt x="31" y="51"/>
                    </a:cubicBezTo>
                    <a:cubicBezTo>
                      <a:pt x="30" y="50"/>
                      <a:pt x="31" y="51"/>
                      <a:pt x="31" y="51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8" y="48"/>
                      <a:pt x="28" y="47"/>
                    </a:cubicBezTo>
                    <a:cubicBezTo>
                      <a:pt x="28" y="48"/>
                      <a:pt x="27" y="47"/>
                      <a:pt x="26" y="47"/>
                    </a:cubicBezTo>
                    <a:cubicBezTo>
                      <a:pt x="28" y="49"/>
                      <a:pt x="27" y="49"/>
                      <a:pt x="28" y="51"/>
                    </a:cubicBezTo>
                    <a:cubicBezTo>
                      <a:pt x="28" y="51"/>
                      <a:pt x="27" y="49"/>
                      <a:pt x="26" y="49"/>
                    </a:cubicBezTo>
                    <a:cubicBezTo>
                      <a:pt x="27" y="50"/>
                      <a:pt x="26" y="50"/>
                      <a:pt x="25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1"/>
                      <a:pt x="24" y="51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4" y="51"/>
                      <a:pt x="27" y="54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3" y="52"/>
                      <a:pt x="24" y="54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4" y="53"/>
                      <a:pt x="23" y="53"/>
                      <a:pt x="24" y="55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22" y="52"/>
                      <a:pt x="24" y="55"/>
                      <a:pt x="23" y="55"/>
                    </a:cubicBezTo>
                    <a:cubicBezTo>
                      <a:pt x="23" y="55"/>
                      <a:pt x="22" y="54"/>
                      <a:pt x="22" y="54"/>
                    </a:cubicBezTo>
                    <a:cubicBezTo>
                      <a:pt x="23" y="55"/>
                      <a:pt x="22" y="55"/>
                      <a:pt x="23" y="55"/>
                    </a:cubicBezTo>
                    <a:cubicBezTo>
                      <a:pt x="21" y="54"/>
                      <a:pt x="21" y="54"/>
                      <a:pt x="21" y="54"/>
                    </a:cubicBezTo>
                    <a:cubicBezTo>
                      <a:pt x="20" y="55"/>
                      <a:pt x="18" y="56"/>
                      <a:pt x="18" y="59"/>
                    </a:cubicBezTo>
                    <a:cubicBezTo>
                      <a:pt x="16" y="57"/>
                      <a:pt x="17" y="57"/>
                      <a:pt x="16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8"/>
                      <a:pt x="15" y="57"/>
                      <a:pt x="16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7" y="59"/>
                      <a:pt x="14" y="56"/>
                      <a:pt x="15" y="59"/>
                    </a:cubicBezTo>
                    <a:cubicBezTo>
                      <a:pt x="14" y="57"/>
                      <a:pt x="14" y="57"/>
                      <a:pt x="14" y="57"/>
                    </a:cubicBezTo>
                    <a:cubicBezTo>
                      <a:pt x="16" y="60"/>
                      <a:pt x="13" y="57"/>
                      <a:pt x="15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3" y="58"/>
                      <a:pt x="15" y="61"/>
                      <a:pt x="14" y="60"/>
                    </a:cubicBezTo>
                    <a:cubicBezTo>
                      <a:pt x="14" y="60"/>
                      <a:pt x="14" y="61"/>
                      <a:pt x="15" y="63"/>
                    </a:cubicBezTo>
                    <a:cubicBezTo>
                      <a:pt x="14" y="60"/>
                      <a:pt x="14" y="60"/>
                      <a:pt x="14" y="60"/>
                    </a:cubicBezTo>
                    <a:cubicBezTo>
                      <a:pt x="13" y="62"/>
                      <a:pt x="12" y="63"/>
                      <a:pt x="13" y="65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13" y="67"/>
                      <a:pt x="9" y="64"/>
                      <a:pt x="12" y="67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11" y="68"/>
                      <a:pt x="10" y="68"/>
                      <a:pt x="11" y="69"/>
                    </a:cubicBezTo>
                    <a:cubicBezTo>
                      <a:pt x="10" y="68"/>
                      <a:pt x="10" y="68"/>
                      <a:pt x="10" y="68"/>
                    </a:cubicBezTo>
                    <a:cubicBezTo>
                      <a:pt x="10" y="68"/>
                      <a:pt x="11" y="70"/>
                      <a:pt x="11" y="70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7" y="68"/>
                      <a:pt x="4" y="67"/>
                      <a:pt x="5" y="71"/>
                    </a:cubicBezTo>
                    <a:cubicBezTo>
                      <a:pt x="5" y="72"/>
                      <a:pt x="3" y="70"/>
                      <a:pt x="3" y="70"/>
                    </a:cubicBezTo>
                    <a:cubicBezTo>
                      <a:pt x="5" y="73"/>
                      <a:pt x="0" y="70"/>
                      <a:pt x="2" y="75"/>
                    </a:cubicBezTo>
                    <a:cubicBezTo>
                      <a:pt x="2" y="77"/>
                      <a:pt x="6" y="82"/>
                      <a:pt x="6" y="82"/>
                    </a:cubicBezTo>
                    <a:cubicBezTo>
                      <a:pt x="7" y="78"/>
                      <a:pt x="10" y="79"/>
                      <a:pt x="14" y="80"/>
                    </a:cubicBezTo>
                    <a:cubicBezTo>
                      <a:pt x="14" y="79"/>
                      <a:pt x="14" y="77"/>
                      <a:pt x="15" y="78"/>
                    </a:cubicBezTo>
                    <a:cubicBezTo>
                      <a:pt x="18" y="75"/>
                      <a:pt x="23" y="77"/>
                      <a:pt x="24" y="73"/>
                    </a:cubicBezTo>
                    <a:cubicBezTo>
                      <a:pt x="23" y="73"/>
                      <a:pt x="23" y="72"/>
                      <a:pt x="23" y="71"/>
                    </a:cubicBezTo>
                    <a:cubicBezTo>
                      <a:pt x="23" y="72"/>
                      <a:pt x="23" y="72"/>
                      <a:pt x="23" y="72"/>
                    </a:cubicBezTo>
                    <a:cubicBezTo>
                      <a:pt x="22" y="71"/>
                      <a:pt x="22" y="71"/>
                      <a:pt x="22" y="71"/>
                    </a:cubicBezTo>
                    <a:cubicBezTo>
                      <a:pt x="23" y="70"/>
                      <a:pt x="24" y="72"/>
                      <a:pt x="24" y="72"/>
                    </a:cubicBezTo>
                    <a:cubicBezTo>
                      <a:pt x="25" y="71"/>
                      <a:pt x="25" y="70"/>
                      <a:pt x="26" y="70"/>
                    </a:cubicBezTo>
                    <a:cubicBezTo>
                      <a:pt x="25" y="68"/>
                      <a:pt x="27" y="69"/>
                      <a:pt x="25" y="67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8" y="68"/>
                    </a:cubicBezTo>
                    <a:cubicBezTo>
                      <a:pt x="32" y="68"/>
                      <a:pt x="33" y="64"/>
                      <a:pt x="36" y="63"/>
                    </a:cubicBezTo>
                    <a:cubicBezTo>
                      <a:pt x="39" y="60"/>
                      <a:pt x="40" y="57"/>
                      <a:pt x="43" y="54"/>
                    </a:cubicBezTo>
                    <a:cubicBezTo>
                      <a:pt x="41" y="51"/>
                      <a:pt x="42" y="52"/>
                      <a:pt x="41" y="49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48"/>
                      <a:pt x="42" y="49"/>
                      <a:pt x="44" y="50"/>
                    </a:cubicBezTo>
                    <a:cubicBezTo>
                      <a:pt x="43" y="49"/>
                      <a:pt x="44" y="50"/>
                      <a:pt x="42" y="48"/>
                    </a:cubicBezTo>
                    <a:cubicBezTo>
                      <a:pt x="41" y="47"/>
                      <a:pt x="44" y="50"/>
                      <a:pt x="44" y="49"/>
                    </a:cubicBezTo>
                    <a:cubicBezTo>
                      <a:pt x="45" y="50"/>
                      <a:pt x="43" y="48"/>
                      <a:pt x="44" y="49"/>
                    </a:cubicBezTo>
                    <a:cubicBezTo>
                      <a:pt x="43" y="46"/>
                      <a:pt x="44" y="50"/>
                      <a:pt x="47" y="50"/>
                    </a:cubicBezTo>
                    <a:cubicBezTo>
                      <a:pt x="47" y="49"/>
                      <a:pt x="47" y="46"/>
                      <a:pt x="49" y="46"/>
                    </a:cubicBezTo>
                    <a:cubicBezTo>
                      <a:pt x="49" y="46"/>
                      <a:pt x="48" y="45"/>
                      <a:pt x="48" y="45"/>
                    </a:cubicBezTo>
                    <a:cubicBezTo>
                      <a:pt x="50" y="47"/>
                      <a:pt x="48" y="44"/>
                      <a:pt x="49" y="45"/>
                    </a:cubicBezTo>
                    <a:cubicBezTo>
                      <a:pt x="50" y="46"/>
                      <a:pt x="50" y="46"/>
                      <a:pt x="50" y="46"/>
                    </a:cubicBezTo>
                    <a:cubicBezTo>
                      <a:pt x="51" y="46"/>
                      <a:pt x="50" y="45"/>
                      <a:pt x="52" y="45"/>
                    </a:cubicBezTo>
                    <a:cubicBezTo>
                      <a:pt x="51" y="44"/>
                      <a:pt x="54" y="45"/>
                      <a:pt x="53" y="44"/>
                    </a:cubicBezTo>
                    <a:cubicBezTo>
                      <a:pt x="54" y="45"/>
                      <a:pt x="54" y="44"/>
                      <a:pt x="54" y="45"/>
                    </a:cubicBezTo>
                    <a:cubicBezTo>
                      <a:pt x="52" y="42"/>
                      <a:pt x="56" y="45"/>
                      <a:pt x="55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56" y="42"/>
                      <a:pt x="58" y="42"/>
                      <a:pt x="58" y="39"/>
                    </a:cubicBezTo>
                    <a:cubicBezTo>
                      <a:pt x="59" y="38"/>
                      <a:pt x="62" y="40"/>
                      <a:pt x="62" y="38"/>
                    </a:cubicBezTo>
                    <a:cubicBezTo>
                      <a:pt x="61" y="37"/>
                      <a:pt x="61" y="37"/>
                      <a:pt x="61" y="37"/>
                    </a:cubicBezTo>
                    <a:cubicBezTo>
                      <a:pt x="61" y="36"/>
                      <a:pt x="62" y="37"/>
                      <a:pt x="62" y="38"/>
                    </a:cubicBezTo>
                    <a:cubicBezTo>
                      <a:pt x="61" y="36"/>
                      <a:pt x="63" y="37"/>
                      <a:pt x="64" y="37"/>
                    </a:cubicBezTo>
                    <a:cubicBezTo>
                      <a:pt x="63" y="36"/>
                      <a:pt x="63" y="36"/>
                      <a:pt x="63" y="35"/>
                    </a:cubicBezTo>
                    <a:cubicBezTo>
                      <a:pt x="66" y="36"/>
                      <a:pt x="63" y="33"/>
                      <a:pt x="66" y="34"/>
                    </a:cubicBezTo>
                    <a:cubicBezTo>
                      <a:pt x="63" y="32"/>
                      <a:pt x="65" y="33"/>
                      <a:pt x="64" y="32"/>
                    </a:cubicBezTo>
                    <a:cubicBezTo>
                      <a:pt x="64" y="32"/>
                      <a:pt x="65" y="33"/>
                      <a:pt x="65" y="33"/>
                    </a:cubicBezTo>
                    <a:cubicBezTo>
                      <a:pt x="66" y="33"/>
                      <a:pt x="66" y="32"/>
                      <a:pt x="67" y="33"/>
                    </a:cubicBezTo>
                    <a:cubicBezTo>
                      <a:pt x="67" y="32"/>
                      <a:pt x="66" y="31"/>
                      <a:pt x="66" y="31"/>
                    </a:cubicBezTo>
                    <a:cubicBezTo>
                      <a:pt x="68" y="33"/>
                      <a:pt x="67" y="31"/>
                      <a:pt x="68" y="31"/>
                    </a:cubicBezTo>
                    <a:cubicBezTo>
                      <a:pt x="66" y="29"/>
                      <a:pt x="66" y="28"/>
                      <a:pt x="66" y="28"/>
                    </a:cubicBezTo>
                    <a:cubicBezTo>
                      <a:pt x="68" y="31"/>
                      <a:pt x="68" y="31"/>
                      <a:pt x="68" y="31"/>
                    </a:cubicBezTo>
                    <a:cubicBezTo>
                      <a:pt x="68" y="29"/>
                      <a:pt x="71" y="30"/>
                      <a:pt x="70" y="27"/>
                    </a:cubicBezTo>
                    <a:cubicBezTo>
                      <a:pt x="71" y="28"/>
                      <a:pt x="71" y="28"/>
                      <a:pt x="71" y="28"/>
                    </a:cubicBezTo>
                    <a:cubicBezTo>
                      <a:pt x="71" y="25"/>
                      <a:pt x="73" y="26"/>
                      <a:pt x="72" y="23"/>
                    </a:cubicBezTo>
                    <a:cubicBezTo>
                      <a:pt x="73" y="23"/>
                      <a:pt x="73" y="24"/>
                      <a:pt x="74" y="23"/>
                    </a:cubicBezTo>
                    <a:cubicBezTo>
                      <a:pt x="73" y="22"/>
                      <a:pt x="73" y="22"/>
                      <a:pt x="72" y="20"/>
                    </a:cubicBezTo>
                    <a:cubicBezTo>
                      <a:pt x="72" y="20"/>
                      <a:pt x="73" y="21"/>
                      <a:pt x="74" y="21"/>
                    </a:cubicBezTo>
                    <a:cubicBezTo>
                      <a:pt x="74" y="21"/>
                      <a:pt x="76" y="23"/>
                      <a:pt x="75" y="20"/>
                    </a:cubicBezTo>
                    <a:cubicBezTo>
                      <a:pt x="76" y="21"/>
                      <a:pt x="76" y="21"/>
                      <a:pt x="76" y="21"/>
                    </a:cubicBezTo>
                    <a:cubicBezTo>
                      <a:pt x="76" y="20"/>
                      <a:pt x="75" y="18"/>
                      <a:pt x="76" y="19"/>
                    </a:cubicBezTo>
                    <a:cubicBezTo>
                      <a:pt x="76" y="18"/>
                      <a:pt x="76" y="17"/>
                      <a:pt x="75" y="16"/>
                    </a:cubicBezTo>
                    <a:cubicBezTo>
                      <a:pt x="75" y="16"/>
                      <a:pt x="76" y="18"/>
                      <a:pt x="76" y="17"/>
                    </a:cubicBezTo>
                    <a:cubicBezTo>
                      <a:pt x="77" y="19"/>
                      <a:pt x="77" y="19"/>
                      <a:pt x="77" y="19"/>
                    </a:cubicBezTo>
                    <a:cubicBezTo>
                      <a:pt x="78" y="18"/>
                      <a:pt x="78" y="17"/>
                      <a:pt x="79" y="15"/>
                    </a:cubicBezTo>
                    <a:cubicBezTo>
                      <a:pt x="80" y="17"/>
                      <a:pt x="80" y="15"/>
                      <a:pt x="81" y="15"/>
                    </a:cubicBezTo>
                    <a:cubicBezTo>
                      <a:pt x="81" y="14"/>
                      <a:pt x="82" y="15"/>
                      <a:pt x="81" y="13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14"/>
                      <a:pt x="83" y="13"/>
                      <a:pt x="84" y="14"/>
                    </a:cubicBezTo>
                    <a:cubicBezTo>
                      <a:pt x="84" y="14"/>
                      <a:pt x="83" y="12"/>
                      <a:pt x="83" y="11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1"/>
                      <a:pt x="83" y="10"/>
                      <a:pt x="82" y="8"/>
                    </a:cubicBezTo>
                    <a:cubicBezTo>
                      <a:pt x="83" y="9"/>
                      <a:pt x="82" y="8"/>
                      <a:pt x="83" y="9"/>
                    </a:cubicBezTo>
                    <a:cubicBezTo>
                      <a:pt x="83" y="10"/>
                      <a:pt x="84" y="11"/>
                      <a:pt x="84" y="13"/>
                    </a:cubicBezTo>
                    <a:cubicBezTo>
                      <a:pt x="85" y="13"/>
                      <a:pt x="84" y="10"/>
                      <a:pt x="85" y="11"/>
                    </a:cubicBezTo>
                    <a:cubicBezTo>
                      <a:pt x="86" y="12"/>
                      <a:pt x="86" y="11"/>
                      <a:pt x="85" y="9"/>
                    </a:cubicBezTo>
                    <a:cubicBezTo>
                      <a:pt x="85" y="10"/>
                      <a:pt x="85" y="10"/>
                      <a:pt x="86" y="11"/>
                    </a:cubicBezTo>
                    <a:cubicBezTo>
                      <a:pt x="86" y="11"/>
                      <a:pt x="86" y="11"/>
                      <a:pt x="86" y="10"/>
                    </a:cubicBezTo>
                    <a:cubicBezTo>
                      <a:pt x="86" y="10"/>
                      <a:pt x="85" y="10"/>
                      <a:pt x="85" y="10"/>
                    </a:cubicBezTo>
                    <a:cubicBezTo>
                      <a:pt x="85" y="9"/>
                      <a:pt x="85" y="8"/>
                      <a:pt x="84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3" y="6"/>
                      <a:pt x="84" y="5"/>
                      <a:pt x="8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2" name="Freeform 37"/>
              <p:cNvSpPr/>
              <p:nvPr>
                <p:custDataLst>
                  <p:tags r:id="rId283"/>
                </p:custDataLst>
              </p:nvPr>
            </p:nvSpPr>
            <p:spPr bwMode="auto">
              <a:xfrm>
                <a:off x="3725" y="226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3" name="Freeform 38"/>
              <p:cNvSpPr/>
              <p:nvPr>
                <p:custDataLst>
                  <p:tags r:id="rId284"/>
                </p:custDataLst>
              </p:nvPr>
            </p:nvSpPr>
            <p:spPr bwMode="auto">
              <a:xfrm>
                <a:off x="3474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4" name="Freeform 39"/>
              <p:cNvSpPr/>
              <p:nvPr>
                <p:custDataLst>
                  <p:tags r:id="rId285"/>
                </p:custDataLst>
              </p:nvPr>
            </p:nvSpPr>
            <p:spPr bwMode="auto">
              <a:xfrm>
                <a:off x="3799" y="26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5" name="Freeform 40"/>
              <p:cNvSpPr/>
              <p:nvPr>
                <p:custDataLst>
                  <p:tags r:id="rId286"/>
                </p:custDataLst>
              </p:nvPr>
            </p:nvSpPr>
            <p:spPr bwMode="auto">
              <a:xfrm>
                <a:off x="3470" y="2079"/>
                <a:ext cx="2" cy="3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6" name="Freeform 41"/>
              <p:cNvSpPr/>
              <p:nvPr>
                <p:custDataLst>
                  <p:tags r:id="rId287"/>
                </p:custDataLst>
              </p:nvPr>
            </p:nvSpPr>
            <p:spPr bwMode="auto">
              <a:xfrm>
                <a:off x="3825" y="27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7" name="Freeform 42"/>
              <p:cNvSpPr/>
              <p:nvPr>
                <p:custDataLst>
                  <p:tags r:id="rId288"/>
                </p:custDataLst>
              </p:nvPr>
            </p:nvSpPr>
            <p:spPr bwMode="auto">
              <a:xfrm>
                <a:off x="3466" y="215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8" name="Freeform 43"/>
              <p:cNvSpPr/>
              <p:nvPr>
                <p:custDataLst>
                  <p:tags r:id="rId289"/>
                </p:custDataLst>
              </p:nvPr>
            </p:nvSpPr>
            <p:spPr bwMode="auto">
              <a:xfrm>
                <a:off x="3916" y="2582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9" name="Freeform 44"/>
              <p:cNvSpPr/>
              <p:nvPr>
                <p:custDataLst>
                  <p:tags r:id="rId290"/>
                </p:custDataLst>
              </p:nvPr>
            </p:nvSpPr>
            <p:spPr bwMode="auto">
              <a:xfrm>
                <a:off x="3899" y="27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0" name="Freeform 45"/>
              <p:cNvSpPr/>
              <p:nvPr>
                <p:custDataLst>
                  <p:tags r:id="rId291"/>
                </p:custDataLst>
              </p:nvPr>
            </p:nvSpPr>
            <p:spPr bwMode="auto">
              <a:xfrm>
                <a:off x="3926" y="2582"/>
                <a:ext cx="3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1" name="Freeform 46"/>
              <p:cNvSpPr/>
              <p:nvPr>
                <p:custDataLst>
                  <p:tags r:id="rId292"/>
                </p:custDataLst>
              </p:nvPr>
            </p:nvSpPr>
            <p:spPr bwMode="auto">
              <a:xfrm>
                <a:off x="3850" y="26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2" name="Freeform 47"/>
              <p:cNvSpPr/>
              <p:nvPr>
                <p:custDataLst>
                  <p:tags r:id="rId293"/>
                </p:custDataLst>
              </p:nvPr>
            </p:nvSpPr>
            <p:spPr bwMode="auto">
              <a:xfrm>
                <a:off x="3926" y="25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3" name="Freeform 48"/>
              <p:cNvSpPr/>
              <p:nvPr>
                <p:custDataLst>
                  <p:tags r:id="rId294"/>
                </p:custDataLst>
              </p:nvPr>
            </p:nvSpPr>
            <p:spPr bwMode="auto">
              <a:xfrm>
                <a:off x="3810" y="27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4" name="Freeform 49"/>
              <p:cNvSpPr/>
              <p:nvPr>
                <p:custDataLst>
                  <p:tags r:id="rId295"/>
                </p:custDataLst>
              </p:nvPr>
            </p:nvSpPr>
            <p:spPr bwMode="auto">
              <a:xfrm>
                <a:off x="3827" y="22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5" name="Freeform 50"/>
              <p:cNvSpPr/>
              <p:nvPr>
                <p:custDataLst>
                  <p:tags r:id="rId296"/>
                </p:custDataLst>
              </p:nvPr>
            </p:nvSpPr>
            <p:spPr bwMode="auto">
              <a:xfrm>
                <a:off x="3470" y="208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6" name="Freeform 51"/>
              <p:cNvSpPr/>
              <p:nvPr>
                <p:custDataLst>
                  <p:tags r:id="rId297"/>
                </p:custDataLst>
              </p:nvPr>
            </p:nvSpPr>
            <p:spPr bwMode="auto">
              <a:xfrm>
                <a:off x="4497" y="233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0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1" y="0"/>
                      <a:pt x="0" y="1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7" name="Freeform 52"/>
              <p:cNvSpPr/>
              <p:nvPr>
                <p:custDataLst>
                  <p:tags r:id="rId298"/>
                </p:custDataLst>
              </p:nvPr>
            </p:nvSpPr>
            <p:spPr bwMode="auto">
              <a:xfrm>
                <a:off x="4468" y="231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8" name="Freeform 53"/>
              <p:cNvSpPr/>
              <p:nvPr>
                <p:custDataLst>
                  <p:tags r:id="rId299"/>
                </p:custDataLst>
              </p:nvPr>
            </p:nvSpPr>
            <p:spPr bwMode="auto">
              <a:xfrm>
                <a:off x="4451" y="22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9" name="Freeform 54"/>
              <p:cNvSpPr/>
              <p:nvPr>
                <p:custDataLst>
                  <p:tags r:id="rId300"/>
                </p:custDataLst>
              </p:nvPr>
            </p:nvSpPr>
            <p:spPr bwMode="auto">
              <a:xfrm>
                <a:off x="4385" y="2289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0" name="Freeform 55"/>
              <p:cNvSpPr/>
              <p:nvPr>
                <p:custDataLst>
                  <p:tags r:id="rId301"/>
                </p:custDataLst>
              </p:nvPr>
            </p:nvSpPr>
            <p:spPr bwMode="auto">
              <a:xfrm>
                <a:off x="4381" y="2277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1 h 1"/>
                  <a:gd name="T4" fmla="*/ 1 w 2"/>
                  <a:gd name="T5" fmla="*/ 0 h 1"/>
                  <a:gd name="T6" fmla="*/ 1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1" name="Freeform 56"/>
              <p:cNvSpPr/>
              <p:nvPr>
                <p:custDataLst>
                  <p:tags r:id="rId302"/>
                </p:custDataLst>
              </p:nvPr>
            </p:nvSpPr>
            <p:spPr bwMode="auto">
              <a:xfrm>
                <a:off x="4383" y="2281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2" name="Freeform 57"/>
              <p:cNvSpPr/>
              <p:nvPr>
                <p:custDataLst>
                  <p:tags r:id="rId303"/>
                </p:custDataLst>
              </p:nvPr>
            </p:nvSpPr>
            <p:spPr bwMode="auto">
              <a:xfrm>
                <a:off x="4504" y="232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3" name="Freeform 58"/>
              <p:cNvSpPr/>
              <p:nvPr>
                <p:custDataLst>
                  <p:tags r:id="rId304"/>
                </p:custDataLst>
              </p:nvPr>
            </p:nvSpPr>
            <p:spPr bwMode="auto">
              <a:xfrm>
                <a:off x="3602" y="1893"/>
                <a:ext cx="27" cy="2"/>
              </a:xfrm>
              <a:custGeom>
                <a:avLst/>
                <a:gdLst>
                  <a:gd name="T0" fmla="*/ 4 w 13"/>
                  <a:gd name="T1" fmla="*/ 1 h 1"/>
                  <a:gd name="T2" fmla="*/ 6 w 13"/>
                  <a:gd name="T3" fmla="*/ 1 h 1"/>
                  <a:gd name="T4" fmla="*/ 6 w 13"/>
                  <a:gd name="T5" fmla="*/ 1 h 1"/>
                  <a:gd name="T6" fmla="*/ 6 w 13"/>
                  <a:gd name="T7" fmla="*/ 1 h 1"/>
                  <a:gd name="T8" fmla="*/ 6 w 13"/>
                  <a:gd name="T9" fmla="*/ 1 h 1"/>
                  <a:gd name="T10" fmla="*/ 6 w 13"/>
                  <a:gd name="T11" fmla="*/ 1 h 1"/>
                  <a:gd name="T12" fmla="*/ 6 w 13"/>
                  <a:gd name="T13" fmla="*/ 1 h 1"/>
                  <a:gd name="T14" fmla="*/ 6 w 13"/>
                  <a:gd name="T15" fmla="*/ 1 h 1"/>
                  <a:gd name="T16" fmla="*/ 4 w 13"/>
                  <a:gd name="T17" fmla="*/ 1 h 1"/>
                  <a:gd name="T18" fmla="*/ 4 w 13"/>
                  <a:gd name="T1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">
                    <a:moveTo>
                      <a:pt x="4" y="1"/>
                    </a:moveTo>
                    <a:cubicBezTo>
                      <a:pt x="4" y="1"/>
                      <a:pt x="5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0" y="0"/>
                      <a:pt x="13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4" name="Freeform 59"/>
              <p:cNvSpPr/>
              <p:nvPr>
                <p:custDataLst>
                  <p:tags r:id="rId305"/>
                </p:custDataLst>
              </p:nvPr>
            </p:nvSpPr>
            <p:spPr bwMode="auto">
              <a:xfrm>
                <a:off x="4495" y="233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5" name="Freeform 60"/>
              <p:cNvSpPr/>
              <p:nvPr>
                <p:custDataLst>
                  <p:tags r:id="rId306"/>
                </p:custDataLst>
              </p:nvPr>
            </p:nvSpPr>
            <p:spPr bwMode="auto">
              <a:xfrm>
                <a:off x="4381" y="2277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2 w 2"/>
                  <a:gd name="T3" fmla="*/ 0 h 4"/>
                  <a:gd name="T4" fmla="*/ 1 w 2"/>
                  <a:gd name="T5" fmla="*/ 2 h 4"/>
                  <a:gd name="T6" fmla="*/ 1 w 2"/>
                  <a:gd name="T7" fmla="*/ 2 h 4"/>
                  <a:gd name="T8" fmla="*/ 0 w 2"/>
                  <a:gd name="T9" fmla="*/ 4 h 4"/>
                  <a:gd name="T10" fmla="*/ 2 w 2"/>
                  <a:gd name="T1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1" y="3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6" name="Freeform 61"/>
              <p:cNvSpPr/>
              <p:nvPr>
                <p:custDataLst>
                  <p:tags r:id="rId307"/>
                </p:custDataLst>
              </p:nvPr>
            </p:nvSpPr>
            <p:spPr bwMode="auto">
              <a:xfrm>
                <a:off x="4519" y="2328"/>
                <a:ext cx="2" cy="2"/>
              </a:xfrm>
              <a:custGeom>
                <a:avLst/>
                <a:gdLst>
                  <a:gd name="T0" fmla="*/ 0 w 2"/>
                  <a:gd name="T1" fmla="*/ 2 h 2"/>
                  <a:gd name="T2" fmla="*/ 0 w 2"/>
                  <a:gd name="T3" fmla="*/ 2 h 2"/>
                  <a:gd name="T4" fmla="*/ 2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7" name="Freeform 62"/>
              <p:cNvSpPr/>
              <p:nvPr>
                <p:custDataLst>
                  <p:tags r:id="rId308"/>
                </p:custDataLst>
              </p:nvPr>
            </p:nvSpPr>
            <p:spPr bwMode="auto">
              <a:xfrm>
                <a:off x="4504" y="2325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8" name="Freeform 63"/>
              <p:cNvSpPr/>
              <p:nvPr>
                <p:custDataLst>
                  <p:tags r:id="rId309"/>
                </p:custDataLst>
              </p:nvPr>
            </p:nvSpPr>
            <p:spPr bwMode="auto">
              <a:xfrm>
                <a:off x="4391" y="2294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1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9" name="Freeform 64"/>
              <p:cNvSpPr/>
              <p:nvPr>
                <p:custDataLst>
                  <p:tags r:id="rId310"/>
                </p:custDataLst>
              </p:nvPr>
            </p:nvSpPr>
            <p:spPr bwMode="auto">
              <a:xfrm>
                <a:off x="4381" y="2281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0" name="Freeform 65"/>
              <p:cNvSpPr/>
              <p:nvPr>
                <p:custDataLst>
                  <p:tags r:id="rId311"/>
                </p:custDataLst>
              </p:nvPr>
            </p:nvSpPr>
            <p:spPr bwMode="auto">
              <a:xfrm>
                <a:off x="3332" y="1903"/>
                <a:ext cx="2" cy="7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3 h 3"/>
                  <a:gd name="T4" fmla="*/ 1 w 1"/>
                  <a:gd name="T5" fmla="*/ 0 h 3"/>
                  <a:gd name="T6" fmla="*/ 0 w 1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3"/>
                      <a:pt x="0" y="3"/>
                      <a:pt x="1" y="3"/>
                    </a:cubicBezTo>
                    <a:cubicBezTo>
                      <a:pt x="1" y="2"/>
                      <a:pt x="1" y="1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1" name="Freeform 66"/>
              <p:cNvSpPr/>
              <p:nvPr>
                <p:custDataLst>
                  <p:tags r:id="rId312"/>
                </p:custDataLst>
              </p:nvPr>
            </p:nvSpPr>
            <p:spPr bwMode="auto">
              <a:xfrm>
                <a:off x="3566" y="2372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2" name="Freeform 67"/>
              <p:cNvSpPr/>
              <p:nvPr>
                <p:custDataLst>
                  <p:tags r:id="rId313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3" name="Freeform 68"/>
              <p:cNvSpPr/>
              <p:nvPr>
                <p:custDataLst>
                  <p:tags r:id="rId314"/>
                </p:custDataLst>
              </p:nvPr>
            </p:nvSpPr>
            <p:spPr bwMode="auto">
              <a:xfrm>
                <a:off x="4060" y="1568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4" name="Freeform 69"/>
              <p:cNvSpPr/>
              <p:nvPr>
                <p:custDataLst>
                  <p:tags r:id="rId315"/>
                </p:custDataLst>
              </p:nvPr>
            </p:nvSpPr>
            <p:spPr bwMode="auto">
              <a:xfrm>
                <a:off x="3472" y="207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5" name="Freeform 70"/>
              <p:cNvSpPr/>
              <p:nvPr>
                <p:custDataLst>
                  <p:tags r:id="rId316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1 h 1"/>
                  <a:gd name="T4" fmla="*/ 1 h 1"/>
                  <a:gd name="T5" fmla="*/ 1 h 1"/>
                  <a:gd name="T6" fmla="*/ 0 h 1"/>
                  <a:gd name="T7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6" name="Freeform 71"/>
              <p:cNvSpPr/>
              <p:nvPr>
                <p:custDataLst>
                  <p:tags r:id="rId317"/>
                </p:custDataLst>
              </p:nvPr>
            </p:nvSpPr>
            <p:spPr bwMode="auto">
              <a:xfrm>
                <a:off x="3702" y="1530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0 w 2"/>
                  <a:gd name="T3" fmla="*/ 1 h 1"/>
                  <a:gd name="T4" fmla="*/ 2 w 2"/>
                  <a:gd name="T5" fmla="*/ 0 h 1"/>
                  <a:gd name="T6" fmla="*/ 0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7" name="Freeform 72"/>
              <p:cNvSpPr/>
              <p:nvPr>
                <p:custDataLst>
                  <p:tags r:id="rId318"/>
                </p:custDataLst>
              </p:nvPr>
            </p:nvSpPr>
            <p:spPr bwMode="auto">
              <a:xfrm>
                <a:off x="3421" y="2084"/>
                <a:ext cx="17" cy="15"/>
              </a:xfrm>
              <a:custGeom>
                <a:avLst/>
                <a:gdLst>
                  <a:gd name="T0" fmla="*/ 2 w 8"/>
                  <a:gd name="T1" fmla="*/ 5 h 7"/>
                  <a:gd name="T2" fmla="*/ 4 w 8"/>
                  <a:gd name="T3" fmla="*/ 2 h 7"/>
                  <a:gd name="T4" fmla="*/ 2 w 8"/>
                  <a:gd name="T5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2" y="5"/>
                    </a:moveTo>
                    <a:cubicBezTo>
                      <a:pt x="8" y="0"/>
                      <a:pt x="0" y="7"/>
                      <a:pt x="4" y="2"/>
                    </a:cubicBezTo>
                    <a:cubicBezTo>
                      <a:pt x="2" y="3"/>
                      <a:pt x="2" y="4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8" name="Freeform 73"/>
              <p:cNvSpPr/>
              <p:nvPr>
                <p:custDataLst>
                  <p:tags r:id="rId319"/>
                </p:custDataLst>
              </p:nvPr>
            </p:nvSpPr>
            <p:spPr bwMode="auto">
              <a:xfrm>
                <a:off x="4381" y="2247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0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9" name="Freeform 74"/>
              <p:cNvSpPr/>
              <p:nvPr>
                <p:custDataLst>
                  <p:tags r:id="rId320"/>
                </p:custDataLst>
              </p:nvPr>
            </p:nvSpPr>
            <p:spPr bwMode="auto">
              <a:xfrm>
                <a:off x="4381" y="2247"/>
                <a:ext cx="2" cy="6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3 h 3"/>
                  <a:gd name="T4" fmla="*/ 1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0" name="Freeform 75"/>
              <p:cNvSpPr/>
              <p:nvPr>
                <p:custDataLst>
                  <p:tags r:id="rId321"/>
                </p:custDataLst>
              </p:nvPr>
            </p:nvSpPr>
            <p:spPr bwMode="auto">
              <a:xfrm>
                <a:off x="3914" y="15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1" name="Freeform 76"/>
              <p:cNvSpPr/>
              <p:nvPr>
                <p:custDataLst>
                  <p:tags r:id="rId322"/>
                </p:custDataLst>
              </p:nvPr>
            </p:nvSpPr>
            <p:spPr bwMode="auto">
              <a:xfrm>
                <a:off x="3317" y="1492"/>
                <a:ext cx="1064" cy="1219"/>
              </a:xfrm>
              <a:custGeom>
                <a:avLst/>
                <a:gdLst>
                  <a:gd name="T0" fmla="*/ 307 w 501"/>
                  <a:gd name="T1" fmla="*/ 7 h 575"/>
                  <a:gd name="T2" fmla="*/ 204 w 501"/>
                  <a:gd name="T3" fmla="*/ 13 h 575"/>
                  <a:gd name="T4" fmla="*/ 130 w 501"/>
                  <a:gd name="T5" fmla="*/ 42 h 575"/>
                  <a:gd name="T6" fmla="*/ 23 w 501"/>
                  <a:gd name="T7" fmla="*/ 152 h 575"/>
                  <a:gd name="T8" fmla="*/ 0 w 501"/>
                  <a:gd name="T9" fmla="*/ 247 h 575"/>
                  <a:gd name="T10" fmla="*/ 50 w 501"/>
                  <a:gd name="T11" fmla="*/ 385 h 575"/>
                  <a:gd name="T12" fmla="*/ 111 w 501"/>
                  <a:gd name="T13" fmla="*/ 430 h 575"/>
                  <a:gd name="T14" fmla="*/ 184 w 501"/>
                  <a:gd name="T15" fmla="*/ 490 h 575"/>
                  <a:gd name="T16" fmla="*/ 202 w 501"/>
                  <a:gd name="T17" fmla="*/ 528 h 575"/>
                  <a:gd name="T18" fmla="*/ 213 w 501"/>
                  <a:gd name="T19" fmla="*/ 562 h 575"/>
                  <a:gd name="T20" fmla="*/ 214 w 501"/>
                  <a:gd name="T21" fmla="*/ 567 h 575"/>
                  <a:gd name="T22" fmla="*/ 211 w 501"/>
                  <a:gd name="T23" fmla="*/ 536 h 575"/>
                  <a:gd name="T24" fmla="*/ 199 w 501"/>
                  <a:gd name="T25" fmla="*/ 494 h 575"/>
                  <a:gd name="T26" fmla="*/ 165 w 501"/>
                  <a:gd name="T27" fmla="*/ 454 h 575"/>
                  <a:gd name="T28" fmla="*/ 164 w 501"/>
                  <a:gd name="T29" fmla="*/ 451 h 575"/>
                  <a:gd name="T30" fmla="*/ 135 w 501"/>
                  <a:gd name="T31" fmla="*/ 430 h 575"/>
                  <a:gd name="T32" fmla="*/ 134 w 501"/>
                  <a:gd name="T33" fmla="*/ 428 h 575"/>
                  <a:gd name="T34" fmla="*/ 125 w 501"/>
                  <a:gd name="T35" fmla="*/ 419 h 575"/>
                  <a:gd name="T36" fmla="*/ 97 w 501"/>
                  <a:gd name="T37" fmla="*/ 407 h 575"/>
                  <a:gd name="T38" fmla="*/ 85 w 501"/>
                  <a:gd name="T39" fmla="*/ 394 h 575"/>
                  <a:gd name="T40" fmla="*/ 77 w 501"/>
                  <a:gd name="T41" fmla="*/ 384 h 575"/>
                  <a:gd name="T42" fmla="*/ 63 w 501"/>
                  <a:gd name="T43" fmla="*/ 368 h 575"/>
                  <a:gd name="T44" fmla="*/ 49 w 501"/>
                  <a:gd name="T45" fmla="*/ 353 h 575"/>
                  <a:gd name="T46" fmla="*/ 40 w 501"/>
                  <a:gd name="T47" fmla="*/ 338 h 575"/>
                  <a:gd name="T48" fmla="*/ 25 w 501"/>
                  <a:gd name="T49" fmla="*/ 323 h 575"/>
                  <a:gd name="T50" fmla="*/ 29 w 501"/>
                  <a:gd name="T51" fmla="*/ 315 h 575"/>
                  <a:gd name="T52" fmla="*/ 21 w 501"/>
                  <a:gd name="T53" fmla="*/ 247 h 575"/>
                  <a:gd name="T54" fmla="*/ 23 w 501"/>
                  <a:gd name="T55" fmla="*/ 221 h 575"/>
                  <a:gd name="T56" fmla="*/ 26 w 501"/>
                  <a:gd name="T57" fmla="*/ 191 h 575"/>
                  <a:gd name="T58" fmla="*/ 56 w 501"/>
                  <a:gd name="T59" fmla="*/ 133 h 575"/>
                  <a:gd name="T60" fmla="*/ 74 w 501"/>
                  <a:gd name="T61" fmla="*/ 107 h 575"/>
                  <a:gd name="T62" fmla="*/ 84 w 501"/>
                  <a:gd name="T63" fmla="*/ 99 h 575"/>
                  <a:gd name="T64" fmla="*/ 90 w 501"/>
                  <a:gd name="T65" fmla="*/ 91 h 575"/>
                  <a:gd name="T66" fmla="*/ 110 w 501"/>
                  <a:gd name="T67" fmla="*/ 80 h 575"/>
                  <a:gd name="T68" fmla="*/ 129 w 501"/>
                  <a:gd name="T69" fmla="*/ 65 h 575"/>
                  <a:gd name="T70" fmla="*/ 182 w 501"/>
                  <a:gd name="T71" fmla="*/ 36 h 575"/>
                  <a:gd name="T72" fmla="*/ 211 w 501"/>
                  <a:gd name="T73" fmla="*/ 29 h 575"/>
                  <a:gd name="T74" fmla="*/ 253 w 501"/>
                  <a:gd name="T75" fmla="*/ 19 h 575"/>
                  <a:gd name="T76" fmla="*/ 281 w 501"/>
                  <a:gd name="T77" fmla="*/ 19 h 575"/>
                  <a:gd name="T78" fmla="*/ 284 w 501"/>
                  <a:gd name="T79" fmla="*/ 19 h 575"/>
                  <a:gd name="T80" fmla="*/ 320 w 501"/>
                  <a:gd name="T81" fmla="*/ 24 h 575"/>
                  <a:gd name="T82" fmla="*/ 369 w 501"/>
                  <a:gd name="T83" fmla="*/ 42 h 575"/>
                  <a:gd name="T84" fmla="*/ 388 w 501"/>
                  <a:gd name="T85" fmla="*/ 53 h 575"/>
                  <a:gd name="T86" fmla="*/ 407 w 501"/>
                  <a:gd name="T87" fmla="*/ 71 h 575"/>
                  <a:gd name="T88" fmla="*/ 435 w 501"/>
                  <a:gd name="T89" fmla="*/ 107 h 575"/>
                  <a:gd name="T90" fmla="*/ 462 w 501"/>
                  <a:gd name="T91" fmla="*/ 154 h 575"/>
                  <a:gd name="T92" fmla="*/ 471 w 501"/>
                  <a:gd name="T93" fmla="*/ 184 h 575"/>
                  <a:gd name="T94" fmla="*/ 464 w 501"/>
                  <a:gd name="T95" fmla="*/ 279 h 575"/>
                  <a:gd name="T96" fmla="*/ 451 w 501"/>
                  <a:gd name="T97" fmla="*/ 307 h 575"/>
                  <a:gd name="T98" fmla="*/ 395 w 501"/>
                  <a:gd name="T99" fmla="*/ 377 h 575"/>
                  <a:gd name="T100" fmla="*/ 368 w 501"/>
                  <a:gd name="T101" fmla="*/ 412 h 575"/>
                  <a:gd name="T102" fmla="*/ 363 w 501"/>
                  <a:gd name="T103" fmla="*/ 573 h 575"/>
                  <a:gd name="T104" fmla="*/ 446 w 501"/>
                  <a:gd name="T105" fmla="*/ 342 h 575"/>
                  <a:gd name="T106" fmla="*/ 463 w 501"/>
                  <a:gd name="T107" fmla="*/ 118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01" h="575">
                    <a:moveTo>
                      <a:pt x="463" y="118"/>
                    </a:moveTo>
                    <a:cubicBezTo>
                      <a:pt x="439" y="74"/>
                      <a:pt x="402" y="38"/>
                      <a:pt x="355" y="17"/>
                    </a:cubicBezTo>
                    <a:cubicBezTo>
                      <a:pt x="347" y="17"/>
                      <a:pt x="337" y="12"/>
                      <a:pt x="328" y="12"/>
                    </a:cubicBezTo>
                    <a:cubicBezTo>
                      <a:pt x="328" y="11"/>
                      <a:pt x="328" y="11"/>
                      <a:pt x="328" y="11"/>
                    </a:cubicBezTo>
                    <a:cubicBezTo>
                      <a:pt x="320" y="11"/>
                      <a:pt x="319" y="8"/>
                      <a:pt x="310" y="5"/>
                    </a:cubicBezTo>
                    <a:cubicBezTo>
                      <a:pt x="309" y="7"/>
                      <a:pt x="306" y="5"/>
                      <a:pt x="307" y="7"/>
                    </a:cubicBezTo>
                    <a:cubicBezTo>
                      <a:pt x="303" y="8"/>
                      <a:pt x="301" y="3"/>
                      <a:pt x="296" y="4"/>
                    </a:cubicBezTo>
                    <a:cubicBezTo>
                      <a:pt x="296" y="3"/>
                      <a:pt x="296" y="5"/>
                      <a:pt x="295" y="4"/>
                    </a:cubicBezTo>
                    <a:cubicBezTo>
                      <a:pt x="282" y="5"/>
                      <a:pt x="298" y="3"/>
                      <a:pt x="282" y="0"/>
                    </a:cubicBezTo>
                    <a:cubicBezTo>
                      <a:pt x="259" y="0"/>
                      <a:pt x="236" y="5"/>
                      <a:pt x="215" y="9"/>
                    </a:cubicBezTo>
                    <a:cubicBezTo>
                      <a:pt x="216" y="9"/>
                      <a:pt x="217" y="10"/>
                      <a:pt x="215" y="11"/>
                    </a:cubicBezTo>
                    <a:cubicBezTo>
                      <a:pt x="212" y="8"/>
                      <a:pt x="208" y="13"/>
                      <a:pt x="204" y="13"/>
                    </a:cubicBezTo>
                    <a:cubicBezTo>
                      <a:pt x="204" y="12"/>
                      <a:pt x="206" y="12"/>
                      <a:pt x="207" y="11"/>
                    </a:cubicBezTo>
                    <a:cubicBezTo>
                      <a:pt x="197" y="13"/>
                      <a:pt x="190" y="17"/>
                      <a:pt x="181" y="19"/>
                    </a:cubicBezTo>
                    <a:cubicBezTo>
                      <a:pt x="173" y="24"/>
                      <a:pt x="163" y="25"/>
                      <a:pt x="158" y="29"/>
                    </a:cubicBezTo>
                    <a:cubicBezTo>
                      <a:pt x="159" y="27"/>
                      <a:pt x="154" y="30"/>
                      <a:pt x="152" y="30"/>
                    </a:cubicBezTo>
                    <a:cubicBezTo>
                      <a:pt x="148" y="37"/>
                      <a:pt x="136" y="37"/>
                      <a:pt x="131" y="43"/>
                    </a:cubicBezTo>
                    <a:cubicBezTo>
                      <a:pt x="130" y="42"/>
                      <a:pt x="130" y="42"/>
                      <a:pt x="130" y="42"/>
                    </a:cubicBezTo>
                    <a:cubicBezTo>
                      <a:pt x="110" y="54"/>
                      <a:pt x="88" y="68"/>
                      <a:pt x="70" y="87"/>
                    </a:cubicBezTo>
                    <a:cubicBezTo>
                      <a:pt x="59" y="96"/>
                      <a:pt x="48" y="108"/>
                      <a:pt x="39" y="121"/>
                    </a:cubicBezTo>
                    <a:cubicBezTo>
                      <a:pt x="38" y="123"/>
                      <a:pt x="40" y="122"/>
                      <a:pt x="39" y="124"/>
                    </a:cubicBezTo>
                    <a:cubicBezTo>
                      <a:pt x="37" y="127"/>
                      <a:pt x="38" y="123"/>
                      <a:pt x="37" y="124"/>
                    </a:cubicBezTo>
                    <a:cubicBezTo>
                      <a:pt x="34" y="132"/>
                      <a:pt x="28" y="140"/>
                      <a:pt x="23" y="148"/>
                    </a:cubicBezTo>
                    <a:cubicBezTo>
                      <a:pt x="23" y="150"/>
                      <a:pt x="22" y="152"/>
                      <a:pt x="23" y="152"/>
                    </a:cubicBezTo>
                    <a:cubicBezTo>
                      <a:pt x="17" y="161"/>
                      <a:pt x="14" y="176"/>
                      <a:pt x="9" y="185"/>
                    </a:cubicBezTo>
                    <a:cubicBezTo>
                      <a:pt x="14" y="183"/>
                      <a:pt x="10" y="192"/>
                      <a:pt x="10" y="196"/>
                    </a:cubicBezTo>
                    <a:cubicBezTo>
                      <a:pt x="9" y="198"/>
                      <a:pt x="8" y="198"/>
                      <a:pt x="8" y="197"/>
                    </a:cubicBezTo>
                    <a:cubicBezTo>
                      <a:pt x="6" y="205"/>
                      <a:pt x="5" y="209"/>
                      <a:pt x="3" y="219"/>
                    </a:cubicBezTo>
                    <a:cubicBezTo>
                      <a:pt x="2" y="223"/>
                      <a:pt x="4" y="225"/>
                      <a:pt x="3" y="230"/>
                    </a:cubicBezTo>
                    <a:cubicBezTo>
                      <a:pt x="0" y="233"/>
                      <a:pt x="1" y="241"/>
                      <a:pt x="0" y="247"/>
                    </a:cubicBezTo>
                    <a:cubicBezTo>
                      <a:pt x="2" y="245"/>
                      <a:pt x="4" y="252"/>
                      <a:pt x="3" y="257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1" y="272"/>
                      <a:pt x="0" y="297"/>
                      <a:pt x="9" y="316"/>
                    </a:cubicBezTo>
                    <a:cubicBezTo>
                      <a:pt x="8" y="318"/>
                      <a:pt x="8" y="318"/>
                      <a:pt x="8" y="318"/>
                    </a:cubicBezTo>
                    <a:cubicBezTo>
                      <a:pt x="17" y="337"/>
                      <a:pt x="25" y="356"/>
                      <a:pt x="39" y="370"/>
                    </a:cubicBezTo>
                    <a:cubicBezTo>
                      <a:pt x="42" y="375"/>
                      <a:pt x="47" y="381"/>
                      <a:pt x="50" y="385"/>
                    </a:cubicBezTo>
                    <a:cubicBezTo>
                      <a:pt x="56" y="390"/>
                      <a:pt x="58" y="391"/>
                      <a:pt x="63" y="393"/>
                    </a:cubicBezTo>
                    <a:cubicBezTo>
                      <a:pt x="65" y="395"/>
                      <a:pt x="65" y="397"/>
                      <a:pt x="65" y="398"/>
                    </a:cubicBezTo>
                    <a:cubicBezTo>
                      <a:pt x="71" y="405"/>
                      <a:pt x="76" y="411"/>
                      <a:pt x="83" y="414"/>
                    </a:cubicBezTo>
                    <a:cubicBezTo>
                      <a:pt x="83" y="415"/>
                      <a:pt x="83" y="415"/>
                      <a:pt x="83" y="415"/>
                    </a:cubicBezTo>
                    <a:cubicBezTo>
                      <a:pt x="89" y="419"/>
                      <a:pt x="98" y="423"/>
                      <a:pt x="104" y="429"/>
                    </a:cubicBezTo>
                    <a:cubicBezTo>
                      <a:pt x="106" y="429"/>
                      <a:pt x="113" y="433"/>
                      <a:pt x="111" y="430"/>
                    </a:cubicBezTo>
                    <a:cubicBezTo>
                      <a:pt x="114" y="431"/>
                      <a:pt x="111" y="433"/>
                      <a:pt x="115" y="433"/>
                    </a:cubicBezTo>
                    <a:cubicBezTo>
                      <a:pt x="111" y="433"/>
                      <a:pt x="111" y="433"/>
                      <a:pt x="111" y="433"/>
                    </a:cubicBezTo>
                    <a:cubicBezTo>
                      <a:pt x="125" y="443"/>
                      <a:pt x="138" y="450"/>
                      <a:pt x="152" y="459"/>
                    </a:cubicBezTo>
                    <a:cubicBezTo>
                      <a:pt x="154" y="464"/>
                      <a:pt x="165" y="469"/>
                      <a:pt x="170" y="476"/>
                    </a:cubicBezTo>
                    <a:cubicBezTo>
                      <a:pt x="175" y="479"/>
                      <a:pt x="180" y="487"/>
                      <a:pt x="185" y="489"/>
                    </a:cubicBezTo>
                    <a:cubicBezTo>
                      <a:pt x="184" y="490"/>
                      <a:pt x="184" y="490"/>
                      <a:pt x="184" y="490"/>
                    </a:cubicBezTo>
                    <a:cubicBezTo>
                      <a:pt x="188" y="495"/>
                      <a:pt x="194" y="503"/>
                      <a:pt x="196" y="512"/>
                    </a:cubicBezTo>
                    <a:cubicBezTo>
                      <a:pt x="198" y="518"/>
                      <a:pt x="200" y="517"/>
                      <a:pt x="202" y="521"/>
                    </a:cubicBezTo>
                    <a:cubicBezTo>
                      <a:pt x="201" y="521"/>
                      <a:pt x="201" y="521"/>
                      <a:pt x="201" y="521"/>
                    </a:cubicBezTo>
                    <a:cubicBezTo>
                      <a:pt x="203" y="525"/>
                      <a:pt x="206" y="526"/>
                      <a:pt x="207" y="528"/>
                    </a:cubicBezTo>
                    <a:cubicBezTo>
                      <a:pt x="207" y="532"/>
                      <a:pt x="208" y="532"/>
                      <a:pt x="208" y="536"/>
                    </a:cubicBezTo>
                    <a:cubicBezTo>
                      <a:pt x="207" y="532"/>
                      <a:pt x="205" y="530"/>
                      <a:pt x="202" y="528"/>
                    </a:cubicBezTo>
                    <a:cubicBezTo>
                      <a:pt x="203" y="534"/>
                      <a:pt x="207" y="539"/>
                      <a:pt x="206" y="543"/>
                    </a:cubicBezTo>
                    <a:cubicBezTo>
                      <a:pt x="207" y="547"/>
                      <a:pt x="207" y="551"/>
                      <a:pt x="209" y="551"/>
                    </a:cubicBezTo>
                    <a:cubicBezTo>
                      <a:pt x="209" y="552"/>
                      <a:pt x="208" y="555"/>
                      <a:pt x="207" y="552"/>
                    </a:cubicBezTo>
                    <a:cubicBezTo>
                      <a:pt x="208" y="556"/>
                      <a:pt x="208" y="558"/>
                      <a:pt x="209" y="560"/>
                    </a:cubicBezTo>
                    <a:cubicBezTo>
                      <a:pt x="209" y="560"/>
                      <a:pt x="209" y="559"/>
                      <a:pt x="209" y="558"/>
                    </a:cubicBezTo>
                    <a:cubicBezTo>
                      <a:pt x="211" y="560"/>
                      <a:pt x="211" y="563"/>
                      <a:pt x="213" y="562"/>
                    </a:cubicBezTo>
                    <a:cubicBezTo>
                      <a:pt x="212" y="561"/>
                      <a:pt x="212" y="560"/>
                      <a:pt x="212" y="558"/>
                    </a:cubicBezTo>
                    <a:cubicBezTo>
                      <a:pt x="213" y="559"/>
                      <a:pt x="214" y="565"/>
                      <a:pt x="213" y="567"/>
                    </a:cubicBezTo>
                    <a:cubicBezTo>
                      <a:pt x="212" y="569"/>
                      <a:pt x="210" y="563"/>
                      <a:pt x="210" y="566"/>
                    </a:cubicBezTo>
                    <a:cubicBezTo>
                      <a:pt x="213" y="575"/>
                      <a:pt x="213" y="575"/>
                      <a:pt x="213" y="575"/>
                    </a:cubicBezTo>
                    <a:cubicBezTo>
                      <a:pt x="213" y="573"/>
                      <a:pt x="214" y="570"/>
                      <a:pt x="215" y="571"/>
                    </a:cubicBezTo>
                    <a:cubicBezTo>
                      <a:pt x="214" y="567"/>
                      <a:pt x="214" y="567"/>
                      <a:pt x="214" y="567"/>
                    </a:cubicBezTo>
                    <a:cubicBezTo>
                      <a:pt x="215" y="567"/>
                      <a:pt x="215" y="567"/>
                      <a:pt x="215" y="567"/>
                    </a:cubicBezTo>
                    <a:cubicBezTo>
                      <a:pt x="214" y="560"/>
                      <a:pt x="215" y="555"/>
                      <a:pt x="214" y="548"/>
                    </a:cubicBezTo>
                    <a:cubicBezTo>
                      <a:pt x="212" y="551"/>
                      <a:pt x="212" y="551"/>
                      <a:pt x="212" y="551"/>
                    </a:cubicBezTo>
                    <a:cubicBezTo>
                      <a:pt x="212" y="547"/>
                      <a:pt x="209" y="543"/>
                      <a:pt x="210" y="539"/>
                    </a:cubicBezTo>
                    <a:cubicBezTo>
                      <a:pt x="211" y="541"/>
                      <a:pt x="211" y="539"/>
                      <a:pt x="212" y="539"/>
                    </a:cubicBezTo>
                    <a:cubicBezTo>
                      <a:pt x="212" y="538"/>
                      <a:pt x="211" y="537"/>
                      <a:pt x="211" y="536"/>
                    </a:cubicBezTo>
                    <a:cubicBezTo>
                      <a:pt x="214" y="538"/>
                      <a:pt x="214" y="538"/>
                      <a:pt x="214" y="538"/>
                    </a:cubicBezTo>
                    <a:cubicBezTo>
                      <a:pt x="210" y="536"/>
                      <a:pt x="210" y="526"/>
                      <a:pt x="210" y="525"/>
                    </a:cubicBezTo>
                    <a:cubicBezTo>
                      <a:pt x="210" y="525"/>
                      <a:pt x="210" y="525"/>
                      <a:pt x="210" y="525"/>
                    </a:cubicBezTo>
                    <a:cubicBezTo>
                      <a:pt x="209" y="519"/>
                      <a:pt x="209" y="527"/>
                      <a:pt x="208" y="523"/>
                    </a:cubicBezTo>
                    <a:cubicBezTo>
                      <a:pt x="207" y="519"/>
                      <a:pt x="210" y="520"/>
                      <a:pt x="210" y="517"/>
                    </a:cubicBezTo>
                    <a:cubicBezTo>
                      <a:pt x="207" y="511"/>
                      <a:pt x="202" y="501"/>
                      <a:pt x="199" y="494"/>
                    </a:cubicBezTo>
                    <a:cubicBezTo>
                      <a:pt x="196" y="489"/>
                      <a:pt x="191" y="484"/>
                      <a:pt x="186" y="481"/>
                    </a:cubicBezTo>
                    <a:cubicBezTo>
                      <a:pt x="183" y="477"/>
                      <a:pt x="189" y="480"/>
                      <a:pt x="184" y="476"/>
                    </a:cubicBezTo>
                    <a:cubicBezTo>
                      <a:pt x="186" y="476"/>
                      <a:pt x="186" y="475"/>
                      <a:pt x="186" y="474"/>
                    </a:cubicBezTo>
                    <a:cubicBezTo>
                      <a:pt x="185" y="474"/>
                      <a:pt x="179" y="467"/>
                      <a:pt x="181" y="471"/>
                    </a:cubicBezTo>
                    <a:cubicBezTo>
                      <a:pt x="176" y="466"/>
                      <a:pt x="169" y="460"/>
                      <a:pt x="163" y="455"/>
                    </a:cubicBezTo>
                    <a:cubicBezTo>
                      <a:pt x="165" y="457"/>
                      <a:pt x="167" y="456"/>
                      <a:pt x="165" y="454"/>
                    </a:cubicBezTo>
                    <a:cubicBezTo>
                      <a:pt x="162" y="453"/>
                      <a:pt x="156" y="450"/>
                      <a:pt x="151" y="445"/>
                    </a:cubicBezTo>
                    <a:cubicBezTo>
                      <a:pt x="150" y="447"/>
                      <a:pt x="152" y="448"/>
                      <a:pt x="150" y="449"/>
                    </a:cubicBezTo>
                    <a:cubicBezTo>
                      <a:pt x="149" y="449"/>
                      <a:pt x="147" y="449"/>
                      <a:pt x="146" y="447"/>
                    </a:cubicBezTo>
                    <a:cubicBezTo>
                      <a:pt x="147" y="445"/>
                      <a:pt x="148" y="443"/>
                      <a:pt x="144" y="440"/>
                    </a:cubicBezTo>
                    <a:cubicBezTo>
                      <a:pt x="146" y="438"/>
                      <a:pt x="152" y="446"/>
                      <a:pt x="151" y="442"/>
                    </a:cubicBezTo>
                    <a:cubicBezTo>
                      <a:pt x="154" y="442"/>
                      <a:pt x="163" y="448"/>
                      <a:pt x="164" y="451"/>
                    </a:cubicBezTo>
                    <a:cubicBezTo>
                      <a:pt x="170" y="452"/>
                      <a:pt x="161" y="448"/>
                      <a:pt x="163" y="447"/>
                    </a:cubicBezTo>
                    <a:cubicBezTo>
                      <a:pt x="159" y="444"/>
                      <a:pt x="157" y="444"/>
                      <a:pt x="151" y="440"/>
                    </a:cubicBezTo>
                    <a:cubicBezTo>
                      <a:pt x="150" y="440"/>
                      <a:pt x="152" y="442"/>
                      <a:pt x="148" y="441"/>
                    </a:cubicBezTo>
                    <a:cubicBezTo>
                      <a:pt x="142" y="439"/>
                      <a:pt x="143" y="435"/>
                      <a:pt x="141" y="434"/>
                    </a:cubicBezTo>
                    <a:cubicBezTo>
                      <a:pt x="144" y="435"/>
                      <a:pt x="144" y="435"/>
                      <a:pt x="144" y="435"/>
                    </a:cubicBezTo>
                    <a:cubicBezTo>
                      <a:pt x="141" y="432"/>
                      <a:pt x="139" y="432"/>
                      <a:pt x="135" y="430"/>
                    </a:cubicBezTo>
                    <a:cubicBezTo>
                      <a:pt x="136" y="426"/>
                      <a:pt x="142" y="434"/>
                      <a:pt x="144" y="433"/>
                    </a:cubicBezTo>
                    <a:cubicBezTo>
                      <a:pt x="143" y="429"/>
                      <a:pt x="143" y="429"/>
                      <a:pt x="143" y="429"/>
                    </a:cubicBezTo>
                    <a:cubicBezTo>
                      <a:pt x="137" y="425"/>
                      <a:pt x="140" y="430"/>
                      <a:pt x="134" y="425"/>
                    </a:cubicBezTo>
                    <a:cubicBezTo>
                      <a:pt x="135" y="425"/>
                      <a:pt x="135" y="425"/>
                      <a:pt x="135" y="425"/>
                    </a:cubicBezTo>
                    <a:cubicBezTo>
                      <a:pt x="131" y="423"/>
                      <a:pt x="131" y="423"/>
                      <a:pt x="131" y="423"/>
                    </a:cubicBezTo>
                    <a:cubicBezTo>
                      <a:pt x="131" y="424"/>
                      <a:pt x="130" y="426"/>
                      <a:pt x="134" y="428"/>
                    </a:cubicBezTo>
                    <a:cubicBezTo>
                      <a:pt x="130" y="429"/>
                      <a:pt x="131" y="427"/>
                      <a:pt x="125" y="424"/>
                    </a:cubicBezTo>
                    <a:cubicBezTo>
                      <a:pt x="122" y="424"/>
                      <a:pt x="127" y="425"/>
                      <a:pt x="126" y="427"/>
                    </a:cubicBezTo>
                    <a:cubicBezTo>
                      <a:pt x="126" y="428"/>
                      <a:pt x="123" y="426"/>
                      <a:pt x="120" y="425"/>
                    </a:cubicBezTo>
                    <a:cubicBezTo>
                      <a:pt x="116" y="422"/>
                      <a:pt x="119" y="421"/>
                      <a:pt x="118" y="419"/>
                    </a:cubicBezTo>
                    <a:cubicBezTo>
                      <a:pt x="119" y="420"/>
                      <a:pt x="122" y="422"/>
                      <a:pt x="121" y="422"/>
                    </a:cubicBezTo>
                    <a:cubicBezTo>
                      <a:pt x="127" y="424"/>
                      <a:pt x="121" y="418"/>
                      <a:pt x="125" y="419"/>
                    </a:cubicBezTo>
                    <a:cubicBezTo>
                      <a:pt x="122" y="415"/>
                      <a:pt x="121" y="417"/>
                      <a:pt x="118" y="416"/>
                    </a:cubicBezTo>
                    <a:cubicBezTo>
                      <a:pt x="119" y="417"/>
                      <a:pt x="117" y="418"/>
                      <a:pt x="117" y="419"/>
                    </a:cubicBezTo>
                    <a:cubicBezTo>
                      <a:pt x="108" y="418"/>
                      <a:pt x="115" y="413"/>
                      <a:pt x="108" y="409"/>
                    </a:cubicBezTo>
                    <a:cubicBezTo>
                      <a:pt x="108" y="413"/>
                      <a:pt x="98" y="407"/>
                      <a:pt x="100" y="413"/>
                    </a:cubicBezTo>
                    <a:cubicBezTo>
                      <a:pt x="98" y="412"/>
                      <a:pt x="96" y="411"/>
                      <a:pt x="95" y="410"/>
                    </a:cubicBezTo>
                    <a:cubicBezTo>
                      <a:pt x="98" y="409"/>
                      <a:pt x="93" y="407"/>
                      <a:pt x="97" y="407"/>
                    </a:cubicBezTo>
                    <a:cubicBezTo>
                      <a:pt x="95" y="405"/>
                      <a:pt x="95" y="405"/>
                      <a:pt x="95" y="405"/>
                    </a:cubicBezTo>
                    <a:cubicBezTo>
                      <a:pt x="100" y="406"/>
                      <a:pt x="100" y="406"/>
                      <a:pt x="100" y="406"/>
                    </a:cubicBezTo>
                    <a:cubicBezTo>
                      <a:pt x="98" y="403"/>
                      <a:pt x="95" y="399"/>
                      <a:pt x="94" y="397"/>
                    </a:cubicBezTo>
                    <a:cubicBezTo>
                      <a:pt x="91" y="395"/>
                      <a:pt x="94" y="399"/>
                      <a:pt x="90" y="397"/>
                    </a:cubicBezTo>
                    <a:cubicBezTo>
                      <a:pt x="92" y="397"/>
                      <a:pt x="91" y="394"/>
                      <a:pt x="89" y="393"/>
                    </a:cubicBezTo>
                    <a:cubicBezTo>
                      <a:pt x="92" y="396"/>
                      <a:pt x="87" y="395"/>
                      <a:pt x="85" y="394"/>
                    </a:cubicBezTo>
                    <a:cubicBezTo>
                      <a:pt x="82" y="392"/>
                      <a:pt x="81" y="388"/>
                      <a:pt x="81" y="388"/>
                    </a:cubicBezTo>
                    <a:cubicBezTo>
                      <a:pt x="86" y="389"/>
                      <a:pt x="86" y="389"/>
                      <a:pt x="86" y="389"/>
                    </a:cubicBezTo>
                    <a:cubicBezTo>
                      <a:pt x="82" y="388"/>
                      <a:pt x="85" y="388"/>
                      <a:pt x="82" y="386"/>
                    </a:cubicBezTo>
                    <a:cubicBezTo>
                      <a:pt x="81" y="386"/>
                      <a:pt x="78" y="386"/>
                      <a:pt x="77" y="387"/>
                    </a:cubicBezTo>
                    <a:cubicBezTo>
                      <a:pt x="75" y="385"/>
                      <a:pt x="74" y="383"/>
                      <a:pt x="73" y="383"/>
                    </a:cubicBezTo>
                    <a:cubicBezTo>
                      <a:pt x="77" y="384"/>
                      <a:pt x="77" y="384"/>
                      <a:pt x="77" y="384"/>
                    </a:cubicBezTo>
                    <a:cubicBezTo>
                      <a:pt x="73" y="381"/>
                      <a:pt x="79" y="381"/>
                      <a:pt x="74" y="378"/>
                    </a:cubicBezTo>
                    <a:cubicBezTo>
                      <a:pt x="72" y="378"/>
                      <a:pt x="72" y="378"/>
                      <a:pt x="72" y="378"/>
                    </a:cubicBezTo>
                    <a:cubicBezTo>
                      <a:pt x="72" y="377"/>
                      <a:pt x="72" y="376"/>
                      <a:pt x="73" y="377"/>
                    </a:cubicBezTo>
                    <a:cubicBezTo>
                      <a:pt x="71" y="377"/>
                      <a:pt x="69" y="375"/>
                      <a:pt x="68" y="374"/>
                    </a:cubicBezTo>
                    <a:cubicBezTo>
                      <a:pt x="69" y="373"/>
                      <a:pt x="69" y="373"/>
                      <a:pt x="69" y="373"/>
                    </a:cubicBezTo>
                    <a:cubicBezTo>
                      <a:pt x="67" y="372"/>
                      <a:pt x="63" y="371"/>
                      <a:pt x="63" y="368"/>
                    </a:cubicBezTo>
                    <a:cubicBezTo>
                      <a:pt x="62" y="371"/>
                      <a:pt x="65" y="370"/>
                      <a:pt x="66" y="373"/>
                    </a:cubicBezTo>
                    <a:cubicBezTo>
                      <a:pt x="66" y="377"/>
                      <a:pt x="62" y="372"/>
                      <a:pt x="62" y="371"/>
                    </a:cubicBezTo>
                    <a:cubicBezTo>
                      <a:pt x="64" y="370"/>
                      <a:pt x="58" y="367"/>
                      <a:pt x="56" y="364"/>
                    </a:cubicBezTo>
                    <a:cubicBezTo>
                      <a:pt x="56" y="363"/>
                      <a:pt x="55" y="361"/>
                      <a:pt x="55" y="360"/>
                    </a:cubicBezTo>
                    <a:cubicBezTo>
                      <a:pt x="53" y="360"/>
                      <a:pt x="53" y="360"/>
                      <a:pt x="53" y="360"/>
                    </a:cubicBezTo>
                    <a:cubicBezTo>
                      <a:pt x="56" y="357"/>
                      <a:pt x="49" y="356"/>
                      <a:pt x="49" y="353"/>
                    </a:cubicBezTo>
                    <a:cubicBezTo>
                      <a:pt x="50" y="354"/>
                      <a:pt x="51" y="353"/>
                      <a:pt x="51" y="351"/>
                    </a:cubicBezTo>
                    <a:cubicBezTo>
                      <a:pt x="50" y="355"/>
                      <a:pt x="45" y="349"/>
                      <a:pt x="44" y="350"/>
                    </a:cubicBezTo>
                    <a:cubicBezTo>
                      <a:pt x="42" y="345"/>
                      <a:pt x="48" y="349"/>
                      <a:pt x="48" y="347"/>
                    </a:cubicBezTo>
                    <a:cubicBezTo>
                      <a:pt x="45" y="346"/>
                      <a:pt x="46" y="341"/>
                      <a:pt x="43" y="341"/>
                    </a:cubicBezTo>
                    <a:cubicBezTo>
                      <a:pt x="44" y="345"/>
                      <a:pt x="41" y="341"/>
                      <a:pt x="40" y="341"/>
                    </a:cubicBezTo>
                    <a:cubicBezTo>
                      <a:pt x="38" y="337"/>
                      <a:pt x="41" y="341"/>
                      <a:pt x="40" y="338"/>
                    </a:cubicBezTo>
                    <a:cubicBezTo>
                      <a:pt x="39" y="336"/>
                      <a:pt x="36" y="335"/>
                      <a:pt x="37" y="338"/>
                    </a:cubicBezTo>
                    <a:cubicBezTo>
                      <a:pt x="36" y="335"/>
                      <a:pt x="32" y="333"/>
                      <a:pt x="32" y="330"/>
                    </a:cubicBezTo>
                    <a:cubicBezTo>
                      <a:pt x="33" y="328"/>
                      <a:pt x="36" y="335"/>
                      <a:pt x="36" y="333"/>
                    </a:cubicBezTo>
                    <a:cubicBezTo>
                      <a:pt x="32" y="326"/>
                      <a:pt x="30" y="331"/>
                      <a:pt x="27" y="325"/>
                    </a:cubicBezTo>
                    <a:cubicBezTo>
                      <a:pt x="27" y="328"/>
                      <a:pt x="24" y="327"/>
                      <a:pt x="22" y="324"/>
                    </a:cubicBezTo>
                    <a:cubicBezTo>
                      <a:pt x="19" y="317"/>
                      <a:pt x="24" y="327"/>
                      <a:pt x="25" y="323"/>
                    </a:cubicBezTo>
                    <a:cubicBezTo>
                      <a:pt x="23" y="321"/>
                      <a:pt x="23" y="321"/>
                      <a:pt x="23" y="321"/>
                    </a:cubicBezTo>
                    <a:cubicBezTo>
                      <a:pt x="25" y="316"/>
                      <a:pt x="31" y="327"/>
                      <a:pt x="32" y="322"/>
                    </a:cubicBezTo>
                    <a:cubicBezTo>
                      <a:pt x="30" y="320"/>
                      <a:pt x="30" y="320"/>
                      <a:pt x="30" y="320"/>
                    </a:cubicBezTo>
                    <a:cubicBezTo>
                      <a:pt x="31" y="320"/>
                      <a:pt x="32" y="321"/>
                      <a:pt x="33" y="319"/>
                    </a:cubicBezTo>
                    <a:cubicBezTo>
                      <a:pt x="30" y="319"/>
                      <a:pt x="30" y="313"/>
                      <a:pt x="29" y="312"/>
                    </a:cubicBezTo>
                    <a:cubicBezTo>
                      <a:pt x="27" y="312"/>
                      <a:pt x="30" y="315"/>
                      <a:pt x="29" y="315"/>
                    </a:cubicBezTo>
                    <a:cubicBezTo>
                      <a:pt x="27" y="312"/>
                      <a:pt x="24" y="311"/>
                      <a:pt x="24" y="306"/>
                    </a:cubicBezTo>
                    <a:cubicBezTo>
                      <a:pt x="26" y="308"/>
                      <a:pt x="26" y="304"/>
                      <a:pt x="27" y="305"/>
                    </a:cubicBezTo>
                    <a:cubicBezTo>
                      <a:pt x="27" y="303"/>
                      <a:pt x="25" y="305"/>
                      <a:pt x="25" y="301"/>
                    </a:cubicBezTo>
                    <a:cubicBezTo>
                      <a:pt x="26" y="301"/>
                      <a:pt x="26" y="301"/>
                      <a:pt x="26" y="301"/>
                    </a:cubicBezTo>
                    <a:cubicBezTo>
                      <a:pt x="23" y="289"/>
                      <a:pt x="22" y="272"/>
                      <a:pt x="18" y="260"/>
                    </a:cubicBezTo>
                    <a:cubicBezTo>
                      <a:pt x="20" y="258"/>
                      <a:pt x="20" y="254"/>
                      <a:pt x="21" y="247"/>
                    </a:cubicBezTo>
                    <a:cubicBezTo>
                      <a:pt x="21" y="250"/>
                      <a:pt x="19" y="247"/>
                      <a:pt x="19" y="246"/>
                    </a:cubicBezTo>
                    <a:cubicBezTo>
                      <a:pt x="21" y="242"/>
                      <a:pt x="21" y="242"/>
                      <a:pt x="21" y="242"/>
                    </a:cubicBezTo>
                    <a:cubicBezTo>
                      <a:pt x="23" y="239"/>
                      <a:pt x="22" y="233"/>
                      <a:pt x="21" y="230"/>
                    </a:cubicBezTo>
                    <a:cubicBezTo>
                      <a:pt x="22" y="229"/>
                      <a:pt x="22" y="229"/>
                      <a:pt x="23" y="229"/>
                    </a:cubicBezTo>
                    <a:cubicBezTo>
                      <a:pt x="24" y="225"/>
                      <a:pt x="22" y="225"/>
                      <a:pt x="22" y="224"/>
                    </a:cubicBezTo>
                    <a:cubicBezTo>
                      <a:pt x="23" y="221"/>
                      <a:pt x="23" y="221"/>
                      <a:pt x="23" y="221"/>
                    </a:cubicBezTo>
                    <a:cubicBezTo>
                      <a:pt x="22" y="221"/>
                      <a:pt x="22" y="221"/>
                      <a:pt x="22" y="221"/>
                    </a:cubicBezTo>
                    <a:cubicBezTo>
                      <a:pt x="22" y="217"/>
                      <a:pt x="23" y="213"/>
                      <a:pt x="25" y="213"/>
                    </a:cubicBezTo>
                    <a:cubicBezTo>
                      <a:pt x="25" y="212"/>
                      <a:pt x="25" y="211"/>
                      <a:pt x="24" y="212"/>
                    </a:cubicBezTo>
                    <a:cubicBezTo>
                      <a:pt x="26" y="209"/>
                      <a:pt x="28" y="200"/>
                      <a:pt x="29" y="193"/>
                    </a:cubicBezTo>
                    <a:cubicBezTo>
                      <a:pt x="28" y="196"/>
                      <a:pt x="27" y="196"/>
                      <a:pt x="26" y="196"/>
                    </a:cubicBezTo>
                    <a:cubicBezTo>
                      <a:pt x="24" y="194"/>
                      <a:pt x="27" y="194"/>
                      <a:pt x="26" y="191"/>
                    </a:cubicBezTo>
                    <a:cubicBezTo>
                      <a:pt x="27" y="192"/>
                      <a:pt x="28" y="189"/>
                      <a:pt x="28" y="192"/>
                    </a:cubicBezTo>
                    <a:cubicBezTo>
                      <a:pt x="33" y="185"/>
                      <a:pt x="36" y="173"/>
                      <a:pt x="40" y="164"/>
                    </a:cubicBezTo>
                    <a:cubicBezTo>
                      <a:pt x="40" y="162"/>
                      <a:pt x="40" y="162"/>
                      <a:pt x="39" y="161"/>
                    </a:cubicBezTo>
                    <a:cubicBezTo>
                      <a:pt x="45" y="156"/>
                      <a:pt x="47" y="148"/>
                      <a:pt x="51" y="142"/>
                    </a:cubicBezTo>
                    <a:cubicBezTo>
                      <a:pt x="49" y="143"/>
                      <a:pt x="48" y="139"/>
                      <a:pt x="50" y="136"/>
                    </a:cubicBezTo>
                    <a:cubicBezTo>
                      <a:pt x="51" y="131"/>
                      <a:pt x="53" y="136"/>
                      <a:pt x="56" y="133"/>
                    </a:cubicBezTo>
                    <a:cubicBezTo>
                      <a:pt x="57" y="131"/>
                      <a:pt x="59" y="128"/>
                      <a:pt x="60" y="127"/>
                    </a:cubicBezTo>
                    <a:cubicBezTo>
                      <a:pt x="60" y="127"/>
                      <a:pt x="60" y="127"/>
                      <a:pt x="60" y="127"/>
                    </a:cubicBezTo>
                    <a:cubicBezTo>
                      <a:pt x="61" y="125"/>
                      <a:pt x="63" y="121"/>
                      <a:pt x="65" y="120"/>
                    </a:cubicBezTo>
                    <a:cubicBezTo>
                      <a:pt x="65" y="120"/>
                      <a:pt x="65" y="120"/>
                      <a:pt x="65" y="120"/>
                    </a:cubicBezTo>
                    <a:cubicBezTo>
                      <a:pt x="67" y="118"/>
                      <a:pt x="69" y="117"/>
                      <a:pt x="71" y="115"/>
                    </a:cubicBezTo>
                    <a:cubicBezTo>
                      <a:pt x="70" y="113"/>
                      <a:pt x="75" y="109"/>
                      <a:pt x="74" y="107"/>
                    </a:cubicBezTo>
                    <a:cubicBezTo>
                      <a:pt x="75" y="107"/>
                      <a:pt x="74" y="107"/>
                      <a:pt x="75" y="107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8" y="104"/>
                      <a:pt x="78" y="105"/>
                      <a:pt x="78" y="106"/>
                    </a:cubicBezTo>
                    <a:cubicBezTo>
                      <a:pt x="82" y="103"/>
                      <a:pt x="78" y="104"/>
                      <a:pt x="79" y="101"/>
                    </a:cubicBezTo>
                    <a:cubicBezTo>
                      <a:pt x="81" y="98"/>
                      <a:pt x="82" y="99"/>
                      <a:pt x="84" y="99"/>
                    </a:cubicBezTo>
                    <a:cubicBezTo>
                      <a:pt x="84" y="100"/>
                      <a:pt x="82" y="100"/>
                      <a:pt x="81" y="101"/>
                    </a:cubicBezTo>
                    <a:cubicBezTo>
                      <a:pt x="81" y="103"/>
                      <a:pt x="83" y="100"/>
                      <a:pt x="84" y="101"/>
                    </a:cubicBezTo>
                    <a:cubicBezTo>
                      <a:pt x="85" y="100"/>
                      <a:pt x="84" y="98"/>
                      <a:pt x="86" y="97"/>
                    </a:cubicBezTo>
                    <a:cubicBezTo>
                      <a:pt x="88" y="96"/>
                      <a:pt x="92" y="92"/>
                      <a:pt x="92" y="93"/>
                    </a:cubicBezTo>
                    <a:cubicBezTo>
                      <a:pt x="93" y="91"/>
                      <a:pt x="95" y="90"/>
                      <a:pt x="96" y="88"/>
                    </a:cubicBezTo>
                    <a:cubicBezTo>
                      <a:pt x="94" y="89"/>
                      <a:pt x="91" y="91"/>
                      <a:pt x="90" y="91"/>
                    </a:cubicBezTo>
                    <a:cubicBezTo>
                      <a:pt x="91" y="90"/>
                      <a:pt x="94" y="87"/>
                      <a:pt x="94" y="87"/>
                    </a:cubicBezTo>
                    <a:cubicBezTo>
                      <a:pt x="94" y="88"/>
                      <a:pt x="94" y="88"/>
                      <a:pt x="94" y="88"/>
                    </a:cubicBezTo>
                    <a:cubicBezTo>
                      <a:pt x="94" y="87"/>
                      <a:pt x="99" y="84"/>
                      <a:pt x="96" y="85"/>
                    </a:cubicBezTo>
                    <a:cubicBezTo>
                      <a:pt x="100" y="84"/>
                      <a:pt x="100" y="84"/>
                      <a:pt x="100" y="84"/>
                    </a:cubicBezTo>
                    <a:cubicBezTo>
                      <a:pt x="100" y="82"/>
                      <a:pt x="103" y="80"/>
                      <a:pt x="105" y="78"/>
                    </a:cubicBezTo>
                    <a:cubicBezTo>
                      <a:pt x="106" y="80"/>
                      <a:pt x="106" y="82"/>
                      <a:pt x="110" y="80"/>
                    </a:cubicBezTo>
                    <a:cubicBezTo>
                      <a:pt x="113" y="76"/>
                      <a:pt x="113" y="76"/>
                      <a:pt x="113" y="76"/>
                    </a:cubicBezTo>
                    <a:cubicBezTo>
                      <a:pt x="115" y="74"/>
                      <a:pt x="116" y="74"/>
                      <a:pt x="116" y="75"/>
                    </a:cubicBezTo>
                    <a:cubicBezTo>
                      <a:pt x="124" y="71"/>
                      <a:pt x="121" y="66"/>
                      <a:pt x="128" y="64"/>
                    </a:cubicBezTo>
                    <a:cubicBezTo>
                      <a:pt x="126" y="67"/>
                      <a:pt x="129" y="66"/>
                      <a:pt x="132" y="65"/>
                    </a:cubicBezTo>
                    <a:cubicBezTo>
                      <a:pt x="131" y="65"/>
                      <a:pt x="131" y="64"/>
                      <a:pt x="132" y="63"/>
                    </a:cubicBezTo>
                    <a:cubicBezTo>
                      <a:pt x="131" y="63"/>
                      <a:pt x="132" y="65"/>
                      <a:pt x="129" y="65"/>
                    </a:cubicBezTo>
                    <a:cubicBezTo>
                      <a:pt x="128" y="65"/>
                      <a:pt x="131" y="63"/>
                      <a:pt x="132" y="62"/>
                    </a:cubicBezTo>
                    <a:cubicBezTo>
                      <a:pt x="139" y="63"/>
                      <a:pt x="150" y="53"/>
                      <a:pt x="160" y="50"/>
                    </a:cubicBezTo>
                    <a:cubicBezTo>
                      <a:pt x="158" y="48"/>
                      <a:pt x="163" y="48"/>
                      <a:pt x="164" y="46"/>
                    </a:cubicBezTo>
                    <a:cubicBezTo>
                      <a:pt x="165" y="49"/>
                      <a:pt x="169" y="43"/>
                      <a:pt x="172" y="44"/>
                    </a:cubicBezTo>
                    <a:cubicBezTo>
                      <a:pt x="170" y="42"/>
                      <a:pt x="170" y="42"/>
                      <a:pt x="170" y="42"/>
                    </a:cubicBezTo>
                    <a:cubicBezTo>
                      <a:pt x="176" y="41"/>
                      <a:pt x="177" y="34"/>
                      <a:pt x="182" y="36"/>
                    </a:cubicBezTo>
                    <a:cubicBezTo>
                      <a:pt x="185" y="35"/>
                      <a:pt x="182" y="38"/>
                      <a:pt x="181" y="39"/>
                    </a:cubicBezTo>
                    <a:cubicBezTo>
                      <a:pt x="186" y="40"/>
                      <a:pt x="191" y="32"/>
                      <a:pt x="196" y="34"/>
                    </a:cubicBezTo>
                    <a:cubicBezTo>
                      <a:pt x="196" y="33"/>
                      <a:pt x="194" y="32"/>
                      <a:pt x="197" y="30"/>
                    </a:cubicBezTo>
                    <a:cubicBezTo>
                      <a:pt x="201" y="30"/>
                      <a:pt x="207" y="29"/>
                      <a:pt x="207" y="29"/>
                    </a:cubicBezTo>
                    <a:cubicBezTo>
                      <a:pt x="209" y="28"/>
                      <a:pt x="210" y="27"/>
                      <a:pt x="213" y="27"/>
                    </a:cubicBezTo>
                    <a:cubicBezTo>
                      <a:pt x="213" y="28"/>
                      <a:pt x="212" y="28"/>
                      <a:pt x="211" y="29"/>
                    </a:cubicBezTo>
                    <a:cubicBezTo>
                      <a:pt x="215" y="28"/>
                      <a:pt x="219" y="26"/>
                      <a:pt x="222" y="24"/>
                    </a:cubicBezTo>
                    <a:cubicBezTo>
                      <a:pt x="225" y="26"/>
                      <a:pt x="233" y="23"/>
                      <a:pt x="238" y="23"/>
                    </a:cubicBezTo>
                    <a:cubicBezTo>
                      <a:pt x="241" y="20"/>
                      <a:pt x="247" y="23"/>
                      <a:pt x="247" y="20"/>
                    </a:cubicBezTo>
                    <a:cubicBezTo>
                      <a:pt x="247" y="20"/>
                      <a:pt x="247" y="20"/>
                      <a:pt x="248" y="21"/>
                    </a:cubicBezTo>
                    <a:cubicBezTo>
                      <a:pt x="249" y="19"/>
                      <a:pt x="251" y="17"/>
                      <a:pt x="253" y="17"/>
                    </a:cubicBezTo>
                    <a:cubicBezTo>
                      <a:pt x="253" y="19"/>
                      <a:pt x="253" y="19"/>
                      <a:pt x="253" y="19"/>
                    </a:cubicBezTo>
                    <a:cubicBezTo>
                      <a:pt x="252" y="22"/>
                      <a:pt x="260" y="19"/>
                      <a:pt x="261" y="20"/>
                    </a:cubicBezTo>
                    <a:cubicBezTo>
                      <a:pt x="258" y="19"/>
                      <a:pt x="263" y="20"/>
                      <a:pt x="263" y="18"/>
                    </a:cubicBezTo>
                    <a:cubicBezTo>
                      <a:pt x="266" y="18"/>
                      <a:pt x="266" y="18"/>
                      <a:pt x="266" y="18"/>
                    </a:cubicBezTo>
                    <a:cubicBezTo>
                      <a:pt x="271" y="17"/>
                      <a:pt x="267" y="17"/>
                      <a:pt x="273" y="16"/>
                    </a:cubicBezTo>
                    <a:cubicBezTo>
                      <a:pt x="276" y="16"/>
                      <a:pt x="274" y="19"/>
                      <a:pt x="273" y="19"/>
                    </a:cubicBezTo>
                    <a:cubicBezTo>
                      <a:pt x="275" y="20"/>
                      <a:pt x="278" y="19"/>
                      <a:pt x="281" y="19"/>
                    </a:cubicBezTo>
                    <a:cubicBezTo>
                      <a:pt x="280" y="18"/>
                      <a:pt x="280" y="18"/>
                      <a:pt x="281" y="18"/>
                    </a:cubicBezTo>
                    <a:cubicBezTo>
                      <a:pt x="281" y="18"/>
                      <a:pt x="281" y="18"/>
                      <a:pt x="281" y="19"/>
                    </a:cubicBezTo>
                    <a:cubicBezTo>
                      <a:pt x="282" y="18"/>
                      <a:pt x="283" y="18"/>
                      <a:pt x="285" y="18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3" y="19"/>
                      <a:pt x="282" y="19"/>
                      <a:pt x="281" y="19"/>
                    </a:cubicBezTo>
                    <a:cubicBezTo>
                      <a:pt x="282" y="19"/>
                      <a:pt x="283" y="19"/>
                      <a:pt x="284" y="19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6" y="19"/>
                      <a:pt x="287" y="19"/>
                      <a:pt x="288" y="20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9" y="22"/>
                      <a:pt x="294" y="20"/>
                      <a:pt x="294" y="20"/>
                    </a:cubicBezTo>
                    <a:cubicBezTo>
                      <a:pt x="303" y="22"/>
                      <a:pt x="318" y="23"/>
                      <a:pt x="322" y="24"/>
                    </a:cubicBezTo>
                    <a:cubicBezTo>
                      <a:pt x="319" y="23"/>
                      <a:pt x="318" y="24"/>
                      <a:pt x="320" y="24"/>
                    </a:cubicBezTo>
                    <a:cubicBezTo>
                      <a:pt x="323" y="25"/>
                      <a:pt x="326" y="24"/>
                      <a:pt x="326" y="25"/>
                    </a:cubicBezTo>
                    <a:cubicBezTo>
                      <a:pt x="329" y="25"/>
                      <a:pt x="328" y="27"/>
                      <a:pt x="332" y="28"/>
                    </a:cubicBezTo>
                    <a:cubicBezTo>
                      <a:pt x="332" y="29"/>
                      <a:pt x="333" y="27"/>
                      <a:pt x="332" y="27"/>
                    </a:cubicBezTo>
                    <a:cubicBezTo>
                      <a:pt x="337" y="31"/>
                      <a:pt x="347" y="31"/>
                      <a:pt x="354" y="36"/>
                    </a:cubicBezTo>
                    <a:cubicBezTo>
                      <a:pt x="353" y="36"/>
                      <a:pt x="352" y="36"/>
                      <a:pt x="351" y="37"/>
                    </a:cubicBezTo>
                    <a:cubicBezTo>
                      <a:pt x="357" y="38"/>
                      <a:pt x="363" y="41"/>
                      <a:pt x="369" y="42"/>
                    </a:cubicBezTo>
                    <a:cubicBezTo>
                      <a:pt x="368" y="42"/>
                      <a:pt x="368" y="43"/>
                      <a:pt x="366" y="43"/>
                    </a:cubicBezTo>
                    <a:cubicBezTo>
                      <a:pt x="369" y="44"/>
                      <a:pt x="372" y="46"/>
                      <a:pt x="375" y="47"/>
                    </a:cubicBezTo>
                    <a:cubicBezTo>
                      <a:pt x="375" y="47"/>
                      <a:pt x="375" y="47"/>
                      <a:pt x="375" y="47"/>
                    </a:cubicBezTo>
                    <a:cubicBezTo>
                      <a:pt x="373" y="44"/>
                      <a:pt x="378" y="46"/>
                      <a:pt x="381" y="48"/>
                    </a:cubicBezTo>
                    <a:cubicBezTo>
                      <a:pt x="380" y="48"/>
                      <a:pt x="380" y="48"/>
                      <a:pt x="380" y="48"/>
                    </a:cubicBezTo>
                    <a:cubicBezTo>
                      <a:pt x="384" y="51"/>
                      <a:pt x="385" y="50"/>
                      <a:pt x="388" y="53"/>
                    </a:cubicBezTo>
                    <a:cubicBezTo>
                      <a:pt x="390" y="55"/>
                      <a:pt x="386" y="52"/>
                      <a:pt x="386" y="53"/>
                    </a:cubicBezTo>
                    <a:cubicBezTo>
                      <a:pt x="386" y="56"/>
                      <a:pt x="393" y="61"/>
                      <a:pt x="394" y="62"/>
                    </a:cubicBezTo>
                    <a:cubicBezTo>
                      <a:pt x="395" y="62"/>
                      <a:pt x="396" y="63"/>
                      <a:pt x="397" y="62"/>
                    </a:cubicBezTo>
                    <a:cubicBezTo>
                      <a:pt x="400" y="64"/>
                      <a:pt x="397" y="64"/>
                      <a:pt x="399" y="66"/>
                    </a:cubicBezTo>
                    <a:cubicBezTo>
                      <a:pt x="409" y="69"/>
                      <a:pt x="409" y="69"/>
                      <a:pt x="409" y="69"/>
                    </a:cubicBezTo>
                    <a:cubicBezTo>
                      <a:pt x="408" y="69"/>
                      <a:pt x="410" y="73"/>
                      <a:pt x="407" y="71"/>
                    </a:cubicBezTo>
                    <a:cubicBezTo>
                      <a:pt x="412" y="76"/>
                      <a:pt x="417" y="77"/>
                      <a:pt x="422" y="80"/>
                    </a:cubicBezTo>
                    <a:cubicBezTo>
                      <a:pt x="423" y="82"/>
                      <a:pt x="428" y="87"/>
                      <a:pt x="430" y="89"/>
                    </a:cubicBezTo>
                    <a:cubicBezTo>
                      <a:pt x="429" y="90"/>
                      <a:pt x="428" y="87"/>
                      <a:pt x="427" y="87"/>
                    </a:cubicBezTo>
                    <a:cubicBezTo>
                      <a:pt x="428" y="91"/>
                      <a:pt x="428" y="91"/>
                      <a:pt x="428" y="91"/>
                    </a:cubicBezTo>
                    <a:cubicBezTo>
                      <a:pt x="425" y="87"/>
                      <a:pt x="427" y="93"/>
                      <a:pt x="424" y="91"/>
                    </a:cubicBezTo>
                    <a:cubicBezTo>
                      <a:pt x="428" y="94"/>
                      <a:pt x="432" y="102"/>
                      <a:pt x="435" y="107"/>
                    </a:cubicBezTo>
                    <a:cubicBezTo>
                      <a:pt x="435" y="102"/>
                      <a:pt x="440" y="113"/>
                      <a:pt x="443" y="111"/>
                    </a:cubicBezTo>
                    <a:cubicBezTo>
                      <a:pt x="447" y="117"/>
                      <a:pt x="443" y="115"/>
                      <a:pt x="443" y="118"/>
                    </a:cubicBezTo>
                    <a:cubicBezTo>
                      <a:pt x="448" y="124"/>
                      <a:pt x="451" y="130"/>
                      <a:pt x="453" y="136"/>
                    </a:cubicBezTo>
                    <a:cubicBezTo>
                      <a:pt x="453" y="136"/>
                      <a:pt x="453" y="136"/>
                      <a:pt x="453" y="136"/>
                    </a:cubicBezTo>
                    <a:cubicBezTo>
                      <a:pt x="456" y="141"/>
                      <a:pt x="459" y="150"/>
                      <a:pt x="464" y="155"/>
                    </a:cubicBezTo>
                    <a:cubicBezTo>
                      <a:pt x="463" y="154"/>
                      <a:pt x="463" y="155"/>
                      <a:pt x="462" y="154"/>
                    </a:cubicBezTo>
                    <a:cubicBezTo>
                      <a:pt x="463" y="160"/>
                      <a:pt x="465" y="154"/>
                      <a:pt x="466" y="161"/>
                    </a:cubicBezTo>
                    <a:cubicBezTo>
                      <a:pt x="465" y="160"/>
                      <a:pt x="465" y="160"/>
                      <a:pt x="465" y="160"/>
                    </a:cubicBezTo>
                    <a:cubicBezTo>
                      <a:pt x="467" y="164"/>
                      <a:pt x="467" y="169"/>
                      <a:pt x="470" y="173"/>
                    </a:cubicBezTo>
                    <a:cubicBezTo>
                      <a:pt x="469" y="174"/>
                      <a:pt x="469" y="173"/>
                      <a:pt x="468" y="172"/>
                    </a:cubicBezTo>
                    <a:cubicBezTo>
                      <a:pt x="470" y="177"/>
                      <a:pt x="471" y="182"/>
                      <a:pt x="474" y="186"/>
                    </a:cubicBezTo>
                    <a:cubicBezTo>
                      <a:pt x="473" y="186"/>
                      <a:pt x="472" y="186"/>
                      <a:pt x="471" y="184"/>
                    </a:cubicBezTo>
                    <a:cubicBezTo>
                      <a:pt x="471" y="189"/>
                      <a:pt x="474" y="189"/>
                      <a:pt x="474" y="193"/>
                    </a:cubicBezTo>
                    <a:cubicBezTo>
                      <a:pt x="475" y="194"/>
                      <a:pt x="474" y="197"/>
                      <a:pt x="474" y="196"/>
                    </a:cubicBezTo>
                    <a:cubicBezTo>
                      <a:pt x="475" y="198"/>
                      <a:pt x="476" y="205"/>
                      <a:pt x="477" y="207"/>
                    </a:cubicBezTo>
                    <a:cubicBezTo>
                      <a:pt x="476" y="208"/>
                      <a:pt x="476" y="209"/>
                      <a:pt x="475" y="212"/>
                    </a:cubicBezTo>
                    <a:cubicBezTo>
                      <a:pt x="478" y="236"/>
                      <a:pt x="473" y="260"/>
                      <a:pt x="467" y="283"/>
                    </a:cubicBezTo>
                    <a:cubicBezTo>
                      <a:pt x="463" y="286"/>
                      <a:pt x="467" y="277"/>
                      <a:pt x="464" y="279"/>
                    </a:cubicBezTo>
                    <a:cubicBezTo>
                      <a:pt x="467" y="280"/>
                      <a:pt x="464" y="283"/>
                      <a:pt x="461" y="290"/>
                    </a:cubicBezTo>
                    <a:cubicBezTo>
                      <a:pt x="461" y="290"/>
                      <a:pt x="461" y="290"/>
                      <a:pt x="461" y="290"/>
                    </a:cubicBezTo>
                    <a:cubicBezTo>
                      <a:pt x="460" y="293"/>
                      <a:pt x="458" y="294"/>
                      <a:pt x="457" y="297"/>
                    </a:cubicBezTo>
                    <a:cubicBezTo>
                      <a:pt x="458" y="297"/>
                      <a:pt x="458" y="297"/>
                      <a:pt x="458" y="297"/>
                    </a:cubicBezTo>
                    <a:cubicBezTo>
                      <a:pt x="458" y="301"/>
                      <a:pt x="452" y="303"/>
                      <a:pt x="453" y="306"/>
                    </a:cubicBezTo>
                    <a:cubicBezTo>
                      <a:pt x="451" y="307"/>
                      <a:pt x="451" y="307"/>
                      <a:pt x="451" y="307"/>
                    </a:cubicBezTo>
                    <a:cubicBezTo>
                      <a:pt x="451" y="312"/>
                      <a:pt x="447" y="312"/>
                      <a:pt x="447" y="316"/>
                    </a:cubicBezTo>
                    <a:cubicBezTo>
                      <a:pt x="447" y="316"/>
                      <a:pt x="447" y="316"/>
                      <a:pt x="447" y="316"/>
                    </a:cubicBezTo>
                    <a:cubicBezTo>
                      <a:pt x="443" y="320"/>
                      <a:pt x="442" y="327"/>
                      <a:pt x="439" y="328"/>
                    </a:cubicBezTo>
                    <a:cubicBezTo>
                      <a:pt x="437" y="332"/>
                      <a:pt x="434" y="337"/>
                      <a:pt x="435" y="339"/>
                    </a:cubicBezTo>
                    <a:cubicBezTo>
                      <a:pt x="433" y="339"/>
                      <a:pt x="433" y="338"/>
                      <a:pt x="433" y="337"/>
                    </a:cubicBezTo>
                    <a:cubicBezTo>
                      <a:pt x="422" y="352"/>
                      <a:pt x="406" y="365"/>
                      <a:pt x="395" y="377"/>
                    </a:cubicBezTo>
                    <a:cubicBezTo>
                      <a:pt x="394" y="378"/>
                      <a:pt x="395" y="377"/>
                      <a:pt x="395" y="376"/>
                    </a:cubicBezTo>
                    <a:cubicBezTo>
                      <a:pt x="389" y="385"/>
                      <a:pt x="378" y="390"/>
                      <a:pt x="378" y="398"/>
                    </a:cubicBezTo>
                    <a:cubicBezTo>
                      <a:pt x="377" y="402"/>
                      <a:pt x="377" y="402"/>
                      <a:pt x="377" y="402"/>
                    </a:cubicBezTo>
                    <a:cubicBezTo>
                      <a:pt x="375" y="403"/>
                      <a:pt x="375" y="402"/>
                      <a:pt x="373" y="403"/>
                    </a:cubicBezTo>
                    <a:cubicBezTo>
                      <a:pt x="373" y="406"/>
                      <a:pt x="368" y="411"/>
                      <a:pt x="369" y="413"/>
                    </a:cubicBezTo>
                    <a:cubicBezTo>
                      <a:pt x="368" y="414"/>
                      <a:pt x="369" y="412"/>
                      <a:pt x="368" y="412"/>
                    </a:cubicBezTo>
                    <a:cubicBezTo>
                      <a:pt x="365" y="416"/>
                      <a:pt x="365" y="422"/>
                      <a:pt x="363" y="426"/>
                    </a:cubicBezTo>
                    <a:cubicBezTo>
                      <a:pt x="363" y="424"/>
                      <a:pt x="363" y="424"/>
                      <a:pt x="363" y="424"/>
                    </a:cubicBezTo>
                    <a:cubicBezTo>
                      <a:pt x="349" y="443"/>
                      <a:pt x="340" y="473"/>
                      <a:pt x="342" y="493"/>
                    </a:cubicBezTo>
                    <a:cubicBezTo>
                      <a:pt x="343" y="498"/>
                      <a:pt x="340" y="495"/>
                      <a:pt x="340" y="497"/>
                    </a:cubicBezTo>
                    <a:cubicBezTo>
                      <a:pt x="342" y="517"/>
                      <a:pt x="338" y="542"/>
                      <a:pt x="349" y="558"/>
                    </a:cubicBezTo>
                    <a:cubicBezTo>
                      <a:pt x="355" y="570"/>
                      <a:pt x="363" y="573"/>
                      <a:pt x="363" y="573"/>
                    </a:cubicBezTo>
                    <a:cubicBezTo>
                      <a:pt x="346" y="542"/>
                      <a:pt x="349" y="513"/>
                      <a:pt x="356" y="481"/>
                    </a:cubicBezTo>
                    <a:cubicBezTo>
                      <a:pt x="356" y="470"/>
                      <a:pt x="359" y="457"/>
                      <a:pt x="363" y="448"/>
                    </a:cubicBezTo>
                    <a:cubicBezTo>
                      <a:pt x="376" y="404"/>
                      <a:pt x="410" y="388"/>
                      <a:pt x="444" y="349"/>
                    </a:cubicBezTo>
                    <a:cubicBezTo>
                      <a:pt x="442" y="350"/>
                      <a:pt x="443" y="348"/>
                      <a:pt x="444" y="346"/>
                    </a:cubicBezTo>
                    <a:cubicBezTo>
                      <a:pt x="445" y="345"/>
                      <a:pt x="445" y="345"/>
                      <a:pt x="445" y="345"/>
                    </a:cubicBezTo>
                    <a:cubicBezTo>
                      <a:pt x="446" y="342"/>
                      <a:pt x="446" y="342"/>
                      <a:pt x="446" y="342"/>
                    </a:cubicBezTo>
                    <a:cubicBezTo>
                      <a:pt x="448" y="339"/>
                      <a:pt x="449" y="341"/>
                      <a:pt x="447" y="344"/>
                    </a:cubicBezTo>
                    <a:cubicBezTo>
                      <a:pt x="459" y="329"/>
                      <a:pt x="467" y="314"/>
                      <a:pt x="475" y="297"/>
                    </a:cubicBezTo>
                    <a:cubicBezTo>
                      <a:pt x="474" y="295"/>
                      <a:pt x="479" y="288"/>
                      <a:pt x="477" y="286"/>
                    </a:cubicBezTo>
                    <a:cubicBezTo>
                      <a:pt x="478" y="286"/>
                      <a:pt x="478" y="286"/>
                      <a:pt x="478" y="287"/>
                    </a:cubicBezTo>
                    <a:cubicBezTo>
                      <a:pt x="481" y="274"/>
                      <a:pt x="482" y="274"/>
                      <a:pt x="487" y="263"/>
                    </a:cubicBezTo>
                    <a:cubicBezTo>
                      <a:pt x="501" y="211"/>
                      <a:pt x="485" y="161"/>
                      <a:pt x="463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2" name="Rectangle 77"/>
              <p:cNvSpPr>
                <a:spLocks noChangeArrowheads="1"/>
              </p:cNvSpPr>
              <p:nvPr>
                <p:custDataLst>
                  <p:tags r:id="rId323"/>
                </p:custDataLst>
              </p:nvPr>
            </p:nvSpPr>
            <p:spPr bwMode="auto">
              <a:xfrm>
                <a:off x="4586" y="1893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3" name="Freeform 78"/>
              <p:cNvSpPr/>
              <p:nvPr>
                <p:custDataLst>
                  <p:tags r:id="rId324"/>
                </p:custDataLst>
              </p:nvPr>
            </p:nvSpPr>
            <p:spPr bwMode="auto">
              <a:xfrm>
                <a:off x="3937" y="2817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4" name="Freeform 79"/>
              <p:cNvSpPr/>
              <p:nvPr>
                <p:custDataLst>
                  <p:tags r:id="rId325"/>
                </p:custDataLst>
              </p:nvPr>
            </p:nvSpPr>
            <p:spPr bwMode="auto">
              <a:xfrm>
                <a:off x="4629" y="185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5" name="Freeform 80"/>
              <p:cNvSpPr/>
              <p:nvPr>
                <p:custDataLst>
                  <p:tags r:id="rId326"/>
                </p:custDataLst>
              </p:nvPr>
            </p:nvSpPr>
            <p:spPr bwMode="auto">
              <a:xfrm>
                <a:off x="3967" y="281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6" name="Freeform 81"/>
              <p:cNvSpPr/>
              <p:nvPr>
                <p:custDataLst>
                  <p:tags r:id="rId327"/>
                </p:custDataLst>
              </p:nvPr>
            </p:nvSpPr>
            <p:spPr bwMode="auto">
              <a:xfrm>
                <a:off x="4618" y="1878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2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7" name="Freeform 82"/>
              <p:cNvSpPr/>
              <p:nvPr>
                <p:custDataLst>
                  <p:tags r:id="rId328"/>
                </p:custDataLst>
              </p:nvPr>
            </p:nvSpPr>
            <p:spPr bwMode="auto">
              <a:xfrm>
                <a:off x="3814" y="226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8" name="Freeform 83"/>
              <p:cNvSpPr/>
              <p:nvPr>
                <p:custDataLst>
                  <p:tags r:id="rId329"/>
                </p:custDataLst>
              </p:nvPr>
            </p:nvSpPr>
            <p:spPr bwMode="auto">
              <a:xfrm>
                <a:off x="3876" y="24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9" name="Freeform 84"/>
              <p:cNvSpPr/>
              <p:nvPr>
                <p:custDataLst>
                  <p:tags r:id="rId330"/>
                </p:custDataLst>
              </p:nvPr>
            </p:nvSpPr>
            <p:spPr bwMode="auto">
              <a:xfrm>
                <a:off x="461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0" name="Freeform 85"/>
              <p:cNvSpPr/>
              <p:nvPr>
                <p:custDataLst>
                  <p:tags r:id="rId331"/>
                </p:custDataLst>
              </p:nvPr>
            </p:nvSpPr>
            <p:spPr bwMode="auto">
              <a:xfrm>
                <a:off x="3801" y="227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1" name="Freeform 86"/>
              <p:cNvSpPr/>
              <p:nvPr>
                <p:custDataLst>
                  <p:tags r:id="rId332"/>
                </p:custDataLst>
              </p:nvPr>
            </p:nvSpPr>
            <p:spPr bwMode="auto">
              <a:xfrm>
                <a:off x="3808" y="2266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2" name="Freeform 87"/>
              <p:cNvSpPr/>
              <p:nvPr>
                <p:custDataLst>
                  <p:tags r:id="rId333"/>
                </p:custDataLst>
              </p:nvPr>
            </p:nvSpPr>
            <p:spPr bwMode="auto">
              <a:xfrm>
                <a:off x="3878" y="239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3" name="Freeform 88"/>
              <p:cNvSpPr/>
              <p:nvPr>
                <p:custDataLst>
                  <p:tags r:id="rId334"/>
                </p:custDataLst>
              </p:nvPr>
            </p:nvSpPr>
            <p:spPr bwMode="auto">
              <a:xfrm>
                <a:off x="3810" y="2266"/>
                <a:ext cx="6" cy="0"/>
              </a:xfrm>
              <a:custGeom>
                <a:avLst/>
                <a:gdLst>
                  <a:gd name="T0" fmla="*/ 1 w 3"/>
                  <a:gd name="T1" fmla="*/ 0 w 3"/>
                  <a:gd name="T2" fmla="*/ 1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4" name="Freeform 89"/>
              <p:cNvSpPr/>
              <p:nvPr>
                <p:custDataLst>
                  <p:tags r:id="rId335"/>
                </p:custDataLst>
              </p:nvPr>
            </p:nvSpPr>
            <p:spPr bwMode="auto">
              <a:xfrm>
                <a:off x="3935" y="224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5" name="Freeform 90"/>
              <p:cNvSpPr/>
              <p:nvPr>
                <p:custDataLst>
                  <p:tags r:id="rId336"/>
                </p:custDataLst>
              </p:nvPr>
            </p:nvSpPr>
            <p:spPr bwMode="auto">
              <a:xfrm>
                <a:off x="3876" y="2213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6" name="Oval 91"/>
              <p:cNvSpPr>
                <a:spLocks noChangeArrowheads="1"/>
              </p:cNvSpPr>
              <p:nvPr>
                <p:custDataLst>
                  <p:tags r:id="rId337"/>
                </p:custDataLst>
              </p:nvPr>
            </p:nvSpPr>
            <p:spPr bwMode="auto">
              <a:xfrm>
                <a:off x="3814" y="2266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7" name="Freeform 92"/>
              <p:cNvSpPr/>
              <p:nvPr>
                <p:custDataLst>
                  <p:tags r:id="rId338"/>
                </p:custDataLst>
              </p:nvPr>
            </p:nvSpPr>
            <p:spPr bwMode="auto">
              <a:xfrm>
                <a:off x="3801" y="2007"/>
                <a:ext cx="5" cy="7"/>
              </a:xfrm>
              <a:custGeom>
                <a:avLst/>
                <a:gdLst>
                  <a:gd name="T0" fmla="*/ 1 w 2"/>
                  <a:gd name="T1" fmla="*/ 0 h 3"/>
                  <a:gd name="T2" fmla="*/ 2 w 2"/>
                  <a:gd name="T3" fmla="*/ 3 h 3"/>
                  <a:gd name="T4" fmla="*/ 1 w 2"/>
                  <a:gd name="T5" fmla="*/ 2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0" y="0"/>
                      <a:pt x="0" y="1"/>
                      <a:pt x="2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8" name="Freeform 93"/>
              <p:cNvSpPr/>
              <p:nvPr>
                <p:custDataLst>
                  <p:tags r:id="rId339"/>
                </p:custDataLst>
              </p:nvPr>
            </p:nvSpPr>
            <p:spPr bwMode="auto">
              <a:xfrm>
                <a:off x="3837" y="24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9" name="Freeform 94"/>
              <p:cNvSpPr/>
              <p:nvPr>
                <p:custDataLst>
                  <p:tags r:id="rId340"/>
                </p:custDataLst>
              </p:nvPr>
            </p:nvSpPr>
            <p:spPr bwMode="auto">
              <a:xfrm>
                <a:off x="4398" y="229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0" name="Freeform 95"/>
              <p:cNvSpPr/>
              <p:nvPr>
                <p:custDataLst>
                  <p:tags r:id="rId341"/>
                </p:custDataLst>
              </p:nvPr>
            </p:nvSpPr>
            <p:spPr bwMode="auto">
              <a:xfrm>
                <a:off x="4376" y="2249"/>
                <a:ext cx="227" cy="119"/>
              </a:xfrm>
              <a:custGeom>
                <a:avLst/>
                <a:gdLst>
                  <a:gd name="T0" fmla="*/ 90 w 107"/>
                  <a:gd name="T1" fmla="*/ 34 h 56"/>
                  <a:gd name="T2" fmla="*/ 75 w 107"/>
                  <a:gd name="T3" fmla="*/ 23 h 56"/>
                  <a:gd name="T4" fmla="*/ 59 w 107"/>
                  <a:gd name="T5" fmla="*/ 22 h 56"/>
                  <a:gd name="T6" fmla="*/ 54 w 107"/>
                  <a:gd name="T7" fmla="*/ 18 h 56"/>
                  <a:gd name="T8" fmla="*/ 44 w 107"/>
                  <a:gd name="T9" fmla="*/ 13 h 56"/>
                  <a:gd name="T10" fmla="*/ 37 w 107"/>
                  <a:gd name="T11" fmla="*/ 9 h 56"/>
                  <a:gd name="T12" fmla="*/ 30 w 107"/>
                  <a:gd name="T13" fmla="*/ 11 h 56"/>
                  <a:gd name="T14" fmla="*/ 20 w 107"/>
                  <a:gd name="T15" fmla="*/ 8 h 56"/>
                  <a:gd name="T16" fmla="*/ 15 w 107"/>
                  <a:gd name="T17" fmla="*/ 6 h 56"/>
                  <a:gd name="T18" fmla="*/ 9 w 107"/>
                  <a:gd name="T19" fmla="*/ 1 h 56"/>
                  <a:gd name="T20" fmla="*/ 6 w 107"/>
                  <a:gd name="T21" fmla="*/ 1 h 56"/>
                  <a:gd name="T22" fmla="*/ 3 w 107"/>
                  <a:gd name="T23" fmla="*/ 3 h 56"/>
                  <a:gd name="T24" fmla="*/ 0 w 107"/>
                  <a:gd name="T25" fmla="*/ 5 h 56"/>
                  <a:gd name="T26" fmla="*/ 1 w 107"/>
                  <a:gd name="T27" fmla="*/ 8 h 56"/>
                  <a:gd name="T28" fmla="*/ 6 w 107"/>
                  <a:gd name="T29" fmla="*/ 9 h 56"/>
                  <a:gd name="T30" fmla="*/ 8 w 107"/>
                  <a:gd name="T31" fmla="*/ 14 h 56"/>
                  <a:gd name="T32" fmla="*/ 3 w 107"/>
                  <a:gd name="T33" fmla="*/ 19 h 56"/>
                  <a:gd name="T34" fmla="*/ 5 w 107"/>
                  <a:gd name="T35" fmla="*/ 20 h 56"/>
                  <a:gd name="T36" fmla="*/ 8 w 107"/>
                  <a:gd name="T37" fmla="*/ 18 h 56"/>
                  <a:gd name="T38" fmla="*/ 8 w 107"/>
                  <a:gd name="T39" fmla="*/ 20 h 56"/>
                  <a:gd name="T40" fmla="*/ 12 w 107"/>
                  <a:gd name="T41" fmla="*/ 17 h 56"/>
                  <a:gd name="T42" fmla="*/ 11 w 107"/>
                  <a:gd name="T43" fmla="*/ 22 h 56"/>
                  <a:gd name="T44" fmla="*/ 11 w 107"/>
                  <a:gd name="T45" fmla="*/ 25 h 56"/>
                  <a:gd name="T46" fmla="*/ 13 w 107"/>
                  <a:gd name="T47" fmla="*/ 23 h 56"/>
                  <a:gd name="T48" fmla="*/ 14 w 107"/>
                  <a:gd name="T49" fmla="*/ 25 h 56"/>
                  <a:gd name="T50" fmla="*/ 17 w 107"/>
                  <a:gd name="T51" fmla="*/ 22 h 56"/>
                  <a:gd name="T52" fmla="*/ 21 w 107"/>
                  <a:gd name="T53" fmla="*/ 18 h 56"/>
                  <a:gd name="T54" fmla="*/ 20 w 107"/>
                  <a:gd name="T55" fmla="*/ 23 h 56"/>
                  <a:gd name="T56" fmla="*/ 24 w 107"/>
                  <a:gd name="T57" fmla="*/ 26 h 56"/>
                  <a:gd name="T58" fmla="*/ 26 w 107"/>
                  <a:gd name="T59" fmla="*/ 27 h 56"/>
                  <a:gd name="T60" fmla="*/ 28 w 107"/>
                  <a:gd name="T61" fmla="*/ 27 h 56"/>
                  <a:gd name="T62" fmla="*/ 33 w 107"/>
                  <a:gd name="T63" fmla="*/ 29 h 56"/>
                  <a:gd name="T64" fmla="*/ 35 w 107"/>
                  <a:gd name="T65" fmla="*/ 30 h 56"/>
                  <a:gd name="T66" fmla="*/ 36 w 107"/>
                  <a:gd name="T67" fmla="*/ 30 h 56"/>
                  <a:gd name="T68" fmla="*/ 38 w 107"/>
                  <a:gd name="T69" fmla="*/ 28 h 56"/>
                  <a:gd name="T70" fmla="*/ 39 w 107"/>
                  <a:gd name="T71" fmla="*/ 31 h 56"/>
                  <a:gd name="T72" fmla="*/ 41 w 107"/>
                  <a:gd name="T73" fmla="*/ 30 h 56"/>
                  <a:gd name="T74" fmla="*/ 44 w 107"/>
                  <a:gd name="T75" fmla="*/ 33 h 56"/>
                  <a:gd name="T76" fmla="*/ 48 w 107"/>
                  <a:gd name="T77" fmla="*/ 34 h 56"/>
                  <a:gd name="T78" fmla="*/ 50 w 107"/>
                  <a:gd name="T79" fmla="*/ 37 h 56"/>
                  <a:gd name="T80" fmla="*/ 52 w 107"/>
                  <a:gd name="T81" fmla="*/ 36 h 56"/>
                  <a:gd name="T82" fmla="*/ 52 w 107"/>
                  <a:gd name="T83" fmla="*/ 37 h 56"/>
                  <a:gd name="T84" fmla="*/ 55 w 107"/>
                  <a:gd name="T85" fmla="*/ 37 h 56"/>
                  <a:gd name="T86" fmla="*/ 58 w 107"/>
                  <a:gd name="T87" fmla="*/ 38 h 56"/>
                  <a:gd name="T88" fmla="*/ 61 w 107"/>
                  <a:gd name="T89" fmla="*/ 38 h 56"/>
                  <a:gd name="T90" fmla="*/ 67 w 107"/>
                  <a:gd name="T91" fmla="*/ 33 h 56"/>
                  <a:gd name="T92" fmla="*/ 67 w 107"/>
                  <a:gd name="T93" fmla="*/ 38 h 56"/>
                  <a:gd name="T94" fmla="*/ 71 w 107"/>
                  <a:gd name="T95" fmla="*/ 39 h 56"/>
                  <a:gd name="T96" fmla="*/ 73 w 107"/>
                  <a:gd name="T97" fmla="*/ 40 h 56"/>
                  <a:gd name="T98" fmla="*/ 79 w 107"/>
                  <a:gd name="T99" fmla="*/ 44 h 56"/>
                  <a:gd name="T100" fmla="*/ 81 w 107"/>
                  <a:gd name="T101" fmla="*/ 46 h 56"/>
                  <a:gd name="T102" fmla="*/ 90 w 107"/>
                  <a:gd name="T103" fmla="*/ 46 h 56"/>
                  <a:gd name="T104" fmla="*/ 93 w 107"/>
                  <a:gd name="T105" fmla="*/ 47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07" h="56">
                    <a:moveTo>
                      <a:pt x="102" y="41"/>
                    </a:moveTo>
                    <a:cubicBezTo>
                      <a:pt x="101" y="41"/>
                      <a:pt x="100" y="41"/>
                      <a:pt x="100" y="40"/>
                    </a:cubicBezTo>
                    <a:cubicBezTo>
                      <a:pt x="96" y="38"/>
                      <a:pt x="96" y="32"/>
                      <a:pt x="92" y="32"/>
                    </a:cubicBezTo>
                    <a:cubicBezTo>
                      <a:pt x="91" y="33"/>
                      <a:pt x="91" y="34"/>
                      <a:pt x="90" y="34"/>
                    </a:cubicBezTo>
                    <a:cubicBezTo>
                      <a:pt x="91" y="33"/>
                      <a:pt x="91" y="33"/>
                      <a:pt x="91" y="33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9" y="34"/>
                      <a:pt x="90" y="33"/>
                      <a:pt x="91" y="33"/>
                    </a:cubicBezTo>
                    <a:cubicBezTo>
                      <a:pt x="89" y="32"/>
                      <a:pt x="88" y="32"/>
                      <a:pt x="87" y="31"/>
                    </a:cubicBezTo>
                    <a:cubicBezTo>
                      <a:pt x="86" y="32"/>
                      <a:pt x="86" y="30"/>
                      <a:pt x="85" y="32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4" y="32"/>
                      <a:pt x="84" y="32"/>
                      <a:pt x="85" y="29"/>
                    </a:cubicBezTo>
                    <a:cubicBezTo>
                      <a:pt x="82" y="25"/>
                      <a:pt x="78" y="26"/>
                      <a:pt x="75" y="23"/>
                    </a:cubicBezTo>
                    <a:cubicBezTo>
                      <a:pt x="72" y="22"/>
                      <a:pt x="68" y="22"/>
                      <a:pt x="64" y="21"/>
                    </a:cubicBezTo>
                    <a:cubicBezTo>
                      <a:pt x="62" y="24"/>
                      <a:pt x="62" y="23"/>
                      <a:pt x="60" y="25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5"/>
                      <a:pt x="60" y="24"/>
                      <a:pt x="60" y="22"/>
                    </a:cubicBezTo>
                    <a:cubicBezTo>
                      <a:pt x="60" y="23"/>
                      <a:pt x="60" y="22"/>
                      <a:pt x="59" y="24"/>
                    </a:cubicBezTo>
                    <a:cubicBezTo>
                      <a:pt x="58" y="26"/>
                      <a:pt x="60" y="21"/>
                      <a:pt x="59" y="22"/>
                    </a:cubicBezTo>
                    <a:cubicBezTo>
                      <a:pt x="60" y="21"/>
                      <a:pt x="59" y="23"/>
                      <a:pt x="59" y="22"/>
                    </a:cubicBezTo>
                    <a:cubicBezTo>
                      <a:pt x="57" y="24"/>
                      <a:pt x="60" y="22"/>
                      <a:pt x="59" y="19"/>
                    </a:cubicBezTo>
                    <a:cubicBezTo>
                      <a:pt x="57" y="19"/>
                      <a:pt x="55" y="20"/>
                      <a:pt x="54" y="19"/>
                    </a:cubicBezTo>
                    <a:cubicBezTo>
                      <a:pt x="54" y="19"/>
                      <a:pt x="54" y="20"/>
                      <a:pt x="54" y="20"/>
                    </a:cubicBezTo>
                    <a:cubicBezTo>
                      <a:pt x="55" y="17"/>
                      <a:pt x="53" y="21"/>
                      <a:pt x="53" y="19"/>
                    </a:cubicBezTo>
                    <a:cubicBezTo>
                      <a:pt x="53" y="19"/>
                      <a:pt x="53" y="19"/>
                      <a:pt x="54" y="18"/>
                    </a:cubicBezTo>
                    <a:cubicBezTo>
                      <a:pt x="54" y="17"/>
                      <a:pt x="52" y="18"/>
                      <a:pt x="52" y="17"/>
                    </a:cubicBezTo>
                    <a:cubicBezTo>
                      <a:pt x="51" y="18"/>
                      <a:pt x="52" y="15"/>
                      <a:pt x="51" y="16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49" y="18"/>
                      <a:pt x="50" y="13"/>
                      <a:pt x="49" y="15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7" y="14"/>
                      <a:pt x="46" y="12"/>
                      <a:pt x="44" y="13"/>
                    </a:cubicBezTo>
                    <a:cubicBezTo>
                      <a:pt x="43" y="13"/>
                      <a:pt x="43" y="10"/>
                      <a:pt x="41" y="11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1" y="11"/>
                      <a:pt x="41" y="11"/>
                    </a:cubicBezTo>
                    <a:cubicBezTo>
                      <a:pt x="40" y="12"/>
                      <a:pt x="40" y="10"/>
                      <a:pt x="39" y="10"/>
                    </a:cubicBezTo>
                    <a:cubicBezTo>
                      <a:pt x="39" y="10"/>
                      <a:pt x="39" y="10"/>
                      <a:pt x="39" y="11"/>
                    </a:cubicBezTo>
                    <a:cubicBezTo>
                      <a:pt x="39" y="9"/>
                      <a:pt x="37" y="11"/>
                      <a:pt x="37" y="9"/>
                    </a:cubicBezTo>
                    <a:cubicBezTo>
                      <a:pt x="35" y="12"/>
                      <a:pt x="35" y="11"/>
                      <a:pt x="35" y="11"/>
                    </a:cubicBezTo>
                    <a:cubicBezTo>
                      <a:pt x="35" y="11"/>
                      <a:pt x="35" y="10"/>
                      <a:pt x="35" y="10"/>
                    </a:cubicBezTo>
                    <a:cubicBezTo>
                      <a:pt x="35" y="10"/>
                      <a:pt x="34" y="10"/>
                      <a:pt x="34" y="9"/>
                    </a:cubicBezTo>
                    <a:cubicBezTo>
                      <a:pt x="34" y="9"/>
                      <a:pt x="33" y="11"/>
                      <a:pt x="33" y="10"/>
                    </a:cubicBezTo>
                    <a:cubicBezTo>
                      <a:pt x="34" y="8"/>
                      <a:pt x="32" y="10"/>
                      <a:pt x="32" y="9"/>
                    </a:cubicBezTo>
                    <a:cubicBezTo>
                      <a:pt x="31" y="10"/>
                      <a:pt x="30" y="12"/>
                      <a:pt x="30" y="11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0" y="9"/>
                      <a:pt x="30" y="6"/>
                      <a:pt x="27" y="8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6" y="8"/>
                      <a:pt x="25" y="5"/>
                      <a:pt x="23" y="7"/>
                    </a:cubicBezTo>
                    <a:cubicBezTo>
                      <a:pt x="23" y="6"/>
                      <a:pt x="23" y="6"/>
                      <a:pt x="22" y="5"/>
                    </a:cubicBezTo>
                    <a:cubicBezTo>
                      <a:pt x="21" y="7"/>
                      <a:pt x="21" y="6"/>
                      <a:pt x="20" y="8"/>
                    </a:cubicBezTo>
                    <a:cubicBezTo>
                      <a:pt x="19" y="8"/>
                      <a:pt x="20" y="7"/>
                      <a:pt x="20" y="6"/>
                    </a:cubicBezTo>
                    <a:cubicBezTo>
                      <a:pt x="20" y="6"/>
                      <a:pt x="21" y="3"/>
                      <a:pt x="19" y="5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8" y="5"/>
                      <a:pt x="17" y="6"/>
                      <a:pt x="17" y="5"/>
                    </a:cubicBezTo>
                    <a:cubicBezTo>
                      <a:pt x="16" y="6"/>
                      <a:pt x="16" y="6"/>
                      <a:pt x="15" y="7"/>
                    </a:cubicBezTo>
                    <a:cubicBezTo>
                      <a:pt x="15" y="7"/>
                      <a:pt x="16" y="5"/>
                      <a:pt x="15" y="6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4"/>
                      <a:pt x="14" y="4"/>
                      <a:pt x="13" y="4"/>
                    </a:cubicBezTo>
                    <a:cubicBezTo>
                      <a:pt x="14" y="2"/>
                      <a:pt x="11" y="4"/>
                      <a:pt x="12" y="2"/>
                    </a:cubicBezTo>
                    <a:cubicBezTo>
                      <a:pt x="11" y="3"/>
                      <a:pt x="11" y="1"/>
                      <a:pt x="9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2"/>
                      <a:pt x="9" y="2"/>
                      <a:pt x="9" y="1"/>
                    </a:cubicBezTo>
                    <a:cubicBezTo>
                      <a:pt x="8" y="0"/>
                      <a:pt x="7" y="2"/>
                      <a:pt x="7" y="3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2"/>
                      <a:pt x="5" y="4"/>
                      <a:pt x="4" y="5"/>
                    </a:cubicBezTo>
                    <a:cubicBezTo>
                      <a:pt x="5" y="4"/>
                      <a:pt x="4" y="5"/>
                      <a:pt x="4" y="4"/>
                    </a:cubicBezTo>
                    <a:cubicBezTo>
                      <a:pt x="5" y="3"/>
                      <a:pt x="6" y="2"/>
                      <a:pt x="7" y="1"/>
                    </a:cubicBezTo>
                    <a:cubicBezTo>
                      <a:pt x="7" y="0"/>
                      <a:pt x="5" y="3"/>
                      <a:pt x="6" y="1"/>
                    </a:cubicBezTo>
                    <a:cubicBezTo>
                      <a:pt x="6" y="0"/>
                      <a:pt x="5" y="0"/>
                      <a:pt x="4" y="2"/>
                    </a:cubicBezTo>
                    <a:cubicBezTo>
                      <a:pt x="5" y="1"/>
                      <a:pt x="5" y="1"/>
                      <a:pt x="5" y="0"/>
                    </a:cubicBezTo>
                    <a:cubicBezTo>
                      <a:pt x="5" y="0"/>
                      <a:pt x="5" y="0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2"/>
                      <a:pt x="3" y="2"/>
                      <a:pt x="2" y="4"/>
                    </a:cubicBezTo>
                    <a:cubicBezTo>
                      <a:pt x="2" y="3"/>
                      <a:pt x="3" y="3"/>
                      <a:pt x="3" y="3"/>
                    </a:cubicBezTo>
                    <a:cubicBezTo>
                      <a:pt x="2" y="4"/>
                      <a:pt x="1" y="5"/>
                      <a:pt x="2" y="3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1" y="3"/>
                      <a:pt x="0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0" y="6"/>
                      <a:pt x="2" y="6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4" y="3"/>
                      <a:pt x="3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3" y="6"/>
                      <a:pt x="3" y="6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3" y="5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9"/>
                      <a:pt x="3" y="6"/>
                      <a:pt x="4" y="6"/>
                    </a:cubicBezTo>
                    <a:cubicBezTo>
                      <a:pt x="4" y="7"/>
                      <a:pt x="2" y="9"/>
                      <a:pt x="2" y="10"/>
                    </a:cubicBezTo>
                    <a:cubicBezTo>
                      <a:pt x="2" y="10"/>
                      <a:pt x="4" y="9"/>
                      <a:pt x="3" y="11"/>
                    </a:cubicBezTo>
                    <a:cubicBezTo>
                      <a:pt x="4" y="10"/>
                      <a:pt x="5" y="10"/>
                      <a:pt x="6" y="9"/>
                    </a:cubicBezTo>
                    <a:cubicBezTo>
                      <a:pt x="6" y="9"/>
                      <a:pt x="4" y="11"/>
                      <a:pt x="5" y="11"/>
                    </a:cubicBezTo>
                    <a:cubicBezTo>
                      <a:pt x="5" y="11"/>
                      <a:pt x="4" y="12"/>
                      <a:pt x="4" y="13"/>
                    </a:cubicBezTo>
                    <a:cubicBezTo>
                      <a:pt x="5" y="12"/>
                      <a:pt x="4" y="13"/>
                      <a:pt x="5" y="11"/>
                    </a:cubicBezTo>
                    <a:cubicBezTo>
                      <a:pt x="6" y="12"/>
                      <a:pt x="6" y="13"/>
                      <a:pt x="7" y="12"/>
                    </a:cubicBezTo>
                    <a:cubicBezTo>
                      <a:pt x="7" y="12"/>
                      <a:pt x="6" y="14"/>
                      <a:pt x="5" y="15"/>
                    </a:cubicBezTo>
                    <a:cubicBezTo>
                      <a:pt x="6" y="13"/>
                      <a:pt x="7" y="13"/>
                      <a:pt x="8" y="14"/>
                    </a:cubicBezTo>
                    <a:cubicBezTo>
                      <a:pt x="9" y="12"/>
                      <a:pt x="8" y="12"/>
                      <a:pt x="9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9" y="11"/>
                      <a:pt x="8" y="14"/>
                      <a:pt x="8" y="14"/>
                    </a:cubicBezTo>
                    <a:cubicBezTo>
                      <a:pt x="6" y="16"/>
                      <a:pt x="8" y="13"/>
                      <a:pt x="6" y="16"/>
                    </a:cubicBezTo>
                    <a:cubicBezTo>
                      <a:pt x="5" y="18"/>
                      <a:pt x="4" y="17"/>
                      <a:pt x="5" y="16"/>
                    </a:cubicBezTo>
                    <a:cubicBezTo>
                      <a:pt x="3" y="18"/>
                      <a:pt x="5" y="17"/>
                      <a:pt x="3" y="19"/>
                    </a:cubicBezTo>
                    <a:cubicBezTo>
                      <a:pt x="4" y="19"/>
                      <a:pt x="5" y="18"/>
                      <a:pt x="5" y="18"/>
                    </a:cubicBezTo>
                    <a:cubicBezTo>
                      <a:pt x="6" y="17"/>
                      <a:pt x="6" y="16"/>
                      <a:pt x="7" y="16"/>
                    </a:cubicBezTo>
                    <a:cubicBezTo>
                      <a:pt x="8" y="14"/>
                      <a:pt x="6" y="17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9"/>
                      <a:pt x="7" y="18"/>
                      <a:pt x="7" y="18"/>
                    </a:cubicBezTo>
                    <a:cubicBezTo>
                      <a:pt x="5" y="21"/>
                      <a:pt x="6" y="18"/>
                      <a:pt x="5" y="20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19"/>
                      <a:pt x="6" y="20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0"/>
                      <a:pt x="7" y="18"/>
                      <a:pt x="7" y="18"/>
                    </a:cubicBezTo>
                    <a:cubicBezTo>
                      <a:pt x="9" y="16"/>
                      <a:pt x="7" y="18"/>
                      <a:pt x="8" y="18"/>
                    </a:cubicBezTo>
                    <a:cubicBezTo>
                      <a:pt x="9" y="16"/>
                      <a:pt x="8" y="18"/>
                      <a:pt x="9" y="16"/>
                    </a:cubicBezTo>
                    <a:cubicBezTo>
                      <a:pt x="9" y="15"/>
                      <a:pt x="10" y="15"/>
                      <a:pt x="10" y="15"/>
                    </a:cubicBezTo>
                    <a:cubicBezTo>
                      <a:pt x="10" y="15"/>
                      <a:pt x="9" y="17"/>
                      <a:pt x="9" y="18"/>
                    </a:cubicBezTo>
                    <a:cubicBezTo>
                      <a:pt x="9" y="18"/>
                      <a:pt x="8" y="18"/>
                      <a:pt x="9" y="17"/>
                    </a:cubicBezTo>
                    <a:cubicBezTo>
                      <a:pt x="7" y="19"/>
                      <a:pt x="7" y="21"/>
                      <a:pt x="6" y="21"/>
                    </a:cubicBezTo>
                    <a:cubicBezTo>
                      <a:pt x="6" y="23"/>
                      <a:pt x="7" y="20"/>
                      <a:pt x="8" y="20"/>
                    </a:cubicBezTo>
                    <a:cubicBezTo>
                      <a:pt x="7" y="21"/>
                      <a:pt x="8" y="19"/>
                      <a:pt x="9" y="18"/>
                    </a:cubicBezTo>
                    <a:cubicBezTo>
                      <a:pt x="12" y="14"/>
                      <a:pt x="7" y="21"/>
                      <a:pt x="8" y="21"/>
                    </a:cubicBezTo>
                    <a:cubicBezTo>
                      <a:pt x="10" y="18"/>
                      <a:pt x="11" y="18"/>
                      <a:pt x="12" y="15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6"/>
                      <a:pt x="13" y="16"/>
                      <a:pt x="11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2"/>
                      <a:pt x="9" y="23"/>
                      <a:pt x="10" y="23"/>
                    </a:cubicBezTo>
                    <a:cubicBezTo>
                      <a:pt x="10" y="22"/>
                      <a:pt x="11" y="20"/>
                      <a:pt x="11" y="20"/>
                    </a:cubicBezTo>
                    <a:cubicBezTo>
                      <a:pt x="12" y="20"/>
                      <a:pt x="11" y="22"/>
                      <a:pt x="11" y="22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1" y="23"/>
                      <a:pt x="9" y="24"/>
                      <a:pt x="10" y="24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3" y="20"/>
                      <a:pt x="12" y="21"/>
                      <a:pt x="12" y="21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22"/>
                      <a:pt x="10" y="25"/>
                      <a:pt x="11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4"/>
                      <a:pt x="12" y="24"/>
                      <a:pt x="12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4"/>
                      <a:pt x="13" y="22"/>
                      <a:pt x="12" y="24"/>
                    </a:cubicBezTo>
                    <a:cubicBezTo>
                      <a:pt x="14" y="22"/>
                      <a:pt x="12" y="24"/>
                      <a:pt x="13" y="23"/>
                    </a:cubicBezTo>
                    <a:cubicBezTo>
                      <a:pt x="13" y="21"/>
                      <a:pt x="14" y="21"/>
                      <a:pt x="14" y="21"/>
                    </a:cubicBezTo>
                    <a:cubicBezTo>
                      <a:pt x="13" y="24"/>
                      <a:pt x="14" y="22"/>
                      <a:pt x="14" y="22"/>
                    </a:cubicBezTo>
                    <a:cubicBezTo>
                      <a:pt x="14" y="23"/>
                      <a:pt x="14" y="23"/>
                      <a:pt x="14" y="24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3" y="25"/>
                      <a:pt x="15" y="22"/>
                      <a:pt x="15" y="23"/>
                    </a:cubicBezTo>
                    <a:cubicBezTo>
                      <a:pt x="14" y="24"/>
                      <a:pt x="14" y="25"/>
                      <a:pt x="14" y="25"/>
                    </a:cubicBezTo>
                    <a:cubicBezTo>
                      <a:pt x="15" y="23"/>
                      <a:pt x="16" y="23"/>
                      <a:pt x="16" y="21"/>
                    </a:cubicBezTo>
                    <a:cubicBezTo>
                      <a:pt x="16" y="22"/>
                      <a:pt x="15" y="24"/>
                      <a:pt x="14" y="26"/>
                    </a:cubicBezTo>
                    <a:cubicBezTo>
                      <a:pt x="15" y="24"/>
                      <a:pt x="14" y="27"/>
                      <a:pt x="15" y="25"/>
                    </a:cubicBezTo>
                    <a:cubicBezTo>
                      <a:pt x="15" y="24"/>
                      <a:pt x="16" y="23"/>
                      <a:pt x="17" y="22"/>
                    </a:cubicBezTo>
                    <a:cubicBezTo>
                      <a:pt x="17" y="23"/>
                      <a:pt x="16" y="23"/>
                      <a:pt x="16" y="24"/>
                    </a:cubicBezTo>
                    <a:cubicBezTo>
                      <a:pt x="16" y="24"/>
                      <a:pt x="17" y="23"/>
                      <a:pt x="17" y="22"/>
                    </a:cubicBezTo>
                    <a:cubicBezTo>
                      <a:pt x="17" y="22"/>
                      <a:pt x="19" y="20"/>
                      <a:pt x="18" y="22"/>
                    </a:cubicBezTo>
                    <a:cubicBezTo>
                      <a:pt x="18" y="23"/>
                      <a:pt x="17" y="22"/>
                      <a:pt x="17" y="23"/>
                    </a:cubicBezTo>
                    <a:cubicBezTo>
                      <a:pt x="17" y="24"/>
                      <a:pt x="19" y="20"/>
                      <a:pt x="20" y="20"/>
                    </a:cubicBezTo>
                    <a:cubicBezTo>
                      <a:pt x="20" y="19"/>
                      <a:pt x="22" y="16"/>
                      <a:pt x="22" y="15"/>
                    </a:cubicBezTo>
                    <a:cubicBezTo>
                      <a:pt x="23" y="16"/>
                      <a:pt x="22" y="16"/>
                      <a:pt x="21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20" y="21"/>
                      <a:pt x="18" y="22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6"/>
                      <a:pt x="17" y="26"/>
                      <a:pt x="17" y="26"/>
                    </a:cubicBezTo>
                    <a:cubicBezTo>
                      <a:pt x="18" y="24"/>
                      <a:pt x="18" y="26"/>
                      <a:pt x="18" y="26"/>
                    </a:cubicBezTo>
                    <a:cubicBezTo>
                      <a:pt x="19" y="24"/>
                      <a:pt x="17" y="26"/>
                      <a:pt x="18" y="25"/>
                    </a:cubicBezTo>
                    <a:cubicBezTo>
                      <a:pt x="19" y="25"/>
                      <a:pt x="20" y="22"/>
                      <a:pt x="20" y="23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7"/>
                      <a:pt x="19" y="24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7"/>
                      <a:pt x="21" y="28"/>
                      <a:pt x="23" y="24"/>
                    </a:cubicBezTo>
                    <a:cubicBezTo>
                      <a:pt x="23" y="26"/>
                      <a:pt x="23" y="26"/>
                      <a:pt x="23" y="27"/>
                    </a:cubicBezTo>
                    <a:cubicBezTo>
                      <a:pt x="23" y="27"/>
                      <a:pt x="24" y="26"/>
                      <a:pt x="24" y="26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3" y="29"/>
                      <a:pt x="24" y="27"/>
                      <a:pt x="25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9"/>
                      <a:pt x="25" y="27"/>
                      <a:pt x="26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7" y="26"/>
                      <a:pt x="26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8"/>
                      <a:pt x="27" y="29"/>
                      <a:pt x="27" y="28"/>
                    </a:cubicBezTo>
                    <a:cubicBezTo>
                      <a:pt x="28" y="28"/>
                      <a:pt x="28" y="27"/>
                      <a:pt x="28" y="26"/>
                    </a:cubicBezTo>
                    <a:cubicBezTo>
                      <a:pt x="29" y="24"/>
                      <a:pt x="28" y="26"/>
                      <a:pt x="29" y="25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30"/>
                      <a:pt x="29" y="28"/>
                      <a:pt x="30" y="29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30"/>
                      <a:pt x="32" y="28"/>
                      <a:pt x="32" y="30"/>
                    </a:cubicBezTo>
                    <a:cubicBezTo>
                      <a:pt x="32" y="29"/>
                      <a:pt x="33" y="26"/>
                      <a:pt x="34" y="26"/>
                    </a:cubicBezTo>
                    <a:cubicBezTo>
                      <a:pt x="35" y="25"/>
                      <a:pt x="33" y="29"/>
                      <a:pt x="32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4" y="29"/>
                      <a:pt x="34" y="28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1"/>
                      <a:pt x="34" y="31"/>
                    </a:cubicBezTo>
                    <a:cubicBezTo>
                      <a:pt x="35" y="29"/>
                      <a:pt x="35" y="30"/>
                      <a:pt x="36" y="29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2"/>
                      <a:pt x="36" y="29"/>
                      <a:pt x="36" y="29"/>
                    </a:cubicBezTo>
                    <a:cubicBezTo>
                      <a:pt x="37" y="28"/>
                      <a:pt x="37" y="29"/>
                      <a:pt x="36" y="30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5" y="31"/>
                      <a:pt x="36" y="30"/>
                      <a:pt x="36" y="31"/>
                    </a:cubicBezTo>
                    <a:cubicBezTo>
                      <a:pt x="36" y="31"/>
                      <a:pt x="37" y="29"/>
                      <a:pt x="37" y="30"/>
                    </a:cubicBezTo>
                    <a:cubicBezTo>
                      <a:pt x="37" y="30"/>
                      <a:pt x="37" y="30"/>
                      <a:pt x="37" y="31"/>
                    </a:cubicBezTo>
                    <a:cubicBezTo>
                      <a:pt x="37" y="30"/>
                      <a:pt x="37" y="31"/>
                      <a:pt x="38" y="30"/>
                    </a:cubicBezTo>
                    <a:cubicBezTo>
                      <a:pt x="38" y="30"/>
                      <a:pt x="38" y="29"/>
                      <a:pt x="38" y="28"/>
                    </a:cubicBezTo>
                    <a:cubicBezTo>
                      <a:pt x="38" y="28"/>
                      <a:pt x="39" y="28"/>
                      <a:pt x="38" y="28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38" y="28"/>
                      <a:pt x="38" y="29"/>
                      <a:pt x="39" y="28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9" y="30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1"/>
                      <a:pt x="39" y="31"/>
                      <a:pt x="39" y="32"/>
                    </a:cubicBezTo>
                    <a:cubicBezTo>
                      <a:pt x="39" y="33"/>
                      <a:pt x="41" y="28"/>
                      <a:pt x="41" y="30"/>
                    </a:cubicBezTo>
                    <a:cubicBezTo>
                      <a:pt x="40" y="31"/>
                      <a:pt x="40" y="32"/>
                      <a:pt x="40" y="32"/>
                    </a:cubicBezTo>
                    <a:cubicBezTo>
                      <a:pt x="40" y="32"/>
                      <a:pt x="41" y="31"/>
                      <a:pt x="41" y="31"/>
                    </a:cubicBezTo>
                    <a:cubicBezTo>
                      <a:pt x="41" y="31"/>
                      <a:pt x="40" y="33"/>
                      <a:pt x="40" y="31"/>
                    </a:cubicBezTo>
                    <a:cubicBezTo>
                      <a:pt x="41" y="30"/>
                      <a:pt x="41" y="31"/>
                      <a:pt x="41" y="30"/>
                    </a:cubicBezTo>
                    <a:cubicBezTo>
                      <a:pt x="40" y="35"/>
                      <a:pt x="42" y="32"/>
                      <a:pt x="42" y="34"/>
                    </a:cubicBezTo>
                    <a:cubicBezTo>
                      <a:pt x="43" y="32"/>
                      <a:pt x="43" y="34"/>
                      <a:pt x="43" y="33"/>
                    </a:cubicBezTo>
                    <a:cubicBezTo>
                      <a:pt x="42" y="35"/>
                      <a:pt x="44" y="33"/>
                      <a:pt x="43" y="34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3"/>
                      <a:pt x="46" y="29"/>
                      <a:pt x="45" y="31"/>
                    </a:cubicBezTo>
                    <a:cubicBezTo>
                      <a:pt x="45" y="32"/>
                      <a:pt x="45" y="33"/>
                      <a:pt x="44" y="33"/>
                    </a:cubicBezTo>
                    <a:cubicBezTo>
                      <a:pt x="44" y="36"/>
                      <a:pt x="46" y="32"/>
                      <a:pt x="45" y="35"/>
                    </a:cubicBezTo>
                    <a:cubicBezTo>
                      <a:pt x="46" y="34"/>
                      <a:pt x="46" y="32"/>
                      <a:pt x="47" y="31"/>
                    </a:cubicBezTo>
                    <a:cubicBezTo>
                      <a:pt x="47" y="33"/>
                      <a:pt x="47" y="34"/>
                      <a:pt x="46" y="34"/>
                    </a:cubicBezTo>
                    <a:cubicBezTo>
                      <a:pt x="47" y="34"/>
                      <a:pt x="47" y="33"/>
                      <a:pt x="47" y="34"/>
                    </a:cubicBezTo>
                    <a:cubicBezTo>
                      <a:pt x="47" y="35"/>
                      <a:pt x="47" y="35"/>
                      <a:pt x="46" y="35"/>
                    </a:cubicBezTo>
                    <a:cubicBezTo>
                      <a:pt x="46" y="36"/>
                      <a:pt x="47" y="35"/>
                      <a:pt x="48" y="34"/>
                    </a:cubicBezTo>
                    <a:cubicBezTo>
                      <a:pt x="47" y="36"/>
                      <a:pt x="48" y="35"/>
                      <a:pt x="48" y="37"/>
                    </a:cubicBezTo>
                    <a:cubicBezTo>
                      <a:pt x="49" y="35"/>
                      <a:pt x="48" y="38"/>
                      <a:pt x="49" y="35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0" y="35"/>
                      <a:pt x="51" y="33"/>
                      <a:pt x="51" y="33"/>
                    </a:cubicBezTo>
                    <a:cubicBezTo>
                      <a:pt x="50" y="35"/>
                      <a:pt x="50" y="35"/>
                      <a:pt x="50" y="35"/>
                    </a:cubicBezTo>
                    <a:cubicBezTo>
                      <a:pt x="49" y="37"/>
                      <a:pt x="50" y="36"/>
                      <a:pt x="50" y="37"/>
                    </a:cubicBezTo>
                    <a:cubicBezTo>
                      <a:pt x="50" y="35"/>
                      <a:pt x="50" y="37"/>
                      <a:pt x="51" y="36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2" y="35"/>
                      <a:pt x="52" y="34"/>
                      <a:pt x="52" y="34"/>
                    </a:cubicBezTo>
                    <a:cubicBezTo>
                      <a:pt x="52" y="34"/>
                      <a:pt x="51" y="36"/>
                      <a:pt x="51" y="36"/>
                    </a:cubicBezTo>
                    <a:cubicBezTo>
                      <a:pt x="51" y="37"/>
                      <a:pt x="51" y="37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51" y="39"/>
                      <a:pt x="52" y="37"/>
                      <a:pt x="53" y="37"/>
                    </a:cubicBezTo>
                    <a:cubicBezTo>
                      <a:pt x="53" y="38"/>
                      <a:pt x="54" y="37"/>
                      <a:pt x="55" y="37"/>
                    </a:cubicBezTo>
                    <a:cubicBezTo>
                      <a:pt x="55" y="37"/>
                      <a:pt x="54" y="38"/>
                      <a:pt x="55" y="37"/>
                    </a:cubicBezTo>
                    <a:cubicBezTo>
                      <a:pt x="55" y="37"/>
                      <a:pt x="56" y="36"/>
                      <a:pt x="55" y="37"/>
                    </a:cubicBezTo>
                    <a:cubicBezTo>
                      <a:pt x="56" y="36"/>
                      <a:pt x="55" y="38"/>
                      <a:pt x="55" y="38"/>
                    </a:cubicBezTo>
                    <a:cubicBezTo>
                      <a:pt x="55" y="38"/>
                      <a:pt x="56" y="37"/>
                      <a:pt x="56" y="37"/>
                    </a:cubicBezTo>
                    <a:cubicBezTo>
                      <a:pt x="55" y="39"/>
                      <a:pt x="58" y="36"/>
                      <a:pt x="57" y="38"/>
                    </a:cubicBezTo>
                    <a:cubicBezTo>
                      <a:pt x="58" y="37"/>
                      <a:pt x="57" y="38"/>
                      <a:pt x="57" y="39"/>
                    </a:cubicBezTo>
                    <a:cubicBezTo>
                      <a:pt x="57" y="38"/>
                      <a:pt x="58" y="38"/>
                      <a:pt x="59" y="36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38"/>
                      <a:pt x="59" y="38"/>
                      <a:pt x="60" y="37"/>
                    </a:cubicBezTo>
                    <a:cubicBezTo>
                      <a:pt x="60" y="36"/>
                      <a:pt x="61" y="35"/>
                      <a:pt x="61" y="35"/>
                    </a:cubicBezTo>
                    <a:cubicBezTo>
                      <a:pt x="61" y="35"/>
                      <a:pt x="61" y="35"/>
                      <a:pt x="61" y="35"/>
                    </a:cubicBezTo>
                    <a:cubicBezTo>
                      <a:pt x="61" y="36"/>
                      <a:pt x="62" y="35"/>
                      <a:pt x="62" y="35"/>
                    </a:cubicBezTo>
                    <a:cubicBezTo>
                      <a:pt x="62" y="36"/>
                      <a:pt x="62" y="35"/>
                      <a:pt x="61" y="36"/>
                    </a:cubicBezTo>
                    <a:cubicBezTo>
                      <a:pt x="60" y="39"/>
                      <a:pt x="61" y="38"/>
                      <a:pt x="61" y="38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1" y="38"/>
                      <a:pt x="62" y="38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4"/>
                      <a:pt x="64" y="36"/>
                      <a:pt x="63" y="37"/>
                    </a:cubicBezTo>
                    <a:cubicBezTo>
                      <a:pt x="64" y="37"/>
                      <a:pt x="65" y="34"/>
                      <a:pt x="66" y="33"/>
                    </a:cubicBezTo>
                    <a:cubicBezTo>
                      <a:pt x="66" y="34"/>
                      <a:pt x="67" y="33"/>
                      <a:pt x="67" y="33"/>
                    </a:cubicBezTo>
                    <a:cubicBezTo>
                      <a:pt x="67" y="34"/>
                      <a:pt x="67" y="33"/>
                      <a:pt x="67" y="34"/>
                    </a:cubicBezTo>
                    <a:cubicBezTo>
                      <a:pt x="66" y="35"/>
                      <a:pt x="66" y="35"/>
                      <a:pt x="66" y="35"/>
                    </a:cubicBezTo>
                    <a:cubicBezTo>
                      <a:pt x="66" y="35"/>
                      <a:pt x="65" y="37"/>
                      <a:pt x="65" y="38"/>
                    </a:cubicBezTo>
                    <a:cubicBezTo>
                      <a:pt x="65" y="37"/>
                      <a:pt x="66" y="39"/>
                      <a:pt x="66" y="39"/>
                    </a:cubicBezTo>
                    <a:cubicBezTo>
                      <a:pt x="67" y="36"/>
                      <a:pt x="67" y="38"/>
                      <a:pt x="68" y="36"/>
                    </a:cubicBezTo>
                    <a:cubicBezTo>
                      <a:pt x="69" y="36"/>
                      <a:pt x="67" y="38"/>
                      <a:pt x="67" y="38"/>
                    </a:cubicBezTo>
                    <a:cubicBezTo>
                      <a:pt x="68" y="38"/>
                      <a:pt x="68" y="39"/>
                      <a:pt x="69" y="39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8"/>
                      <a:pt x="70" y="39"/>
                      <a:pt x="71" y="38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40"/>
                      <a:pt x="72" y="36"/>
                      <a:pt x="72" y="37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2" y="38"/>
                      <a:pt x="71" y="40"/>
                      <a:pt x="72" y="38"/>
                    </a:cubicBezTo>
                    <a:cubicBezTo>
                      <a:pt x="72" y="39"/>
                      <a:pt x="72" y="39"/>
                      <a:pt x="72" y="39"/>
                    </a:cubicBezTo>
                    <a:cubicBezTo>
                      <a:pt x="72" y="39"/>
                      <a:pt x="73" y="39"/>
                      <a:pt x="74" y="38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72" y="41"/>
                      <a:pt x="74" y="38"/>
                      <a:pt x="74" y="39"/>
                    </a:cubicBezTo>
                    <a:cubicBezTo>
                      <a:pt x="74" y="39"/>
                      <a:pt x="74" y="40"/>
                      <a:pt x="73" y="40"/>
                    </a:cubicBezTo>
                    <a:cubicBezTo>
                      <a:pt x="74" y="39"/>
                      <a:pt x="75" y="39"/>
                      <a:pt x="75" y="39"/>
                    </a:cubicBezTo>
                    <a:cubicBezTo>
                      <a:pt x="74" y="41"/>
                      <a:pt x="74" y="41"/>
                      <a:pt x="74" y="41"/>
                    </a:cubicBezTo>
                    <a:cubicBezTo>
                      <a:pt x="76" y="42"/>
                      <a:pt x="77" y="43"/>
                      <a:pt x="80" y="42"/>
                    </a:cubicBezTo>
                    <a:cubicBezTo>
                      <a:pt x="79" y="44"/>
                      <a:pt x="79" y="43"/>
                      <a:pt x="78" y="45"/>
                    </a:cubicBezTo>
                    <a:cubicBezTo>
                      <a:pt x="79" y="43"/>
                      <a:pt x="79" y="44"/>
                      <a:pt x="79" y="44"/>
                    </a:cubicBezTo>
                    <a:cubicBezTo>
                      <a:pt x="79" y="44"/>
                      <a:pt x="79" y="44"/>
                      <a:pt x="79" y="44"/>
                    </a:cubicBezTo>
                    <a:cubicBezTo>
                      <a:pt x="80" y="44"/>
                      <a:pt x="79" y="45"/>
                      <a:pt x="80" y="45"/>
                    </a:cubicBezTo>
                    <a:cubicBezTo>
                      <a:pt x="80" y="44"/>
                      <a:pt x="80" y="44"/>
                      <a:pt x="80" y="44"/>
                    </a:cubicBezTo>
                    <a:cubicBezTo>
                      <a:pt x="81" y="43"/>
                      <a:pt x="79" y="47"/>
                      <a:pt x="81" y="45"/>
                    </a:cubicBezTo>
                    <a:cubicBezTo>
                      <a:pt x="80" y="46"/>
                      <a:pt x="80" y="46"/>
                      <a:pt x="80" y="46"/>
                    </a:cubicBezTo>
                    <a:cubicBezTo>
                      <a:pt x="81" y="44"/>
                      <a:pt x="80" y="47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7"/>
                      <a:pt x="83" y="44"/>
                      <a:pt x="82" y="46"/>
                    </a:cubicBezTo>
                    <a:cubicBezTo>
                      <a:pt x="83" y="46"/>
                      <a:pt x="83" y="46"/>
                      <a:pt x="84" y="44"/>
                    </a:cubicBezTo>
                    <a:cubicBezTo>
                      <a:pt x="83" y="46"/>
                      <a:pt x="83" y="46"/>
                      <a:pt x="83" y="46"/>
                    </a:cubicBezTo>
                    <a:cubicBezTo>
                      <a:pt x="85" y="46"/>
                      <a:pt x="86" y="47"/>
                      <a:pt x="88" y="46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9" y="45"/>
                      <a:pt x="87" y="49"/>
                      <a:pt x="90" y="46"/>
                    </a:cubicBezTo>
                    <a:cubicBezTo>
                      <a:pt x="92" y="45"/>
                      <a:pt x="92" y="45"/>
                      <a:pt x="92" y="45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7"/>
                      <a:pt x="92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1" y="47"/>
                      <a:pt x="93" y="45"/>
                      <a:pt x="93" y="46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92" y="50"/>
                      <a:pt x="93" y="54"/>
                      <a:pt x="96" y="51"/>
                    </a:cubicBezTo>
                    <a:cubicBezTo>
                      <a:pt x="97" y="51"/>
                      <a:pt x="95" y="53"/>
                      <a:pt x="95" y="53"/>
                    </a:cubicBezTo>
                    <a:cubicBezTo>
                      <a:pt x="99" y="51"/>
                      <a:pt x="97" y="56"/>
                      <a:pt x="101" y="53"/>
                    </a:cubicBezTo>
                    <a:cubicBezTo>
                      <a:pt x="103" y="52"/>
                      <a:pt x="107" y="48"/>
                      <a:pt x="107" y="48"/>
                    </a:cubicBezTo>
                    <a:cubicBezTo>
                      <a:pt x="103" y="48"/>
                      <a:pt x="103" y="45"/>
                      <a:pt x="10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1" name="Freeform 96"/>
              <p:cNvSpPr/>
              <p:nvPr>
                <p:custDataLst>
                  <p:tags r:id="rId342"/>
                </p:custDataLst>
              </p:nvPr>
            </p:nvSpPr>
            <p:spPr bwMode="auto">
              <a:xfrm>
                <a:off x="4117" y="22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2" name="Freeform 97"/>
              <p:cNvSpPr/>
              <p:nvPr>
                <p:custDataLst>
                  <p:tags r:id="rId343"/>
                </p:custDataLst>
              </p:nvPr>
            </p:nvSpPr>
            <p:spPr bwMode="auto">
              <a:xfrm>
                <a:off x="4487" y="23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3" name="Freeform 98"/>
              <p:cNvSpPr/>
              <p:nvPr>
                <p:custDataLst>
                  <p:tags r:id="rId344"/>
                </p:custDataLst>
              </p:nvPr>
            </p:nvSpPr>
            <p:spPr bwMode="auto">
              <a:xfrm>
                <a:off x="4387" y="228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4" name="Freeform 99"/>
              <p:cNvSpPr/>
              <p:nvPr>
                <p:custDataLst>
                  <p:tags r:id="rId345"/>
                </p:custDataLst>
              </p:nvPr>
            </p:nvSpPr>
            <p:spPr bwMode="auto">
              <a:xfrm>
                <a:off x="4508" y="193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5" name="Freeform 100"/>
              <p:cNvSpPr/>
              <p:nvPr>
                <p:custDataLst>
                  <p:tags r:id="rId346"/>
                </p:custDataLst>
              </p:nvPr>
            </p:nvSpPr>
            <p:spPr bwMode="auto">
              <a:xfrm>
                <a:off x="4487" y="2285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6" name="Freeform 101"/>
              <p:cNvSpPr/>
              <p:nvPr>
                <p:custDataLst>
                  <p:tags r:id="rId347"/>
                </p:custDataLst>
              </p:nvPr>
            </p:nvSpPr>
            <p:spPr bwMode="auto">
              <a:xfrm>
                <a:off x="4514" y="1929"/>
                <a:ext cx="0" cy="4"/>
              </a:xfrm>
              <a:custGeom>
                <a:avLst/>
                <a:gdLst>
                  <a:gd name="T0" fmla="*/ 1 h 2"/>
                  <a:gd name="T1" fmla="*/ 1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7" name="Freeform 102"/>
              <p:cNvSpPr/>
              <p:nvPr>
                <p:custDataLst>
                  <p:tags r:id="rId348"/>
                </p:custDataLst>
              </p:nvPr>
            </p:nvSpPr>
            <p:spPr bwMode="auto">
              <a:xfrm>
                <a:off x="4506" y="1927"/>
                <a:ext cx="0" cy="4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8" name="Freeform 103"/>
              <p:cNvSpPr/>
              <p:nvPr>
                <p:custDataLst>
                  <p:tags r:id="rId349"/>
                </p:custDataLst>
              </p:nvPr>
            </p:nvSpPr>
            <p:spPr bwMode="auto">
              <a:xfrm>
                <a:off x="4516" y="192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9" name="Freeform 104"/>
              <p:cNvSpPr/>
              <p:nvPr>
                <p:custDataLst>
                  <p:tags r:id="rId350"/>
                </p:custDataLst>
              </p:nvPr>
            </p:nvSpPr>
            <p:spPr bwMode="auto">
              <a:xfrm>
                <a:off x="4495" y="1925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0" name="Freeform 105"/>
              <p:cNvSpPr/>
              <p:nvPr>
                <p:custDataLst>
                  <p:tags r:id="rId351"/>
                </p:custDataLst>
              </p:nvPr>
            </p:nvSpPr>
            <p:spPr bwMode="auto">
              <a:xfrm>
                <a:off x="3201" y="216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1" name="Freeform 106"/>
              <p:cNvSpPr/>
              <p:nvPr>
                <p:custDataLst>
                  <p:tags r:id="rId352"/>
                </p:custDataLst>
              </p:nvPr>
            </p:nvSpPr>
            <p:spPr bwMode="auto">
              <a:xfrm>
                <a:off x="3544" y="1543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2" name="Freeform 107"/>
              <p:cNvSpPr/>
              <p:nvPr>
                <p:custDataLst>
                  <p:tags r:id="rId353"/>
                </p:custDataLst>
              </p:nvPr>
            </p:nvSpPr>
            <p:spPr bwMode="auto">
              <a:xfrm>
                <a:off x="3914" y="1418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3" name="Freeform 108"/>
              <p:cNvSpPr/>
              <p:nvPr>
                <p:custDataLst>
                  <p:tags r:id="rId354"/>
                </p:custDataLst>
              </p:nvPr>
            </p:nvSpPr>
            <p:spPr bwMode="auto">
              <a:xfrm>
                <a:off x="3916" y="1409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2" y="1"/>
                      <a:pt x="0" y="1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4" name="Freeform 109"/>
              <p:cNvSpPr/>
              <p:nvPr>
                <p:custDataLst>
                  <p:tags r:id="rId355"/>
                </p:custDataLst>
              </p:nvPr>
            </p:nvSpPr>
            <p:spPr bwMode="auto">
              <a:xfrm>
                <a:off x="3893" y="1441"/>
                <a:ext cx="4" cy="4"/>
              </a:xfrm>
              <a:custGeom>
                <a:avLst/>
                <a:gdLst>
                  <a:gd name="T0" fmla="*/ 2 w 2"/>
                  <a:gd name="T1" fmla="*/ 1 h 2"/>
                  <a:gd name="T2" fmla="*/ 1 w 2"/>
                  <a:gd name="T3" fmla="*/ 1 h 2"/>
                  <a:gd name="T4" fmla="*/ 2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0" y="2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5" name="Freeform 110"/>
              <p:cNvSpPr/>
              <p:nvPr>
                <p:custDataLst>
                  <p:tags r:id="rId356"/>
                </p:custDataLst>
              </p:nvPr>
            </p:nvSpPr>
            <p:spPr bwMode="auto">
              <a:xfrm>
                <a:off x="3893" y="1437"/>
                <a:ext cx="6" cy="6"/>
              </a:xfrm>
              <a:custGeom>
                <a:avLst/>
                <a:gdLst>
                  <a:gd name="T0" fmla="*/ 0 w 3"/>
                  <a:gd name="T1" fmla="*/ 3 h 3"/>
                  <a:gd name="T2" fmla="*/ 3 w 3"/>
                  <a:gd name="T3" fmla="*/ 0 h 3"/>
                  <a:gd name="T4" fmla="*/ 0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6" name="Freeform 111"/>
              <p:cNvSpPr/>
              <p:nvPr>
                <p:custDataLst>
                  <p:tags r:id="rId357"/>
                </p:custDataLst>
              </p:nvPr>
            </p:nvSpPr>
            <p:spPr bwMode="auto">
              <a:xfrm>
                <a:off x="3909" y="1418"/>
                <a:ext cx="5" cy="0"/>
              </a:xfrm>
              <a:custGeom>
                <a:avLst/>
                <a:gdLst>
                  <a:gd name="T0" fmla="*/ 0 w 2"/>
                  <a:gd name="T1" fmla="*/ 2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7" name="Freeform 112"/>
              <p:cNvSpPr/>
              <p:nvPr>
                <p:custDataLst>
                  <p:tags r:id="rId358"/>
                </p:custDataLst>
              </p:nvPr>
            </p:nvSpPr>
            <p:spPr bwMode="auto">
              <a:xfrm>
                <a:off x="3912" y="1416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8" name="Freeform 113"/>
              <p:cNvSpPr/>
              <p:nvPr>
                <p:custDataLst>
                  <p:tags r:id="rId359"/>
                </p:custDataLst>
              </p:nvPr>
            </p:nvSpPr>
            <p:spPr bwMode="auto">
              <a:xfrm>
                <a:off x="4472" y="1804"/>
                <a:ext cx="233" cy="133"/>
              </a:xfrm>
              <a:custGeom>
                <a:avLst/>
                <a:gdLst>
                  <a:gd name="T0" fmla="*/ 86 w 110"/>
                  <a:gd name="T1" fmla="*/ 5 h 63"/>
                  <a:gd name="T2" fmla="*/ 79 w 110"/>
                  <a:gd name="T3" fmla="*/ 7 h 63"/>
                  <a:gd name="T4" fmla="*/ 58 w 110"/>
                  <a:gd name="T5" fmla="*/ 24 h 63"/>
                  <a:gd name="T6" fmla="*/ 50 w 110"/>
                  <a:gd name="T7" fmla="*/ 26 h 63"/>
                  <a:gd name="T8" fmla="*/ 44 w 110"/>
                  <a:gd name="T9" fmla="*/ 26 h 63"/>
                  <a:gd name="T10" fmla="*/ 34 w 110"/>
                  <a:gd name="T11" fmla="*/ 31 h 63"/>
                  <a:gd name="T12" fmla="*/ 28 w 110"/>
                  <a:gd name="T13" fmla="*/ 33 h 63"/>
                  <a:gd name="T14" fmla="*/ 17 w 110"/>
                  <a:gd name="T15" fmla="*/ 38 h 63"/>
                  <a:gd name="T16" fmla="*/ 13 w 110"/>
                  <a:gd name="T17" fmla="*/ 45 h 63"/>
                  <a:gd name="T18" fmla="*/ 5 w 110"/>
                  <a:gd name="T19" fmla="*/ 47 h 63"/>
                  <a:gd name="T20" fmla="*/ 1 w 110"/>
                  <a:gd name="T21" fmla="*/ 50 h 63"/>
                  <a:gd name="T22" fmla="*/ 3 w 110"/>
                  <a:gd name="T23" fmla="*/ 55 h 63"/>
                  <a:gd name="T24" fmla="*/ 3 w 110"/>
                  <a:gd name="T25" fmla="*/ 56 h 63"/>
                  <a:gd name="T26" fmla="*/ 5 w 110"/>
                  <a:gd name="T27" fmla="*/ 55 h 63"/>
                  <a:gd name="T28" fmla="*/ 9 w 110"/>
                  <a:gd name="T29" fmla="*/ 56 h 63"/>
                  <a:gd name="T30" fmla="*/ 12 w 110"/>
                  <a:gd name="T31" fmla="*/ 58 h 63"/>
                  <a:gd name="T32" fmla="*/ 12 w 110"/>
                  <a:gd name="T33" fmla="*/ 51 h 63"/>
                  <a:gd name="T34" fmla="*/ 15 w 110"/>
                  <a:gd name="T35" fmla="*/ 57 h 63"/>
                  <a:gd name="T36" fmla="*/ 18 w 110"/>
                  <a:gd name="T37" fmla="*/ 61 h 63"/>
                  <a:gd name="T38" fmla="*/ 16 w 110"/>
                  <a:gd name="T39" fmla="*/ 54 h 63"/>
                  <a:gd name="T40" fmla="*/ 19 w 110"/>
                  <a:gd name="T41" fmla="*/ 59 h 63"/>
                  <a:gd name="T42" fmla="*/ 21 w 110"/>
                  <a:gd name="T43" fmla="*/ 60 h 63"/>
                  <a:gd name="T44" fmla="*/ 22 w 110"/>
                  <a:gd name="T45" fmla="*/ 60 h 63"/>
                  <a:gd name="T46" fmla="*/ 23 w 110"/>
                  <a:gd name="T47" fmla="*/ 60 h 63"/>
                  <a:gd name="T48" fmla="*/ 23 w 110"/>
                  <a:gd name="T49" fmla="*/ 55 h 63"/>
                  <a:gd name="T50" fmla="*/ 26 w 110"/>
                  <a:gd name="T51" fmla="*/ 58 h 63"/>
                  <a:gd name="T52" fmla="*/ 26 w 110"/>
                  <a:gd name="T53" fmla="*/ 54 h 63"/>
                  <a:gd name="T54" fmla="*/ 27 w 110"/>
                  <a:gd name="T55" fmla="*/ 54 h 63"/>
                  <a:gd name="T56" fmla="*/ 29 w 110"/>
                  <a:gd name="T57" fmla="*/ 54 h 63"/>
                  <a:gd name="T58" fmla="*/ 34 w 110"/>
                  <a:gd name="T59" fmla="*/ 51 h 63"/>
                  <a:gd name="T60" fmla="*/ 36 w 110"/>
                  <a:gd name="T61" fmla="*/ 51 h 63"/>
                  <a:gd name="T62" fmla="*/ 40 w 110"/>
                  <a:gd name="T63" fmla="*/ 49 h 63"/>
                  <a:gd name="T64" fmla="*/ 44 w 110"/>
                  <a:gd name="T65" fmla="*/ 47 h 63"/>
                  <a:gd name="T66" fmla="*/ 45 w 110"/>
                  <a:gd name="T67" fmla="*/ 45 h 63"/>
                  <a:gd name="T68" fmla="*/ 46 w 110"/>
                  <a:gd name="T69" fmla="*/ 45 h 63"/>
                  <a:gd name="T70" fmla="*/ 46 w 110"/>
                  <a:gd name="T71" fmla="*/ 42 h 63"/>
                  <a:gd name="T72" fmla="*/ 49 w 110"/>
                  <a:gd name="T73" fmla="*/ 42 h 63"/>
                  <a:gd name="T74" fmla="*/ 53 w 110"/>
                  <a:gd name="T75" fmla="*/ 42 h 63"/>
                  <a:gd name="T76" fmla="*/ 55 w 110"/>
                  <a:gd name="T77" fmla="*/ 39 h 63"/>
                  <a:gd name="T78" fmla="*/ 60 w 110"/>
                  <a:gd name="T79" fmla="*/ 39 h 63"/>
                  <a:gd name="T80" fmla="*/ 61 w 110"/>
                  <a:gd name="T81" fmla="*/ 38 h 63"/>
                  <a:gd name="T82" fmla="*/ 62 w 110"/>
                  <a:gd name="T83" fmla="*/ 38 h 63"/>
                  <a:gd name="T84" fmla="*/ 64 w 110"/>
                  <a:gd name="T85" fmla="*/ 40 h 63"/>
                  <a:gd name="T86" fmla="*/ 66 w 110"/>
                  <a:gd name="T87" fmla="*/ 35 h 63"/>
                  <a:gd name="T88" fmla="*/ 68 w 110"/>
                  <a:gd name="T89" fmla="*/ 30 h 63"/>
                  <a:gd name="T90" fmla="*/ 71 w 110"/>
                  <a:gd name="T91" fmla="*/ 31 h 63"/>
                  <a:gd name="T92" fmla="*/ 72 w 110"/>
                  <a:gd name="T93" fmla="*/ 26 h 63"/>
                  <a:gd name="T94" fmla="*/ 76 w 110"/>
                  <a:gd name="T95" fmla="*/ 26 h 63"/>
                  <a:gd name="T96" fmla="*/ 79 w 110"/>
                  <a:gd name="T97" fmla="*/ 24 h 63"/>
                  <a:gd name="T98" fmla="*/ 82 w 110"/>
                  <a:gd name="T99" fmla="*/ 23 h 63"/>
                  <a:gd name="T100" fmla="*/ 88 w 110"/>
                  <a:gd name="T101" fmla="*/ 20 h 63"/>
                  <a:gd name="T102" fmla="*/ 91 w 110"/>
                  <a:gd name="T103" fmla="*/ 16 h 63"/>
                  <a:gd name="T104" fmla="*/ 97 w 110"/>
                  <a:gd name="T105" fmla="*/ 13 h 63"/>
                  <a:gd name="T106" fmla="*/ 105 w 110"/>
                  <a:gd name="T107" fmla="*/ 1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0" h="63">
                    <a:moveTo>
                      <a:pt x="108" y="1"/>
                    </a:moveTo>
                    <a:cubicBezTo>
                      <a:pt x="106" y="4"/>
                      <a:pt x="103" y="2"/>
                      <a:pt x="100" y="0"/>
                    </a:cubicBezTo>
                    <a:cubicBezTo>
                      <a:pt x="99" y="1"/>
                      <a:pt x="98" y="2"/>
                      <a:pt x="97" y="1"/>
                    </a:cubicBezTo>
                    <a:cubicBezTo>
                      <a:pt x="94" y="3"/>
                      <a:pt x="88" y="0"/>
                      <a:pt x="85" y="3"/>
                    </a:cubicBezTo>
                    <a:cubicBezTo>
                      <a:pt x="86" y="4"/>
                      <a:pt x="86" y="5"/>
                      <a:pt x="86" y="5"/>
                    </a:cubicBezTo>
                    <a:cubicBezTo>
                      <a:pt x="86" y="5"/>
                      <a:pt x="86" y="5"/>
                      <a:pt x="86" y="5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7"/>
                      <a:pt x="85" y="5"/>
                      <a:pt x="85" y="5"/>
                    </a:cubicBezTo>
                    <a:cubicBezTo>
                      <a:pt x="84" y="5"/>
                      <a:pt x="83" y="6"/>
                      <a:pt x="82" y="6"/>
                    </a:cubicBezTo>
                    <a:cubicBezTo>
                      <a:pt x="82" y="8"/>
                      <a:pt x="81" y="7"/>
                      <a:pt x="82" y="9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81" y="10"/>
                      <a:pt x="81" y="10"/>
                      <a:pt x="79" y="7"/>
                    </a:cubicBezTo>
                    <a:cubicBezTo>
                      <a:pt x="75" y="7"/>
                      <a:pt x="72" y="10"/>
                      <a:pt x="68" y="11"/>
                    </a:cubicBezTo>
                    <a:cubicBezTo>
                      <a:pt x="65" y="13"/>
                      <a:pt x="63" y="16"/>
                      <a:pt x="60" y="19"/>
                    </a:cubicBezTo>
                    <a:cubicBezTo>
                      <a:pt x="60" y="22"/>
                      <a:pt x="59" y="21"/>
                      <a:pt x="60" y="24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9" y="24"/>
                      <a:pt x="59" y="23"/>
                      <a:pt x="57" y="22"/>
                    </a:cubicBezTo>
                    <a:cubicBezTo>
                      <a:pt x="58" y="23"/>
                      <a:pt x="57" y="22"/>
                      <a:pt x="58" y="24"/>
                    </a:cubicBezTo>
                    <a:cubicBezTo>
                      <a:pt x="59" y="26"/>
                      <a:pt x="57" y="22"/>
                      <a:pt x="57" y="23"/>
                    </a:cubicBezTo>
                    <a:cubicBezTo>
                      <a:pt x="56" y="22"/>
                      <a:pt x="57" y="24"/>
                      <a:pt x="57" y="23"/>
                    </a:cubicBezTo>
                    <a:cubicBezTo>
                      <a:pt x="57" y="26"/>
                      <a:pt x="56" y="22"/>
                      <a:pt x="55" y="21"/>
                    </a:cubicBezTo>
                    <a:cubicBezTo>
                      <a:pt x="53" y="22"/>
                      <a:pt x="53" y="25"/>
                      <a:pt x="51" y="25"/>
                    </a:cubicBezTo>
                    <a:cubicBezTo>
                      <a:pt x="51" y="24"/>
                      <a:pt x="51" y="26"/>
                      <a:pt x="51" y="26"/>
                    </a:cubicBezTo>
                    <a:cubicBezTo>
                      <a:pt x="50" y="23"/>
                      <a:pt x="51" y="27"/>
                      <a:pt x="50" y="26"/>
                    </a:cubicBezTo>
                    <a:cubicBezTo>
                      <a:pt x="50" y="25"/>
                      <a:pt x="50" y="25"/>
                      <a:pt x="50" y="25"/>
                    </a:cubicBezTo>
                    <a:cubicBezTo>
                      <a:pt x="49" y="24"/>
                      <a:pt x="49" y="26"/>
                      <a:pt x="48" y="25"/>
                    </a:cubicBezTo>
                    <a:cubicBezTo>
                      <a:pt x="48" y="26"/>
                      <a:pt x="46" y="24"/>
                      <a:pt x="46" y="26"/>
                    </a:cubicBezTo>
                    <a:cubicBezTo>
                      <a:pt x="46" y="24"/>
                      <a:pt x="46" y="25"/>
                      <a:pt x="45" y="24"/>
                    </a:cubicBezTo>
                    <a:cubicBezTo>
                      <a:pt x="46" y="28"/>
                      <a:pt x="44" y="24"/>
                      <a:pt x="44" y="26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42" y="26"/>
                      <a:pt x="40" y="26"/>
                      <a:pt x="39" y="29"/>
                    </a:cubicBezTo>
                    <a:cubicBezTo>
                      <a:pt x="39" y="29"/>
                      <a:pt x="36" y="27"/>
                      <a:pt x="36" y="29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30"/>
                      <a:pt x="36" y="29"/>
                      <a:pt x="36" y="29"/>
                    </a:cubicBezTo>
                    <a:cubicBezTo>
                      <a:pt x="36" y="30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1"/>
                    </a:cubicBezTo>
                    <a:cubicBezTo>
                      <a:pt x="32" y="29"/>
                      <a:pt x="33" y="33"/>
                      <a:pt x="31" y="31"/>
                    </a:cubicBezTo>
                    <a:cubicBezTo>
                      <a:pt x="32" y="34"/>
                      <a:pt x="32" y="33"/>
                      <a:pt x="32" y="34"/>
                    </a:cubicBezTo>
                    <a:cubicBezTo>
                      <a:pt x="32" y="33"/>
                      <a:pt x="31" y="33"/>
                      <a:pt x="31" y="32"/>
                    </a:cubicBezTo>
                    <a:cubicBezTo>
                      <a:pt x="31" y="32"/>
                      <a:pt x="30" y="33"/>
                      <a:pt x="30" y="32"/>
                    </a:cubicBezTo>
                    <a:cubicBezTo>
                      <a:pt x="29" y="32"/>
                      <a:pt x="30" y="34"/>
                      <a:pt x="29" y="34"/>
                    </a:cubicBezTo>
                    <a:cubicBezTo>
                      <a:pt x="28" y="32"/>
                      <a:pt x="28" y="34"/>
                      <a:pt x="28" y="33"/>
                    </a:cubicBezTo>
                    <a:cubicBezTo>
                      <a:pt x="28" y="35"/>
                      <a:pt x="28" y="37"/>
                      <a:pt x="28" y="36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6" y="35"/>
                      <a:pt x="24" y="32"/>
                      <a:pt x="23" y="36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2" y="37"/>
                      <a:pt x="20" y="36"/>
                      <a:pt x="19" y="39"/>
                    </a:cubicBezTo>
                    <a:cubicBezTo>
                      <a:pt x="18" y="38"/>
                      <a:pt x="18" y="38"/>
                      <a:pt x="17" y="38"/>
                    </a:cubicBezTo>
                    <a:cubicBezTo>
                      <a:pt x="17" y="40"/>
                      <a:pt x="17" y="40"/>
                      <a:pt x="17" y="42"/>
                    </a:cubicBezTo>
                    <a:cubicBezTo>
                      <a:pt x="17" y="42"/>
                      <a:pt x="16" y="41"/>
                      <a:pt x="16" y="40"/>
                    </a:cubicBezTo>
                    <a:cubicBezTo>
                      <a:pt x="15" y="40"/>
                      <a:pt x="14" y="38"/>
                      <a:pt x="14" y="41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1"/>
                      <a:pt x="13" y="43"/>
                      <a:pt x="12" y="42"/>
                    </a:cubicBezTo>
                    <a:cubicBezTo>
                      <a:pt x="13" y="43"/>
                      <a:pt x="12" y="44"/>
                      <a:pt x="13" y="45"/>
                    </a:cubicBezTo>
                    <a:cubicBezTo>
                      <a:pt x="13" y="45"/>
                      <a:pt x="12" y="43"/>
                      <a:pt x="12" y="44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0" y="43"/>
                      <a:pt x="9" y="44"/>
                      <a:pt x="8" y="46"/>
                    </a:cubicBezTo>
                    <a:cubicBezTo>
                      <a:pt x="7" y="44"/>
                      <a:pt x="7" y="46"/>
                      <a:pt x="6" y="45"/>
                    </a:cubicBezTo>
                    <a:cubicBezTo>
                      <a:pt x="6" y="47"/>
                      <a:pt x="4" y="46"/>
                      <a:pt x="6" y="4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4" y="47"/>
                      <a:pt x="4" y="48"/>
                      <a:pt x="2" y="48"/>
                    </a:cubicBezTo>
                    <a:cubicBezTo>
                      <a:pt x="2" y="48"/>
                      <a:pt x="3" y="50"/>
                      <a:pt x="3" y="51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1"/>
                      <a:pt x="4" y="52"/>
                      <a:pt x="5" y="53"/>
                    </a:cubicBezTo>
                    <a:cubicBezTo>
                      <a:pt x="4" y="53"/>
                      <a:pt x="4" y="54"/>
                      <a:pt x="4" y="53"/>
                    </a:cubicBezTo>
                    <a:cubicBezTo>
                      <a:pt x="3" y="52"/>
                      <a:pt x="2" y="51"/>
                      <a:pt x="1" y="50"/>
                    </a:cubicBezTo>
                    <a:cubicBezTo>
                      <a:pt x="0" y="50"/>
                      <a:pt x="2" y="53"/>
                      <a:pt x="1" y="51"/>
                    </a:cubicBezTo>
                    <a:cubicBezTo>
                      <a:pt x="0" y="51"/>
                      <a:pt x="0" y="52"/>
                      <a:pt x="1" y="53"/>
                    </a:cubicBezTo>
                    <a:cubicBezTo>
                      <a:pt x="1" y="53"/>
                      <a:pt x="0" y="53"/>
                      <a:pt x="0" y="52"/>
                    </a:cubicBezTo>
                    <a:cubicBezTo>
                      <a:pt x="0" y="52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" y="54"/>
                      <a:pt x="1" y="54"/>
                      <a:pt x="3" y="55"/>
                    </a:cubicBezTo>
                    <a:cubicBezTo>
                      <a:pt x="3" y="55"/>
                      <a:pt x="2" y="55"/>
                      <a:pt x="3" y="55"/>
                    </a:cubicBezTo>
                    <a:cubicBezTo>
                      <a:pt x="4" y="56"/>
                      <a:pt x="4" y="56"/>
                      <a:pt x="3" y="56"/>
                    </a:cubicBezTo>
                    <a:cubicBezTo>
                      <a:pt x="1" y="55"/>
                      <a:pt x="1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2" y="56"/>
                      <a:pt x="3" y="56"/>
                      <a:pt x="4" y="57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4" y="57"/>
                      <a:pt x="4" y="57"/>
                      <a:pt x="4" y="57"/>
                    </a:cubicBezTo>
                    <a:cubicBezTo>
                      <a:pt x="4" y="56"/>
                      <a:pt x="6" y="57"/>
                      <a:pt x="5" y="56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3" y="53"/>
                      <a:pt x="4" y="54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6" y="56"/>
                      <a:pt x="5" y="55"/>
                      <a:pt x="5" y="55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5" y="55"/>
                      <a:pt x="7" y="56"/>
                      <a:pt x="7" y="55"/>
                    </a:cubicBezTo>
                    <a:cubicBezTo>
                      <a:pt x="7" y="56"/>
                      <a:pt x="7" y="56"/>
                      <a:pt x="7" y="56"/>
                    </a:cubicBezTo>
                    <a:cubicBezTo>
                      <a:pt x="8" y="56"/>
                      <a:pt x="6" y="55"/>
                      <a:pt x="6" y="54"/>
                    </a:cubicBezTo>
                    <a:cubicBezTo>
                      <a:pt x="6" y="55"/>
                      <a:pt x="8" y="56"/>
                      <a:pt x="9" y="57"/>
                    </a:cubicBezTo>
                    <a:cubicBezTo>
                      <a:pt x="9" y="57"/>
                      <a:pt x="8" y="55"/>
                      <a:pt x="9" y="56"/>
                    </a:cubicBezTo>
                    <a:cubicBezTo>
                      <a:pt x="9" y="56"/>
                      <a:pt x="9" y="55"/>
                      <a:pt x="9" y="53"/>
                    </a:cubicBezTo>
                    <a:cubicBezTo>
                      <a:pt x="9" y="53"/>
                      <a:pt x="10" y="56"/>
                      <a:pt x="10" y="55"/>
                    </a:cubicBezTo>
                    <a:cubicBezTo>
                      <a:pt x="11" y="56"/>
                      <a:pt x="12" y="58"/>
                      <a:pt x="12" y="59"/>
                    </a:cubicBezTo>
                    <a:cubicBezTo>
                      <a:pt x="13" y="59"/>
                      <a:pt x="14" y="60"/>
                      <a:pt x="13" y="60"/>
                    </a:cubicBezTo>
                    <a:cubicBezTo>
                      <a:pt x="13" y="60"/>
                      <a:pt x="14" y="61"/>
                      <a:pt x="14" y="61"/>
                    </a:cubicBezTo>
                    <a:cubicBezTo>
                      <a:pt x="14" y="60"/>
                      <a:pt x="12" y="58"/>
                      <a:pt x="12" y="58"/>
                    </a:cubicBezTo>
                    <a:cubicBezTo>
                      <a:pt x="11" y="56"/>
                      <a:pt x="12" y="57"/>
                      <a:pt x="11" y="55"/>
                    </a:cubicBezTo>
                    <a:cubicBezTo>
                      <a:pt x="11" y="55"/>
                      <a:pt x="12" y="55"/>
                      <a:pt x="12" y="55"/>
                    </a:cubicBezTo>
                    <a:cubicBezTo>
                      <a:pt x="12" y="55"/>
                      <a:pt x="13" y="56"/>
                      <a:pt x="14" y="57"/>
                    </a:cubicBezTo>
                    <a:cubicBezTo>
                      <a:pt x="13" y="56"/>
                      <a:pt x="13" y="55"/>
                      <a:pt x="14" y="55"/>
                    </a:cubicBezTo>
                    <a:cubicBezTo>
                      <a:pt x="13" y="53"/>
                      <a:pt x="13" y="53"/>
                      <a:pt x="12" y="52"/>
                    </a:cubicBezTo>
                    <a:cubicBezTo>
                      <a:pt x="12" y="51"/>
                      <a:pt x="12" y="51"/>
                      <a:pt x="12" y="51"/>
                    </a:cubicBezTo>
                    <a:cubicBezTo>
                      <a:pt x="13" y="52"/>
                      <a:pt x="14" y="55"/>
                      <a:pt x="14" y="55"/>
                    </a:cubicBezTo>
                    <a:cubicBezTo>
                      <a:pt x="15" y="57"/>
                      <a:pt x="14" y="55"/>
                      <a:pt x="15" y="57"/>
                    </a:cubicBezTo>
                    <a:cubicBezTo>
                      <a:pt x="16" y="59"/>
                      <a:pt x="15" y="60"/>
                      <a:pt x="14" y="58"/>
                    </a:cubicBezTo>
                    <a:cubicBezTo>
                      <a:pt x="15" y="61"/>
                      <a:pt x="15" y="59"/>
                      <a:pt x="16" y="61"/>
                    </a:cubicBezTo>
                    <a:cubicBezTo>
                      <a:pt x="16" y="61"/>
                      <a:pt x="15" y="59"/>
                      <a:pt x="16" y="59"/>
                    </a:cubicBezTo>
                    <a:cubicBezTo>
                      <a:pt x="15" y="58"/>
                      <a:pt x="15" y="58"/>
                      <a:pt x="15" y="57"/>
                    </a:cubicBezTo>
                    <a:cubicBezTo>
                      <a:pt x="14" y="54"/>
                      <a:pt x="16" y="58"/>
                      <a:pt x="16" y="58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7" y="60"/>
                      <a:pt x="16" y="58"/>
                      <a:pt x="17" y="58"/>
                    </a:cubicBezTo>
                    <a:cubicBezTo>
                      <a:pt x="18" y="61"/>
                      <a:pt x="16" y="58"/>
                      <a:pt x="17" y="60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63"/>
                      <a:pt x="17" y="60"/>
                      <a:pt x="18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0"/>
                      <a:pt x="17" y="58"/>
                      <a:pt x="17" y="58"/>
                    </a:cubicBezTo>
                    <a:cubicBezTo>
                      <a:pt x="16" y="55"/>
                      <a:pt x="17" y="58"/>
                      <a:pt x="17" y="57"/>
                    </a:cubicBezTo>
                    <a:cubicBezTo>
                      <a:pt x="16" y="55"/>
                      <a:pt x="17" y="57"/>
                      <a:pt x="16" y="56"/>
                    </a:cubicBezTo>
                    <a:cubicBezTo>
                      <a:pt x="16" y="54"/>
                      <a:pt x="16" y="54"/>
                      <a:pt x="16" y="54"/>
                    </a:cubicBezTo>
                    <a:cubicBezTo>
                      <a:pt x="16" y="54"/>
                      <a:pt x="17" y="55"/>
                      <a:pt x="17" y="57"/>
                    </a:cubicBezTo>
                    <a:cubicBezTo>
                      <a:pt x="17" y="57"/>
                      <a:pt x="17" y="57"/>
                      <a:pt x="17" y="56"/>
                    </a:cubicBezTo>
                    <a:cubicBezTo>
                      <a:pt x="17" y="58"/>
                      <a:pt x="18" y="60"/>
                      <a:pt x="19" y="61"/>
                    </a:cubicBezTo>
                    <a:cubicBezTo>
                      <a:pt x="19" y="62"/>
                      <a:pt x="18" y="60"/>
                      <a:pt x="18" y="59"/>
                    </a:cubicBezTo>
                    <a:cubicBezTo>
                      <a:pt x="18" y="59"/>
                      <a:pt x="18" y="57"/>
                      <a:pt x="18" y="57"/>
                    </a:cubicBezTo>
                    <a:cubicBezTo>
                      <a:pt x="16" y="52"/>
                      <a:pt x="19" y="60"/>
                      <a:pt x="19" y="59"/>
                    </a:cubicBezTo>
                    <a:cubicBezTo>
                      <a:pt x="18" y="56"/>
                      <a:pt x="18" y="55"/>
                      <a:pt x="17" y="52"/>
                    </a:cubicBezTo>
                    <a:cubicBezTo>
                      <a:pt x="17" y="51"/>
                      <a:pt x="17" y="50"/>
                      <a:pt x="17" y="51"/>
                    </a:cubicBezTo>
                    <a:cubicBezTo>
                      <a:pt x="18" y="53"/>
                      <a:pt x="18" y="52"/>
                      <a:pt x="18" y="54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9" y="56"/>
                      <a:pt x="19" y="56"/>
                      <a:pt x="19" y="56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9"/>
                      <a:pt x="20" y="58"/>
                      <a:pt x="20" y="57"/>
                    </a:cubicBezTo>
                    <a:cubicBezTo>
                      <a:pt x="20" y="58"/>
                      <a:pt x="21" y="59"/>
                      <a:pt x="21" y="59"/>
                    </a:cubicBezTo>
                    <a:cubicBezTo>
                      <a:pt x="20" y="59"/>
                      <a:pt x="20" y="56"/>
                      <a:pt x="20" y="56"/>
                    </a:cubicBezTo>
                    <a:cubicBezTo>
                      <a:pt x="20" y="56"/>
                      <a:pt x="21" y="58"/>
                      <a:pt x="21" y="58"/>
                    </a:cubicBezTo>
                    <a:cubicBezTo>
                      <a:pt x="22" y="60"/>
                      <a:pt x="22" y="60"/>
                      <a:pt x="22" y="60"/>
                    </a:cubicBezTo>
                    <a:cubicBezTo>
                      <a:pt x="21" y="58"/>
                      <a:pt x="22" y="61"/>
                      <a:pt x="22" y="60"/>
                    </a:cubicBezTo>
                    <a:cubicBezTo>
                      <a:pt x="22" y="59"/>
                      <a:pt x="21" y="57"/>
                      <a:pt x="21" y="56"/>
                    </a:cubicBezTo>
                    <a:cubicBezTo>
                      <a:pt x="21" y="55"/>
                      <a:pt x="22" y="56"/>
                      <a:pt x="22" y="56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22" y="57"/>
                      <a:pt x="23" y="61"/>
                      <a:pt x="23" y="60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3" y="58"/>
                      <a:pt x="23" y="59"/>
                      <a:pt x="23" y="60"/>
                    </a:cubicBezTo>
                    <a:cubicBezTo>
                      <a:pt x="23" y="58"/>
                      <a:pt x="23" y="59"/>
                      <a:pt x="23" y="58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8"/>
                      <a:pt x="23" y="56"/>
                      <a:pt x="24" y="58"/>
                    </a:cubicBezTo>
                    <a:cubicBezTo>
                      <a:pt x="23" y="56"/>
                      <a:pt x="23" y="58"/>
                      <a:pt x="23" y="57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3" y="58"/>
                      <a:pt x="23" y="55"/>
                      <a:pt x="23" y="55"/>
                    </a:cubicBezTo>
                    <a:cubicBezTo>
                      <a:pt x="24" y="56"/>
                      <a:pt x="24" y="56"/>
                      <a:pt x="24" y="57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5" y="59"/>
                      <a:pt x="24" y="54"/>
                      <a:pt x="24" y="55"/>
                    </a:cubicBezTo>
                    <a:cubicBezTo>
                      <a:pt x="25" y="56"/>
                      <a:pt x="25" y="58"/>
                      <a:pt x="25" y="58"/>
                    </a:cubicBezTo>
                    <a:cubicBezTo>
                      <a:pt x="24" y="56"/>
                      <a:pt x="25" y="55"/>
                      <a:pt x="24" y="53"/>
                    </a:cubicBezTo>
                    <a:cubicBezTo>
                      <a:pt x="25" y="54"/>
                      <a:pt x="25" y="56"/>
                      <a:pt x="26" y="58"/>
                    </a:cubicBezTo>
                    <a:cubicBezTo>
                      <a:pt x="25" y="56"/>
                      <a:pt x="26" y="59"/>
                      <a:pt x="26" y="57"/>
                    </a:cubicBezTo>
                    <a:cubicBezTo>
                      <a:pt x="25" y="56"/>
                      <a:pt x="25" y="55"/>
                      <a:pt x="25" y="54"/>
                    </a:cubicBezTo>
                    <a:cubicBezTo>
                      <a:pt x="26" y="54"/>
                      <a:pt x="25" y="55"/>
                      <a:pt x="26" y="56"/>
                    </a:cubicBezTo>
                    <a:cubicBezTo>
                      <a:pt x="26" y="56"/>
                      <a:pt x="26" y="54"/>
                      <a:pt x="25" y="53"/>
                    </a:cubicBezTo>
                    <a:cubicBezTo>
                      <a:pt x="26" y="53"/>
                      <a:pt x="25" y="51"/>
                      <a:pt x="26" y="52"/>
                    </a:cubicBezTo>
                    <a:cubicBezTo>
                      <a:pt x="26" y="54"/>
                      <a:pt x="26" y="53"/>
                      <a:pt x="26" y="54"/>
                    </a:cubicBezTo>
                    <a:cubicBezTo>
                      <a:pt x="27" y="54"/>
                      <a:pt x="25" y="50"/>
                      <a:pt x="26" y="50"/>
                    </a:cubicBezTo>
                    <a:cubicBezTo>
                      <a:pt x="25" y="49"/>
                      <a:pt x="25" y="46"/>
                      <a:pt x="25" y="45"/>
                    </a:cubicBezTo>
                    <a:cubicBezTo>
                      <a:pt x="25" y="45"/>
                      <a:pt x="25" y="46"/>
                      <a:pt x="25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7" y="50"/>
                      <a:pt x="26" y="52"/>
                      <a:pt x="27" y="55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7"/>
                      <a:pt x="28" y="57"/>
                      <a:pt x="28" y="57"/>
                    </a:cubicBezTo>
                    <a:cubicBezTo>
                      <a:pt x="27" y="55"/>
                      <a:pt x="28" y="56"/>
                      <a:pt x="28" y="55"/>
                    </a:cubicBezTo>
                    <a:cubicBezTo>
                      <a:pt x="28" y="54"/>
                      <a:pt x="28" y="56"/>
                      <a:pt x="28" y="55"/>
                    </a:cubicBezTo>
                    <a:cubicBezTo>
                      <a:pt x="28" y="54"/>
                      <a:pt x="27" y="51"/>
                      <a:pt x="28" y="52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6"/>
                      <a:pt x="28" y="53"/>
                      <a:pt x="29" y="54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30" y="55"/>
                      <a:pt x="32" y="55"/>
                      <a:pt x="31" y="51"/>
                    </a:cubicBezTo>
                    <a:cubicBezTo>
                      <a:pt x="32" y="52"/>
                      <a:pt x="32" y="52"/>
                      <a:pt x="33" y="53"/>
                    </a:cubicBezTo>
                    <a:cubicBezTo>
                      <a:pt x="33" y="53"/>
                      <a:pt x="33" y="51"/>
                      <a:pt x="33" y="51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4"/>
                      <a:pt x="34" y="52"/>
                      <a:pt x="34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4"/>
                      <a:pt x="35" y="51"/>
                      <a:pt x="35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0"/>
                      <a:pt x="35" y="50"/>
                      <a:pt x="36" y="52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7" y="52"/>
                      <a:pt x="38" y="51"/>
                    </a:cubicBezTo>
                    <a:cubicBezTo>
                      <a:pt x="37" y="51"/>
                      <a:pt x="37" y="50"/>
                      <a:pt x="37" y="49"/>
                    </a:cubicBezTo>
                    <a:cubicBezTo>
                      <a:pt x="36" y="46"/>
                      <a:pt x="37" y="49"/>
                      <a:pt x="37" y="47"/>
                    </a:cubicBezTo>
                    <a:cubicBezTo>
                      <a:pt x="37" y="48"/>
                      <a:pt x="38" y="49"/>
                      <a:pt x="38" y="50"/>
                    </a:cubicBezTo>
                    <a:cubicBezTo>
                      <a:pt x="39" y="52"/>
                      <a:pt x="39" y="50"/>
                      <a:pt x="40" y="50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2" y="51"/>
                      <a:pt x="41" y="48"/>
                      <a:pt x="42" y="49"/>
                    </a:cubicBezTo>
                    <a:cubicBezTo>
                      <a:pt x="42" y="48"/>
                      <a:pt x="41" y="45"/>
                      <a:pt x="41" y="45"/>
                    </a:cubicBezTo>
                    <a:cubicBezTo>
                      <a:pt x="41" y="43"/>
                      <a:pt x="42" y="47"/>
                      <a:pt x="43" y="48"/>
                    </a:cubicBezTo>
                    <a:cubicBezTo>
                      <a:pt x="43" y="48"/>
                      <a:pt x="43" y="47"/>
                      <a:pt x="43" y="47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3" y="47"/>
                      <a:pt x="43" y="46"/>
                      <a:pt x="44" y="47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7"/>
                      <a:pt x="45" y="48"/>
                      <a:pt x="45" y="48"/>
                    </a:cubicBezTo>
                    <a:cubicBezTo>
                      <a:pt x="44" y="46"/>
                      <a:pt x="45" y="47"/>
                      <a:pt x="45" y="45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46" y="48"/>
                      <a:pt x="45" y="45"/>
                      <a:pt x="45" y="45"/>
                    </a:cubicBezTo>
                    <a:cubicBezTo>
                      <a:pt x="45" y="43"/>
                      <a:pt x="46" y="45"/>
                      <a:pt x="46" y="45"/>
                    </a:cubicBezTo>
                    <a:cubicBezTo>
                      <a:pt x="46" y="46"/>
                      <a:pt x="46" y="45"/>
                      <a:pt x="46" y="45"/>
                    </a:cubicBezTo>
                    <a:cubicBezTo>
                      <a:pt x="46" y="47"/>
                      <a:pt x="46" y="46"/>
                      <a:pt x="46" y="47"/>
                    </a:cubicBezTo>
                    <a:cubicBezTo>
                      <a:pt x="46" y="47"/>
                      <a:pt x="46" y="45"/>
                      <a:pt x="46" y="45"/>
                    </a:cubicBezTo>
                    <a:cubicBezTo>
                      <a:pt x="46" y="45"/>
                      <a:pt x="47" y="45"/>
                      <a:pt x="47" y="46"/>
                    </a:cubicBezTo>
                    <a:cubicBezTo>
                      <a:pt x="47" y="45"/>
                      <a:pt x="47" y="45"/>
                      <a:pt x="47" y="45"/>
                    </a:cubicBezTo>
                    <a:cubicBezTo>
                      <a:pt x="47" y="44"/>
                      <a:pt x="46" y="44"/>
                      <a:pt x="46" y="43"/>
                    </a:cubicBezTo>
                    <a:cubicBezTo>
                      <a:pt x="46" y="43"/>
                      <a:pt x="46" y="42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3"/>
                      <a:pt x="46" y="42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3"/>
                      <a:pt x="47" y="43"/>
                      <a:pt x="47" y="42"/>
                    </a:cubicBezTo>
                    <a:cubicBezTo>
                      <a:pt x="48" y="44"/>
                      <a:pt x="49" y="46"/>
                      <a:pt x="49" y="46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50" y="45"/>
                    </a:cubicBezTo>
                    <a:cubicBezTo>
                      <a:pt x="51" y="46"/>
                      <a:pt x="48" y="40"/>
                      <a:pt x="49" y="42"/>
                    </a:cubicBezTo>
                    <a:cubicBezTo>
                      <a:pt x="50" y="44"/>
                      <a:pt x="50" y="44"/>
                      <a:pt x="51" y="44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50" y="42"/>
                      <a:pt x="51" y="45"/>
                      <a:pt x="50" y="43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52" y="46"/>
                      <a:pt x="52" y="42"/>
                      <a:pt x="54" y="44"/>
                    </a:cubicBezTo>
                    <a:cubicBezTo>
                      <a:pt x="52" y="42"/>
                      <a:pt x="54" y="43"/>
                      <a:pt x="53" y="42"/>
                    </a:cubicBezTo>
                    <a:cubicBezTo>
                      <a:pt x="54" y="45"/>
                      <a:pt x="54" y="42"/>
                      <a:pt x="54" y="43"/>
                    </a:cubicBezTo>
                    <a:cubicBezTo>
                      <a:pt x="53" y="41"/>
                      <a:pt x="53" y="41"/>
                      <a:pt x="53" y="41"/>
                    </a:cubicBezTo>
                    <a:cubicBezTo>
                      <a:pt x="54" y="42"/>
                      <a:pt x="53" y="37"/>
                      <a:pt x="54" y="40"/>
                    </a:cubicBezTo>
                    <a:cubicBezTo>
                      <a:pt x="55" y="40"/>
                      <a:pt x="55" y="41"/>
                      <a:pt x="55" y="42"/>
                    </a:cubicBezTo>
                    <a:cubicBezTo>
                      <a:pt x="56" y="44"/>
                      <a:pt x="55" y="39"/>
                      <a:pt x="56" y="42"/>
                    </a:cubicBezTo>
                    <a:cubicBezTo>
                      <a:pt x="56" y="41"/>
                      <a:pt x="55" y="40"/>
                      <a:pt x="55" y="39"/>
                    </a:cubicBezTo>
                    <a:cubicBezTo>
                      <a:pt x="56" y="40"/>
                      <a:pt x="57" y="41"/>
                      <a:pt x="57" y="41"/>
                    </a:cubicBezTo>
                    <a:cubicBezTo>
                      <a:pt x="57" y="41"/>
                      <a:pt x="57" y="40"/>
                      <a:pt x="57" y="40"/>
                    </a:cubicBezTo>
                    <a:cubicBezTo>
                      <a:pt x="57" y="41"/>
                      <a:pt x="57" y="41"/>
                      <a:pt x="57" y="42"/>
                    </a:cubicBezTo>
                    <a:cubicBezTo>
                      <a:pt x="58" y="42"/>
                      <a:pt x="58" y="41"/>
                      <a:pt x="58" y="40"/>
                    </a:cubicBezTo>
                    <a:cubicBezTo>
                      <a:pt x="59" y="41"/>
                      <a:pt x="59" y="40"/>
                      <a:pt x="60" y="41"/>
                    </a:cubicBezTo>
                    <a:cubicBezTo>
                      <a:pt x="59" y="39"/>
                      <a:pt x="61" y="42"/>
                      <a:pt x="60" y="39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9"/>
                      <a:pt x="59" y="37"/>
                      <a:pt x="59" y="37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1" y="41"/>
                      <a:pt x="61" y="39"/>
                      <a:pt x="61" y="40"/>
                    </a:cubicBezTo>
                    <a:cubicBezTo>
                      <a:pt x="60" y="38"/>
                      <a:pt x="62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7"/>
                      <a:pt x="60" y="37"/>
                      <a:pt x="61" y="36"/>
                    </a:cubicBezTo>
                    <a:cubicBezTo>
                      <a:pt x="61" y="36"/>
                      <a:pt x="62" y="38"/>
                      <a:pt x="62" y="38"/>
                    </a:cubicBezTo>
                    <a:cubicBezTo>
                      <a:pt x="62" y="39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7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40"/>
                      <a:pt x="64" y="38"/>
                      <a:pt x="63" y="37"/>
                    </a:cubicBezTo>
                    <a:cubicBezTo>
                      <a:pt x="64" y="38"/>
                      <a:pt x="65" y="36"/>
                      <a:pt x="65" y="36"/>
                    </a:cubicBezTo>
                    <a:cubicBezTo>
                      <a:pt x="65" y="36"/>
                      <a:pt x="65" y="37"/>
                      <a:pt x="65" y="36"/>
                    </a:cubicBezTo>
                    <a:cubicBezTo>
                      <a:pt x="65" y="36"/>
                      <a:pt x="65" y="34"/>
                      <a:pt x="65" y="35"/>
                    </a:cubicBezTo>
                    <a:cubicBezTo>
                      <a:pt x="65" y="35"/>
                      <a:pt x="66" y="36"/>
                      <a:pt x="66" y="36"/>
                    </a:cubicBezTo>
                    <a:cubicBezTo>
                      <a:pt x="66" y="37"/>
                      <a:pt x="66" y="35"/>
                      <a:pt x="66" y="35"/>
                    </a:cubicBezTo>
                    <a:cubicBezTo>
                      <a:pt x="67" y="37"/>
                      <a:pt x="66" y="33"/>
                      <a:pt x="67" y="34"/>
                    </a:cubicBezTo>
                    <a:cubicBezTo>
                      <a:pt x="67" y="34"/>
                      <a:pt x="68" y="35"/>
                      <a:pt x="68" y="36"/>
                    </a:cubicBezTo>
                    <a:cubicBezTo>
                      <a:pt x="68" y="35"/>
                      <a:pt x="68" y="34"/>
                      <a:pt x="68" y="32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9" y="34"/>
                      <a:pt x="69" y="33"/>
                      <a:pt x="69" y="32"/>
                    </a:cubicBezTo>
                    <a:cubicBezTo>
                      <a:pt x="68" y="31"/>
                      <a:pt x="68" y="30"/>
                      <a:pt x="68" y="30"/>
                    </a:cubicBezTo>
                    <a:cubicBezTo>
                      <a:pt x="68" y="30"/>
                      <a:pt x="68" y="30"/>
                      <a:pt x="68" y="30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0"/>
                      <a:pt x="68" y="30"/>
                      <a:pt x="69" y="30"/>
                    </a:cubicBezTo>
                    <a:cubicBezTo>
                      <a:pt x="70" y="33"/>
                      <a:pt x="70" y="31"/>
                      <a:pt x="70" y="32"/>
                    </a:cubicBezTo>
                    <a:cubicBezTo>
                      <a:pt x="70" y="30"/>
                      <a:pt x="70" y="30"/>
                      <a:pt x="70" y="30"/>
                    </a:cubicBezTo>
                    <a:cubicBezTo>
                      <a:pt x="70" y="29"/>
                      <a:pt x="71" y="31"/>
                      <a:pt x="71" y="31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7"/>
                      <a:pt x="71" y="28"/>
                      <a:pt x="71" y="29"/>
                    </a:cubicBezTo>
                    <a:cubicBezTo>
                      <a:pt x="71" y="29"/>
                      <a:pt x="70" y="26"/>
                      <a:pt x="70" y="24"/>
                    </a:cubicBezTo>
                    <a:cubicBezTo>
                      <a:pt x="70" y="25"/>
                      <a:pt x="70" y="24"/>
                      <a:pt x="70" y="23"/>
                    </a:cubicBezTo>
                    <a:cubicBezTo>
                      <a:pt x="71" y="25"/>
                      <a:pt x="70" y="23"/>
                      <a:pt x="71" y="24"/>
                    </a:cubicBezTo>
                    <a:cubicBezTo>
                      <a:pt x="72" y="26"/>
                      <a:pt x="72" y="26"/>
                      <a:pt x="72" y="26"/>
                    </a:cubicBezTo>
                    <a:cubicBezTo>
                      <a:pt x="71" y="26"/>
                      <a:pt x="73" y="28"/>
                      <a:pt x="73" y="29"/>
                    </a:cubicBezTo>
                    <a:cubicBezTo>
                      <a:pt x="73" y="28"/>
                      <a:pt x="74" y="28"/>
                      <a:pt x="75" y="29"/>
                    </a:cubicBezTo>
                    <a:cubicBezTo>
                      <a:pt x="73" y="26"/>
                      <a:pt x="74" y="27"/>
                      <a:pt x="73" y="25"/>
                    </a:cubicBezTo>
                    <a:cubicBezTo>
                      <a:pt x="74" y="24"/>
                      <a:pt x="74" y="27"/>
                      <a:pt x="75" y="27"/>
                    </a:cubicBezTo>
                    <a:cubicBezTo>
                      <a:pt x="75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5"/>
                      <a:pt x="77" y="26"/>
                      <a:pt x="77" y="23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8" y="25"/>
                      <a:pt x="76" y="22"/>
                      <a:pt x="77" y="23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3"/>
                      <a:pt x="79" y="25"/>
                      <a:pt x="78" y="23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3"/>
                      <a:pt x="79" y="24"/>
                      <a:pt x="79" y="22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80" y="25"/>
                      <a:pt x="79" y="22"/>
                      <a:pt x="80" y="22"/>
                    </a:cubicBezTo>
                    <a:cubicBezTo>
                      <a:pt x="80" y="22"/>
                      <a:pt x="81" y="23"/>
                      <a:pt x="81" y="23"/>
                    </a:cubicBezTo>
                    <a:cubicBezTo>
                      <a:pt x="80" y="22"/>
                      <a:pt x="81" y="22"/>
                      <a:pt x="81" y="21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4" y="22"/>
                      <a:pt x="86" y="22"/>
                      <a:pt x="86" y="19"/>
                    </a:cubicBezTo>
                    <a:cubicBezTo>
                      <a:pt x="88" y="21"/>
                      <a:pt x="87" y="21"/>
                      <a:pt x="87" y="22"/>
                    </a:cubicBezTo>
                    <a:cubicBezTo>
                      <a:pt x="87" y="20"/>
                      <a:pt x="87" y="22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0"/>
                      <a:pt x="89" y="22"/>
                      <a:pt x="89" y="21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8" y="19"/>
                      <a:pt x="90" y="23"/>
                      <a:pt x="89" y="20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89" y="19"/>
                      <a:pt x="91" y="22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1" y="21"/>
                      <a:pt x="90" y="17"/>
                      <a:pt x="91" y="19"/>
                    </a:cubicBezTo>
                    <a:cubicBezTo>
                      <a:pt x="91" y="19"/>
                      <a:pt x="91" y="18"/>
                      <a:pt x="91" y="16"/>
                    </a:cubicBezTo>
                    <a:cubicBezTo>
                      <a:pt x="92" y="19"/>
                      <a:pt x="92" y="19"/>
                      <a:pt x="92" y="19"/>
                    </a:cubicBezTo>
                    <a:cubicBezTo>
                      <a:pt x="93" y="17"/>
                      <a:pt x="94" y="17"/>
                      <a:pt x="94" y="14"/>
                    </a:cubicBezTo>
                    <a:cubicBezTo>
                      <a:pt x="95" y="15"/>
                      <a:pt x="95" y="15"/>
                      <a:pt x="95" y="15"/>
                    </a:cubicBezTo>
                    <a:cubicBezTo>
                      <a:pt x="95" y="13"/>
                      <a:pt x="97" y="17"/>
                      <a:pt x="96" y="13"/>
                    </a:cubicBezTo>
                    <a:cubicBezTo>
                      <a:pt x="96" y="11"/>
                      <a:pt x="96" y="11"/>
                      <a:pt x="96" y="11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2"/>
                      <a:pt x="98" y="13"/>
                      <a:pt x="97" y="11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98" y="13"/>
                      <a:pt x="98" y="10"/>
                      <a:pt x="98" y="11"/>
                    </a:cubicBezTo>
                    <a:cubicBezTo>
                      <a:pt x="98" y="11"/>
                      <a:pt x="98" y="11"/>
                      <a:pt x="98" y="11"/>
                    </a:cubicBezTo>
                    <a:cubicBezTo>
                      <a:pt x="101" y="14"/>
                      <a:pt x="104" y="15"/>
                      <a:pt x="104" y="11"/>
                    </a:cubicBezTo>
                    <a:cubicBezTo>
                      <a:pt x="104" y="10"/>
                      <a:pt x="105" y="13"/>
                      <a:pt x="105" y="13"/>
                    </a:cubicBezTo>
                    <a:cubicBezTo>
                      <a:pt x="106" y="9"/>
                      <a:pt x="109" y="14"/>
                      <a:pt x="109" y="8"/>
                    </a:cubicBezTo>
                    <a:cubicBezTo>
                      <a:pt x="110" y="6"/>
                      <a:pt x="108" y="1"/>
                      <a:pt x="108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9" name="Freeform 114"/>
              <p:cNvSpPr/>
              <p:nvPr>
                <p:custDataLst>
                  <p:tags r:id="rId360"/>
                </p:custDataLst>
              </p:nvPr>
            </p:nvSpPr>
            <p:spPr bwMode="auto">
              <a:xfrm>
                <a:off x="3897" y="1269"/>
                <a:ext cx="6" cy="2"/>
              </a:xfrm>
              <a:custGeom>
                <a:avLst/>
                <a:gdLst>
                  <a:gd name="T0" fmla="*/ 6 w 6"/>
                  <a:gd name="T1" fmla="*/ 0 h 2"/>
                  <a:gd name="T2" fmla="*/ 6 w 6"/>
                  <a:gd name="T3" fmla="*/ 0 h 2"/>
                  <a:gd name="T4" fmla="*/ 0 w 6"/>
                  <a:gd name="T5" fmla="*/ 2 h 2"/>
                  <a:gd name="T6" fmla="*/ 6 w 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0" name="Freeform 115"/>
              <p:cNvSpPr/>
              <p:nvPr>
                <p:custDataLst>
                  <p:tags r:id="rId361"/>
                </p:custDataLst>
              </p:nvPr>
            </p:nvSpPr>
            <p:spPr bwMode="auto">
              <a:xfrm>
                <a:off x="3935" y="1214"/>
                <a:ext cx="78" cy="253"/>
              </a:xfrm>
              <a:custGeom>
                <a:avLst/>
                <a:gdLst>
                  <a:gd name="T0" fmla="*/ 15 w 37"/>
                  <a:gd name="T1" fmla="*/ 54 h 119"/>
                  <a:gd name="T2" fmla="*/ 12 w 37"/>
                  <a:gd name="T3" fmla="*/ 62 h 119"/>
                  <a:gd name="T4" fmla="*/ 8 w 37"/>
                  <a:gd name="T5" fmla="*/ 67 h 119"/>
                  <a:gd name="T6" fmla="*/ 6 w 37"/>
                  <a:gd name="T7" fmla="*/ 78 h 119"/>
                  <a:gd name="T8" fmla="*/ 4 w 37"/>
                  <a:gd name="T9" fmla="*/ 84 h 119"/>
                  <a:gd name="T10" fmla="*/ 2 w 37"/>
                  <a:gd name="T11" fmla="*/ 96 h 119"/>
                  <a:gd name="T12" fmla="*/ 5 w 37"/>
                  <a:gd name="T13" fmla="*/ 103 h 119"/>
                  <a:gd name="T14" fmla="*/ 2 w 37"/>
                  <a:gd name="T15" fmla="*/ 111 h 119"/>
                  <a:gd name="T16" fmla="*/ 2 w 37"/>
                  <a:gd name="T17" fmla="*/ 115 h 119"/>
                  <a:gd name="T18" fmla="*/ 7 w 37"/>
                  <a:gd name="T19" fmla="*/ 117 h 119"/>
                  <a:gd name="T20" fmla="*/ 8 w 37"/>
                  <a:gd name="T21" fmla="*/ 117 h 119"/>
                  <a:gd name="T22" fmla="*/ 9 w 37"/>
                  <a:gd name="T23" fmla="*/ 115 h 119"/>
                  <a:gd name="T24" fmla="*/ 12 w 37"/>
                  <a:gd name="T25" fmla="*/ 113 h 119"/>
                  <a:gd name="T26" fmla="*/ 15 w 37"/>
                  <a:gd name="T27" fmla="*/ 110 h 119"/>
                  <a:gd name="T28" fmla="*/ 17 w 37"/>
                  <a:gd name="T29" fmla="*/ 110 h 119"/>
                  <a:gd name="T30" fmla="*/ 17 w 37"/>
                  <a:gd name="T31" fmla="*/ 108 h 119"/>
                  <a:gd name="T32" fmla="*/ 18 w 37"/>
                  <a:gd name="T33" fmla="*/ 108 h 119"/>
                  <a:gd name="T34" fmla="*/ 21 w 37"/>
                  <a:gd name="T35" fmla="*/ 108 h 119"/>
                  <a:gd name="T36" fmla="*/ 15 w 37"/>
                  <a:gd name="T37" fmla="*/ 104 h 119"/>
                  <a:gd name="T38" fmla="*/ 18 w 37"/>
                  <a:gd name="T39" fmla="*/ 104 h 119"/>
                  <a:gd name="T40" fmla="*/ 20 w 37"/>
                  <a:gd name="T41" fmla="*/ 104 h 119"/>
                  <a:gd name="T42" fmla="*/ 22 w 37"/>
                  <a:gd name="T43" fmla="*/ 102 h 119"/>
                  <a:gd name="T44" fmla="*/ 20 w 37"/>
                  <a:gd name="T45" fmla="*/ 100 h 119"/>
                  <a:gd name="T46" fmla="*/ 22 w 37"/>
                  <a:gd name="T47" fmla="*/ 99 h 119"/>
                  <a:gd name="T48" fmla="*/ 15 w 37"/>
                  <a:gd name="T49" fmla="*/ 95 h 119"/>
                  <a:gd name="T50" fmla="*/ 21 w 37"/>
                  <a:gd name="T51" fmla="*/ 97 h 119"/>
                  <a:gd name="T52" fmla="*/ 24 w 37"/>
                  <a:gd name="T53" fmla="*/ 92 h 119"/>
                  <a:gd name="T54" fmla="*/ 24 w 37"/>
                  <a:gd name="T55" fmla="*/ 89 h 119"/>
                  <a:gd name="T56" fmla="*/ 21 w 37"/>
                  <a:gd name="T57" fmla="*/ 85 h 119"/>
                  <a:gd name="T58" fmla="*/ 26 w 37"/>
                  <a:gd name="T59" fmla="*/ 81 h 119"/>
                  <a:gd name="T60" fmla="*/ 24 w 37"/>
                  <a:gd name="T61" fmla="*/ 78 h 119"/>
                  <a:gd name="T62" fmla="*/ 25 w 37"/>
                  <a:gd name="T63" fmla="*/ 77 h 119"/>
                  <a:gd name="T64" fmla="*/ 23 w 37"/>
                  <a:gd name="T65" fmla="*/ 75 h 119"/>
                  <a:gd name="T66" fmla="*/ 27 w 37"/>
                  <a:gd name="T67" fmla="*/ 75 h 119"/>
                  <a:gd name="T68" fmla="*/ 26 w 37"/>
                  <a:gd name="T69" fmla="*/ 72 h 119"/>
                  <a:gd name="T70" fmla="*/ 25 w 37"/>
                  <a:gd name="T71" fmla="*/ 67 h 119"/>
                  <a:gd name="T72" fmla="*/ 29 w 37"/>
                  <a:gd name="T73" fmla="*/ 65 h 119"/>
                  <a:gd name="T74" fmla="*/ 28 w 37"/>
                  <a:gd name="T75" fmla="*/ 61 h 119"/>
                  <a:gd name="T76" fmla="*/ 29 w 37"/>
                  <a:gd name="T77" fmla="*/ 59 h 119"/>
                  <a:gd name="T78" fmla="*/ 29 w 37"/>
                  <a:gd name="T79" fmla="*/ 59 h 119"/>
                  <a:gd name="T80" fmla="*/ 29 w 37"/>
                  <a:gd name="T81" fmla="*/ 56 h 119"/>
                  <a:gd name="T82" fmla="*/ 27 w 37"/>
                  <a:gd name="T83" fmla="*/ 51 h 119"/>
                  <a:gd name="T84" fmla="*/ 25 w 37"/>
                  <a:gd name="T85" fmla="*/ 49 h 119"/>
                  <a:gd name="T86" fmla="*/ 27 w 37"/>
                  <a:gd name="T87" fmla="*/ 47 h 119"/>
                  <a:gd name="T88" fmla="*/ 29 w 37"/>
                  <a:gd name="T89" fmla="*/ 44 h 119"/>
                  <a:gd name="T90" fmla="*/ 27 w 37"/>
                  <a:gd name="T91" fmla="*/ 39 h 119"/>
                  <a:gd name="T92" fmla="*/ 28 w 37"/>
                  <a:gd name="T93" fmla="*/ 37 h 119"/>
                  <a:gd name="T94" fmla="*/ 31 w 37"/>
                  <a:gd name="T95" fmla="*/ 30 h 119"/>
                  <a:gd name="T96" fmla="*/ 32 w 37"/>
                  <a:gd name="T97" fmla="*/ 27 h 119"/>
                  <a:gd name="T98" fmla="*/ 29 w 37"/>
                  <a:gd name="T99" fmla="*/ 19 h 119"/>
                  <a:gd name="T100" fmla="*/ 30 w 37"/>
                  <a:gd name="T101" fmla="*/ 16 h 119"/>
                  <a:gd name="T102" fmla="*/ 26 w 37"/>
                  <a:gd name="T103" fmla="*/ 0 h 119"/>
                  <a:gd name="T104" fmla="*/ 18 w 37"/>
                  <a:gd name="T105" fmla="*/ 21 h 119"/>
                  <a:gd name="T106" fmla="*/ 11 w 37"/>
                  <a:gd name="T107" fmla="*/ 38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119">
                    <a:moveTo>
                      <a:pt x="11" y="38"/>
                    </a:moveTo>
                    <a:cubicBezTo>
                      <a:pt x="11" y="42"/>
                      <a:pt x="12" y="46"/>
                      <a:pt x="12" y="50"/>
                    </a:cubicBezTo>
                    <a:cubicBezTo>
                      <a:pt x="15" y="51"/>
                      <a:pt x="13" y="52"/>
                      <a:pt x="16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4" y="54"/>
                      <a:pt x="13" y="54"/>
                      <a:pt x="15" y="54"/>
                    </a:cubicBezTo>
                    <a:cubicBezTo>
                      <a:pt x="17" y="55"/>
                      <a:pt x="12" y="54"/>
                      <a:pt x="13" y="55"/>
                    </a:cubicBezTo>
                    <a:cubicBezTo>
                      <a:pt x="13" y="55"/>
                      <a:pt x="14" y="55"/>
                      <a:pt x="14" y="55"/>
                    </a:cubicBezTo>
                    <a:cubicBezTo>
                      <a:pt x="16" y="56"/>
                      <a:pt x="13" y="55"/>
                      <a:pt x="11" y="55"/>
                    </a:cubicBezTo>
                    <a:cubicBezTo>
                      <a:pt x="11" y="57"/>
                      <a:pt x="13" y="59"/>
                      <a:pt x="11" y="61"/>
                    </a:cubicBezTo>
                    <a:cubicBezTo>
                      <a:pt x="11" y="60"/>
                      <a:pt x="13" y="61"/>
                      <a:pt x="13" y="61"/>
                    </a:cubicBezTo>
                    <a:cubicBezTo>
                      <a:pt x="9" y="60"/>
                      <a:pt x="13" y="62"/>
                      <a:pt x="12" y="62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2"/>
                      <a:pt x="11" y="63"/>
                      <a:pt x="10" y="63"/>
                    </a:cubicBezTo>
                    <a:cubicBezTo>
                      <a:pt x="11" y="64"/>
                      <a:pt x="8" y="64"/>
                      <a:pt x="9" y="65"/>
                    </a:cubicBezTo>
                    <a:cubicBezTo>
                      <a:pt x="8" y="64"/>
                      <a:pt x="8" y="65"/>
                      <a:pt x="8" y="65"/>
                    </a:cubicBezTo>
                    <a:cubicBezTo>
                      <a:pt x="11" y="66"/>
                      <a:pt x="6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8"/>
                      <a:pt x="6" y="70"/>
                      <a:pt x="8" y="72"/>
                    </a:cubicBezTo>
                    <a:cubicBezTo>
                      <a:pt x="8" y="73"/>
                      <a:pt x="4" y="73"/>
                      <a:pt x="5" y="75"/>
                    </a:cubicBezTo>
                    <a:cubicBezTo>
                      <a:pt x="7" y="76"/>
                      <a:pt x="7" y="76"/>
                      <a:pt x="7" y="76"/>
                    </a:cubicBezTo>
                    <a:cubicBezTo>
                      <a:pt x="7" y="76"/>
                      <a:pt x="6" y="75"/>
                      <a:pt x="5" y="75"/>
                    </a:cubicBezTo>
                    <a:cubicBezTo>
                      <a:pt x="7" y="76"/>
                      <a:pt x="5" y="76"/>
                      <a:pt x="5" y="77"/>
                    </a:cubicBezTo>
                    <a:cubicBezTo>
                      <a:pt x="5" y="77"/>
                      <a:pt x="5" y="78"/>
                      <a:pt x="6" y="78"/>
                    </a:cubicBezTo>
                    <a:cubicBezTo>
                      <a:pt x="4" y="78"/>
                      <a:pt x="7" y="80"/>
                      <a:pt x="5" y="80"/>
                    </a:cubicBezTo>
                    <a:cubicBezTo>
                      <a:pt x="8" y="81"/>
                      <a:pt x="6" y="80"/>
                      <a:pt x="7" y="81"/>
                    </a:cubicBezTo>
                    <a:cubicBezTo>
                      <a:pt x="7" y="81"/>
                      <a:pt x="6" y="81"/>
                      <a:pt x="5" y="81"/>
                    </a:cubicBezTo>
                    <a:cubicBezTo>
                      <a:pt x="6" y="81"/>
                      <a:pt x="6" y="82"/>
                      <a:pt x="4" y="82"/>
                    </a:cubicBezTo>
                    <a:cubicBezTo>
                      <a:pt x="5" y="82"/>
                      <a:pt x="6" y="83"/>
                      <a:pt x="6" y="83"/>
                    </a:cubicBezTo>
                    <a:cubicBezTo>
                      <a:pt x="3" y="83"/>
                      <a:pt x="5" y="84"/>
                      <a:pt x="4" y="84"/>
                    </a:cubicBezTo>
                    <a:cubicBezTo>
                      <a:pt x="6" y="85"/>
                      <a:pt x="8" y="86"/>
                      <a:pt x="7" y="86"/>
                    </a:cubicBezTo>
                    <a:cubicBezTo>
                      <a:pt x="4" y="85"/>
                      <a:pt x="4" y="85"/>
                      <a:pt x="4" y="85"/>
                    </a:cubicBezTo>
                    <a:cubicBezTo>
                      <a:pt x="5" y="86"/>
                      <a:pt x="2" y="87"/>
                      <a:pt x="4" y="90"/>
                    </a:cubicBezTo>
                    <a:cubicBezTo>
                      <a:pt x="3" y="89"/>
                      <a:pt x="3" y="89"/>
                      <a:pt x="3" y="89"/>
                    </a:cubicBezTo>
                    <a:cubicBezTo>
                      <a:pt x="4" y="91"/>
                      <a:pt x="1" y="92"/>
                      <a:pt x="4" y="95"/>
                    </a:cubicBezTo>
                    <a:cubicBezTo>
                      <a:pt x="3" y="95"/>
                      <a:pt x="2" y="95"/>
                      <a:pt x="2" y="96"/>
                    </a:cubicBezTo>
                    <a:cubicBezTo>
                      <a:pt x="3" y="97"/>
                      <a:pt x="3" y="97"/>
                      <a:pt x="5" y="98"/>
                    </a:cubicBezTo>
                    <a:cubicBezTo>
                      <a:pt x="5" y="98"/>
                      <a:pt x="4" y="98"/>
                      <a:pt x="3" y="98"/>
                    </a:cubicBezTo>
                    <a:cubicBezTo>
                      <a:pt x="2" y="98"/>
                      <a:pt x="0" y="98"/>
                      <a:pt x="2" y="99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" y="100"/>
                      <a:pt x="4" y="101"/>
                      <a:pt x="2" y="102"/>
                    </a:cubicBezTo>
                    <a:cubicBezTo>
                      <a:pt x="3" y="102"/>
                      <a:pt x="3" y="103"/>
                      <a:pt x="5" y="103"/>
                    </a:cubicBezTo>
                    <a:cubicBezTo>
                      <a:pt x="5" y="103"/>
                      <a:pt x="3" y="103"/>
                      <a:pt x="4" y="103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1" y="104"/>
                      <a:pt x="2" y="105"/>
                      <a:pt x="3" y="107"/>
                    </a:cubicBezTo>
                    <a:cubicBezTo>
                      <a:pt x="0" y="107"/>
                      <a:pt x="3" y="108"/>
                      <a:pt x="1" y="109"/>
                    </a:cubicBezTo>
                    <a:cubicBezTo>
                      <a:pt x="2" y="110"/>
                      <a:pt x="0" y="110"/>
                      <a:pt x="3" y="111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1" y="111"/>
                      <a:pt x="2" y="112"/>
                      <a:pt x="1" y="113"/>
                    </a:cubicBezTo>
                    <a:cubicBezTo>
                      <a:pt x="1" y="114"/>
                      <a:pt x="3" y="114"/>
                      <a:pt x="4" y="114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3" y="115"/>
                      <a:pt x="5" y="115"/>
                      <a:pt x="7" y="115"/>
                    </a:cubicBezTo>
                    <a:cubicBezTo>
                      <a:pt x="6" y="115"/>
                      <a:pt x="7" y="115"/>
                      <a:pt x="6" y="115"/>
                    </a:cubicBezTo>
                    <a:cubicBezTo>
                      <a:pt x="5" y="115"/>
                      <a:pt x="4" y="115"/>
                      <a:pt x="2" y="115"/>
                    </a:cubicBezTo>
                    <a:cubicBezTo>
                      <a:pt x="1" y="116"/>
                      <a:pt x="5" y="116"/>
                      <a:pt x="3" y="117"/>
                    </a:cubicBezTo>
                    <a:cubicBezTo>
                      <a:pt x="2" y="117"/>
                      <a:pt x="3" y="118"/>
                      <a:pt x="5" y="117"/>
                    </a:cubicBezTo>
                    <a:cubicBezTo>
                      <a:pt x="4" y="117"/>
                      <a:pt x="4" y="118"/>
                      <a:pt x="3" y="118"/>
                    </a:cubicBezTo>
                    <a:cubicBezTo>
                      <a:pt x="3" y="118"/>
                      <a:pt x="3" y="118"/>
                      <a:pt x="4" y="118"/>
                    </a:cubicBezTo>
                    <a:cubicBezTo>
                      <a:pt x="4" y="118"/>
                      <a:pt x="4" y="118"/>
                      <a:pt x="4" y="118"/>
                    </a:cubicBezTo>
                    <a:cubicBezTo>
                      <a:pt x="5" y="118"/>
                      <a:pt x="5" y="118"/>
                      <a:pt x="7" y="117"/>
                    </a:cubicBezTo>
                    <a:cubicBezTo>
                      <a:pt x="7" y="117"/>
                      <a:pt x="6" y="117"/>
                      <a:pt x="7" y="117"/>
                    </a:cubicBezTo>
                    <a:cubicBezTo>
                      <a:pt x="8" y="117"/>
                      <a:pt x="8" y="117"/>
                      <a:pt x="7" y="118"/>
                    </a:cubicBezTo>
                    <a:cubicBezTo>
                      <a:pt x="6" y="118"/>
                      <a:pt x="5" y="118"/>
                      <a:pt x="4" y="119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8" y="118"/>
                      <a:pt x="9" y="117"/>
                    </a:cubicBezTo>
                    <a:cubicBezTo>
                      <a:pt x="8" y="117"/>
                      <a:pt x="8" y="117"/>
                      <a:pt x="8" y="117"/>
                    </a:cubicBezTo>
                    <a:cubicBezTo>
                      <a:pt x="9" y="117"/>
                      <a:pt x="9" y="117"/>
                      <a:pt x="9" y="117"/>
                    </a:cubicBezTo>
                    <a:cubicBezTo>
                      <a:pt x="9" y="117"/>
                      <a:pt x="10" y="116"/>
                      <a:pt x="9" y="116"/>
                    </a:cubicBezTo>
                    <a:cubicBezTo>
                      <a:pt x="7" y="116"/>
                      <a:pt x="7" y="116"/>
                      <a:pt x="7" y="116"/>
                    </a:cubicBezTo>
                    <a:cubicBezTo>
                      <a:pt x="7" y="116"/>
                      <a:pt x="5" y="116"/>
                      <a:pt x="7" y="116"/>
                    </a:cubicBezTo>
                    <a:cubicBezTo>
                      <a:pt x="9" y="115"/>
                      <a:pt x="9" y="115"/>
                      <a:pt x="9" y="115"/>
                    </a:cubicBezTo>
                    <a:cubicBezTo>
                      <a:pt x="9" y="115"/>
                      <a:pt x="8" y="115"/>
                      <a:pt x="9" y="115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8" y="115"/>
                      <a:pt x="10" y="114"/>
                      <a:pt x="9" y="114"/>
                    </a:cubicBezTo>
                    <a:cubicBezTo>
                      <a:pt x="10" y="114"/>
                      <a:pt x="10" y="114"/>
                      <a:pt x="10" y="114"/>
                    </a:cubicBezTo>
                    <a:cubicBezTo>
                      <a:pt x="11" y="114"/>
                      <a:pt x="8" y="114"/>
                      <a:pt x="8" y="114"/>
                    </a:cubicBezTo>
                    <a:cubicBezTo>
                      <a:pt x="9" y="114"/>
                      <a:pt x="11" y="114"/>
                      <a:pt x="12" y="114"/>
                    </a:cubicBezTo>
                    <a:cubicBezTo>
                      <a:pt x="12" y="113"/>
                      <a:pt x="10" y="113"/>
                      <a:pt x="12" y="113"/>
                    </a:cubicBezTo>
                    <a:cubicBezTo>
                      <a:pt x="11" y="112"/>
                      <a:pt x="10" y="112"/>
                      <a:pt x="9" y="111"/>
                    </a:cubicBezTo>
                    <a:cubicBezTo>
                      <a:pt x="9" y="111"/>
                      <a:pt x="12" y="112"/>
                      <a:pt x="11" y="111"/>
                    </a:cubicBezTo>
                    <a:cubicBezTo>
                      <a:pt x="12" y="111"/>
                      <a:pt x="13" y="111"/>
                      <a:pt x="14" y="111"/>
                    </a:cubicBezTo>
                    <a:cubicBezTo>
                      <a:pt x="13" y="111"/>
                      <a:pt x="14" y="111"/>
                      <a:pt x="12" y="111"/>
                    </a:cubicBezTo>
                    <a:cubicBezTo>
                      <a:pt x="12" y="110"/>
                      <a:pt x="13" y="110"/>
                      <a:pt x="12" y="109"/>
                    </a:cubicBezTo>
                    <a:cubicBezTo>
                      <a:pt x="12" y="109"/>
                      <a:pt x="14" y="110"/>
                      <a:pt x="15" y="110"/>
                    </a:cubicBezTo>
                    <a:cubicBezTo>
                      <a:pt x="13" y="109"/>
                      <a:pt x="13" y="109"/>
                      <a:pt x="13" y="108"/>
                    </a:cubicBezTo>
                    <a:cubicBezTo>
                      <a:pt x="11" y="108"/>
                      <a:pt x="11" y="108"/>
                      <a:pt x="10" y="108"/>
                    </a:cubicBezTo>
                    <a:cubicBezTo>
                      <a:pt x="9" y="108"/>
                      <a:pt x="9" y="107"/>
                      <a:pt x="9" y="107"/>
                    </a:cubicBezTo>
                    <a:cubicBezTo>
                      <a:pt x="11" y="108"/>
                      <a:pt x="13" y="108"/>
                      <a:pt x="14" y="108"/>
                    </a:cubicBezTo>
                    <a:cubicBezTo>
                      <a:pt x="16" y="108"/>
                      <a:pt x="13" y="108"/>
                      <a:pt x="16" y="109"/>
                    </a:cubicBezTo>
                    <a:cubicBezTo>
                      <a:pt x="18" y="109"/>
                      <a:pt x="18" y="110"/>
                      <a:pt x="17" y="110"/>
                    </a:cubicBezTo>
                    <a:cubicBezTo>
                      <a:pt x="19" y="111"/>
                      <a:pt x="17" y="110"/>
                      <a:pt x="19" y="110"/>
                    </a:cubicBezTo>
                    <a:cubicBezTo>
                      <a:pt x="19" y="110"/>
                      <a:pt x="18" y="110"/>
                      <a:pt x="18" y="109"/>
                    </a:cubicBezTo>
                    <a:cubicBezTo>
                      <a:pt x="17" y="109"/>
                      <a:pt x="16" y="109"/>
                      <a:pt x="15" y="108"/>
                    </a:cubicBezTo>
                    <a:cubicBezTo>
                      <a:pt x="13" y="108"/>
                      <a:pt x="17" y="108"/>
                      <a:pt x="17" y="108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09"/>
                      <a:pt x="17" y="108"/>
                      <a:pt x="17" y="108"/>
                    </a:cubicBezTo>
                    <a:cubicBezTo>
                      <a:pt x="21" y="109"/>
                      <a:pt x="18" y="108"/>
                      <a:pt x="20" y="109"/>
                    </a:cubicBezTo>
                    <a:cubicBezTo>
                      <a:pt x="22" y="109"/>
                      <a:pt x="22" y="109"/>
                      <a:pt x="22" y="109"/>
                    </a:cubicBezTo>
                    <a:cubicBezTo>
                      <a:pt x="22" y="109"/>
                      <a:pt x="19" y="109"/>
                      <a:pt x="20" y="108"/>
                    </a:cubicBezTo>
                    <a:cubicBezTo>
                      <a:pt x="21" y="109"/>
                      <a:pt x="21" y="109"/>
                      <a:pt x="21" y="109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20" y="108"/>
                      <a:pt x="18" y="108"/>
                      <a:pt x="18" y="108"/>
                    </a:cubicBezTo>
                    <a:cubicBezTo>
                      <a:pt x="15" y="107"/>
                      <a:pt x="18" y="108"/>
                      <a:pt x="17" y="107"/>
                    </a:cubicBezTo>
                    <a:cubicBezTo>
                      <a:pt x="15" y="106"/>
                      <a:pt x="17" y="107"/>
                      <a:pt x="16" y="107"/>
                    </a:cubicBezTo>
                    <a:cubicBezTo>
                      <a:pt x="14" y="106"/>
                      <a:pt x="14" y="106"/>
                      <a:pt x="14" y="106"/>
                    </a:cubicBezTo>
                    <a:cubicBezTo>
                      <a:pt x="14" y="105"/>
                      <a:pt x="16" y="106"/>
                      <a:pt x="17" y="106"/>
                    </a:cubicBezTo>
                    <a:cubicBezTo>
                      <a:pt x="17" y="106"/>
                      <a:pt x="17" y="107"/>
                      <a:pt x="16" y="106"/>
                    </a:cubicBezTo>
                    <a:cubicBezTo>
                      <a:pt x="18" y="107"/>
                      <a:pt x="20" y="107"/>
                      <a:pt x="21" y="108"/>
                    </a:cubicBezTo>
                    <a:cubicBezTo>
                      <a:pt x="22" y="108"/>
                      <a:pt x="20" y="107"/>
                      <a:pt x="20" y="107"/>
                    </a:cubicBezTo>
                    <a:cubicBezTo>
                      <a:pt x="19" y="107"/>
                      <a:pt x="18" y="107"/>
                      <a:pt x="17" y="106"/>
                    </a:cubicBezTo>
                    <a:cubicBezTo>
                      <a:pt x="13" y="105"/>
                      <a:pt x="21" y="107"/>
                      <a:pt x="20" y="106"/>
                    </a:cubicBezTo>
                    <a:cubicBezTo>
                      <a:pt x="17" y="106"/>
                      <a:pt x="16" y="104"/>
                      <a:pt x="13" y="104"/>
                    </a:cubicBezTo>
                    <a:cubicBezTo>
                      <a:pt x="12" y="104"/>
                      <a:pt x="12" y="103"/>
                      <a:pt x="12" y="103"/>
                    </a:cubicBezTo>
                    <a:cubicBezTo>
                      <a:pt x="14" y="104"/>
                      <a:pt x="13" y="103"/>
                      <a:pt x="15" y="104"/>
                    </a:cubicBezTo>
                    <a:cubicBezTo>
                      <a:pt x="15" y="104"/>
                      <a:pt x="15" y="104"/>
                      <a:pt x="15" y="104"/>
                    </a:cubicBezTo>
                    <a:cubicBezTo>
                      <a:pt x="18" y="105"/>
                      <a:pt x="18" y="105"/>
                      <a:pt x="18" y="105"/>
                    </a:cubicBezTo>
                    <a:cubicBezTo>
                      <a:pt x="22" y="106"/>
                      <a:pt x="22" y="106"/>
                      <a:pt x="22" y="106"/>
                    </a:cubicBezTo>
                    <a:cubicBezTo>
                      <a:pt x="21" y="105"/>
                      <a:pt x="20" y="105"/>
                      <a:pt x="19" y="105"/>
                    </a:cubicBezTo>
                    <a:cubicBezTo>
                      <a:pt x="20" y="105"/>
                      <a:pt x="21" y="105"/>
                      <a:pt x="21" y="105"/>
                    </a:cubicBezTo>
                    <a:cubicBezTo>
                      <a:pt x="20" y="105"/>
                      <a:pt x="18" y="104"/>
                      <a:pt x="18" y="104"/>
                    </a:cubicBezTo>
                    <a:cubicBezTo>
                      <a:pt x="18" y="103"/>
                      <a:pt x="20" y="104"/>
                      <a:pt x="20" y="104"/>
                    </a:cubicBezTo>
                    <a:cubicBezTo>
                      <a:pt x="22" y="105"/>
                      <a:pt x="22" y="105"/>
                      <a:pt x="22" y="105"/>
                    </a:cubicBezTo>
                    <a:cubicBezTo>
                      <a:pt x="21" y="104"/>
                      <a:pt x="23" y="105"/>
                      <a:pt x="22" y="105"/>
                    </a:cubicBezTo>
                    <a:cubicBezTo>
                      <a:pt x="21" y="104"/>
                      <a:pt x="20" y="104"/>
                      <a:pt x="18" y="103"/>
                    </a:cubicBezTo>
                    <a:cubicBezTo>
                      <a:pt x="18" y="103"/>
                      <a:pt x="19" y="103"/>
                      <a:pt x="19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20" y="103"/>
                      <a:pt x="23" y="104"/>
                      <a:pt x="23" y="104"/>
                    </a:cubicBezTo>
                    <a:cubicBezTo>
                      <a:pt x="21" y="103"/>
                      <a:pt x="21" y="103"/>
                      <a:pt x="21" y="103"/>
                    </a:cubicBezTo>
                    <a:cubicBezTo>
                      <a:pt x="23" y="104"/>
                      <a:pt x="23" y="104"/>
                      <a:pt x="23" y="104"/>
                    </a:cubicBezTo>
                    <a:cubicBezTo>
                      <a:pt x="22" y="103"/>
                      <a:pt x="22" y="103"/>
                      <a:pt x="21" y="103"/>
                    </a:cubicBezTo>
                    <a:cubicBezTo>
                      <a:pt x="23" y="103"/>
                      <a:pt x="23" y="103"/>
                      <a:pt x="23" y="103"/>
                    </a:cubicBezTo>
                    <a:cubicBezTo>
                      <a:pt x="22" y="103"/>
                      <a:pt x="20" y="102"/>
                      <a:pt x="22" y="102"/>
                    </a:cubicBezTo>
                    <a:cubicBezTo>
                      <a:pt x="19" y="102"/>
                      <a:pt x="22" y="103"/>
                      <a:pt x="20" y="102"/>
                    </a:cubicBezTo>
                    <a:cubicBezTo>
                      <a:pt x="19" y="102"/>
                      <a:pt x="19" y="101"/>
                      <a:pt x="19" y="101"/>
                    </a:cubicBezTo>
                    <a:cubicBezTo>
                      <a:pt x="21" y="102"/>
                      <a:pt x="19" y="101"/>
                      <a:pt x="19" y="101"/>
                    </a:cubicBezTo>
                    <a:cubicBezTo>
                      <a:pt x="20" y="101"/>
                      <a:pt x="21" y="101"/>
                      <a:pt x="21" y="101"/>
                    </a:cubicBezTo>
                    <a:cubicBezTo>
                      <a:pt x="19" y="101"/>
                      <a:pt x="19" y="101"/>
                      <a:pt x="19" y="101"/>
                    </a:cubicBezTo>
                    <a:cubicBezTo>
                      <a:pt x="23" y="102"/>
                      <a:pt x="19" y="100"/>
                      <a:pt x="20" y="100"/>
                    </a:cubicBezTo>
                    <a:cubicBezTo>
                      <a:pt x="21" y="101"/>
                      <a:pt x="22" y="101"/>
                      <a:pt x="23" y="101"/>
                    </a:cubicBezTo>
                    <a:cubicBezTo>
                      <a:pt x="20" y="100"/>
                      <a:pt x="20" y="99"/>
                      <a:pt x="18" y="99"/>
                    </a:cubicBezTo>
                    <a:cubicBezTo>
                      <a:pt x="19" y="99"/>
                      <a:pt x="21" y="100"/>
                      <a:pt x="23" y="101"/>
                    </a:cubicBezTo>
                    <a:cubicBezTo>
                      <a:pt x="21" y="100"/>
                      <a:pt x="25" y="101"/>
                      <a:pt x="22" y="100"/>
                    </a:cubicBezTo>
                    <a:cubicBezTo>
                      <a:pt x="21" y="100"/>
                      <a:pt x="21" y="99"/>
                      <a:pt x="19" y="99"/>
                    </a:cubicBezTo>
                    <a:cubicBezTo>
                      <a:pt x="20" y="98"/>
                      <a:pt x="21" y="99"/>
                      <a:pt x="22" y="99"/>
                    </a:cubicBezTo>
                    <a:cubicBezTo>
                      <a:pt x="21" y="99"/>
                      <a:pt x="19" y="98"/>
                      <a:pt x="19" y="98"/>
                    </a:cubicBezTo>
                    <a:cubicBezTo>
                      <a:pt x="19" y="98"/>
                      <a:pt x="17" y="97"/>
                      <a:pt x="19" y="97"/>
                    </a:cubicBezTo>
                    <a:cubicBezTo>
                      <a:pt x="20" y="98"/>
                      <a:pt x="19" y="98"/>
                      <a:pt x="20" y="98"/>
                    </a:cubicBezTo>
                    <a:cubicBezTo>
                      <a:pt x="21" y="98"/>
                      <a:pt x="17" y="96"/>
                      <a:pt x="16" y="96"/>
                    </a:cubicBezTo>
                    <a:cubicBezTo>
                      <a:pt x="15" y="95"/>
                      <a:pt x="13" y="94"/>
                      <a:pt x="12" y="94"/>
                    </a:cubicBezTo>
                    <a:cubicBezTo>
                      <a:pt x="13" y="93"/>
                      <a:pt x="13" y="94"/>
                      <a:pt x="15" y="95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7" y="95"/>
                      <a:pt x="19" y="97"/>
                      <a:pt x="21" y="97"/>
                    </a:cubicBezTo>
                    <a:cubicBezTo>
                      <a:pt x="20" y="97"/>
                      <a:pt x="20" y="97"/>
                      <a:pt x="20" y="97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1" y="97"/>
                      <a:pt x="23" y="97"/>
                      <a:pt x="22" y="97"/>
                    </a:cubicBezTo>
                    <a:cubicBezTo>
                      <a:pt x="21" y="96"/>
                      <a:pt x="23" y="97"/>
                      <a:pt x="21" y="97"/>
                    </a:cubicBezTo>
                    <a:cubicBezTo>
                      <a:pt x="21" y="97"/>
                      <a:pt x="19" y="95"/>
                      <a:pt x="20" y="95"/>
                    </a:cubicBezTo>
                    <a:cubicBezTo>
                      <a:pt x="23" y="97"/>
                      <a:pt x="23" y="97"/>
                      <a:pt x="23" y="97"/>
                    </a:cubicBezTo>
                    <a:cubicBezTo>
                      <a:pt x="23" y="97"/>
                      <a:pt x="21" y="96"/>
                      <a:pt x="22" y="96"/>
                    </a:cubicBezTo>
                    <a:cubicBezTo>
                      <a:pt x="23" y="96"/>
                      <a:pt x="23" y="96"/>
                      <a:pt x="23" y="96"/>
                    </a:cubicBezTo>
                    <a:cubicBezTo>
                      <a:pt x="23" y="96"/>
                      <a:pt x="24" y="94"/>
                      <a:pt x="20" y="92"/>
                    </a:cubicBezTo>
                    <a:cubicBezTo>
                      <a:pt x="22" y="92"/>
                      <a:pt x="22" y="92"/>
                      <a:pt x="24" y="92"/>
                    </a:cubicBezTo>
                    <a:cubicBezTo>
                      <a:pt x="23" y="92"/>
                      <a:pt x="22" y="91"/>
                      <a:pt x="22" y="91"/>
                    </a:cubicBezTo>
                    <a:cubicBezTo>
                      <a:pt x="24" y="91"/>
                      <a:pt x="24" y="91"/>
                      <a:pt x="24" y="91"/>
                    </a:cubicBezTo>
                    <a:cubicBezTo>
                      <a:pt x="25" y="91"/>
                      <a:pt x="23" y="90"/>
                      <a:pt x="23" y="90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5" y="90"/>
                      <a:pt x="23" y="89"/>
                      <a:pt x="23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22" y="88"/>
                      <a:pt x="23" y="88"/>
                      <a:pt x="25" y="89"/>
                    </a:cubicBezTo>
                    <a:cubicBezTo>
                      <a:pt x="23" y="88"/>
                      <a:pt x="23" y="88"/>
                      <a:pt x="23" y="88"/>
                    </a:cubicBezTo>
                    <a:cubicBezTo>
                      <a:pt x="25" y="88"/>
                      <a:pt x="25" y="88"/>
                      <a:pt x="25" y="86"/>
                    </a:cubicBezTo>
                    <a:cubicBezTo>
                      <a:pt x="24" y="87"/>
                      <a:pt x="23" y="86"/>
                      <a:pt x="22" y="86"/>
                    </a:cubicBezTo>
                    <a:cubicBezTo>
                      <a:pt x="20" y="86"/>
                      <a:pt x="22" y="86"/>
                      <a:pt x="21" y="85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7" y="86"/>
                      <a:pt x="25" y="85"/>
                      <a:pt x="25" y="84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7" y="83"/>
                      <a:pt x="24" y="82"/>
                      <a:pt x="25" y="82"/>
                    </a:cubicBezTo>
                    <a:cubicBezTo>
                      <a:pt x="24" y="82"/>
                      <a:pt x="22" y="81"/>
                      <a:pt x="22" y="80"/>
                    </a:cubicBezTo>
                    <a:cubicBezTo>
                      <a:pt x="20" y="79"/>
                      <a:pt x="25" y="81"/>
                      <a:pt x="26" y="81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4" y="80"/>
                      <a:pt x="24" y="79"/>
                      <a:pt x="25" y="79"/>
                    </a:cubicBezTo>
                    <a:cubicBezTo>
                      <a:pt x="25" y="79"/>
                      <a:pt x="25" y="79"/>
                      <a:pt x="25" y="79"/>
                    </a:cubicBezTo>
                    <a:cubicBezTo>
                      <a:pt x="25" y="79"/>
                      <a:pt x="26" y="79"/>
                      <a:pt x="26" y="79"/>
                    </a:cubicBezTo>
                    <a:cubicBezTo>
                      <a:pt x="24" y="78"/>
                      <a:pt x="26" y="78"/>
                      <a:pt x="24" y="78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3" y="77"/>
                      <a:pt x="23" y="77"/>
                      <a:pt x="23" y="77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7" y="78"/>
                      <a:pt x="25" y="77"/>
                      <a:pt x="24" y="77"/>
                    </a:cubicBezTo>
                    <a:cubicBezTo>
                      <a:pt x="23" y="76"/>
                      <a:pt x="24" y="77"/>
                      <a:pt x="25" y="77"/>
                    </a:cubicBezTo>
                    <a:cubicBezTo>
                      <a:pt x="26" y="77"/>
                      <a:pt x="25" y="77"/>
                      <a:pt x="25" y="77"/>
                    </a:cubicBezTo>
                    <a:cubicBezTo>
                      <a:pt x="26" y="78"/>
                      <a:pt x="25" y="77"/>
                      <a:pt x="26" y="77"/>
                    </a:cubicBezTo>
                    <a:cubicBezTo>
                      <a:pt x="26" y="77"/>
                      <a:pt x="24" y="77"/>
                      <a:pt x="25" y="77"/>
                    </a:cubicBezTo>
                    <a:cubicBezTo>
                      <a:pt x="25" y="76"/>
                      <a:pt x="25" y="76"/>
                      <a:pt x="26" y="76"/>
                    </a:cubicBezTo>
                    <a:cubicBezTo>
                      <a:pt x="26" y="76"/>
                      <a:pt x="26" y="76"/>
                      <a:pt x="25" y="75"/>
                    </a:cubicBezTo>
                    <a:cubicBezTo>
                      <a:pt x="25" y="76"/>
                      <a:pt x="24" y="76"/>
                      <a:pt x="23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4" y="75"/>
                      <a:pt x="22" y="75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5" y="74"/>
                      <a:pt x="27" y="75"/>
                      <a:pt x="27" y="75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3"/>
                      <a:pt x="26" y="74"/>
                      <a:pt x="27" y="74"/>
                    </a:cubicBezTo>
                    <a:cubicBezTo>
                      <a:pt x="28" y="73"/>
                      <a:pt x="22" y="72"/>
                      <a:pt x="24" y="72"/>
                    </a:cubicBezTo>
                    <a:cubicBezTo>
                      <a:pt x="26" y="72"/>
                      <a:pt x="26" y="72"/>
                      <a:pt x="27" y="72"/>
                    </a:cubicBezTo>
                    <a:cubicBezTo>
                      <a:pt x="27" y="72"/>
                      <a:pt x="26" y="72"/>
                      <a:pt x="26" y="72"/>
                    </a:cubicBezTo>
                    <a:cubicBezTo>
                      <a:pt x="25" y="72"/>
                      <a:pt x="27" y="72"/>
                      <a:pt x="26" y="72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9" y="72"/>
                      <a:pt x="26" y="70"/>
                      <a:pt x="28" y="70"/>
                    </a:cubicBezTo>
                    <a:cubicBezTo>
                      <a:pt x="26" y="69"/>
                      <a:pt x="28" y="69"/>
                      <a:pt x="27" y="69"/>
                    </a:cubicBezTo>
                    <a:cubicBezTo>
                      <a:pt x="29" y="70"/>
                      <a:pt x="27" y="68"/>
                      <a:pt x="28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7" y="68"/>
                      <a:pt x="22" y="66"/>
                      <a:pt x="25" y="67"/>
                    </a:cubicBezTo>
                    <a:cubicBezTo>
                      <a:pt x="26" y="67"/>
                      <a:pt x="27" y="67"/>
                      <a:pt x="27" y="68"/>
                    </a:cubicBezTo>
                    <a:cubicBezTo>
                      <a:pt x="30" y="68"/>
                      <a:pt x="25" y="66"/>
                      <a:pt x="29" y="67"/>
                    </a:cubicBezTo>
                    <a:cubicBezTo>
                      <a:pt x="28" y="66"/>
                      <a:pt x="26" y="66"/>
                      <a:pt x="25" y="65"/>
                    </a:cubicBezTo>
                    <a:cubicBezTo>
                      <a:pt x="26" y="65"/>
                      <a:pt x="28" y="65"/>
                      <a:pt x="28" y="65"/>
                    </a:cubicBezTo>
                    <a:cubicBezTo>
                      <a:pt x="28" y="65"/>
                      <a:pt x="27" y="65"/>
                      <a:pt x="28" y="65"/>
                    </a:cubicBezTo>
                    <a:cubicBezTo>
                      <a:pt x="28" y="65"/>
                      <a:pt x="28" y="65"/>
                      <a:pt x="29" y="65"/>
                    </a:cubicBezTo>
                    <a:cubicBezTo>
                      <a:pt x="30" y="65"/>
                      <a:pt x="28" y="64"/>
                      <a:pt x="28" y="64"/>
                    </a:cubicBezTo>
                    <a:cubicBezTo>
                      <a:pt x="30" y="64"/>
                      <a:pt x="29" y="63"/>
                      <a:pt x="30" y="63"/>
                    </a:cubicBezTo>
                    <a:cubicBezTo>
                      <a:pt x="28" y="62"/>
                      <a:pt x="31" y="63"/>
                      <a:pt x="28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8" y="62"/>
                      <a:pt x="26" y="61"/>
                      <a:pt x="26" y="61"/>
                    </a:cubicBezTo>
                    <a:cubicBezTo>
                      <a:pt x="28" y="61"/>
                      <a:pt x="28" y="61"/>
                      <a:pt x="28" y="61"/>
                    </a:cubicBezTo>
                    <a:cubicBezTo>
                      <a:pt x="30" y="62"/>
                      <a:pt x="29" y="61"/>
                      <a:pt x="30" y="61"/>
                    </a:cubicBezTo>
                    <a:cubicBezTo>
                      <a:pt x="28" y="61"/>
                      <a:pt x="30" y="61"/>
                      <a:pt x="28" y="61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7" y="60"/>
                      <a:pt x="27" y="60"/>
                      <a:pt x="27" y="59"/>
                    </a:cubicBezTo>
                    <a:cubicBezTo>
                      <a:pt x="27" y="59"/>
                      <a:pt x="29" y="60"/>
                      <a:pt x="29" y="60"/>
                    </a:cubicBezTo>
                    <a:cubicBezTo>
                      <a:pt x="30" y="60"/>
                      <a:pt x="29" y="60"/>
                      <a:pt x="29" y="59"/>
                    </a:cubicBezTo>
                    <a:cubicBezTo>
                      <a:pt x="29" y="59"/>
                      <a:pt x="29" y="59"/>
                      <a:pt x="28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30" y="59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59"/>
                      <a:pt x="30" y="58"/>
                      <a:pt x="29" y="58"/>
                    </a:cubicBezTo>
                    <a:cubicBezTo>
                      <a:pt x="30" y="58"/>
                      <a:pt x="29" y="56"/>
                      <a:pt x="28" y="56"/>
                    </a:cubicBezTo>
                    <a:cubicBezTo>
                      <a:pt x="28" y="56"/>
                      <a:pt x="30" y="56"/>
                      <a:pt x="29" y="56"/>
                    </a:cubicBezTo>
                    <a:cubicBezTo>
                      <a:pt x="29" y="56"/>
                      <a:pt x="27" y="55"/>
                      <a:pt x="28" y="55"/>
                    </a:cubicBezTo>
                    <a:cubicBezTo>
                      <a:pt x="28" y="55"/>
                      <a:pt x="30" y="55"/>
                      <a:pt x="30" y="55"/>
                    </a:cubicBezTo>
                    <a:cubicBezTo>
                      <a:pt x="30" y="55"/>
                      <a:pt x="28" y="55"/>
                      <a:pt x="28" y="55"/>
                    </a:cubicBezTo>
                    <a:cubicBezTo>
                      <a:pt x="31" y="55"/>
                      <a:pt x="27" y="53"/>
                      <a:pt x="29" y="53"/>
                    </a:cubicBezTo>
                    <a:cubicBezTo>
                      <a:pt x="29" y="53"/>
                      <a:pt x="30" y="53"/>
                      <a:pt x="30" y="53"/>
                    </a:cubicBezTo>
                    <a:cubicBezTo>
                      <a:pt x="30" y="53"/>
                      <a:pt x="29" y="52"/>
                      <a:pt x="27" y="51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7" y="50"/>
                    </a:cubicBezTo>
                    <a:cubicBezTo>
                      <a:pt x="27" y="51"/>
                      <a:pt x="28" y="51"/>
                      <a:pt x="28" y="51"/>
                    </a:cubicBezTo>
                    <a:cubicBezTo>
                      <a:pt x="27" y="51"/>
                      <a:pt x="25" y="50"/>
                      <a:pt x="26" y="5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6" y="50"/>
                      <a:pt x="25" y="49"/>
                      <a:pt x="25" y="49"/>
                    </a:cubicBezTo>
                    <a:cubicBezTo>
                      <a:pt x="26" y="49"/>
                      <a:pt x="26" y="49"/>
                      <a:pt x="27" y="49"/>
                    </a:cubicBezTo>
                    <a:cubicBezTo>
                      <a:pt x="29" y="50"/>
                      <a:pt x="28" y="49"/>
                      <a:pt x="29" y="49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8"/>
                      <a:pt x="29" y="49"/>
                      <a:pt x="29" y="48"/>
                    </a:cubicBezTo>
                    <a:cubicBezTo>
                      <a:pt x="24" y="47"/>
                      <a:pt x="24" y="47"/>
                      <a:pt x="24" y="47"/>
                    </a:cubicBezTo>
                    <a:cubicBezTo>
                      <a:pt x="24" y="47"/>
                      <a:pt x="26" y="47"/>
                      <a:pt x="27" y="47"/>
                    </a:cubicBezTo>
                    <a:cubicBezTo>
                      <a:pt x="27" y="47"/>
                      <a:pt x="24" y="46"/>
                      <a:pt x="22" y="45"/>
                    </a:cubicBezTo>
                    <a:cubicBezTo>
                      <a:pt x="23" y="45"/>
                      <a:pt x="22" y="44"/>
                      <a:pt x="22" y="44"/>
                    </a:cubicBezTo>
                    <a:cubicBezTo>
                      <a:pt x="23" y="44"/>
                      <a:pt x="22" y="44"/>
                      <a:pt x="23" y="44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7" y="45"/>
                      <a:pt x="28" y="45"/>
                    </a:cubicBezTo>
                    <a:cubicBezTo>
                      <a:pt x="27" y="45"/>
                      <a:pt x="28" y="44"/>
                      <a:pt x="29" y="44"/>
                    </a:cubicBezTo>
                    <a:cubicBezTo>
                      <a:pt x="26" y="44"/>
                      <a:pt x="27" y="43"/>
                      <a:pt x="25" y="42"/>
                    </a:cubicBezTo>
                    <a:cubicBezTo>
                      <a:pt x="24" y="42"/>
                      <a:pt x="27" y="43"/>
                      <a:pt x="28" y="43"/>
                    </a:cubicBezTo>
                    <a:cubicBezTo>
                      <a:pt x="27" y="42"/>
                      <a:pt x="27" y="41"/>
                      <a:pt x="27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0"/>
                      <a:pt x="28" y="40"/>
                      <a:pt x="26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8" y="39"/>
                      <a:pt x="24" y="38"/>
                      <a:pt x="26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8"/>
                      <a:pt x="28" y="38"/>
                      <a:pt x="26" y="37"/>
                    </a:cubicBezTo>
                    <a:cubicBezTo>
                      <a:pt x="27" y="37"/>
                      <a:pt x="27" y="38"/>
                      <a:pt x="28" y="38"/>
                    </a:cubicBezTo>
                    <a:cubicBezTo>
                      <a:pt x="27" y="37"/>
                      <a:pt x="27" y="37"/>
                      <a:pt x="26" y="36"/>
                    </a:cubicBezTo>
                    <a:cubicBezTo>
                      <a:pt x="28" y="37"/>
                      <a:pt x="28" y="37"/>
                      <a:pt x="28" y="37"/>
                    </a:cubicBezTo>
                    <a:cubicBezTo>
                      <a:pt x="29" y="37"/>
                      <a:pt x="26" y="36"/>
                      <a:pt x="27" y="36"/>
                    </a:cubicBezTo>
                    <a:cubicBezTo>
                      <a:pt x="27" y="36"/>
                      <a:pt x="28" y="36"/>
                      <a:pt x="28" y="36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3"/>
                      <a:pt x="30" y="31"/>
                      <a:pt x="28" y="29"/>
                    </a:cubicBezTo>
                    <a:cubicBezTo>
                      <a:pt x="31" y="29"/>
                      <a:pt x="30" y="30"/>
                      <a:pt x="31" y="30"/>
                    </a:cubicBezTo>
                    <a:cubicBezTo>
                      <a:pt x="29" y="29"/>
                      <a:pt x="31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31" y="28"/>
                      <a:pt x="31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9" y="27"/>
                      <a:pt x="33" y="28"/>
                      <a:pt x="30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0" y="26"/>
                      <a:pt x="33" y="27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3" y="26"/>
                      <a:pt x="29" y="25"/>
                      <a:pt x="31" y="25"/>
                    </a:cubicBezTo>
                    <a:cubicBezTo>
                      <a:pt x="31" y="25"/>
                      <a:pt x="30" y="24"/>
                      <a:pt x="28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0" y="23"/>
                      <a:pt x="31" y="21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8" y="18"/>
                      <a:pt x="33" y="19"/>
                      <a:pt x="29" y="17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9" y="16"/>
                      <a:pt x="30" y="16"/>
                      <a:pt x="28" y="15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5"/>
                      <a:pt x="28" y="14"/>
                      <a:pt x="28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33" y="14"/>
                      <a:pt x="36" y="12"/>
                      <a:pt x="32" y="9"/>
                    </a:cubicBezTo>
                    <a:cubicBezTo>
                      <a:pt x="32" y="9"/>
                      <a:pt x="35" y="10"/>
                      <a:pt x="34" y="10"/>
                    </a:cubicBezTo>
                    <a:cubicBezTo>
                      <a:pt x="32" y="7"/>
                      <a:pt x="37" y="7"/>
                      <a:pt x="33" y="4"/>
                    </a:cubicBezTo>
                    <a:cubicBezTo>
                      <a:pt x="32" y="2"/>
                      <a:pt x="26" y="0"/>
                      <a:pt x="26" y="0"/>
                    </a:cubicBezTo>
                    <a:cubicBezTo>
                      <a:pt x="28" y="3"/>
                      <a:pt x="24" y="5"/>
                      <a:pt x="21" y="7"/>
                    </a:cubicBezTo>
                    <a:cubicBezTo>
                      <a:pt x="21" y="8"/>
                      <a:pt x="21" y="9"/>
                      <a:pt x="20" y="10"/>
                    </a:cubicBezTo>
                    <a:cubicBezTo>
                      <a:pt x="20" y="13"/>
                      <a:pt x="14" y="16"/>
                      <a:pt x="15" y="20"/>
                    </a:cubicBezTo>
                    <a:cubicBezTo>
                      <a:pt x="16" y="20"/>
                      <a:pt x="17" y="21"/>
                      <a:pt x="17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6" y="21"/>
                      <a:pt x="16" y="21"/>
                    </a:cubicBezTo>
                    <a:cubicBezTo>
                      <a:pt x="15" y="22"/>
                      <a:pt x="16" y="24"/>
                      <a:pt x="15" y="25"/>
                    </a:cubicBezTo>
                    <a:cubicBezTo>
                      <a:pt x="17" y="25"/>
                      <a:pt x="15" y="26"/>
                      <a:pt x="17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7" y="27"/>
                      <a:pt x="17" y="27"/>
                      <a:pt x="14" y="28"/>
                    </a:cubicBezTo>
                    <a:cubicBezTo>
                      <a:pt x="12" y="31"/>
                      <a:pt x="12" y="35"/>
                      <a:pt x="11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1" name="Freeform 116"/>
              <p:cNvSpPr/>
              <p:nvPr>
                <p:custDataLst>
                  <p:tags r:id="rId362"/>
                </p:custDataLst>
              </p:nvPr>
            </p:nvSpPr>
            <p:spPr bwMode="auto">
              <a:xfrm>
                <a:off x="3914" y="130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2" name="Freeform 117"/>
              <p:cNvSpPr/>
              <p:nvPr>
                <p:custDataLst>
                  <p:tags r:id="rId363"/>
                </p:custDataLst>
              </p:nvPr>
            </p:nvSpPr>
            <p:spPr bwMode="auto">
              <a:xfrm>
                <a:off x="3364" y="247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3" name="Freeform 118"/>
              <p:cNvSpPr/>
              <p:nvPr>
                <p:custDataLst>
                  <p:tags r:id="rId364"/>
                </p:custDataLst>
              </p:nvPr>
            </p:nvSpPr>
            <p:spPr bwMode="auto">
              <a:xfrm>
                <a:off x="3920" y="1403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1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4" name="Freeform 119"/>
              <p:cNvSpPr/>
              <p:nvPr>
                <p:custDataLst>
                  <p:tags r:id="rId365"/>
                </p:custDataLst>
              </p:nvPr>
            </p:nvSpPr>
            <p:spPr bwMode="auto">
              <a:xfrm>
                <a:off x="3918" y="1401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5" name="Freeform 120"/>
              <p:cNvSpPr/>
              <p:nvPr>
                <p:custDataLst>
                  <p:tags r:id="rId366"/>
                </p:custDataLst>
              </p:nvPr>
            </p:nvSpPr>
            <p:spPr bwMode="auto">
              <a:xfrm>
                <a:off x="3920" y="1411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6" name="Freeform 121"/>
              <p:cNvSpPr/>
              <p:nvPr>
                <p:custDataLst>
                  <p:tags r:id="rId367"/>
                </p:custDataLst>
              </p:nvPr>
            </p:nvSpPr>
            <p:spPr bwMode="auto">
              <a:xfrm>
                <a:off x="3477" y="150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7" name="Freeform 122"/>
              <p:cNvSpPr/>
              <p:nvPr>
                <p:custDataLst>
                  <p:tags r:id="rId368"/>
                </p:custDataLst>
              </p:nvPr>
            </p:nvSpPr>
            <p:spPr bwMode="auto">
              <a:xfrm>
                <a:off x="3453" y="1458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8" name="Freeform 123"/>
              <p:cNvSpPr/>
              <p:nvPr>
                <p:custDataLst>
                  <p:tags r:id="rId369"/>
                </p:custDataLst>
              </p:nvPr>
            </p:nvSpPr>
            <p:spPr bwMode="auto">
              <a:xfrm>
                <a:off x="3477" y="142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9" name="Freeform 124"/>
              <p:cNvSpPr/>
              <p:nvPr>
                <p:custDataLst>
                  <p:tags r:id="rId370"/>
                </p:custDataLst>
              </p:nvPr>
            </p:nvSpPr>
            <p:spPr bwMode="auto">
              <a:xfrm>
                <a:off x="4603" y="18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0" name="Freeform 125"/>
              <p:cNvSpPr/>
              <p:nvPr>
                <p:custDataLst>
                  <p:tags r:id="rId371"/>
                </p:custDataLst>
              </p:nvPr>
            </p:nvSpPr>
            <p:spPr bwMode="auto">
              <a:xfrm>
                <a:off x="3540" y="153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1" name="Rectangle 126"/>
              <p:cNvSpPr>
                <a:spLocks noChangeArrowheads="1"/>
              </p:cNvSpPr>
              <p:nvPr>
                <p:custDataLst>
                  <p:tags r:id="rId372"/>
                </p:custDataLst>
              </p:nvPr>
            </p:nvSpPr>
            <p:spPr bwMode="auto">
              <a:xfrm>
                <a:off x="3489" y="1441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2" name="Freeform 127"/>
              <p:cNvSpPr/>
              <p:nvPr>
                <p:custDataLst>
                  <p:tags r:id="rId373"/>
                </p:custDataLst>
              </p:nvPr>
            </p:nvSpPr>
            <p:spPr bwMode="auto">
              <a:xfrm>
                <a:off x="3375" y="1310"/>
                <a:ext cx="174" cy="269"/>
              </a:xfrm>
              <a:custGeom>
                <a:avLst/>
                <a:gdLst>
                  <a:gd name="T0" fmla="*/ 11 w 82"/>
                  <a:gd name="T1" fmla="*/ 27 h 127"/>
                  <a:gd name="T2" fmla="*/ 20 w 82"/>
                  <a:gd name="T3" fmla="*/ 47 h 127"/>
                  <a:gd name="T4" fmla="*/ 34 w 82"/>
                  <a:gd name="T5" fmla="*/ 60 h 127"/>
                  <a:gd name="T6" fmla="*/ 37 w 82"/>
                  <a:gd name="T7" fmla="*/ 68 h 127"/>
                  <a:gd name="T8" fmla="*/ 43 w 82"/>
                  <a:gd name="T9" fmla="*/ 80 h 127"/>
                  <a:gd name="T10" fmla="*/ 47 w 82"/>
                  <a:gd name="T11" fmla="*/ 89 h 127"/>
                  <a:gd name="T12" fmla="*/ 53 w 82"/>
                  <a:gd name="T13" fmla="*/ 94 h 127"/>
                  <a:gd name="T14" fmla="*/ 60 w 82"/>
                  <a:gd name="T15" fmla="*/ 105 h 127"/>
                  <a:gd name="T16" fmla="*/ 63 w 82"/>
                  <a:gd name="T17" fmla="*/ 111 h 127"/>
                  <a:gd name="T18" fmla="*/ 63 w 82"/>
                  <a:gd name="T19" fmla="*/ 121 h 127"/>
                  <a:gd name="T20" fmla="*/ 65 w 82"/>
                  <a:gd name="T21" fmla="*/ 124 h 127"/>
                  <a:gd name="T22" fmla="*/ 69 w 82"/>
                  <a:gd name="T23" fmla="*/ 126 h 127"/>
                  <a:gd name="T24" fmla="*/ 72 w 82"/>
                  <a:gd name="T25" fmla="*/ 126 h 127"/>
                  <a:gd name="T26" fmla="*/ 73 w 82"/>
                  <a:gd name="T27" fmla="*/ 123 h 127"/>
                  <a:gd name="T28" fmla="*/ 71 w 82"/>
                  <a:gd name="T29" fmla="*/ 118 h 127"/>
                  <a:gd name="T30" fmla="*/ 73 w 82"/>
                  <a:gd name="T31" fmla="*/ 112 h 127"/>
                  <a:gd name="T32" fmla="*/ 80 w 82"/>
                  <a:gd name="T33" fmla="*/ 112 h 127"/>
                  <a:gd name="T34" fmla="*/ 80 w 82"/>
                  <a:gd name="T35" fmla="*/ 109 h 127"/>
                  <a:gd name="T36" fmla="*/ 76 w 82"/>
                  <a:gd name="T37" fmla="*/ 108 h 127"/>
                  <a:gd name="T38" fmla="*/ 78 w 82"/>
                  <a:gd name="T39" fmla="*/ 107 h 127"/>
                  <a:gd name="T40" fmla="*/ 73 w 82"/>
                  <a:gd name="T41" fmla="*/ 105 h 127"/>
                  <a:gd name="T42" fmla="*/ 77 w 82"/>
                  <a:gd name="T43" fmla="*/ 102 h 127"/>
                  <a:gd name="T44" fmla="*/ 78 w 82"/>
                  <a:gd name="T45" fmla="*/ 100 h 127"/>
                  <a:gd name="T46" fmla="*/ 76 w 82"/>
                  <a:gd name="T47" fmla="*/ 100 h 127"/>
                  <a:gd name="T48" fmla="*/ 76 w 82"/>
                  <a:gd name="T49" fmla="*/ 96 h 127"/>
                  <a:gd name="T50" fmla="*/ 71 w 82"/>
                  <a:gd name="T51" fmla="*/ 96 h 127"/>
                  <a:gd name="T52" fmla="*/ 65 w 82"/>
                  <a:gd name="T53" fmla="*/ 95 h 127"/>
                  <a:gd name="T54" fmla="*/ 70 w 82"/>
                  <a:gd name="T55" fmla="*/ 92 h 127"/>
                  <a:gd name="T56" fmla="*/ 68 w 82"/>
                  <a:gd name="T57" fmla="*/ 86 h 127"/>
                  <a:gd name="T58" fmla="*/ 67 w 82"/>
                  <a:gd name="T59" fmla="*/ 84 h 127"/>
                  <a:gd name="T60" fmla="*/ 65 w 82"/>
                  <a:gd name="T61" fmla="*/ 81 h 127"/>
                  <a:gd name="T62" fmla="*/ 62 w 82"/>
                  <a:gd name="T63" fmla="*/ 75 h 127"/>
                  <a:gd name="T64" fmla="*/ 60 w 82"/>
                  <a:gd name="T65" fmla="*/ 73 h 127"/>
                  <a:gd name="T66" fmla="*/ 59 w 82"/>
                  <a:gd name="T67" fmla="*/ 72 h 127"/>
                  <a:gd name="T68" fmla="*/ 57 w 82"/>
                  <a:gd name="T69" fmla="*/ 71 h 127"/>
                  <a:gd name="T70" fmla="*/ 58 w 82"/>
                  <a:gd name="T71" fmla="*/ 68 h 127"/>
                  <a:gd name="T72" fmla="*/ 55 w 82"/>
                  <a:gd name="T73" fmla="*/ 67 h 127"/>
                  <a:gd name="T74" fmla="*/ 54 w 82"/>
                  <a:gd name="T75" fmla="*/ 62 h 127"/>
                  <a:gd name="T76" fmla="*/ 51 w 82"/>
                  <a:gd name="T77" fmla="*/ 58 h 127"/>
                  <a:gd name="T78" fmla="*/ 51 w 82"/>
                  <a:gd name="T79" fmla="*/ 54 h 127"/>
                  <a:gd name="T80" fmla="*/ 48 w 82"/>
                  <a:gd name="T81" fmla="*/ 53 h 127"/>
                  <a:gd name="T82" fmla="*/ 49 w 82"/>
                  <a:gd name="T83" fmla="*/ 53 h 127"/>
                  <a:gd name="T84" fmla="*/ 45 w 82"/>
                  <a:gd name="T85" fmla="*/ 50 h 127"/>
                  <a:gd name="T86" fmla="*/ 43 w 82"/>
                  <a:gd name="T87" fmla="*/ 46 h 127"/>
                  <a:gd name="T88" fmla="*/ 41 w 82"/>
                  <a:gd name="T89" fmla="*/ 44 h 127"/>
                  <a:gd name="T90" fmla="*/ 32 w 82"/>
                  <a:gd name="T91" fmla="*/ 44 h 127"/>
                  <a:gd name="T92" fmla="*/ 35 w 82"/>
                  <a:gd name="T93" fmla="*/ 39 h 127"/>
                  <a:gd name="T94" fmla="*/ 31 w 82"/>
                  <a:gd name="T95" fmla="*/ 36 h 127"/>
                  <a:gd name="T96" fmla="*/ 30 w 82"/>
                  <a:gd name="T97" fmla="*/ 32 h 127"/>
                  <a:gd name="T98" fmla="*/ 26 w 82"/>
                  <a:gd name="T99" fmla="*/ 24 h 127"/>
                  <a:gd name="T100" fmla="*/ 25 w 82"/>
                  <a:gd name="T101" fmla="*/ 21 h 127"/>
                  <a:gd name="T102" fmla="*/ 15 w 82"/>
                  <a:gd name="T103" fmla="*/ 15 h 127"/>
                  <a:gd name="T104" fmla="*/ 13 w 82"/>
                  <a:gd name="T105" fmla="*/ 13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2" h="127">
                    <a:moveTo>
                      <a:pt x="1" y="12"/>
                    </a:moveTo>
                    <a:cubicBezTo>
                      <a:pt x="2" y="13"/>
                      <a:pt x="4" y="14"/>
                      <a:pt x="3" y="15"/>
                    </a:cubicBezTo>
                    <a:cubicBezTo>
                      <a:pt x="6" y="19"/>
                      <a:pt x="4" y="25"/>
                      <a:pt x="8" y="28"/>
                    </a:cubicBezTo>
                    <a:cubicBezTo>
                      <a:pt x="9" y="27"/>
                      <a:pt x="10" y="27"/>
                      <a:pt x="10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0" y="28"/>
                      <a:pt x="9" y="28"/>
                    </a:cubicBezTo>
                    <a:cubicBezTo>
                      <a:pt x="10" y="29"/>
                      <a:pt x="12" y="30"/>
                      <a:pt x="12" y="32"/>
                    </a:cubicBezTo>
                    <a:cubicBezTo>
                      <a:pt x="14" y="31"/>
                      <a:pt x="13" y="33"/>
                      <a:pt x="15" y="32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5" y="33"/>
                      <a:pt x="15" y="33"/>
                      <a:pt x="13" y="35"/>
                    </a:cubicBezTo>
                    <a:cubicBezTo>
                      <a:pt x="14" y="40"/>
                      <a:pt x="18" y="43"/>
                      <a:pt x="20" y="47"/>
                    </a:cubicBezTo>
                    <a:cubicBezTo>
                      <a:pt x="22" y="50"/>
                      <a:pt x="26" y="53"/>
                      <a:pt x="29" y="57"/>
                    </a:cubicBezTo>
                    <a:cubicBezTo>
                      <a:pt x="32" y="56"/>
                      <a:pt x="31" y="57"/>
                      <a:pt x="34" y="56"/>
                    </a:cubicBezTo>
                    <a:cubicBezTo>
                      <a:pt x="33" y="57"/>
                      <a:pt x="33" y="57"/>
                      <a:pt x="33" y="57"/>
                    </a:cubicBezTo>
                    <a:cubicBezTo>
                      <a:pt x="35" y="57"/>
                      <a:pt x="34" y="58"/>
                      <a:pt x="33" y="59"/>
                    </a:cubicBezTo>
                    <a:cubicBezTo>
                      <a:pt x="34" y="59"/>
                      <a:pt x="33" y="59"/>
                      <a:pt x="35" y="58"/>
                    </a:cubicBezTo>
                    <a:cubicBezTo>
                      <a:pt x="37" y="58"/>
                      <a:pt x="33" y="60"/>
                      <a:pt x="34" y="60"/>
                    </a:cubicBezTo>
                    <a:cubicBezTo>
                      <a:pt x="33" y="60"/>
                      <a:pt x="35" y="59"/>
                      <a:pt x="35" y="60"/>
                    </a:cubicBezTo>
                    <a:cubicBezTo>
                      <a:pt x="37" y="60"/>
                      <a:pt x="33" y="60"/>
                      <a:pt x="32" y="62"/>
                    </a:cubicBezTo>
                    <a:cubicBezTo>
                      <a:pt x="34" y="64"/>
                      <a:pt x="37" y="65"/>
                      <a:pt x="37" y="67"/>
                    </a:cubicBezTo>
                    <a:cubicBezTo>
                      <a:pt x="37" y="67"/>
                      <a:pt x="38" y="66"/>
                      <a:pt x="38" y="66"/>
                    </a:cubicBezTo>
                    <a:cubicBezTo>
                      <a:pt x="35" y="68"/>
                      <a:pt x="39" y="66"/>
                      <a:pt x="38" y="67"/>
                    </a:cubicBezTo>
                    <a:cubicBezTo>
                      <a:pt x="37" y="68"/>
                      <a:pt x="37" y="68"/>
                      <a:pt x="37" y="68"/>
                    </a:cubicBezTo>
                    <a:cubicBezTo>
                      <a:pt x="36" y="69"/>
                      <a:pt x="39" y="69"/>
                      <a:pt x="38" y="70"/>
                    </a:cubicBezTo>
                    <a:cubicBezTo>
                      <a:pt x="39" y="70"/>
                      <a:pt x="37" y="72"/>
                      <a:pt x="39" y="72"/>
                    </a:cubicBezTo>
                    <a:cubicBezTo>
                      <a:pt x="38" y="72"/>
                      <a:pt x="38" y="73"/>
                      <a:pt x="38" y="73"/>
                    </a:cubicBezTo>
                    <a:cubicBezTo>
                      <a:pt x="41" y="72"/>
                      <a:pt x="37" y="75"/>
                      <a:pt x="40" y="74"/>
                    </a:cubicBezTo>
                    <a:cubicBezTo>
                      <a:pt x="39" y="75"/>
                      <a:pt x="39" y="75"/>
                      <a:pt x="39" y="75"/>
                    </a:cubicBezTo>
                    <a:cubicBezTo>
                      <a:pt x="41" y="76"/>
                      <a:pt x="41" y="79"/>
                      <a:pt x="43" y="80"/>
                    </a:cubicBezTo>
                    <a:cubicBezTo>
                      <a:pt x="44" y="81"/>
                      <a:pt x="42" y="84"/>
                      <a:pt x="44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4"/>
                      <a:pt x="45" y="84"/>
                      <a:pt x="44" y="84"/>
                    </a:cubicBezTo>
                    <a:cubicBezTo>
                      <a:pt x="46" y="84"/>
                      <a:pt x="45" y="86"/>
                      <a:pt x="45" y="87"/>
                    </a:cubicBezTo>
                    <a:cubicBezTo>
                      <a:pt x="46" y="87"/>
                      <a:pt x="46" y="87"/>
                      <a:pt x="47" y="86"/>
                    </a:cubicBezTo>
                    <a:cubicBezTo>
                      <a:pt x="45" y="88"/>
                      <a:pt x="48" y="88"/>
                      <a:pt x="47" y="89"/>
                    </a:cubicBezTo>
                    <a:cubicBezTo>
                      <a:pt x="50" y="88"/>
                      <a:pt x="49" y="89"/>
                      <a:pt x="50" y="89"/>
                    </a:cubicBezTo>
                    <a:cubicBezTo>
                      <a:pt x="50" y="89"/>
                      <a:pt x="49" y="90"/>
                      <a:pt x="48" y="90"/>
                    </a:cubicBezTo>
                    <a:cubicBezTo>
                      <a:pt x="49" y="91"/>
                      <a:pt x="49" y="91"/>
                      <a:pt x="49" y="92"/>
                    </a:cubicBezTo>
                    <a:cubicBezTo>
                      <a:pt x="49" y="92"/>
                      <a:pt x="51" y="92"/>
                      <a:pt x="51" y="92"/>
                    </a:cubicBezTo>
                    <a:cubicBezTo>
                      <a:pt x="49" y="93"/>
                      <a:pt x="51" y="93"/>
                      <a:pt x="50" y="94"/>
                    </a:cubicBezTo>
                    <a:cubicBezTo>
                      <a:pt x="52" y="93"/>
                      <a:pt x="54" y="93"/>
                      <a:pt x="53" y="94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3" y="95"/>
                      <a:pt x="51" y="98"/>
                      <a:pt x="55" y="99"/>
                    </a:cubicBezTo>
                    <a:cubicBezTo>
                      <a:pt x="53" y="99"/>
                      <a:pt x="53" y="99"/>
                      <a:pt x="53" y="99"/>
                    </a:cubicBezTo>
                    <a:cubicBezTo>
                      <a:pt x="56" y="100"/>
                      <a:pt x="54" y="103"/>
                      <a:pt x="58" y="103"/>
                    </a:cubicBezTo>
                    <a:cubicBezTo>
                      <a:pt x="57" y="104"/>
                      <a:pt x="56" y="105"/>
                      <a:pt x="57" y="105"/>
                    </a:cubicBezTo>
                    <a:cubicBezTo>
                      <a:pt x="58" y="105"/>
                      <a:pt x="58" y="106"/>
                      <a:pt x="60" y="105"/>
                    </a:cubicBezTo>
                    <a:cubicBezTo>
                      <a:pt x="61" y="106"/>
                      <a:pt x="59" y="106"/>
                      <a:pt x="59" y="106"/>
                    </a:cubicBezTo>
                    <a:cubicBezTo>
                      <a:pt x="59" y="107"/>
                      <a:pt x="57" y="108"/>
                      <a:pt x="59" y="108"/>
                    </a:cubicBezTo>
                    <a:cubicBezTo>
                      <a:pt x="58" y="109"/>
                      <a:pt x="58" y="109"/>
                      <a:pt x="58" y="109"/>
                    </a:cubicBezTo>
                    <a:cubicBezTo>
                      <a:pt x="59" y="109"/>
                      <a:pt x="61" y="109"/>
                      <a:pt x="60" y="110"/>
                    </a:cubicBezTo>
                    <a:cubicBezTo>
                      <a:pt x="61" y="110"/>
                      <a:pt x="62" y="111"/>
                      <a:pt x="64" y="110"/>
                    </a:cubicBezTo>
                    <a:cubicBezTo>
                      <a:pt x="64" y="110"/>
                      <a:pt x="61" y="111"/>
                      <a:pt x="63" y="111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1" y="113"/>
                      <a:pt x="62" y="114"/>
                      <a:pt x="63" y="115"/>
                    </a:cubicBezTo>
                    <a:cubicBezTo>
                      <a:pt x="61" y="116"/>
                      <a:pt x="64" y="116"/>
                      <a:pt x="62" y="117"/>
                    </a:cubicBezTo>
                    <a:cubicBezTo>
                      <a:pt x="64" y="118"/>
                      <a:pt x="62" y="119"/>
                      <a:pt x="65" y="119"/>
                    </a:cubicBezTo>
                    <a:cubicBezTo>
                      <a:pt x="64" y="119"/>
                      <a:pt x="64" y="119"/>
                      <a:pt x="64" y="119"/>
                    </a:cubicBezTo>
                    <a:cubicBezTo>
                      <a:pt x="64" y="120"/>
                      <a:pt x="64" y="121"/>
                      <a:pt x="63" y="121"/>
                    </a:cubicBezTo>
                    <a:cubicBezTo>
                      <a:pt x="63" y="122"/>
                      <a:pt x="65" y="122"/>
                      <a:pt x="66" y="122"/>
                    </a:cubicBezTo>
                    <a:cubicBezTo>
                      <a:pt x="64" y="122"/>
                      <a:pt x="64" y="122"/>
                      <a:pt x="64" y="122"/>
                    </a:cubicBezTo>
                    <a:cubicBezTo>
                      <a:pt x="65" y="123"/>
                      <a:pt x="67" y="123"/>
                      <a:pt x="69" y="123"/>
                    </a:cubicBezTo>
                    <a:cubicBezTo>
                      <a:pt x="68" y="123"/>
                      <a:pt x="69" y="123"/>
                      <a:pt x="68" y="124"/>
                    </a:cubicBezTo>
                    <a:cubicBezTo>
                      <a:pt x="67" y="123"/>
                      <a:pt x="66" y="123"/>
                      <a:pt x="64" y="123"/>
                    </a:cubicBezTo>
                    <a:cubicBezTo>
                      <a:pt x="63" y="123"/>
                      <a:pt x="67" y="124"/>
                      <a:pt x="65" y="124"/>
                    </a:cubicBezTo>
                    <a:cubicBezTo>
                      <a:pt x="64" y="125"/>
                      <a:pt x="65" y="125"/>
                      <a:pt x="67" y="125"/>
                    </a:cubicBezTo>
                    <a:cubicBezTo>
                      <a:pt x="66" y="125"/>
                      <a:pt x="66" y="125"/>
                      <a:pt x="65" y="125"/>
                    </a:cubicBezTo>
                    <a:cubicBezTo>
                      <a:pt x="65" y="126"/>
                      <a:pt x="65" y="126"/>
                      <a:pt x="66" y="126"/>
                    </a:cubicBezTo>
                    <a:cubicBezTo>
                      <a:pt x="66" y="126"/>
                      <a:pt x="66" y="126"/>
                      <a:pt x="66" y="126"/>
                    </a:cubicBezTo>
                    <a:cubicBezTo>
                      <a:pt x="67" y="126"/>
                      <a:pt x="67" y="126"/>
                      <a:pt x="69" y="126"/>
                    </a:cubicBezTo>
                    <a:cubicBezTo>
                      <a:pt x="69" y="126"/>
                      <a:pt x="68" y="126"/>
                      <a:pt x="69" y="126"/>
                    </a:cubicBezTo>
                    <a:cubicBezTo>
                      <a:pt x="70" y="126"/>
                      <a:pt x="71" y="126"/>
                      <a:pt x="69" y="126"/>
                    </a:cubicBezTo>
                    <a:cubicBezTo>
                      <a:pt x="68" y="127"/>
                      <a:pt x="67" y="126"/>
                      <a:pt x="66" y="126"/>
                    </a:cubicBezTo>
                    <a:cubicBezTo>
                      <a:pt x="70" y="127"/>
                      <a:pt x="70" y="127"/>
                      <a:pt x="70" y="127"/>
                    </a:cubicBezTo>
                    <a:cubicBezTo>
                      <a:pt x="69" y="127"/>
                      <a:pt x="69" y="127"/>
                      <a:pt x="71" y="127"/>
                    </a:cubicBezTo>
                    <a:cubicBezTo>
                      <a:pt x="70" y="126"/>
                      <a:pt x="70" y="126"/>
                      <a:pt x="70" y="126"/>
                    </a:cubicBezTo>
                    <a:cubicBezTo>
                      <a:pt x="72" y="126"/>
                      <a:pt x="72" y="126"/>
                      <a:pt x="72" y="126"/>
                    </a:cubicBezTo>
                    <a:cubicBezTo>
                      <a:pt x="71" y="126"/>
                      <a:pt x="72" y="125"/>
                      <a:pt x="71" y="125"/>
                    </a:cubicBezTo>
                    <a:cubicBezTo>
                      <a:pt x="70" y="125"/>
                      <a:pt x="70" y="125"/>
                      <a:pt x="70" y="125"/>
                    </a:cubicBezTo>
                    <a:cubicBezTo>
                      <a:pt x="69" y="125"/>
                      <a:pt x="67" y="124"/>
                      <a:pt x="69" y="124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71" y="124"/>
                      <a:pt x="70" y="124"/>
                      <a:pt x="71" y="123"/>
                    </a:cubicBezTo>
                    <a:cubicBezTo>
                      <a:pt x="73" y="123"/>
                      <a:pt x="73" y="123"/>
                      <a:pt x="73" y="123"/>
                    </a:cubicBezTo>
                    <a:cubicBezTo>
                      <a:pt x="70" y="124"/>
                      <a:pt x="72" y="122"/>
                      <a:pt x="71" y="122"/>
                    </a:cubicBezTo>
                    <a:cubicBezTo>
                      <a:pt x="72" y="122"/>
                      <a:pt x="72" y="122"/>
                      <a:pt x="72" y="122"/>
                    </a:cubicBezTo>
                    <a:cubicBezTo>
                      <a:pt x="73" y="122"/>
                      <a:pt x="70" y="123"/>
                      <a:pt x="70" y="122"/>
                    </a:cubicBezTo>
                    <a:cubicBezTo>
                      <a:pt x="71" y="122"/>
                      <a:pt x="73" y="122"/>
                      <a:pt x="74" y="121"/>
                    </a:cubicBezTo>
                    <a:cubicBezTo>
                      <a:pt x="74" y="121"/>
                      <a:pt x="72" y="120"/>
                      <a:pt x="74" y="119"/>
                    </a:cubicBezTo>
                    <a:cubicBezTo>
                      <a:pt x="73" y="118"/>
                      <a:pt x="72" y="118"/>
                      <a:pt x="71" y="118"/>
                    </a:cubicBezTo>
                    <a:cubicBezTo>
                      <a:pt x="71" y="117"/>
                      <a:pt x="74" y="117"/>
                      <a:pt x="73" y="117"/>
                    </a:cubicBezTo>
                    <a:cubicBezTo>
                      <a:pt x="74" y="117"/>
                      <a:pt x="75" y="117"/>
                      <a:pt x="75" y="116"/>
                    </a:cubicBezTo>
                    <a:cubicBezTo>
                      <a:pt x="74" y="116"/>
                      <a:pt x="75" y="115"/>
                      <a:pt x="73" y="116"/>
                    </a:cubicBezTo>
                    <a:cubicBezTo>
                      <a:pt x="74" y="115"/>
                      <a:pt x="74" y="114"/>
                      <a:pt x="73" y="114"/>
                    </a:cubicBezTo>
                    <a:cubicBezTo>
                      <a:pt x="73" y="114"/>
                      <a:pt x="75" y="114"/>
                      <a:pt x="76" y="113"/>
                    </a:cubicBezTo>
                    <a:cubicBezTo>
                      <a:pt x="74" y="113"/>
                      <a:pt x="73" y="113"/>
                      <a:pt x="73" y="112"/>
                    </a:cubicBezTo>
                    <a:cubicBezTo>
                      <a:pt x="72" y="112"/>
                      <a:pt x="72" y="113"/>
                      <a:pt x="70" y="113"/>
                    </a:cubicBezTo>
                    <a:cubicBezTo>
                      <a:pt x="70" y="113"/>
                      <a:pt x="69" y="113"/>
                      <a:pt x="69" y="113"/>
                    </a:cubicBezTo>
                    <a:cubicBezTo>
                      <a:pt x="71" y="112"/>
                      <a:pt x="74" y="112"/>
                      <a:pt x="74" y="111"/>
                    </a:cubicBezTo>
                    <a:cubicBezTo>
                      <a:pt x="77" y="111"/>
                      <a:pt x="73" y="112"/>
                      <a:pt x="76" y="111"/>
                    </a:cubicBezTo>
                    <a:cubicBezTo>
                      <a:pt x="78" y="111"/>
                      <a:pt x="79" y="112"/>
                      <a:pt x="77" y="113"/>
                    </a:cubicBezTo>
                    <a:cubicBezTo>
                      <a:pt x="80" y="113"/>
                      <a:pt x="78" y="112"/>
                      <a:pt x="80" y="112"/>
                    </a:cubicBezTo>
                    <a:cubicBezTo>
                      <a:pt x="80" y="111"/>
                      <a:pt x="78" y="111"/>
                      <a:pt x="78" y="111"/>
                    </a:cubicBezTo>
                    <a:cubicBezTo>
                      <a:pt x="77" y="111"/>
                      <a:pt x="77" y="111"/>
                      <a:pt x="76" y="111"/>
                    </a:cubicBezTo>
                    <a:cubicBezTo>
                      <a:pt x="73" y="111"/>
                      <a:pt x="77" y="110"/>
                      <a:pt x="77" y="110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79" y="109"/>
                      <a:pt x="77" y="110"/>
                      <a:pt x="77" y="109"/>
                    </a:cubicBezTo>
                    <a:cubicBezTo>
                      <a:pt x="80" y="108"/>
                      <a:pt x="78" y="110"/>
                      <a:pt x="80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2" y="108"/>
                      <a:pt x="79" y="109"/>
                      <a:pt x="80" y="108"/>
                    </a:cubicBezTo>
                    <a:cubicBezTo>
                      <a:pt x="81" y="108"/>
                      <a:pt x="81" y="108"/>
                      <a:pt x="81" y="108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79" y="108"/>
                      <a:pt x="77" y="108"/>
                      <a:pt x="77" y="109"/>
                    </a:cubicBezTo>
                    <a:cubicBezTo>
                      <a:pt x="74" y="109"/>
                      <a:pt x="77" y="109"/>
                      <a:pt x="76" y="108"/>
                    </a:cubicBezTo>
                    <a:cubicBezTo>
                      <a:pt x="74" y="108"/>
                      <a:pt x="76" y="108"/>
                      <a:pt x="75" y="109"/>
                    </a:cubicBezTo>
                    <a:cubicBezTo>
                      <a:pt x="73" y="109"/>
                      <a:pt x="73" y="109"/>
                      <a:pt x="73" y="108"/>
                    </a:cubicBezTo>
                    <a:cubicBezTo>
                      <a:pt x="72" y="108"/>
                      <a:pt x="74" y="108"/>
                      <a:pt x="75" y="107"/>
                    </a:cubicBezTo>
                    <a:cubicBezTo>
                      <a:pt x="76" y="107"/>
                      <a:pt x="76" y="108"/>
                      <a:pt x="75" y="108"/>
                    </a:cubicBezTo>
                    <a:cubicBezTo>
                      <a:pt x="77" y="108"/>
                      <a:pt x="79" y="107"/>
                      <a:pt x="80" y="107"/>
                    </a:cubicBezTo>
                    <a:cubicBezTo>
                      <a:pt x="81" y="106"/>
                      <a:pt x="79" y="107"/>
                      <a:pt x="78" y="107"/>
                    </a:cubicBezTo>
                    <a:cubicBezTo>
                      <a:pt x="78" y="107"/>
                      <a:pt x="76" y="107"/>
                      <a:pt x="76" y="107"/>
                    </a:cubicBezTo>
                    <a:cubicBezTo>
                      <a:pt x="71" y="107"/>
                      <a:pt x="79" y="106"/>
                      <a:pt x="78" y="105"/>
                    </a:cubicBezTo>
                    <a:cubicBezTo>
                      <a:pt x="75" y="106"/>
                      <a:pt x="74" y="105"/>
                      <a:pt x="70" y="107"/>
                    </a:cubicBezTo>
                    <a:cubicBezTo>
                      <a:pt x="70" y="107"/>
                      <a:pt x="69" y="107"/>
                      <a:pt x="69" y="106"/>
                    </a:cubicBezTo>
                    <a:cubicBezTo>
                      <a:pt x="71" y="106"/>
                      <a:pt x="71" y="106"/>
                      <a:pt x="73" y="105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9" y="103"/>
                      <a:pt x="79" y="103"/>
                      <a:pt x="79" y="103"/>
                    </a:cubicBezTo>
                    <a:cubicBezTo>
                      <a:pt x="78" y="103"/>
                      <a:pt x="77" y="104"/>
                      <a:pt x="76" y="103"/>
                    </a:cubicBezTo>
                    <a:cubicBezTo>
                      <a:pt x="77" y="103"/>
                      <a:pt x="78" y="103"/>
                      <a:pt x="78" y="102"/>
                    </a:cubicBezTo>
                    <a:cubicBezTo>
                      <a:pt x="77" y="103"/>
                      <a:pt x="75" y="103"/>
                      <a:pt x="75" y="103"/>
                    </a:cubicBezTo>
                    <a:cubicBezTo>
                      <a:pt x="74" y="103"/>
                      <a:pt x="76" y="102"/>
                      <a:pt x="77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7" y="102"/>
                      <a:pt x="79" y="101"/>
                      <a:pt x="79" y="101"/>
                    </a:cubicBezTo>
                    <a:cubicBezTo>
                      <a:pt x="77" y="101"/>
                      <a:pt x="76" y="102"/>
                      <a:pt x="74" y="102"/>
                    </a:cubicBezTo>
                    <a:cubicBezTo>
                      <a:pt x="74" y="102"/>
                      <a:pt x="75" y="101"/>
                      <a:pt x="75" y="101"/>
                    </a:cubicBezTo>
                    <a:cubicBezTo>
                      <a:pt x="76" y="101"/>
                      <a:pt x="76" y="101"/>
                      <a:pt x="76" y="101"/>
                    </a:cubicBezTo>
                    <a:cubicBezTo>
                      <a:pt x="76" y="101"/>
                      <a:pt x="79" y="100"/>
                      <a:pt x="78" y="100"/>
                    </a:cubicBezTo>
                    <a:cubicBezTo>
                      <a:pt x="77" y="100"/>
                      <a:pt x="77" y="100"/>
                      <a:pt x="77" y="100"/>
                    </a:cubicBezTo>
                    <a:cubicBezTo>
                      <a:pt x="77" y="100"/>
                      <a:pt x="78" y="100"/>
                      <a:pt x="78" y="100"/>
                    </a:cubicBezTo>
                    <a:cubicBezTo>
                      <a:pt x="77" y="100"/>
                      <a:pt x="77" y="99"/>
                      <a:pt x="77" y="99"/>
                    </a:cubicBezTo>
                    <a:cubicBezTo>
                      <a:pt x="78" y="99"/>
                      <a:pt x="78" y="99"/>
                      <a:pt x="78" y="99"/>
                    </a:cubicBezTo>
                    <a:cubicBezTo>
                      <a:pt x="77" y="99"/>
                      <a:pt x="75" y="99"/>
                      <a:pt x="76" y="99"/>
                    </a:cubicBezTo>
                    <a:cubicBezTo>
                      <a:pt x="74" y="100"/>
                      <a:pt x="77" y="99"/>
                      <a:pt x="76" y="100"/>
                    </a:cubicBezTo>
                    <a:cubicBezTo>
                      <a:pt x="74" y="100"/>
                      <a:pt x="74" y="100"/>
                      <a:pt x="73" y="100"/>
                    </a:cubicBezTo>
                    <a:cubicBezTo>
                      <a:pt x="76" y="99"/>
                      <a:pt x="73" y="99"/>
                      <a:pt x="73" y="99"/>
                    </a:cubicBezTo>
                    <a:cubicBezTo>
                      <a:pt x="74" y="98"/>
                      <a:pt x="75" y="98"/>
                      <a:pt x="75" y="98"/>
                    </a:cubicBezTo>
                    <a:cubicBezTo>
                      <a:pt x="73" y="98"/>
                      <a:pt x="73" y="98"/>
                      <a:pt x="73" y="98"/>
                    </a:cubicBezTo>
                    <a:cubicBezTo>
                      <a:pt x="77" y="97"/>
                      <a:pt x="73" y="98"/>
                      <a:pt x="73" y="97"/>
                    </a:cubicBezTo>
                    <a:cubicBezTo>
                      <a:pt x="75" y="97"/>
                      <a:pt x="76" y="96"/>
                      <a:pt x="76" y="96"/>
                    </a:cubicBezTo>
                    <a:cubicBezTo>
                      <a:pt x="74" y="97"/>
                      <a:pt x="73" y="97"/>
                      <a:pt x="71" y="97"/>
                    </a:cubicBezTo>
                    <a:cubicBezTo>
                      <a:pt x="72" y="96"/>
                      <a:pt x="75" y="96"/>
                      <a:pt x="76" y="96"/>
                    </a:cubicBezTo>
                    <a:cubicBezTo>
                      <a:pt x="74" y="96"/>
                      <a:pt x="77" y="94"/>
                      <a:pt x="75" y="95"/>
                    </a:cubicBezTo>
                    <a:cubicBezTo>
                      <a:pt x="74" y="96"/>
                      <a:pt x="73" y="96"/>
                      <a:pt x="72" y="96"/>
                    </a:cubicBezTo>
                    <a:cubicBezTo>
                      <a:pt x="72" y="95"/>
                      <a:pt x="73" y="96"/>
                      <a:pt x="74" y="95"/>
                    </a:cubicBezTo>
                    <a:cubicBezTo>
                      <a:pt x="74" y="95"/>
                      <a:pt x="72" y="95"/>
                      <a:pt x="71" y="96"/>
                    </a:cubicBezTo>
                    <a:cubicBezTo>
                      <a:pt x="71" y="95"/>
                      <a:pt x="69" y="96"/>
                      <a:pt x="70" y="95"/>
                    </a:cubicBezTo>
                    <a:cubicBezTo>
                      <a:pt x="72" y="94"/>
                      <a:pt x="71" y="95"/>
                      <a:pt x="72" y="95"/>
                    </a:cubicBezTo>
                    <a:cubicBezTo>
                      <a:pt x="72" y="94"/>
                      <a:pt x="68" y="96"/>
                      <a:pt x="68" y="95"/>
                    </a:cubicBezTo>
                    <a:cubicBezTo>
                      <a:pt x="67" y="96"/>
                      <a:pt x="64" y="97"/>
                      <a:pt x="63" y="97"/>
                    </a:cubicBezTo>
                    <a:cubicBezTo>
                      <a:pt x="63" y="96"/>
                      <a:pt x="64" y="97"/>
                      <a:pt x="66" y="96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8" y="94"/>
                      <a:pt x="70" y="95"/>
                      <a:pt x="72" y="93"/>
                    </a:cubicBezTo>
                    <a:cubicBezTo>
                      <a:pt x="71" y="93"/>
                      <a:pt x="71" y="93"/>
                      <a:pt x="71" y="93"/>
                    </a:cubicBezTo>
                    <a:cubicBezTo>
                      <a:pt x="72" y="93"/>
                      <a:pt x="74" y="93"/>
                      <a:pt x="74" y="92"/>
                    </a:cubicBezTo>
                    <a:cubicBezTo>
                      <a:pt x="72" y="93"/>
                      <a:pt x="74" y="92"/>
                      <a:pt x="73" y="92"/>
                    </a:cubicBezTo>
                    <a:cubicBezTo>
                      <a:pt x="71" y="92"/>
                      <a:pt x="74" y="92"/>
                      <a:pt x="72" y="92"/>
                    </a:cubicBezTo>
                    <a:cubicBezTo>
                      <a:pt x="72" y="92"/>
                      <a:pt x="69" y="93"/>
                      <a:pt x="70" y="92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4" y="91"/>
                      <a:pt x="71" y="92"/>
                      <a:pt x="72" y="91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2" y="89"/>
                      <a:pt x="72" y="88"/>
                      <a:pt x="67" y="88"/>
                    </a:cubicBezTo>
                    <a:cubicBezTo>
                      <a:pt x="69" y="87"/>
                      <a:pt x="69" y="87"/>
                      <a:pt x="70" y="86"/>
                    </a:cubicBezTo>
                    <a:cubicBezTo>
                      <a:pt x="69" y="86"/>
                      <a:pt x="68" y="86"/>
                      <a:pt x="68" y="86"/>
                    </a:cubicBezTo>
                    <a:cubicBezTo>
                      <a:pt x="69" y="85"/>
                      <a:pt x="69" y="85"/>
                      <a:pt x="69" y="85"/>
                    </a:cubicBezTo>
                    <a:cubicBezTo>
                      <a:pt x="70" y="84"/>
                      <a:pt x="68" y="85"/>
                      <a:pt x="67" y="85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9" y="83"/>
                      <a:pt x="67" y="84"/>
                      <a:pt x="67" y="84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66" y="84"/>
                      <a:pt x="66" y="83"/>
                      <a:pt x="68" y="83"/>
                    </a:cubicBezTo>
                    <a:cubicBezTo>
                      <a:pt x="67" y="83"/>
                      <a:pt x="67" y="83"/>
                      <a:pt x="67" y="83"/>
                    </a:cubicBezTo>
                    <a:cubicBezTo>
                      <a:pt x="68" y="82"/>
                      <a:pt x="67" y="81"/>
                      <a:pt x="66" y="81"/>
                    </a:cubicBezTo>
                    <a:cubicBezTo>
                      <a:pt x="66" y="82"/>
                      <a:pt x="65" y="82"/>
                      <a:pt x="64" y="82"/>
                    </a:cubicBezTo>
                    <a:cubicBezTo>
                      <a:pt x="62" y="83"/>
                      <a:pt x="64" y="82"/>
                      <a:pt x="63" y="82"/>
                    </a:cubicBezTo>
                    <a:cubicBezTo>
                      <a:pt x="64" y="82"/>
                      <a:pt x="64" y="81"/>
                      <a:pt x="65" y="81"/>
                    </a:cubicBezTo>
                    <a:cubicBezTo>
                      <a:pt x="68" y="79"/>
                      <a:pt x="65" y="79"/>
                      <a:pt x="65" y="78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6" y="77"/>
                      <a:pt x="63" y="77"/>
                      <a:pt x="64" y="76"/>
                    </a:cubicBezTo>
                    <a:cubicBezTo>
                      <a:pt x="63" y="76"/>
                      <a:pt x="60" y="77"/>
                      <a:pt x="60" y="77"/>
                    </a:cubicBezTo>
                    <a:cubicBezTo>
                      <a:pt x="58" y="78"/>
                      <a:pt x="62" y="76"/>
                      <a:pt x="63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1" y="75"/>
                      <a:pt x="60" y="75"/>
                      <a:pt x="61" y="74"/>
                    </a:cubicBezTo>
                    <a:cubicBezTo>
                      <a:pt x="61" y="74"/>
                      <a:pt x="61" y="74"/>
                      <a:pt x="61" y="74"/>
                    </a:cubicBezTo>
                    <a:cubicBezTo>
                      <a:pt x="61" y="74"/>
                      <a:pt x="62" y="73"/>
                      <a:pt x="62" y="73"/>
                    </a:cubicBezTo>
                    <a:cubicBezTo>
                      <a:pt x="60" y="74"/>
                      <a:pt x="61" y="72"/>
                      <a:pt x="59" y="73"/>
                    </a:cubicBezTo>
                    <a:cubicBezTo>
                      <a:pt x="60" y="73"/>
                      <a:pt x="60" y="73"/>
                      <a:pt x="60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61" y="72"/>
                      <a:pt x="61" y="72"/>
                      <a:pt x="61" y="72"/>
                    </a:cubicBezTo>
                    <a:cubicBezTo>
                      <a:pt x="62" y="71"/>
                      <a:pt x="60" y="72"/>
                      <a:pt x="59" y="73"/>
                    </a:cubicBezTo>
                    <a:cubicBezTo>
                      <a:pt x="57" y="73"/>
                      <a:pt x="59" y="72"/>
                      <a:pt x="59" y="72"/>
                    </a:cubicBezTo>
                    <a:cubicBezTo>
                      <a:pt x="60" y="71"/>
                      <a:pt x="59" y="72"/>
                      <a:pt x="59" y="72"/>
                    </a:cubicBezTo>
                    <a:cubicBezTo>
                      <a:pt x="61" y="72"/>
                      <a:pt x="60" y="72"/>
                      <a:pt x="61" y="71"/>
                    </a:cubicBezTo>
                    <a:cubicBezTo>
                      <a:pt x="61" y="71"/>
                      <a:pt x="59" y="72"/>
                      <a:pt x="59" y="72"/>
                    </a:cubicBezTo>
                    <a:cubicBezTo>
                      <a:pt x="59" y="71"/>
                      <a:pt x="58" y="71"/>
                      <a:pt x="60" y="70"/>
                    </a:cubicBezTo>
                    <a:cubicBezTo>
                      <a:pt x="59" y="71"/>
                      <a:pt x="59" y="70"/>
                      <a:pt x="58" y="70"/>
                    </a:cubicBezTo>
                    <a:cubicBezTo>
                      <a:pt x="58" y="71"/>
                      <a:pt x="58" y="71"/>
                      <a:pt x="57" y="72"/>
                    </a:cubicBezTo>
                    <a:cubicBezTo>
                      <a:pt x="57" y="72"/>
                      <a:pt x="56" y="72"/>
                      <a:pt x="57" y="71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57" y="71"/>
                      <a:pt x="57" y="71"/>
                      <a:pt x="56" y="72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6" y="71"/>
                      <a:pt x="56" y="70"/>
                      <a:pt x="56" y="70"/>
                    </a:cubicBezTo>
                    <a:cubicBezTo>
                      <a:pt x="57" y="69"/>
                      <a:pt x="59" y="69"/>
                      <a:pt x="59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57" y="68"/>
                      <a:pt x="58" y="68"/>
                      <a:pt x="59" y="68"/>
                    </a:cubicBezTo>
                    <a:cubicBezTo>
                      <a:pt x="59" y="66"/>
                      <a:pt x="54" y="69"/>
                      <a:pt x="55" y="68"/>
                    </a:cubicBezTo>
                    <a:cubicBezTo>
                      <a:pt x="57" y="67"/>
                      <a:pt x="57" y="67"/>
                      <a:pt x="57" y="66"/>
                    </a:cubicBezTo>
                    <a:cubicBezTo>
                      <a:pt x="56" y="67"/>
                      <a:pt x="56" y="67"/>
                      <a:pt x="56" y="67"/>
                    </a:cubicBezTo>
                    <a:cubicBezTo>
                      <a:pt x="55" y="67"/>
                      <a:pt x="58" y="66"/>
                      <a:pt x="56" y="67"/>
                    </a:cubicBezTo>
                    <a:cubicBezTo>
                      <a:pt x="55" y="68"/>
                      <a:pt x="56" y="67"/>
                      <a:pt x="55" y="67"/>
                    </a:cubicBezTo>
                    <a:cubicBezTo>
                      <a:pt x="59" y="65"/>
                      <a:pt x="55" y="65"/>
                      <a:pt x="57" y="63"/>
                    </a:cubicBezTo>
                    <a:cubicBezTo>
                      <a:pt x="54" y="64"/>
                      <a:pt x="56" y="63"/>
                      <a:pt x="55" y="63"/>
                    </a:cubicBezTo>
                    <a:cubicBezTo>
                      <a:pt x="57" y="62"/>
                      <a:pt x="54" y="63"/>
                      <a:pt x="55" y="62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4" y="62"/>
                      <a:pt x="49" y="64"/>
                      <a:pt x="52" y="63"/>
                    </a:cubicBezTo>
                    <a:cubicBezTo>
                      <a:pt x="52" y="62"/>
                      <a:pt x="54" y="62"/>
                      <a:pt x="54" y="62"/>
                    </a:cubicBezTo>
                    <a:cubicBezTo>
                      <a:pt x="56" y="60"/>
                      <a:pt x="51" y="62"/>
                      <a:pt x="54" y="60"/>
                    </a:cubicBezTo>
                    <a:cubicBezTo>
                      <a:pt x="53" y="60"/>
                      <a:pt x="52" y="61"/>
                      <a:pt x="51" y="61"/>
                    </a:cubicBezTo>
                    <a:cubicBezTo>
                      <a:pt x="52" y="61"/>
                      <a:pt x="52" y="59"/>
                      <a:pt x="53" y="59"/>
                    </a:cubicBezTo>
                    <a:cubicBezTo>
                      <a:pt x="52" y="59"/>
                      <a:pt x="52" y="60"/>
                      <a:pt x="52" y="59"/>
                    </a:cubicBezTo>
                    <a:cubicBezTo>
                      <a:pt x="53" y="59"/>
                      <a:pt x="53" y="59"/>
                      <a:pt x="53" y="59"/>
                    </a:cubicBezTo>
                    <a:cubicBezTo>
                      <a:pt x="54" y="58"/>
                      <a:pt x="52" y="58"/>
                      <a:pt x="51" y="58"/>
                    </a:cubicBezTo>
                    <a:cubicBezTo>
                      <a:pt x="53" y="57"/>
                      <a:pt x="52" y="57"/>
                      <a:pt x="52" y="56"/>
                    </a:cubicBezTo>
                    <a:cubicBezTo>
                      <a:pt x="50" y="57"/>
                      <a:pt x="53" y="55"/>
                      <a:pt x="50" y="56"/>
                    </a:cubicBezTo>
                    <a:cubicBezTo>
                      <a:pt x="51" y="56"/>
                      <a:pt x="51" y="56"/>
                      <a:pt x="51" y="56"/>
                    </a:cubicBezTo>
                    <a:cubicBezTo>
                      <a:pt x="50" y="56"/>
                      <a:pt x="48" y="57"/>
                      <a:pt x="48" y="57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4"/>
                      <a:pt x="50" y="55"/>
                      <a:pt x="51" y="54"/>
                    </a:cubicBezTo>
                    <a:cubicBezTo>
                      <a:pt x="49" y="55"/>
                      <a:pt x="51" y="54"/>
                      <a:pt x="49" y="55"/>
                    </a:cubicBezTo>
                    <a:cubicBezTo>
                      <a:pt x="49" y="55"/>
                      <a:pt x="49" y="55"/>
                      <a:pt x="49" y="55"/>
                    </a:cubicBezTo>
                    <a:cubicBezTo>
                      <a:pt x="48" y="55"/>
                      <a:pt x="48" y="55"/>
                      <a:pt x="47" y="55"/>
                    </a:cubicBezTo>
                    <a:cubicBezTo>
                      <a:pt x="47" y="55"/>
                      <a:pt x="49" y="54"/>
                      <a:pt x="49" y="54"/>
                    </a:cubicBezTo>
                    <a:cubicBezTo>
                      <a:pt x="50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2"/>
                      <a:pt x="49" y="52"/>
                      <a:pt x="49" y="52"/>
                    </a:cubicBezTo>
                    <a:cubicBezTo>
                      <a:pt x="50" y="51"/>
                      <a:pt x="50" y="51"/>
                      <a:pt x="50" y="51"/>
                    </a:cubicBezTo>
                    <a:cubicBezTo>
                      <a:pt x="50" y="51"/>
                      <a:pt x="48" y="52"/>
                      <a:pt x="48" y="52"/>
                    </a:cubicBezTo>
                    <a:cubicBezTo>
                      <a:pt x="49" y="50"/>
                      <a:pt x="46" y="50"/>
                      <a:pt x="46" y="50"/>
                    </a:cubicBezTo>
                    <a:cubicBezTo>
                      <a:pt x="46" y="50"/>
                      <a:pt x="47" y="50"/>
                      <a:pt x="46" y="50"/>
                    </a:cubicBezTo>
                    <a:cubicBezTo>
                      <a:pt x="46" y="50"/>
                      <a:pt x="44" y="50"/>
                      <a:pt x="45" y="50"/>
                    </a:cubicBezTo>
                    <a:cubicBezTo>
                      <a:pt x="45" y="50"/>
                      <a:pt x="46" y="49"/>
                      <a:pt x="46" y="49"/>
                    </a:cubicBezTo>
                    <a:cubicBezTo>
                      <a:pt x="46" y="48"/>
                      <a:pt x="45" y="49"/>
                      <a:pt x="45" y="49"/>
                    </a:cubicBezTo>
                    <a:cubicBezTo>
                      <a:pt x="47" y="47"/>
                      <a:pt x="43" y="49"/>
                      <a:pt x="44" y="47"/>
                    </a:cubicBezTo>
                    <a:cubicBezTo>
                      <a:pt x="44" y="47"/>
                      <a:pt x="45" y="47"/>
                      <a:pt x="45" y="47"/>
                    </a:cubicBezTo>
                    <a:cubicBezTo>
                      <a:pt x="44" y="47"/>
                      <a:pt x="43" y="46"/>
                      <a:pt x="41" y="47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46"/>
                      <a:pt x="42" y="46"/>
                      <a:pt x="41" y="46"/>
                    </a:cubicBezTo>
                    <a:cubicBezTo>
                      <a:pt x="40" y="47"/>
                      <a:pt x="39" y="47"/>
                      <a:pt x="3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42" y="44"/>
                      <a:pt x="40" y="44"/>
                      <a:pt x="41" y="44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38" y="44"/>
                      <a:pt x="40" y="43"/>
                      <a:pt x="40" y="43"/>
                    </a:cubicBezTo>
                    <a:cubicBezTo>
                      <a:pt x="35" y="45"/>
                      <a:pt x="35" y="45"/>
                      <a:pt x="35" y="45"/>
                    </a:cubicBezTo>
                    <a:cubicBezTo>
                      <a:pt x="36" y="45"/>
                      <a:pt x="37" y="44"/>
                      <a:pt x="38" y="43"/>
                    </a:cubicBezTo>
                    <a:cubicBezTo>
                      <a:pt x="37" y="43"/>
                      <a:pt x="35" y="44"/>
                      <a:pt x="33" y="45"/>
                    </a:cubicBezTo>
                    <a:cubicBezTo>
                      <a:pt x="33" y="44"/>
                      <a:pt x="32" y="44"/>
                      <a:pt x="32" y="44"/>
                    </a:cubicBezTo>
                    <a:cubicBezTo>
                      <a:pt x="33" y="43"/>
                      <a:pt x="32" y="44"/>
                      <a:pt x="33" y="44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6" y="41"/>
                      <a:pt x="37" y="41"/>
                    </a:cubicBezTo>
                    <a:cubicBezTo>
                      <a:pt x="36" y="41"/>
                      <a:pt x="36" y="40"/>
                      <a:pt x="36" y="39"/>
                    </a:cubicBezTo>
                    <a:cubicBezTo>
                      <a:pt x="34" y="41"/>
                      <a:pt x="35" y="39"/>
                      <a:pt x="33" y="41"/>
                    </a:cubicBezTo>
                    <a:cubicBezTo>
                      <a:pt x="32" y="40"/>
                      <a:pt x="34" y="39"/>
                      <a:pt x="35" y="39"/>
                    </a:cubicBezTo>
                    <a:cubicBezTo>
                      <a:pt x="33" y="39"/>
                      <a:pt x="34" y="38"/>
                      <a:pt x="33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3" y="37"/>
                      <a:pt x="33" y="36"/>
                      <a:pt x="31" y="37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5"/>
                      <a:pt x="29" y="38"/>
                      <a:pt x="30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6"/>
                      <a:pt x="32" y="34"/>
                      <a:pt x="30" y="35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28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28" y="34"/>
                      <a:pt x="29" y="33"/>
                    </a:cubicBezTo>
                    <a:cubicBezTo>
                      <a:pt x="29" y="33"/>
                      <a:pt x="29" y="32"/>
                      <a:pt x="30" y="32"/>
                    </a:cubicBezTo>
                    <a:cubicBezTo>
                      <a:pt x="28" y="33"/>
                      <a:pt x="28" y="32"/>
                      <a:pt x="28" y="32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28" y="29"/>
                      <a:pt x="27" y="27"/>
                      <a:pt x="24" y="26"/>
                    </a:cubicBezTo>
                    <a:cubicBezTo>
                      <a:pt x="26" y="24"/>
                      <a:pt x="26" y="26"/>
                      <a:pt x="27" y="24"/>
                    </a:cubicBezTo>
                    <a:cubicBezTo>
                      <a:pt x="25" y="26"/>
                      <a:pt x="26" y="24"/>
                      <a:pt x="25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5" y="24"/>
                      <a:pt x="26" y="23"/>
                      <a:pt x="25" y="23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7" y="21"/>
                      <a:pt x="25" y="23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3" y="23"/>
                      <a:pt x="26" y="21"/>
                      <a:pt x="24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0"/>
                      <a:pt x="22" y="22"/>
                      <a:pt x="23" y="21"/>
                    </a:cubicBezTo>
                    <a:cubicBezTo>
                      <a:pt x="23" y="20"/>
                      <a:pt x="22" y="20"/>
                      <a:pt x="20" y="21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1" y="19"/>
                      <a:pt x="20" y="17"/>
                      <a:pt x="17" y="17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6" y="17"/>
                      <a:pt x="19" y="13"/>
                      <a:pt x="15" y="15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4" y="14"/>
                      <a:pt x="15" y="13"/>
                      <a:pt x="13" y="14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3"/>
                      <a:pt x="12" y="14"/>
                      <a:pt x="12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5" y="9"/>
                      <a:pt x="16" y="6"/>
                      <a:pt x="11" y="6"/>
                    </a:cubicBezTo>
                    <a:cubicBezTo>
                      <a:pt x="11" y="6"/>
                      <a:pt x="13" y="4"/>
                      <a:pt x="13" y="4"/>
                    </a:cubicBezTo>
                    <a:cubicBezTo>
                      <a:pt x="9" y="4"/>
                      <a:pt x="13" y="0"/>
                      <a:pt x="7" y="1"/>
                    </a:cubicBezTo>
                    <a:cubicBezTo>
                      <a:pt x="6" y="0"/>
                      <a:pt x="0" y="2"/>
                      <a:pt x="0" y="2"/>
                    </a:cubicBezTo>
                    <a:cubicBezTo>
                      <a:pt x="3" y="4"/>
                      <a:pt x="3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3" name="Freeform 128"/>
              <p:cNvSpPr/>
              <p:nvPr>
                <p:custDataLst>
                  <p:tags r:id="rId374"/>
                </p:custDataLst>
              </p:nvPr>
            </p:nvSpPr>
            <p:spPr bwMode="auto">
              <a:xfrm>
                <a:off x="3538" y="152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4" name="Freeform 129"/>
              <p:cNvSpPr/>
              <p:nvPr>
                <p:custDataLst>
                  <p:tags r:id="rId375"/>
                </p:custDataLst>
              </p:nvPr>
            </p:nvSpPr>
            <p:spPr bwMode="auto">
              <a:xfrm>
                <a:off x="3460" y="1407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5" name="Freeform 130"/>
              <p:cNvSpPr/>
              <p:nvPr>
                <p:custDataLst>
                  <p:tags r:id="rId376"/>
                </p:custDataLst>
              </p:nvPr>
            </p:nvSpPr>
            <p:spPr bwMode="auto">
              <a:xfrm>
                <a:off x="3445" y="1392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6" name="Freeform 131"/>
              <p:cNvSpPr/>
              <p:nvPr>
                <p:custDataLst>
                  <p:tags r:id="rId377"/>
                </p:custDataLst>
              </p:nvPr>
            </p:nvSpPr>
            <p:spPr bwMode="auto">
              <a:xfrm>
                <a:off x="3468" y="1405"/>
                <a:ext cx="4" cy="0"/>
              </a:xfrm>
              <a:custGeom>
                <a:avLst/>
                <a:gdLst>
                  <a:gd name="T0" fmla="*/ 2 w 2"/>
                  <a:gd name="T1" fmla="*/ 1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7" name="Freeform 132"/>
              <p:cNvSpPr/>
              <p:nvPr>
                <p:custDataLst>
                  <p:tags r:id="rId378"/>
                </p:custDataLst>
              </p:nvPr>
            </p:nvSpPr>
            <p:spPr bwMode="auto">
              <a:xfrm>
                <a:off x="3515" y="15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8" name="Freeform 133"/>
              <p:cNvSpPr/>
              <p:nvPr>
                <p:custDataLst>
                  <p:tags r:id="rId379"/>
                </p:custDataLst>
              </p:nvPr>
            </p:nvSpPr>
            <p:spPr bwMode="auto">
              <a:xfrm>
                <a:off x="3470" y="140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9" name="Freeform 134"/>
              <p:cNvSpPr/>
              <p:nvPr>
                <p:custDataLst>
                  <p:tags r:id="rId380"/>
                </p:custDataLst>
              </p:nvPr>
            </p:nvSpPr>
            <p:spPr bwMode="auto">
              <a:xfrm>
                <a:off x="3462" y="140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0" name="Freeform 135"/>
              <p:cNvSpPr/>
              <p:nvPr>
                <p:custDataLst>
                  <p:tags r:id="rId381"/>
                </p:custDataLst>
              </p:nvPr>
            </p:nvSpPr>
            <p:spPr bwMode="auto">
              <a:xfrm>
                <a:off x="3909" y="1416"/>
                <a:ext cx="11" cy="2"/>
              </a:xfrm>
              <a:custGeom>
                <a:avLst/>
                <a:gdLst>
                  <a:gd name="T0" fmla="*/ 1 w 5"/>
                  <a:gd name="T1" fmla="*/ 1 h 1"/>
                  <a:gd name="T2" fmla="*/ 0 w 5"/>
                  <a:gd name="T3" fmla="*/ 1 h 1"/>
                  <a:gd name="T4" fmla="*/ 2 w 5"/>
                  <a:gd name="T5" fmla="*/ 1 h 1"/>
                  <a:gd name="T6" fmla="*/ 3 w 5"/>
                  <a:gd name="T7" fmla="*/ 1 h 1"/>
                  <a:gd name="T8" fmla="*/ 5 w 5"/>
                  <a:gd name="T9" fmla="*/ 0 h 1"/>
                  <a:gd name="T10" fmla="*/ 1 w 5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3" y="1"/>
                      <a:pt x="4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4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1" name="Freeform 136"/>
              <p:cNvSpPr/>
              <p:nvPr>
                <p:custDataLst>
                  <p:tags r:id="rId382"/>
                </p:custDataLst>
              </p:nvPr>
            </p:nvSpPr>
            <p:spPr bwMode="auto">
              <a:xfrm>
                <a:off x="4491" y="138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2" name="Freeform 137"/>
              <p:cNvSpPr/>
              <p:nvPr>
                <p:custDataLst>
                  <p:tags r:id="rId383"/>
                </p:custDataLst>
              </p:nvPr>
            </p:nvSpPr>
            <p:spPr bwMode="auto">
              <a:xfrm>
                <a:off x="4368" y="1484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3" name="Freeform 138"/>
              <p:cNvSpPr/>
              <p:nvPr>
                <p:custDataLst>
                  <p:tags r:id="rId384"/>
                </p:custDataLst>
              </p:nvPr>
            </p:nvSpPr>
            <p:spPr bwMode="auto">
              <a:xfrm>
                <a:off x="4504" y="137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4" name="Freeform 139"/>
              <p:cNvSpPr/>
              <p:nvPr>
                <p:custDataLst>
                  <p:tags r:id="rId385"/>
                </p:custDataLst>
              </p:nvPr>
            </p:nvSpPr>
            <p:spPr bwMode="auto">
              <a:xfrm>
                <a:off x="4506" y="138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5" name="Freeform 140"/>
              <p:cNvSpPr/>
              <p:nvPr>
                <p:custDataLst>
                  <p:tags r:id="rId386"/>
                </p:custDataLst>
              </p:nvPr>
            </p:nvSpPr>
            <p:spPr bwMode="auto">
              <a:xfrm>
                <a:off x="4368" y="14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6" name="Freeform 141"/>
              <p:cNvSpPr/>
              <p:nvPr>
                <p:custDataLst>
                  <p:tags r:id="rId387"/>
                </p:custDataLst>
              </p:nvPr>
            </p:nvSpPr>
            <p:spPr bwMode="auto">
              <a:xfrm>
                <a:off x="4364" y="148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7" name="Freeform 142"/>
              <p:cNvSpPr/>
              <p:nvPr>
                <p:custDataLst>
                  <p:tags r:id="rId388"/>
                </p:custDataLst>
              </p:nvPr>
            </p:nvSpPr>
            <p:spPr bwMode="auto">
              <a:xfrm>
                <a:off x="4368" y="1492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8" name="Freeform 143"/>
              <p:cNvSpPr/>
              <p:nvPr>
                <p:custDataLst>
                  <p:tags r:id="rId389"/>
                </p:custDataLst>
              </p:nvPr>
            </p:nvSpPr>
            <p:spPr bwMode="auto">
              <a:xfrm>
                <a:off x="4487" y="1388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9" name="Freeform 144"/>
              <p:cNvSpPr/>
              <p:nvPr>
                <p:custDataLst>
                  <p:tags r:id="rId390"/>
                </p:custDataLst>
              </p:nvPr>
            </p:nvSpPr>
            <p:spPr bwMode="auto">
              <a:xfrm>
                <a:off x="4514" y="138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0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0" name="Freeform 145"/>
              <p:cNvSpPr/>
              <p:nvPr>
                <p:custDataLst>
                  <p:tags r:id="rId391"/>
                </p:custDataLst>
              </p:nvPr>
            </p:nvSpPr>
            <p:spPr bwMode="auto">
              <a:xfrm>
                <a:off x="4548" y="1397"/>
                <a:ext cx="2" cy="6"/>
              </a:xfrm>
              <a:custGeom>
                <a:avLst/>
                <a:gdLst>
                  <a:gd name="T0" fmla="*/ 0 w 1"/>
                  <a:gd name="T1" fmla="*/ 0 h 3"/>
                  <a:gd name="T2" fmla="*/ 1 w 1"/>
                  <a:gd name="T3" fmla="*/ 3 h 3"/>
                  <a:gd name="T4" fmla="*/ 0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1" y="2"/>
                      <a:pt x="1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1" name="Freeform 146"/>
              <p:cNvSpPr/>
              <p:nvPr>
                <p:custDataLst>
                  <p:tags r:id="rId392"/>
                </p:custDataLst>
              </p:nvPr>
            </p:nvSpPr>
            <p:spPr bwMode="auto">
              <a:xfrm>
                <a:off x="4550" y="1399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2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2" name="Freeform 147"/>
              <p:cNvSpPr/>
              <p:nvPr>
                <p:custDataLst>
                  <p:tags r:id="rId393"/>
                </p:custDataLst>
              </p:nvPr>
            </p:nvSpPr>
            <p:spPr bwMode="auto">
              <a:xfrm>
                <a:off x="4521" y="138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3" name="Freeform 148"/>
              <p:cNvSpPr/>
              <p:nvPr>
                <p:custDataLst>
                  <p:tags r:id="rId394"/>
                </p:custDataLst>
              </p:nvPr>
            </p:nvSpPr>
            <p:spPr bwMode="auto">
              <a:xfrm>
                <a:off x="4516" y="1378"/>
                <a:ext cx="5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2 h 4"/>
                  <a:gd name="T4" fmla="*/ 0 w 2"/>
                  <a:gd name="T5" fmla="*/ 2 h 4"/>
                  <a:gd name="T6" fmla="*/ 0 w 2"/>
                  <a:gd name="T7" fmla="*/ 0 h 4"/>
                  <a:gd name="T8" fmla="*/ 2 w 2"/>
                  <a:gd name="T9" fmla="*/ 4 h 4"/>
                  <a:gd name="T10" fmla="*/ 2 w 2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0" y="1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1" y="3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4" name="Freeform 149"/>
              <p:cNvSpPr/>
              <p:nvPr>
                <p:custDataLst>
                  <p:tags r:id="rId395"/>
                </p:custDataLst>
              </p:nvPr>
            </p:nvSpPr>
            <p:spPr bwMode="auto">
              <a:xfrm>
                <a:off x="4519" y="138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5" name="Freeform 150"/>
              <p:cNvSpPr/>
              <p:nvPr>
                <p:custDataLst>
                  <p:tags r:id="rId396"/>
                </p:custDataLst>
              </p:nvPr>
            </p:nvSpPr>
            <p:spPr bwMode="auto">
              <a:xfrm>
                <a:off x="3876" y="13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6" name="Freeform 151"/>
              <p:cNvSpPr/>
              <p:nvPr>
                <p:custDataLst>
                  <p:tags r:id="rId397"/>
                </p:custDataLst>
              </p:nvPr>
            </p:nvSpPr>
            <p:spPr bwMode="auto">
              <a:xfrm>
                <a:off x="4465" y="1920"/>
                <a:ext cx="5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7" name="Freeform 152"/>
              <p:cNvSpPr/>
              <p:nvPr>
                <p:custDataLst>
                  <p:tags r:id="rId398"/>
                </p:custDataLst>
              </p:nvPr>
            </p:nvSpPr>
            <p:spPr bwMode="auto">
              <a:xfrm>
                <a:off x="4468" y="1918"/>
                <a:ext cx="6" cy="5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2 h 2"/>
                  <a:gd name="T4" fmla="*/ 0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3" y="2"/>
                      <a:pt x="3" y="2"/>
                      <a:pt x="3" y="2"/>
                    </a:cubicBezTo>
                    <a:cubicBezTo>
                      <a:pt x="2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8" name="Freeform 153"/>
              <p:cNvSpPr/>
              <p:nvPr>
                <p:custDataLst>
                  <p:tags r:id="rId399"/>
                </p:custDataLst>
              </p:nvPr>
            </p:nvSpPr>
            <p:spPr bwMode="auto">
              <a:xfrm>
                <a:off x="3912" y="1286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1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9" name="Freeform 154"/>
              <p:cNvSpPr/>
              <p:nvPr>
                <p:custDataLst>
                  <p:tags r:id="rId400"/>
                </p:custDataLst>
              </p:nvPr>
            </p:nvSpPr>
            <p:spPr bwMode="auto">
              <a:xfrm>
                <a:off x="3876" y="132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0" name="Rectangle 155"/>
              <p:cNvSpPr>
                <a:spLocks noChangeArrowheads="1"/>
              </p:cNvSpPr>
              <p:nvPr>
                <p:custDataLst>
                  <p:tags r:id="rId401"/>
                </p:custDataLst>
              </p:nvPr>
            </p:nvSpPr>
            <p:spPr bwMode="auto">
              <a:xfrm>
                <a:off x="4402" y="1454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1" name="Freeform 156"/>
              <p:cNvSpPr/>
              <p:nvPr>
                <p:custDataLst>
                  <p:tags r:id="rId402"/>
                </p:custDataLst>
              </p:nvPr>
            </p:nvSpPr>
            <p:spPr bwMode="auto">
              <a:xfrm>
                <a:off x="4546" y="1401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2" name="Freeform 157"/>
              <p:cNvSpPr/>
              <p:nvPr>
                <p:custDataLst>
                  <p:tags r:id="rId403"/>
                </p:custDataLst>
              </p:nvPr>
            </p:nvSpPr>
            <p:spPr bwMode="auto">
              <a:xfrm>
                <a:off x="3914" y="129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3" name="Freeform 158"/>
              <p:cNvSpPr/>
              <p:nvPr>
                <p:custDataLst>
                  <p:tags r:id="rId404"/>
                </p:custDataLst>
              </p:nvPr>
            </p:nvSpPr>
            <p:spPr bwMode="auto">
              <a:xfrm>
                <a:off x="4423" y="14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4" name="Freeform 159"/>
              <p:cNvSpPr/>
              <p:nvPr>
                <p:custDataLst>
                  <p:tags r:id="rId405"/>
                </p:custDataLst>
              </p:nvPr>
            </p:nvSpPr>
            <p:spPr bwMode="auto">
              <a:xfrm>
                <a:off x="4465" y="1456"/>
                <a:ext cx="3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5" name="Freeform 160"/>
              <p:cNvSpPr/>
              <p:nvPr>
                <p:custDataLst>
                  <p:tags r:id="rId406"/>
                </p:custDataLst>
              </p:nvPr>
            </p:nvSpPr>
            <p:spPr bwMode="auto">
              <a:xfrm>
                <a:off x="4355" y="1509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2 h 4"/>
                  <a:gd name="T4" fmla="*/ 4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0" y="2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6" name="Freeform 161"/>
              <p:cNvSpPr/>
              <p:nvPr>
                <p:custDataLst>
                  <p:tags r:id="rId407"/>
                </p:custDataLst>
              </p:nvPr>
            </p:nvSpPr>
            <p:spPr bwMode="auto">
              <a:xfrm>
                <a:off x="4383" y="14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7" name="Freeform 162"/>
              <p:cNvSpPr/>
              <p:nvPr>
                <p:custDataLst>
                  <p:tags r:id="rId408"/>
                </p:custDataLst>
              </p:nvPr>
            </p:nvSpPr>
            <p:spPr bwMode="auto">
              <a:xfrm>
                <a:off x="4287" y="1378"/>
                <a:ext cx="261" cy="237"/>
              </a:xfrm>
              <a:custGeom>
                <a:avLst/>
                <a:gdLst>
                  <a:gd name="T0" fmla="*/ 27 w 123"/>
                  <a:gd name="T1" fmla="*/ 92 h 112"/>
                  <a:gd name="T2" fmla="*/ 33 w 123"/>
                  <a:gd name="T3" fmla="*/ 85 h 112"/>
                  <a:gd name="T4" fmla="*/ 52 w 123"/>
                  <a:gd name="T5" fmla="*/ 57 h 112"/>
                  <a:gd name="T6" fmla="*/ 61 w 123"/>
                  <a:gd name="T7" fmla="*/ 52 h 112"/>
                  <a:gd name="T8" fmla="*/ 69 w 123"/>
                  <a:gd name="T9" fmla="*/ 49 h 112"/>
                  <a:gd name="T10" fmla="*/ 81 w 123"/>
                  <a:gd name="T11" fmla="*/ 39 h 112"/>
                  <a:gd name="T12" fmla="*/ 89 w 123"/>
                  <a:gd name="T13" fmla="*/ 34 h 112"/>
                  <a:gd name="T14" fmla="*/ 100 w 123"/>
                  <a:gd name="T15" fmla="*/ 25 h 112"/>
                  <a:gd name="T16" fmla="*/ 105 w 123"/>
                  <a:gd name="T17" fmla="*/ 17 h 112"/>
                  <a:gd name="T18" fmla="*/ 115 w 123"/>
                  <a:gd name="T19" fmla="*/ 15 h 112"/>
                  <a:gd name="T20" fmla="*/ 119 w 123"/>
                  <a:gd name="T21" fmla="*/ 14 h 112"/>
                  <a:gd name="T22" fmla="*/ 121 w 123"/>
                  <a:gd name="T23" fmla="*/ 8 h 112"/>
                  <a:gd name="T24" fmla="*/ 122 w 123"/>
                  <a:gd name="T25" fmla="*/ 7 h 112"/>
                  <a:gd name="T26" fmla="*/ 118 w 123"/>
                  <a:gd name="T27" fmla="*/ 7 h 112"/>
                  <a:gd name="T28" fmla="*/ 113 w 123"/>
                  <a:gd name="T29" fmla="*/ 5 h 112"/>
                  <a:gd name="T30" fmla="*/ 107 w 123"/>
                  <a:gd name="T31" fmla="*/ 4 h 112"/>
                  <a:gd name="T32" fmla="*/ 106 w 123"/>
                  <a:gd name="T33" fmla="*/ 3 h 112"/>
                  <a:gd name="T34" fmla="*/ 102 w 123"/>
                  <a:gd name="T35" fmla="*/ 4 h 112"/>
                  <a:gd name="T36" fmla="*/ 101 w 123"/>
                  <a:gd name="T37" fmla="*/ 4 h 112"/>
                  <a:gd name="T38" fmla="*/ 99 w 123"/>
                  <a:gd name="T39" fmla="*/ 2 h 112"/>
                  <a:gd name="T40" fmla="*/ 98 w 123"/>
                  <a:gd name="T41" fmla="*/ 9 h 112"/>
                  <a:gd name="T42" fmla="*/ 96 w 123"/>
                  <a:gd name="T43" fmla="*/ 8 h 112"/>
                  <a:gd name="T44" fmla="*/ 93 w 123"/>
                  <a:gd name="T45" fmla="*/ 7 h 112"/>
                  <a:gd name="T46" fmla="*/ 91 w 123"/>
                  <a:gd name="T47" fmla="*/ 7 h 112"/>
                  <a:gd name="T48" fmla="*/ 89 w 123"/>
                  <a:gd name="T49" fmla="*/ 10 h 112"/>
                  <a:gd name="T50" fmla="*/ 87 w 123"/>
                  <a:gd name="T51" fmla="*/ 10 h 112"/>
                  <a:gd name="T52" fmla="*/ 89 w 123"/>
                  <a:gd name="T53" fmla="*/ 18 h 112"/>
                  <a:gd name="T54" fmla="*/ 85 w 123"/>
                  <a:gd name="T55" fmla="*/ 12 h 112"/>
                  <a:gd name="T56" fmla="*/ 78 w 123"/>
                  <a:gd name="T57" fmla="*/ 16 h 112"/>
                  <a:gd name="T58" fmla="*/ 75 w 123"/>
                  <a:gd name="T59" fmla="*/ 18 h 112"/>
                  <a:gd name="T60" fmla="*/ 75 w 123"/>
                  <a:gd name="T61" fmla="*/ 24 h 112"/>
                  <a:gd name="T62" fmla="*/ 67 w 123"/>
                  <a:gd name="T63" fmla="*/ 25 h 112"/>
                  <a:gd name="T64" fmla="*/ 65 w 123"/>
                  <a:gd name="T65" fmla="*/ 29 h 112"/>
                  <a:gd name="T66" fmla="*/ 64 w 123"/>
                  <a:gd name="T67" fmla="*/ 29 h 112"/>
                  <a:gd name="T68" fmla="*/ 64 w 123"/>
                  <a:gd name="T69" fmla="*/ 32 h 112"/>
                  <a:gd name="T70" fmla="*/ 60 w 123"/>
                  <a:gd name="T71" fmla="*/ 30 h 112"/>
                  <a:gd name="T72" fmla="*/ 59 w 123"/>
                  <a:gd name="T73" fmla="*/ 34 h 112"/>
                  <a:gd name="T74" fmla="*/ 55 w 123"/>
                  <a:gd name="T75" fmla="*/ 39 h 112"/>
                  <a:gd name="T76" fmla="*/ 50 w 123"/>
                  <a:gd name="T77" fmla="*/ 39 h 112"/>
                  <a:gd name="T78" fmla="*/ 47 w 123"/>
                  <a:gd name="T79" fmla="*/ 43 h 112"/>
                  <a:gd name="T80" fmla="*/ 45 w 123"/>
                  <a:gd name="T81" fmla="*/ 45 h 112"/>
                  <a:gd name="T82" fmla="*/ 44 w 123"/>
                  <a:gd name="T83" fmla="*/ 45 h 112"/>
                  <a:gd name="T84" fmla="*/ 42 w 123"/>
                  <a:gd name="T85" fmla="*/ 48 h 112"/>
                  <a:gd name="T86" fmla="*/ 39 w 123"/>
                  <a:gd name="T87" fmla="*/ 54 h 112"/>
                  <a:gd name="T88" fmla="*/ 38 w 123"/>
                  <a:gd name="T89" fmla="*/ 56 h 112"/>
                  <a:gd name="T90" fmla="*/ 38 w 123"/>
                  <a:gd name="T91" fmla="*/ 63 h 112"/>
                  <a:gd name="T92" fmla="*/ 34 w 123"/>
                  <a:gd name="T93" fmla="*/ 65 h 112"/>
                  <a:gd name="T94" fmla="*/ 30 w 123"/>
                  <a:gd name="T95" fmla="*/ 69 h 112"/>
                  <a:gd name="T96" fmla="*/ 27 w 123"/>
                  <a:gd name="T97" fmla="*/ 71 h 112"/>
                  <a:gd name="T98" fmla="*/ 19 w 123"/>
                  <a:gd name="T99" fmla="*/ 78 h 112"/>
                  <a:gd name="T100" fmla="*/ 17 w 123"/>
                  <a:gd name="T101" fmla="*/ 80 h 112"/>
                  <a:gd name="T102" fmla="*/ 13 w 123"/>
                  <a:gd name="T103" fmla="*/ 88 h 112"/>
                  <a:gd name="T104" fmla="*/ 12 w 123"/>
                  <a:gd name="T105" fmla="*/ 9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3" h="112">
                    <a:moveTo>
                      <a:pt x="9" y="112"/>
                    </a:moveTo>
                    <a:cubicBezTo>
                      <a:pt x="9" y="108"/>
                      <a:pt x="13" y="106"/>
                      <a:pt x="17" y="105"/>
                    </a:cubicBezTo>
                    <a:cubicBezTo>
                      <a:pt x="17" y="104"/>
                      <a:pt x="17" y="102"/>
                      <a:pt x="18" y="102"/>
                    </a:cubicBezTo>
                    <a:cubicBezTo>
                      <a:pt x="20" y="98"/>
                      <a:pt x="27" y="98"/>
                      <a:pt x="28" y="93"/>
                    </a:cubicBezTo>
                    <a:cubicBezTo>
                      <a:pt x="27" y="93"/>
                      <a:pt x="27" y="92"/>
                      <a:pt x="26" y="91"/>
                    </a:cubicBezTo>
                    <a:cubicBezTo>
                      <a:pt x="27" y="92"/>
                      <a:pt x="27" y="92"/>
                      <a:pt x="27" y="92"/>
                    </a:cubicBezTo>
                    <a:cubicBezTo>
                      <a:pt x="26" y="91"/>
                      <a:pt x="26" y="91"/>
                      <a:pt x="26" y="91"/>
                    </a:cubicBezTo>
                    <a:cubicBezTo>
                      <a:pt x="26" y="90"/>
                      <a:pt x="28" y="92"/>
                      <a:pt x="28" y="92"/>
                    </a:cubicBezTo>
                    <a:cubicBezTo>
                      <a:pt x="29" y="91"/>
                      <a:pt x="29" y="89"/>
                      <a:pt x="31" y="88"/>
                    </a:cubicBezTo>
                    <a:cubicBezTo>
                      <a:pt x="29" y="86"/>
                      <a:pt x="31" y="87"/>
                      <a:pt x="29" y="85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30" y="84"/>
                      <a:pt x="30" y="84"/>
                      <a:pt x="33" y="85"/>
                    </a:cubicBezTo>
                    <a:cubicBezTo>
                      <a:pt x="38" y="83"/>
                      <a:pt x="40" y="79"/>
                      <a:pt x="43" y="76"/>
                    </a:cubicBezTo>
                    <a:cubicBezTo>
                      <a:pt x="46" y="72"/>
                      <a:pt x="48" y="68"/>
                      <a:pt x="52" y="64"/>
                    </a:cubicBezTo>
                    <a:cubicBezTo>
                      <a:pt x="50" y="61"/>
                      <a:pt x="52" y="61"/>
                      <a:pt x="5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58"/>
                      <a:pt x="52" y="59"/>
                      <a:pt x="54" y="59"/>
                    </a:cubicBezTo>
                    <a:cubicBezTo>
                      <a:pt x="53" y="58"/>
                      <a:pt x="54" y="59"/>
                      <a:pt x="52" y="57"/>
                    </a:cubicBezTo>
                    <a:cubicBezTo>
                      <a:pt x="51" y="56"/>
                      <a:pt x="55" y="59"/>
                      <a:pt x="54" y="58"/>
                    </a:cubicBezTo>
                    <a:cubicBezTo>
                      <a:pt x="55" y="59"/>
                      <a:pt x="53" y="57"/>
                      <a:pt x="54" y="58"/>
                    </a:cubicBezTo>
                    <a:cubicBezTo>
                      <a:pt x="53" y="55"/>
                      <a:pt x="55" y="59"/>
                      <a:pt x="57" y="59"/>
                    </a:cubicBezTo>
                    <a:cubicBezTo>
                      <a:pt x="58" y="57"/>
                      <a:pt x="58" y="54"/>
                      <a:pt x="61" y="54"/>
                    </a:cubicBezTo>
                    <a:cubicBezTo>
                      <a:pt x="61" y="54"/>
                      <a:pt x="60" y="52"/>
                      <a:pt x="60" y="52"/>
                    </a:cubicBezTo>
                    <a:cubicBezTo>
                      <a:pt x="62" y="55"/>
                      <a:pt x="60" y="51"/>
                      <a:pt x="61" y="52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3" y="54"/>
                      <a:pt x="63" y="51"/>
                      <a:pt x="64" y="52"/>
                    </a:cubicBezTo>
                    <a:cubicBezTo>
                      <a:pt x="64" y="50"/>
                      <a:pt x="67" y="52"/>
                      <a:pt x="66" y="50"/>
                    </a:cubicBezTo>
                    <a:cubicBezTo>
                      <a:pt x="67" y="52"/>
                      <a:pt x="67" y="51"/>
                      <a:pt x="68" y="51"/>
                    </a:cubicBezTo>
                    <a:cubicBezTo>
                      <a:pt x="66" y="48"/>
                      <a:pt x="70" y="51"/>
                      <a:pt x="69" y="49"/>
                    </a:cubicBezTo>
                    <a:cubicBezTo>
                      <a:pt x="69" y="49"/>
                      <a:pt x="69" y="49"/>
                      <a:pt x="69" y="49"/>
                    </a:cubicBezTo>
                    <a:cubicBezTo>
                      <a:pt x="71" y="48"/>
                      <a:pt x="73" y="47"/>
                      <a:pt x="74" y="44"/>
                    </a:cubicBezTo>
                    <a:cubicBezTo>
                      <a:pt x="75" y="43"/>
                      <a:pt x="78" y="45"/>
                      <a:pt x="79" y="42"/>
                    </a:cubicBezTo>
                    <a:cubicBezTo>
                      <a:pt x="78" y="41"/>
                      <a:pt x="78" y="41"/>
                      <a:pt x="78" y="41"/>
                    </a:cubicBezTo>
                    <a:cubicBezTo>
                      <a:pt x="78" y="41"/>
                      <a:pt x="79" y="42"/>
                      <a:pt x="79" y="42"/>
                    </a:cubicBezTo>
                    <a:cubicBezTo>
                      <a:pt x="79" y="40"/>
                      <a:pt x="81" y="41"/>
                      <a:pt x="81" y="41"/>
                    </a:cubicBezTo>
                    <a:cubicBezTo>
                      <a:pt x="81" y="40"/>
                      <a:pt x="81" y="40"/>
                      <a:pt x="81" y="39"/>
                    </a:cubicBezTo>
                    <a:cubicBezTo>
                      <a:pt x="83" y="41"/>
                      <a:pt x="82" y="37"/>
                      <a:pt x="84" y="38"/>
                    </a:cubicBezTo>
                    <a:cubicBezTo>
                      <a:pt x="82" y="36"/>
                      <a:pt x="84" y="37"/>
                      <a:pt x="84" y="36"/>
                    </a:cubicBezTo>
                    <a:cubicBezTo>
                      <a:pt x="84" y="36"/>
                      <a:pt x="84" y="36"/>
                      <a:pt x="85" y="37"/>
                    </a:cubicBezTo>
                    <a:cubicBezTo>
                      <a:pt x="85" y="36"/>
                      <a:pt x="85" y="36"/>
                      <a:pt x="87" y="36"/>
                    </a:cubicBezTo>
                    <a:cubicBezTo>
                      <a:pt x="87" y="36"/>
                      <a:pt x="86" y="34"/>
                      <a:pt x="87" y="34"/>
                    </a:cubicBezTo>
                    <a:cubicBezTo>
                      <a:pt x="88" y="36"/>
                      <a:pt x="88" y="34"/>
                      <a:pt x="89" y="34"/>
                    </a:cubicBezTo>
                    <a:cubicBezTo>
                      <a:pt x="87" y="32"/>
                      <a:pt x="87" y="31"/>
                      <a:pt x="88" y="31"/>
                    </a:cubicBezTo>
                    <a:cubicBezTo>
                      <a:pt x="89" y="34"/>
                      <a:pt x="89" y="34"/>
                      <a:pt x="89" y="34"/>
                    </a:cubicBezTo>
                    <a:cubicBezTo>
                      <a:pt x="90" y="31"/>
                      <a:pt x="93" y="33"/>
                      <a:pt x="93" y="29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5" y="28"/>
                      <a:pt x="98" y="29"/>
                      <a:pt x="98" y="25"/>
                    </a:cubicBezTo>
                    <a:cubicBezTo>
                      <a:pt x="99" y="25"/>
                      <a:pt x="100" y="26"/>
                      <a:pt x="100" y="25"/>
                    </a:cubicBezTo>
                    <a:cubicBezTo>
                      <a:pt x="100" y="24"/>
                      <a:pt x="101" y="24"/>
                      <a:pt x="100" y="22"/>
                    </a:cubicBezTo>
                    <a:cubicBezTo>
                      <a:pt x="100" y="21"/>
                      <a:pt x="101" y="22"/>
                      <a:pt x="101" y="23"/>
                    </a:cubicBezTo>
                    <a:cubicBezTo>
                      <a:pt x="102" y="23"/>
                      <a:pt x="104" y="25"/>
                      <a:pt x="103" y="22"/>
                    </a:cubicBezTo>
                    <a:cubicBezTo>
                      <a:pt x="104" y="23"/>
                      <a:pt x="104" y="23"/>
                      <a:pt x="104" y="23"/>
                    </a:cubicBezTo>
                    <a:cubicBezTo>
                      <a:pt x="104" y="22"/>
                      <a:pt x="104" y="20"/>
                      <a:pt x="106" y="21"/>
                    </a:cubicBezTo>
                    <a:cubicBezTo>
                      <a:pt x="105" y="19"/>
                      <a:pt x="106" y="19"/>
                      <a:pt x="105" y="17"/>
                    </a:cubicBezTo>
                    <a:cubicBezTo>
                      <a:pt x="105" y="17"/>
                      <a:pt x="106" y="19"/>
                      <a:pt x="106" y="18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8" y="20"/>
                      <a:pt x="109" y="18"/>
                      <a:pt x="110" y="16"/>
                    </a:cubicBezTo>
                    <a:cubicBezTo>
                      <a:pt x="112" y="19"/>
                      <a:pt x="112" y="16"/>
                      <a:pt x="113" y="17"/>
                    </a:cubicBezTo>
                    <a:cubicBezTo>
                      <a:pt x="113" y="15"/>
                      <a:pt x="115" y="17"/>
                      <a:pt x="114" y="14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6" y="15"/>
                      <a:pt x="117" y="15"/>
                    </a:cubicBezTo>
                    <a:cubicBezTo>
                      <a:pt x="118" y="16"/>
                      <a:pt x="118" y="14"/>
                      <a:pt x="118" y="13"/>
                    </a:cubicBezTo>
                    <a:cubicBezTo>
                      <a:pt x="118" y="14"/>
                      <a:pt x="118" y="14"/>
                      <a:pt x="118" y="14"/>
                    </a:cubicBezTo>
                    <a:cubicBezTo>
                      <a:pt x="118" y="13"/>
                      <a:pt x="118" y="11"/>
                      <a:pt x="118" y="9"/>
                    </a:cubicBezTo>
                    <a:cubicBezTo>
                      <a:pt x="119" y="10"/>
                      <a:pt x="118" y="9"/>
                      <a:pt x="119" y="10"/>
                    </a:cubicBezTo>
                    <a:cubicBezTo>
                      <a:pt x="119" y="11"/>
                      <a:pt x="119" y="13"/>
                      <a:pt x="119" y="14"/>
                    </a:cubicBezTo>
                    <a:cubicBezTo>
                      <a:pt x="120" y="15"/>
                      <a:pt x="119" y="11"/>
                      <a:pt x="120" y="13"/>
                    </a:cubicBezTo>
                    <a:cubicBezTo>
                      <a:pt x="121" y="14"/>
                      <a:pt x="121" y="13"/>
                      <a:pt x="121" y="11"/>
                    </a:cubicBezTo>
                    <a:cubicBezTo>
                      <a:pt x="121" y="12"/>
                      <a:pt x="121" y="12"/>
                      <a:pt x="121" y="13"/>
                    </a:cubicBezTo>
                    <a:cubicBezTo>
                      <a:pt x="122" y="13"/>
                      <a:pt x="122" y="13"/>
                      <a:pt x="122" y="12"/>
                    </a:cubicBezTo>
                    <a:cubicBezTo>
                      <a:pt x="122" y="12"/>
                      <a:pt x="122" y="12"/>
                      <a:pt x="122" y="12"/>
                    </a:cubicBezTo>
                    <a:cubicBezTo>
                      <a:pt x="122" y="10"/>
                      <a:pt x="122" y="10"/>
                      <a:pt x="121" y="8"/>
                    </a:cubicBezTo>
                    <a:cubicBezTo>
                      <a:pt x="121" y="9"/>
                      <a:pt x="121" y="9"/>
                      <a:pt x="121" y="9"/>
                    </a:cubicBezTo>
                    <a:cubicBezTo>
                      <a:pt x="121" y="7"/>
                      <a:pt x="121" y="7"/>
                      <a:pt x="122" y="8"/>
                    </a:cubicBezTo>
                    <a:cubicBezTo>
                      <a:pt x="122" y="10"/>
                      <a:pt x="122" y="11"/>
                      <a:pt x="122" y="11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23" y="9"/>
                      <a:pt x="122" y="8"/>
                      <a:pt x="122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6"/>
                      <a:pt x="122" y="6"/>
                      <a:pt x="122" y="6"/>
                    </a:cubicBezTo>
                    <a:cubicBezTo>
                      <a:pt x="121" y="7"/>
                      <a:pt x="120" y="5"/>
                      <a:pt x="120" y="7"/>
                    </a:cubicBezTo>
                    <a:cubicBezTo>
                      <a:pt x="120" y="8"/>
                      <a:pt x="120" y="8"/>
                      <a:pt x="120" y="8"/>
                    </a:cubicBezTo>
                    <a:cubicBezTo>
                      <a:pt x="120" y="8"/>
                      <a:pt x="120" y="11"/>
                      <a:pt x="119" y="9"/>
                    </a:cubicBezTo>
                    <a:cubicBezTo>
                      <a:pt x="119" y="7"/>
                      <a:pt x="119" y="7"/>
                      <a:pt x="119" y="7"/>
                    </a:cubicBezTo>
                    <a:cubicBezTo>
                      <a:pt x="119" y="7"/>
                      <a:pt x="119" y="8"/>
                      <a:pt x="118" y="7"/>
                    </a:cubicBezTo>
                    <a:cubicBezTo>
                      <a:pt x="118" y="5"/>
                      <a:pt x="118" y="5"/>
                      <a:pt x="118" y="5"/>
                    </a:cubicBezTo>
                    <a:cubicBezTo>
                      <a:pt x="119" y="8"/>
                      <a:pt x="117" y="6"/>
                      <a:pt x="117" y="7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6" y="6"/>
                      <a:pt x="117" y="8"/>
                      <a:pt x="117" y="8"/>
                    </a:cubicBezTo>
                    <a:cubicBezTo>
                      <a:pt x="117" y="8"/>
                      <a:pt x="116" y="5"/>
                      <a:pt x="115" y="4"/>
                    </a:cubicBezTo>
                    <a:cubicBezTo>
                      <a:pt x="115" y="5"/>
                      <a:pt x="114" y="7"/>
                      <a:pt x="113" y="5"/>
                    </a:cubicBezTo>
                    <a:cubicBezTo>
                      <a:pt x="112" y="6"/>
                      <a:pt x="112" y="7"/>
                      <a:pt x="112" y="8"/>
                    </a:cubicBezTo>
                    <a:cubicBezTo>
                      <a:pt x="111" y="8"/>
                      <a:pt x="111" y="6"/>
                      <a:pt x="111" y="7"/>
                    </a:cubicBezTo>
                    <a:cubicBezTo>
                      <a:pt x="111" y="6"/>
                      <a:pt x="110" y="5"/>
                      <a:pt x="110" y="4"/>
                    </a:cubicBezTo>
                    <a:cubicBezTo>
                      <a:pt x="110" y="5"/>
                      <a:pt x="109" y="4"/>
                      <a:pt x="110" y="7"/>
                    </a:cubicBezTo>
                    <a:cubicBezTo>
                      <a:pt x="109" y="6"/>
                      <a:pt x="108" y="6"/>
                      <a:pt x="107" y="7"/>
                    </a:cubicBezTo>
                    <a:cubicBezTo>
                      <a:pt x="108" y="7"/>
                      <a:pt x="107" y="5"/>
                      <a:pt x="107" y="4"/>
                    </a:cubicBezTo>
                    <a:cubicBezTo>
                      <a:pt x="107" y="6"/>
                      <a:pt x="106" y="7"/>
                      <a:pt x="106" y="7"/>
                    </a:cubicBezTo>
                    <a:cubicBezTo>
                      <a:pt x="106" y="9"/>
                      <a:pt x="106" y="9"/>
                      <a:pt x="107" y="10"/>
                    </a:cubicBezTo>
                    <a:cubicBezTo>
                      <a:pt x="107" y="10"/>
                      <a:pt x="107" y="11"/>
                      <a:pt x="107" y="11"/>
                    </a:cubicBezTo>
                    <a:cubicBezTo>
                      <a:pt x="106" y="9"/>
                      <a:pt x="105" y="7"/>
                      <a:pt x="104" y="7"/>
                    </a:cubicBezTo>
                    <a:cubicBezTo>
                      <a:pt x="104" y="4"/>
                      <a:pt x="106" y="7"/>
                      <a:pt x="104" y="4"/>
                    </a:cubicBezTo>
                    <a:cubicBezTo>
                      <a:pt x="104" y="2"/>
                      <a:pt x="105" y="2"/>
                      <a:pt x="106" y="3"/>
                    </a:cubicBezTo>
                    <a:cubicBezTo>
                      <a:pt x="105" y="1"/>
                      <a:pt x="105" y="3"/>
                      <a:pt x="104" y="1"/>
                    </a:cubicBezTo>
                    <a:cubicBezTo>
                      <a:pt x="104" y="1"/>
                      <a:pt x="104" y="2"/>
                      <a:pt x="103" y="3"/>
                    </a:cubicBezTo>
                    <a:cubicBezTo>
                      <a:pt x="104" y="4"/>
                      <a:pt x="104" y="4"/>
                      <a:pt x="104" y="5"/>
                    </a:cubicBezTo>
                    <a:cubicBezTo>
                      <a:pt x="105" y="8"/>
                      <a:pt x="103" y="4"/>
                      <a:pt x="103" y="4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2" y="2"/>
                      <a:pt x="102" y="4"/>
                      <a:pt x="102" y="4"/>
                    </a:cubicBezTo>
                    <a:cubicBezTo>
                      <a:pt x="100" y="1"/>
                      <a:pt x="102" y="3"/>
                      <a:pt x="102" y="1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0" y="0"/>
                      <a:pt x="101" y="2"/>
                      <a:pt x="100" y="2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3"/>
                      <a:pt x="101" y="4"/>
                      <a:pt x="101" y="4"/>
                    </a:cubicBezTo>
                    <a:cubicBezTo>
                      <a:pt x="102" y="7"/>
                      <a:pt x="101" y="4"/>
                      <a:pt x="101" y="5"/>
                    </a:cubicBezTo>
                    <a:cubicBezTo>
                      <a:pt x="101" y="7"/>
                      <a:pt x="101" y="5"/>
                      <a:pt x="102" y="7"/>
                    </a:cubicBezTo>
                    <a:cubicBezTo>
                      <a:pt x="102" y="8"/>
                      <a:pt x="102" y="8"/>
                      <a:pt x="102" y="9"/>
                    </a:cubicBezTo>
                    <a:cubicBezTo>
                      <a:pt x="101" y="9"/>
                      <a:pt x="101" y="7"/>
                      <a:pt x="100" y="6"/>
                    </a:cubicBezTo>
                    <a:cubicBezTo>
                      <a:pt x="100" y="6"/>
                      <a:pt x="100" y="5"/>
                      <a:pt x="101" y="6"/>
                    </a:cubicBezTo>
                    <a:cubicBezTo>
                      <a:pt x="101" y="4"/>
                      <a:pt x="99" y="3"/>
                      <a:pt x="99" y="2"/>
                    </a:cubicBezTo>
                    <a:cubicBezTo>
                      <a:pt x="98" y="1"/>
                      <a:pt x="99" y="4"/>
                      <a:pt x="99" y="4"/>
                    </a:cubicBezTo>
                    <a:cubicBezTo>
                      <a:pt x="99" y="3"/>
                      <a:pt x="99" y="5"/>
                      <a:pt x="100" y="6"/>
                    </a:cubicBezTo>
                    <a:cubicBezTo>
                      <a:pt x="101" y="11"/>
                      <a:pt x="98" y="3"/>
                      <a:pt x="97" y="4"/>
                    </a:cubicBezTo>
                    <a:cubicBezTo>
                      <a:pt x="99" y="7"/>
                      <a:pt x="98" y="8"/>
                      <a:pt x="100" y="11"/>
                    </a:cubicBezTo>
                    <a:cubicBezTo>
                      <a:pt x="100" y="12"/>
                      <a:pt x="100" y="13"/>
                      <a:pt x="100" y="12"/>
                    </a:cubicBezTo>
                    <a:cubicBezTo>
                      <a:pt x="99" y="10"/>
                      <a:pt x="99" y="11"/>
                      <a:pt x="98" y="9"/>
                    </a:cubicBezTo>
                    <a:cubicBezTo>
                      <a:pt x="98" y="9"/>
                      <a:pt x="98" y="9"/>
                      <a:pt x="98" y="9"/>
                    </a:cubicBezTo>
                    <a:cubicBezTo>
                      <a:pt x="98" y="7"/>
                      <a:pt x="98" y="7"/>
                      <a:pt x="98" y="7"/>
                    </a:cubicBezTo>
                    <a:cubicBezTo>
                      <a:pt x="97" y="5"/>
                      <a:pt x="95" y="4"/>
                      <a:pt x="95" y="4"/>
                    </a:cubicBezTo>
                    <a:cubicBezTo>
                      <a:pt x="95" y="5"/>
                      <a:pt x="96" y="5"/>
                      <a:pt x="96" y="6"/>
                    </a:cubicBezTo>
                    <a:cubicBezTo>
                      <a:pt x="95" y="5"/>
                      <a:pt x="95" y="4"/>
                      <a:pt x="94" y="4"/>
                    </a:cubicBezTo>
                    <a:cubicBezTo>
                      <a:pt x="95" y="5"/>
                      <a:pt x="96" y="7"/>
                      <a:pt x="96" y="8"/>
                    </a:cubicBezTo>
                    <a:cubicBezTo>
                      <a:pt x="95" y="8"/>
                      <a:pt x="94" y="6"/>
                      <a:pt x="94" y="6"/>
                    </a:cubicBezTo>
                    <a:cubicBezTo>
                      <a:pt x="94" y="4"/>
                      <a:pt x="94" y="4"/>
                      <a:pt x="94" y="4"/>
                    </a:cubicBezTo>
                    <a:cubicBezTo>
                      <a:pt x="94" y="6"/>
                      <a:pt x="93" y="3"/>
                      <a:pt x="93" y="4"/>
                    </a:cubicBezTo>
                    <a:cubicBezTo>
                      <a:pt x="93" y="5"/>
                      <a:pt x="94" y="7"/>
                      <a:pt x="94" y="8"/>
                    </a:cubicBezTo>
                    <a:cubicBezTo>
                      <a:pt x="94" y="9"/>
                      <a:pt x="94" y="8"/>
                      <a:pt x="94" y="8"/>
                    </a:cubicBezTo>
                    <a:cubicBezTo>
                      <a:pt x="93" y="7"/>
                      <a:pt x="93" y="7"/>
                      <a:pt x="93" y="7"/>
                    </a:cubicBezTo>
                    <a:cubicBezTo>
                      <a:pt x="93" y="7"/>
                      <a:pt x="92" y="4"/>
                      <a:pt x="92" y="5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6"/>
                      <a:pt x="92" y="6"/>
                      <a:pt x="91" y="5"/>
                    </a:cubicBezTo>
                    <a:cubicBezTo>
                      <a:pt x="92" y="6"/>
                      <a:pt x="91" y="6"/>
                      <a:pt x="92" y="6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91" y="6"/>
                      <a:pt x="92" y="9"/>
                      <a:pt x="91" y="7"/>
                    </a:cubicBezTo>
                    <a:cubicBezTo>
                      <a:pt x="92" y="9"/>
                      <a:pt x="91" y="7"/>
                      <a:pt x="92" y="8"/>
                    </a:cubicBezTo>
                    <a:cubicBezTo>
                      <a:pt x="93" y="9"/>
                      <a:pt x="92" y="9"/>
                      <a:pt x="92" y="10"/>
                    </a:cubicBezTo>
                    <a:cubicBezTo>
                      <a:pt x="91" y="7"/>
                      <a:pt x="91" y="10"/>
                      <a:pt x="91" y="10"/>
                    </a:cubicBezTo>
                    <a:cubicBezTo>
                      <a:pt x="91" y="9"/>
                      <a:pt x="90" y="9"/>
                      <a:pt x="90" y="8"/>
                    </a:cubicBezTo>
                    <a:cubicBezTo>
                      <a:pt x="91" y="10"/>
                      <a:pt x="91" y="10"/>
                      <a:pt x="91" y="10"/>
                    </a:cubicBezTo>
                    <a:cubicBezTo>
                      <a:pt x="89" y="7"/>
                      <a:pt x="90" y="11"/>
                      <a:pt x="89" y="10"/>
                    </a:cubicBezTo>
                    <a:cubicBezTo>
                      <a:pt x="89" y="9"/>
                      <a:pt x="88" y="8"/>
                      <a:pt x="88" y="7"/>
                    </a:cubicBezTo>
                    <a:cubicBezTo>
                      <a:pt x="90" y="10"/>
                      <a:pt x="89" y="11"/>
                      <a:pt x="90" y="12"/>
                    </a:cubicBezTo>
                    <a:cubicBezTo>
                      <a:pt x="89" y="12"/>
                      <a:pt x="88" y="9"/>
                      <a:pt x="87" y="8"/>
                    </a:cubicBezTo>
                    <a:cubicBezTo>
                      <a:pt x="88" y="10"/>
                      <a:pt x="86" y="7"/>
                      <a:pt x="87" y="9"/>
                    </a:cubicBezTo>
                    <a:cubicBezTo>
                      <a:pt x="88" y="10"/>
                      <a:pt x="88" y="11"/>
                      <a:pt x="88" y="12"/>
                    </a:cubicBezTo>
                    <a:cubicBezTo>
                      <a:pt x="88" y="12"/>
                      <a:pt x="88" y="11"/>
                      <a:pt x="87" y="10"/>
                    </a:cubicBezTo>
                    <a:cubicBezTo>
                      <a:pt x="87" y="10"/>
                      <a:pt x="88" y="12"/>
                      <a:pt x="88" y="13"/>
                    </a:cubicBezTo>
                    <a:cubicBezTo>
                      <a:pt x="88" y="13"/>
                      <a:pt x="89" y="15"/>
                      <a:pt x="88" y="14"/>
                    </a:cubicBezTo>
                    <a:cubicBezTo>
                      <a:pt x="87" y="12"/>
                      <a:pt x="88" y="13"/>
                      <a:pt x="87" y="12"/>
                    </a:cubicBezTo>
                    <a:cubicBezTo>
                      <a:pt x="86" y="12"/>
                      <a:pt x="89" y="16"/>
                      <a:pt x="88" y="16"/>
                    </a:cubicBezTo>
                    <a:cubicBezTo>
                      <a:pt x="89" y="17"/>
                      <a:pt x="90" y="20"/>
                      <a:pt x="90" y="21"/>
                    </a:cubicBezTo>
                    <a:cubicBezTo>
                      <a:pt x="89" y="21"/>
                      <a:pt x="90" y="20"/>
                      <a:pt x="89" y="18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87" y="16"/>
                      <a:pt x="87" y="14"/>
                      <a:pt x="86" y="12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5" y="12"/>
                      <a:pt x="85" y="11"/>
                      <a:pt x="84" y="10"/>
                    </a:cubicBezTo>
                    <a:cubicBezTo>
                      <a:pt x="85" y="12"/>
                      <a:pt x="84" y="11"/>
                      <a:pt x="84" y="11"/>
                    </a:cubicBezTo>
                    <a:cubicBezTo>
                      <a:pt x="85" y="13"/>
                      <a:pt x="84" y="11"/>
                      <a:pt x="85" y="12"/>
                    </a:cubicBezTo>
                    <a:cubicBezTo>
                      <a:pt x="84" y="13"/>
                      <a:pt x="86" y="15"/>
                      <a:pt x="85" y="15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2" y="11"/>
                      <a:pt x="84" y="14"/>
                      <a:pt x="83" y="13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1" y="13"/>
                      <a:pt x="80" y="14"/>
                      <a:pt x="81" y="18"/>
                    </a:cubicBezTo>
                    <a:cubicBezTo>
                      <a:pt x="80" y="17"/>
                      <a:pt x="79" y="17"/>
                      <a:pt x="78" y="16"/>
                    </a:cubicBezTo>
                    <a:cubicBezTo>
                      <a:pt x="78" y="17"/>
                      <a:pt x="79" y="18"/>
                      <a:pt x="79" y="18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6" y="16"/>
                      <a:pt x="77" y="18"/>
                      <a:pt x="77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5" y="17"/>
                      <a:pt x="76" y="19"/>
                      <a:pt x="76" y="19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6" y="20"/>
                      <a:pt x="76" y="20"/>
                      <a:pt x="74" y="19"/>
                    </a:cubicBezTo>
                    <a:cubicBezTo>
                      <a:pt x="75" y="19"/>
                      <a:pt x="75" y="19"/>
                      <a:pt x="75" y="20"/>
                    </a:cubicBezTo>
                    <a:cubicBezTo>
                      <a:pt x="74" y="19"/>
                      <a:pt x="73" y="20"/>
                      <a:pt x="73" y="21"/>
                    </a:cubicBezTo>
                    <a:cubicBezTo>
                      <a:pt x="74" y="21"/>
                      <a:pt x="74" y="21"/>
                      <a:pt x="75" y="23"/>
                    </a:cubicBezTo>
                    <a:cubicBezTo>
                      <a:pt x="76" y="25"/>
                      <a:pt x="74" y="22"/>
                      <a:pt x="75" y="24"/>
                    </a:cubicBezTo>
                    <a:cubicBezTo>
                      <a:pt x="74" y="23"/>
                      <a:pt x="74" y="22"/>
                      <a:pt x="73" y="22"/>
                    </a:cubicBezTo>
                    <a:cubicBezTo>
                      <a:pt x="71" y="20"/>
                      <a:pt x="71" y="22"/>
                      <a:pt x="70" y="23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8" y="22"/>
                      <a:pt x="69" y="25"/>
                      <a:pt x="68" y="24"/>
                    </a:cubicBezTo>
                    <a:cubicBezTo>
                      <a:pt x="68" y="25"/>
                      <a:pt x="70" y="28"/>
                      <a:pt x="69" y="28"/>
                    </a:cubicBezTo>
                    <a:cubicBezTo>
                      <a:pt x="70" y="30"/>
                      <a:pt x="68" y="26"/>
                      <a:pt x="67" y="25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7" y="27"/>
                      <a:pt x="67" y="28"/>
                      <a:pt x="66" y="27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66" y="27"/>
                      <a:pt x="65" y="26"/>
                      <a:pt x="64" y="27"/>
                    </a:cubicBezTo>
                    <a:cubicBezTo>
                      <a:pt x="65" y="28"/>
                      <a:pt x="64" y="28"/>
                      <a:pt x="65" y="29"/>
                    </a:cubicBezTo>
                    <a:cubicBezTo>
                      <a:pt x="65" y="28"/>
                      <a:pt x="65" y="28"/>
                      <a:pt x="65" y="28"/>
                    </a:cubicBezTo>
                    <a:cubicBezTo>
                      <a:pt x="65" y="30"/>
                      <a:pt x="65" y="30"/>
                      <a:pt x="65" y="30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27"/>
                      <a:pt x="64" y="29"/>
                      <a:pt x="65" y="30"/>
                    </a:cubicBezTo>
                    <a:cubicBezTo>
                      <a:pt x="65" y="31"/>
                      <a:pt x="64" y="30"/>
                      <a:pt x="64" y="29"/>
                    </a:cubicBezTo>
                    <a:cubicBezTo>
                      <a:pt x="63" y="29"/>
                      <a:pt x="64" y="30"/>
                      <a:pt x="64" y="29"/>
                    </a:cubicBezTo>
                    <a:cubicBezTo>
                      <a:pt x="63" y="28"/>
                      <a:pt x="63" y="29"/>
                      <a:pt x="63" y="28"/>
                    </a:cubicBezTo>
                    <a:cubicBezTo>
                      <a:pt x="63" y="28"/>
                      <a:pt x="64" y="30"/>
                      <a:pt x="63" y="30"/>
                    </a:cubicBezTo>
                    <a:cubicBezTo>
                      <a:pt x="63" y="30"/>
                      <a:pt x="63" y="31"/>
                      <a:pt x="62" y="29"/>
                    </a:cubicBezTo>
                    <a:cubicBezTo>
                      <a:pt x="62" y="30"/>
                      <a:pt x="62" y="30"/>
                      <a:pt x="62" y="31"/>
                    </a:cubicBezTo>
                    <a:cubicBezTo>
                      <a:pt x="63" y="31"/>
                      <a:pt x="63" y="31"/>
                      <a:pt x="64" y="32"/>
                    </a:cubicBezTo>
                    <a:cubicBezTo>
                      <a:pt x="64" y="32"/>
                      <a:pt x="64" y="33"/>
                      <a:pt x="63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32"/>
                      <a:pt x="63" y="32"/>
                      <a:pt x="64" y="33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63" y="33"/>
                      <a:pt x="62" y="33"/>
                      <a:pt x="62" y="33"/>
                    </a:cubicBezTo>
                    <a:cubicBezTo>
                      <a:pt x="61" y="32"/>
                      <a:pt x="60" y="30"/>
                      <a:pt x="60" y="30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60" y="32"/>
                      <a:pt x="60" y="32"/>
                      <a:pt x="59" y="31"/>
                    </a:cubicBezTo>
                    <a:cubicBezTo>
                      <a:pt x="58" y="31"/>
                      <a:pt x="61" y="36"/>
                      <a:pt x="60" y="35"/>
                    </a:cubicBezTo>
                    <a:cubicBezTo>
                      <a:pt x="59" y="33"/>
                      <a:pt x="59" y="33"/>
                      <a:pt x="58" y="33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9" y="35"/>
                      <a:pt x="58" y="33"/>
                      <a:pt x="59" y="34"/>
                    </a:cubicBezTo>
                    <a:cubicBezTo>
                      <a:pt x="60" y="34"/>
                      <a:pt x="59" y="34"/>
                      <a:pt x="59" y="35"/>
                    </a:cubicBezTo>
                    <a:cubicBezTo>
                      <a:pt x="56" y="32"/>
                      <a:pt x="57" y="35"/>
                      <a:pt x="55" y="34"/>
                    </a:cubicBezTo>
                    <a:cubicBezTo>
                      <a:pt x="56" y="36"/>
                      <a:pt x="55" y="35"/>
                      <a:pt x="55" y="36"/>
                    </a:cubicBezTo>
                    <a:cubicBezTo>
                      <a:pt x="54" y="34"/>
                      <a:pt x="55" y="37"/>
                      <a:pt x="54" y="36"/>
                    </a:cubicBezTo>
                    <a:cubicBezTo>
                      <a:pt x="55" y="38"/>
                      <a:pt x="55" y="38"/>
                      <a:pt x="55" y="38"/>
                    </a:cubicBezTo>
                    <a:cubicBezTo>
                      <a:pt x="54" y="37"/>
                      <a:pt x="57" y="41"/>
                      <a:pt x="55" y="39"/>
                    </a:cubicBezTo>
                    <a:cubicBezTo>
                      <a:pt x="54" y="39"/>
                      <a:pt x="54" y="38"/>
                      <a:pt x="53" y="37"/>
                    </a:cubicBezTo>
                    <a:cubicBezTo>
                      <a:pt x="51" y="35"/>
                      <a:pt x="54" y="40"/>
                      <a:pt x="52" y="38"/>
                    </a:cubicBezTo>
                    <a:cubicBezTo>
                      <a:pt x="52" y="38"/>
                      <a:pt x="53" y="40"/>
                      <a:pt x="54" y="41"/>
                    </a:cubicBezTo>
                    <a:cubicBezTo>
                      <a:pt x="53" y="40"/>
                      <a:pt x="51" y="39"/>
                      <a:pt x="51" y="39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0" y="39"/>
                      <a:pt x="50" y="39"/>
                      <a:pt x="50" y="39"/>
                    </a:cubicBezTo>
                    <a:cubicBezTo>
                      <a:pt x="49" y="39"/>
                      <a:pt x="50" y="40"/>
                      <a:pt x="50" y="41"/>
                    </a:cubicBezTo>
                    <a:cubicBezTo>
                      <a:pt x="49" y="39"/>
                      <a:pt x="48" y="41"/>
                      <a:pt x="47" y="40"/>
                    </a:cubicBezTo>
                    <a:cubicBezTo>
                      <a:pt x="49" y="42"/>
                      <a:pt x="46" y="40"/>
                      <a:pt x="48" y="43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48" y="43"/>
                      <a:pt x="49" y="44"/>
                      <a:pt x="49" y="45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6" y="41"/>
                      <a:pt x="47" y="43"/>
                      <a:pt x="46" y="42"/>
                    </a:cubicBezTo>
                    <a:cubicBezTo>
                      <a:pt x="47" y="43"/>
                      <a:pt x="45" y="42"/>
                      <a:pt x="46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5"/>
                      <a:pt x="47" y="45"/>
                      <a:pt x="47" y="46"/>
                    </a:cubicBezTo>
                    <a:cubicBezTo>
                      <a:pt x="47" y="46"/>
                      <a:pt x="45" y="44"/>
                      <a:pt x="45" y="44"/>
                    </a:cubicBezTo>
                    <a:cubicBezTo>
                      <a:pt x="45" y="44"/>
                      <a:pt x="45" y="44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3" y="44"/>
                      <a:pt x="43" y="45"/>
                      <a:pt x="44" y="46"/>
                    </a:cubicBezTo>
                    <a:cubicBezTo>
                      <a:pt x="42" y="46"/>
                      <a:pt x="42" y="48"/>
                      <a:pt x="42" y="49"/>
                    </a:cubicBezTo>
                    <a:cubicBezTo>
                      <a:pt x="42" y="49"/>
                      <a:pt x="41" y="48"/>
                      <a:pt x="42" y="48"/>
                    </a:cubicBezTo>
                    <a:cubicBezTo>
                      <a:pt x="42" y="49"/>
                      <a:pt x="42" y="50"/>
                      <a:pt x="42" y="49"/>
                    </a:cubicBezTo>
                    <a:cubicBezTo>
                      <a:pt x="42" y="50"/>
                      <a:pt x="41" y="48"/>
                      <a:pt x="40" y="49"/>
                    </a:cubicBezTo>
                    <a:cubicBezTo>
                      <a:pt x="40" y="48"/>
                      <a:pt x="41" y="50"/>
                      <a:pt x="41" y="50"/>
                    </a:cubicBezTo>
                    <a:cubicBezTo>
                      <a:pt x="39" y="48"/>
                      <a:pt x="41" y="52"/>
                      <a:pt x="39" y="51"/>
                    </a:cubicBezTo>
                    <a:cubicBezTo>
                      <a:pt x="40" y="52"/>
                      <a:pt x="39" y="51"/>
                      <a:pt x="39" y="50"/>
                    </a:cubicBezTo>
                    <a:cubicBezTo>
                      <a:pt x="39" y="51"/>
                      <a:pt x="38" y="52"/>
                      <a:pt x="39" y="54"/>
                    </a:cubicBezTo>
                    <a:cubicBezTo>
                      <a:pt x="38" y="53"/>
                      <a:pt x="38" y="53"/>
                      <a:pt x="38" y="53"/>
                    </a:cubicBezTo>
                    <a:cubicBezTo>
                      <a:pt x="38" y="53"/>
                      <a:pt x="38" y="53"/>
                      <a:pt x="38" y="54"/>
                    </a:cubicBezTo>
                    <a:cubicBezTo>
                      <a:pt x="39" y="55"/>
                      <a:pt x="40" y="56"/>
                      <a:pt x="39" y="56"/>
                    </a:cubicBezTo>
                    <a:cubicBezTo>
                      <a:pt x="39" y="56"/>
                      <a:pt x="39" y="56"/>
                      <a:pt x="39" y="56"/>
                    </a:cubicBezTo>
                    <a:cubicBezTo>
                      <a:pt x="39" y="56"/>
                      <a:pt x="39" y="57"/>
                      <a:pt x="39" y="57"/>
                    </a:cubicBezTo>
                    <a:cubicBezTo>
                      <a:pt x="38" y="57"/>
                      <a:pt x="39" y="57"/>
                      <a:pt x="38" y="56"/>
                    </a:cubicBezTo>
                    <a:cubicBezTo>
                      <a:pt x="36" y="54"/>
                      <a:pt x="36" y="56"/>
                      <a:pt x="36" y="56"/>
                    </a:cubicBezTo>
                    <a:cubicBezTo>
                      <a:pt x="37" y="57"/>
                      <a:pt x="37" y="57"/>
                      <a:pt x="37" y="57"/>
                    </a:cubicBezTo>
                    <a:cubicBezTo>
                      <a:pt x="37" y="58"/>
                      <a:pt x="36" y="56"/>
                      <a:pt x="36" y="56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7" y="59"/>
                      <a:pt x="36" y="58"/>
                    </a:cubicBezTo>
                    <a:cubicBezTo>
                      <a:pt x="36" y="59"/>
                      <a:pt x="37" y="61"/>
                      <a:pt x="38" y="63"/>
                    </a:cubicBezTo>
                    <a:cubicBezTo>
                      <a:pt x="38" y="63"/>
                      <a:pt x="38" y="64"/>
                      <a:pt x="38" y="64"/>
                    </a:cubicBezTo>
                    <a:cubicBezTo>
                      <a:pt x="37" y="63"/>
                      <a:pt x="38" y="64"/>
                      <a:pt x="37" y="63"/>
                    </a:cubicBezTo>
                    <a:cubicBezTo>
                      <a:pt x="36" y="63"/>
                      <a:pt x="36" y="63"/>
                      <a:pt x="36" y="63"/>
                    </a:cubicBezTo>
                    <a:cubicBezTo>
                      <a:pt x="36" y="62"/>
                      <a:pt x="34" y="61"/>
                      <a:pt x="34" y="60"/>
                    </a:cubicBezTo>
                    <a:cubicBezTo>
                      <a:pt x="34" y="61"/>
                      <a:pt x="33" y="61"/>
                      <a:pt x="32" y="61"/>
                    </a:cubicBezTo>
                    <a:cubicBezTo>
                      <a:pt x="34" y="63"/>
                      <a:pt x="32" y="63"/>
                      <a:pt x="34" y="65"/>
                    </a:cubicBezTo>
                    <a:cubicBezTo>
                      <a:pt x="34" y="65"/>
                      <a:pt x="32" y="63"/>
                      <a:pt x="32" y="63"/>
                    </a:cubicBezTo>
                    <a:cubicBezTo>
                      <a:pt x="32" y="64"/>
                      <a:pt x="31" y="64"/>
                      <a:pt x="31" y="65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30" y="66"/>
                      <a:pt x="29" y="66"/>
                      <a:pt x="30" y="68"/>
                    </a:cubicBezTo>
                    <a:cubicBezTo>
                      <a:pt x="30" y="67"/>
                      <a:pt x="30" y="67"/>
                      <a:pt x="30" y="67"/>
                    </a:cubicBezTo>
                    <a:cubicBezTo>
                      <a:pt x="28" y="67"/>
                      <a:pt x="32" y="69"/>
                      <a:pt x="30" y="69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30" y="69"/>
                      <a:pt x="28" y="68"/>
                      <a:pt x="29" y="70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69"/>
                      <a:pt x="28" y="69"/>
                      <a:pt x="28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9"/>
                      <a:pt x="28" y="71"/>
                      <a:pt x="27" y="71"/>
                    </a:cubicBezTo>
                    <a:cubicBezTo>
                      <a:pt x="27" y="71"/>
                      <a:pt x="26" y="71"/>
                      <a:pt x="26" y="70"/>
                    </a:cubicBezTo>
                    <a:cubicBezTo>
                      <a:pt x="27" y="71"/>
                      <a:pt x="26" y="72"/>
                      <a:pt x="27" y="72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3" y="73"/>
                      <a:pt x="21" y="75"/>
                      <a:pt x="21" y="78"/>
                    </a:cubicBezTo>
                    <a:cubicBezTo>
                      <a:pt x="19" y="77"/>
                      <a:pt x="20" y="77"/>
                      <a:pt x="19" y="76"/>
                    </a:cubicBezTo>
                    <a:cubicBezTo>
                      <a:pt x="20" y="77"/>
                      <a:pt x="19" y="77"/>
                      <a:pt x="19" y="78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9" y="78"/>
                      <a:pt x="18" y="77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6" y="77"/>
                      <a:pt x="18" y="79"/>
                    </a:cubicBezTo>
                    <a:cubicBezTo>
                      <a:pt x="16" y="78"/>
                      <a:pt x="16" y="78"/>
                      <a:pt x="16" y="78"/>
                    </a:cubicBezTo>
                    <a:cubicBezTo>
                      <a:pt x="18" y="80"/>
                      <a:pt x="15" y="78"/>
                      <a:pt x="17" y="80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15" y="79"/>
                      <a:pt x="18" y="82"/>
                      <a:pt x="16" y="81"/>
                    </a:cubicBezTo>
                    <a:cubicBezTo>
                      <a:pt x="16" y="82"/>
                      <a:pt x="16" y="83"/>
                      <a:pt x="17" y="84"/>
                    </a:cubicBezTo>
                    <a:cubicBezTo>
                      <a:pt x="15" y="82"/>
                      <a:pt x="15" y="82"/>
                      <a:pt x="15" y="82"/>
                    </a:cubicBezTo>
                    <a:cubicBezTo>
                      <a:pt x="15" y="85"/>
                      <a:pt x="13" y="86"/>
                      <a:pt x="14" y="89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4" y="90"/>
                      <a:pt x="10" y="89"/>
                      <a:pt x="13" y="92"/>
                    </a:cubicBezTo>
                    <a:cubicBezTo>
                      <a:pt x="14" y="93"/>
                      <a:pt x="14" y="93"/>
                      <a:pt x="14" y="93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3" y="93"/>
                      <a:pt x="11" y="93"/>
                      <a:pt x="13" y="94"/>
                    </a:cubicBezTo>
                    <a:cubicBezTo>
                      <a:pt x="12" y="94"/>
                      <a:pt x="12" y="93"/>
                      <a:pt x="12" y="93"/>
                    </a:cubicBezTo>
                    <a:cubicBezTo>
                      <a:pt x="11" y="93"/>
                      <a:pt x="13" y="95"/>
                      <a:pt x="12" y="95"/>
                    </a:cubicBezTo>
                    <a:cubicBezTo>
                      <a:pt x="11" y="95"/>
                      <a:pt x="11" y="95"/>
                      <a:pt x="11" y="95"/>
                    </a:cubicBezTo>
                    <a:cubicBezTo>
                      <a:pt x="8" y="95"/>
                      <a:pt x="4" y="96"/>
                      <a:pt x="6" y="100"/>
                    </a:cubicBezTo>
                    <a:cubicBezTo>
                      <a:pt x="6" y="101"/>
                      <a:pt x="4" y="99"/>
                      <a:pt x="4" y="99"/>
                    </a:cubicBezTo>
                    <a:cubicBezTo>
                      <a:pt x="6" y="103"/>
                      <a:pt x="0" y="102"/>
                      <a:pt x="3" y="107"/>
                    </a:cubicBezTo>
                    <a:cubicBezTo>
                      <a:pt x="4" y="109"/>
                      <a:pt x="9" y="112"/>
                      <a:pt x="9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8" name="Freeform 163"/>
              <p:cNvSpPr/>
              <p:nvPr>
                <p:custDataLst>
                  <p:tags r:id="rId409"/>
                </p:custDataLst>
              </p:nvPr>
            </p:nvSpPr>
            <p:spPr bwMode="auto">
              <a:xfrm>
                <a:off x="4499" y="1925"/>
                <a:ext cx="3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9" name="Freeform 164"/>
              <p:cNvSpPr/>
              <p:nvPr>
                <p:custDataLst>
                  <p:tags r:id="rId410"/>
                </p:custDataLst>
              </p:nvPr>
            </p:nvSpPr>
            <p:spPr bwMode="auto">
              <a:xfrm>
                <a:off x="3914" y="1322"/>
                <a:ext cx="2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0" name="Freeform 165"/>
              <p:cNvSpPr/>
              <p:nvPr>
                <p:custDataLst>
                  <p:tags r:id="rId411"/>
                </p:custDataLst>
              </p:nvPr>
            </p:nvSpPr>
            <p:spPr bwMode="auto">
              <a:xfrm>
                <a:off x="3122" y="2198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0 w 2"/>
                  <a:gd name="T3" fmla="*/ 0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1" name="Freeform 166"/>
              <p:cNvSpPr/>
              <p:nvPr>
                <p:custDataLst>
                  <p:tags r:id="rId412"/>
                </p:custDataLst>
              </p:nvPr>
            </p:nvSpPr>
            <p:spPr bwMode="auto">
              <a:xfrm>
                <a:off x="3126" y="2183"/>
                <a:ext cx="3" cy="3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2" name="Freeform 167"/>
              <p:cNvSpPr/>
              <p:nvPr>
                <p:custDataLst>
                  <p:tags r:id="rId413"/>
                </p:custDataLst>
              </p:nvPr>
            </p:nvSpPr>
            <p:spPr bwMode="auto">
              <a:xfrm>
                <a:off x="3540" y="154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3" name="Freeform 168"/>
              <p:cNvSpPr/>
              <p:nvPr>
                <p:custDataLst>
                  <p:tags r:id="rId414"/>
                </p:custDataLst>
              </p:nvPr>
            </p:nvSpPr>
            <p:spPr bwMode="auto">
              <a:xfrm>
                <a:off x="3156" y="221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4" name="Freeform 169"/>
              <p:cNvSpPr/>
              <p:nvPr>
                <p:custDataLst>
                  <p:tags r:id="rId415"/>
                </p:custDataLst>
              </p:nvPr>
            </p:nvSpPr>
            <p:spPr bwMode="auto">
              <a:xfrm>
                <a:off x="3129" y="2183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5" name="Freeform 170"/>
              <p:cNvSpPr/>
              <p:nvPr>
                <p:custDataLst>
                  <p:tags r:id="rId416"/>
                </p:custDataLst>
              </p:nvPr>
            </p:nvSpPr>
            <p:spPr bwMode="auto">
              <a:xfrm>
                <a:off x="3129" y="21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6" name="Freeform 171"/>
              <p:cNvSpPr/>
              <p:nvPr>
                <p:custDataLst>
                  <p:tags r:id="rId417"/>
                </p:custDataLst>
              </p:nvPr>
            </p:nvSpPr>
            <p:spPr bwMode="auto">
              <a:xfrm>
                <a:off x="3129" y="219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7" name="Freeform 172"/>
              <p:cNvSpPr/>
              <p:nvPr>
                <p:custDataLst>
                  <p:tags r:id="rId418"/>
                </p:custDataLst>
              </p:nvPr>
            </p:nvSpPr>
            <p:spPr bwMode="auto">
              <a:xfrm>
                <a:off x="3205" y="2162"/>
                <a:ext cx="2" cy="9"/>
              </a:xfrm>
              <a:custGeom>
                <a:avLst/>
                <a:gdLst>
                  <a:gd name="T0" fmla="*/ 1 w 1"/>
                  <a:gd name="T1" fmla="*/ 2 h 4"/>
                  <a:gd name="T2" fmla="*/ 1 w 1"/>
                  <a:gd name="T3" fmla="*/ 0 h 4"/>
                  <a:gd name="T4" fmla="*/ 1 w 1"/>
                  <a:gd name="T5" fmla="*/ 4 h 4"/>
                  <a:gd name="T6" fmla="*/ 1 w 1"/>
                  <a:gd name="T7" fmla="*/ 4 h 4"/>
                  <a:gd name="T8" fmla="*/ 1 w 1"/>
                  <a:gd name="T9" fmla="*/ 3 h 4"/>
                  <a:gd name="T10" fmla="*/ 1 w 1"/>
                  <a:gd name="T1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4">
                    <a:moveTo>
                      <a:pt x="1" y="2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3"/>
                      <a:pt x="1" y="3"/>
                    </a:cubicBezTo>
                    <a:cubicBezTo>
                      <a:pt x="1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8" name="Freeform 173"/>
              <p:cNvSpPr/>
              <p:nvPr>
                <p:custDataLst>
                  <p:tags r:id="rId419"/>
                </p:custDataLst>
              </p:nvPr>
            </p:nvSpPr>
            <p:spPr bwMode="auto">
              <a:xfrm>
                <a:off x="3207" y="2166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9" name="Freeform 174"/>
              <p:cNvSpPr/>
              <p:nvPr>
                <p:custDataLst>
                  <p:tags r:id="rId420"/>
                </p:custDataLst>
              </p:nvPr>
            </p:nvSpPr>
            <p:spPr bwMode="auto">
              <a:xfrm>
                <a:off x="3207" y="216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0" name="Freeform 175"/>
              <p:cNvSpPr/>
              <p:nvPr>
                <p:custDataLst>
                  <p:tags r:id="rId421"/>
                </p:custDataLst>
              </p:nvPr>
            </p:nvSpPr>
            <p:spPr bwMode="auto">
              <a:xfrm>
                <a:off x="3194" y="2156"/>
                <a:ext cx="0" cy="6"/>
              </a:xfrm>
              <a:custGeom>
                <a:avLst/>
                <a:gdLst>
                  <a:gd name="T0" fmla="*/ 2 h 3"/>
                  <a:gd name="T1" fmla="*/ 2 h 3"/>
                  <a:gd name="T2" fmla="*/ 2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2"/>
                    </a:moveTo>
                    <a:cubicBezTo>
                      <a:pt x="0" y="0"/>
                      <a:pt x="0" y="2"/>
                      <a:pt x="0" y="2"/>
                    </a:cubicBezTo>
                    <a:cubicBezTo>
                      <a:pt x="0" y="3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1" name="Freeform 176"/>
              <p:cNvSpPr/>
              <p:nvPr>
                <p:custDataLst>
                  <p:tags r:id="rId422"/>
                </p:custDataLst>
              </p:nvPr>
            </p:nvSpPr>
            <p:spPr bwMode="auto">
              <a:xfrm>
                <a:off x="3209" y="219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2" name="Freeform 177"/>
              <p:cNvSpPr/>
              <p:nvPr>
                <p:custDataLst>
                  <p:tags r:id="rId423"/>
                </p:custDataLst>
              </p:nvPr>
            </p:nvSpPr>
            <p:spPr bwMode="auto">
              <a:xfrm>
                <a:off x="3472" y="20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3" name="Freeform 178"/>
              <p:cNvSpPr/>
              <p:nvPr>
                <p:custDataLst>
                  <p:tags r:id="rId424"/>
                </p:custDataLst>
              </p:nvPr>
            </p:nvSpPr>
            <p:spPr bwMode="auto">
              <a:xfrm>
                <a:off x="3201" y="215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4" name="Freeform 179"/>
              <p:cNvSpPr/>
              <p:nvPr>
                <p:custDataLst>
                  <p:tags r:id="rId425"/>
                </p:custDataLst>
              </p:nvPr>
            </p:nvSpPr>
            <p:spPr bwMode="auto">
              <a:xfrm>
                <a:off x="3211" y="219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0" y="2"/>
                      <a:pt x="0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5" name="Freeform 180"/>
              <p:cNvSpPr/>
              <p:nvPr>
                <p:custDataLst>
                  <p:tags r:id="rId426"/>
                </p:custDataLst>
              </p:nvPr>
            </p:nvSpPr>
            <p:spPr bwMode="auto">
              <a:xfrm>
                <a:off x="3317" y="2561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6" name="Freeform 181"/>
              <p:cNvSpPr/>
              <p:nvPr>
                <p:custDataLst>
                  <p:tags r:id="rId427"/>
                </p:custDataLst>
              </p:nvPr>
            </p:nvSpPr>
            <p:spPr bwMode="auto">
              <a:xfrm>
                <a:off x="3345" y="253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7" name="Freeform 182"/>
              <p:cNvSpPr/>
              <p:nvPr>
                <p:custDataLst>
                  <p:tags r:id="rId428"/>
                </p:custDataLst>
              </p:nvPr>
            </p:nvSpPr>
            <p:spPr bwMode="auto">
              <a:xfrm>
                <a:off x="3211" y="2192"/>
                <a:ext cx="2" cy="6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0 h 3"/>
                  <a:gd name="T4" fmla="*/ 0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8" name="Freeform 183"/>
              <p:cNvSpPr/>
              <p:nvPr>
                <p:custDataLst>
                  <p:tags r:id="rId429"/>
                </p:custDataLst>
              </p:nvPr>
            </p:nvSpPr>
            <p:spPr bwMode="auto">
              <a:xfrm>
                <a:off x="3266" y="2548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9" name="Freeform 184"/>
              <p:cNvSpPr/>
              <p:nvPr>
                <p:custDataLst>
                  <p:tags r:id="rId430"/>
                </p:custDataLst>
              </p:nvPr>
            </p:nvSpPr>
            <p:spPr bwMode="auto">
              <a:xfrm>
                <a:off x="3271" y="254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0" name="Freeform 185"/>
              <p:cNvSpPr/>
              <p:nvPr>
                <p:custDataLst>
                  <p:tags r:id="rId431"/>
                </p:custDataLst>
              </p:nvPr>
            </p:nvSpPr>
            <p:spPr bwMode="auto">
              <a:xfrm>
                <a:off x="3273" y="255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1" name="Freeform 186"/>
              <p:cNvSpPr/>
              <p:nvPr>
                <p:custDataLst>
                  <p:tags r:id="rId432"/>
                </p:custDataLst>
              </p:nvPr>
            </p:nvSpPr>
            <p:spPr bwMode="auto">
              <a:xfrm>
                <a:off x="3271" y="2557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2" name="Freeform 187"/>
              <p:cNvSpPr/>
              <p:nvPr>
                <p:custDataLst>
                  <p:tags r:id="rId433"/>
                </p:custDataLst>
              </p:nvPr>
            </p:nvSpPr>
            <p:spPr bwMode="auto">
              <a:xfrm>
                <a:off x="4616" y="188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3" name="Freeform 188"/>
              <p:cNvSpPr/>
              <p:nvPr>
                <p:custDataLst>
                  <p:tags r:id="rId434"/>
                </p:custDataLst>
              </p:nvPr>
            </p:nvSpPr>
            <p:spPr bwMode="auto">
              <a:xfrm>
                <a:off x="3175" y="2211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4" name="Freeform 189"/>
              <p:cNvSpPr/>
              <p:nvPr>
                <p:custDataLst>
                  <p:tags r:id="rId435"/>
                </p:custDataLst>
              </p:nvPr>
            </p:nvSpPr>
            <p:spPr bwMode="auto">
              <a:xfrm>
                <a:off x="3137" y="218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5" name="Freeform 190"/>
              <p:cNvSpPr/>
              <p:nvPr>
                <p:custDataLst>
                  <p:tags r:id="rId436"/>
                </p:custDataLst>
              </p:nvPr>
            </p:nvSpPr>
            <p:spPr bwMode="auto">
              <a:xfrm>
                <a:off x="3203" y="2166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1" y="1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6" name="Freeform 191"/>
              <p:cNvSpPr/>
              <p:nvPr>
                <p:custDataLst>
                  <p:tags r:id="rId437"/>
                </p:custDataLst>
              </p:nvPr>
            </p:nvSpPr>
            <p:spPr bwMode="auto">
              <a:xfrm>
                <a:off x="4497" y="192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7" name="Freeform 192"/>
              <p:cNvSpPr/>
              <p:nvPr>
                <p:custDataLst>
                  <p:tags r:id="rId438"/>
                </p:custDataLst>
              </p:nvPr>
            </p:nvSpPr>
            <p:spPr bwMode="auto">
              <a:xfrm>
                <a:off x="3082" y="2156"/>
                <a:ext cx="131" cy="91"/>
              </a:xfrm>
              <a:custGeom>
                <a:avLst/>
                <a:gdLst>
                  <a:gd name="T0" fmla="*/ 46 w 62"/>
                  <a:gd name="T1" fmla="*/ 23 h 43"/>
                  <a:gd name="T2" fmla="*/ 51 w 62"/>
                  <a:gd name="T3" fmla="*/ 20 h 43"/>
                  <a:gd name="T4" fmla="*/ 54 w 62"/>
                  <a:gd name="T5" fmla="*/ 19 h 43"/>
                  <a:gd name="T6" fmla="*/ 58 w 62"/>
                  <a:gd name="T7" fmla="*/ 21 h 43"/>
                  <a:gd name="T8" fmla="*/ 60 w 62"/>
                  <a:gd name="T9" fmla="*/ 20 h 43"/>
                  <a:gd name="T10" fmla="*/ 61 w 62"/>
                  <a:gd name="T11" fmla="*/ 16 h 43"/>
                  <a:gd name="T12" fmla="*/ 62 w 62"/>
                  <a:gd name="T13" fmla="*/ 13 h 43"/>
                  <a:gd name="T14" fmla="*/ 62 w 62"/>
                  <a:gd name="T15" fmla="*/ 11 h 43"/>
                  <a:gd name="T16" fmla="*/ 58 w 62"/>
                  <a:gd name="T17" fmla="*/ 12 h 43"/>
                  <a:gd name="T18" fmla="*/ 56 w 62"/>
                  <a:gd name="T19" fmla="*/ 9 h 43"/>
                  <a:gd name="T20" fmla="*/ 57 w 62"/>
                  <a:gd name="T21" fmla="*/ 2 h 43"/>
                  <a:gd name="T22" fmla="*/ 56 w 62"/>
                  <a:gd name="T23" fmla="*/ 2 h 43"/>
                  <a:gd name="T24" fmla="*/ 55 w 62"/>
                  <a:gd name="T25" fmla="*/ 5 h 43"/>
                  <a:gd name="T26" fmla="*/ 54 w 62"/>
                  <a:gd name="T27" fmla="*/ 3 h 43"/>
                  <a:gd name="T28" fmla="*/ 53 w 62"/>
                  <a:gd name="T29" fmla="*/ 8 h 43"/>
                  <a:gd name="T30" fmla="*/ 51 w 62"/>
                  <a:gd name="T31" fmla="*/ 3 h 43"/>
                  <a:gd name="T32" fmla="*/ 51 w 62"/>
                  <a:gd name="T33" fmla="*/ 1 h 43"/>
                  <a:gd name="T34" fmla="*/ 50 w 62"/>
                  <a:gd name="T35" fmla="*/ 4 h 43"/>
                  <a:gd name="T36" fmla="*/ 49 w 62"/>
                  <a:gd name="T37" fmla="*/ 2 h 43"/>
                  <a:gd name="T38" fmla="*/ 48 w 62"/>
                  <a:gd name="T39" fmla="*/ 7 h 43"/>
                  <a:gd name="T40" fmla="*/ 47 w 62"/>
                  <a:gd name="T41" fmla="*/ 12 h 43"/>
                  <a:gd name="T42" fmla="*/ 46 w 62"/>
                  <a:gd name="T43" fmla="*/ 7 h 43"/>
                  <a:gd name="T44" fmla="*/ 43 w 62"/>
                  <a:gd name="T45" fmla="*/ 7 h 43"/>
                  <a:gd name="T46" fmla="*/ 42 w 62"/>
                  <a:gd name="T47" fmla="*/ 7 h 43"/>
                  <a:gd name="T48" fmla="*/ 40 w 62"/>
                  <a:gd name="T49" fmla="*/ 8 h 43"/>
                  <a:gd name="T50" fmla="*/ 37 w 62"/>
                  <a:gd name="T51" fmla="*/ 9 h 43"/>
                  <a:gd name="T52" fmla="*/ 36 w 62"/>
                  <a:gd name="T53" fmla="*/ 10 h 43"/>
                  <a:gd name="T54" fmla="*/ 36 w 62"/>
                  <a:gd name="T55" fmla="*/ 10 h 43"/>
                  <a:gd name="T56" fmla="*/ 35 w 62"/>
                  <a:gd name="T57" fmla="*/ 12 h 43"/>
                  <a:gd name="T58" fmla="*/ 34 w 62"/>
                  <a:gd name="T59" fmla="*/ 10 h 43"/>
                  <a:gd name="T60" fmla="*/ 33 w 62"/>
                  <a:gd name="T61" fmla="*/ 12 h 43"/>
                  <a:gd name="T62" fmla="*/ 30 w 62"/>
                  <a:gd name="T63" fmla="*/ 11 h 43"/>
                  <a:gd name="T64" fmla="*/ 28 w 62"/>
                  <a:gd name="T65" fmla="*/ 12 h 43"/>
                  <a:gd name="T66" fmla="*/ 26 w 62"/>
                  <a:gd name="T67" fmla="*/ 12 h 43"/>
                  <a:gd name="T68" fmla="*/ 26 w 62"/>
                  <a:gd name="T69" fmla="*/ 14 h 43"/>
                  <a:gd name="T70" fmla="*/ 25 w 62"/>
                  <a:gd name="T71" fmla="*/ 13 h 43"/>
                  <a:gd name="T72" fmla="*/ 24 w 62"/>
                  <a:gd name="T73" fmla="*/ 15 h 43"/>
                  <a:gd name="T74" fmla="*/ 22 w 62"/>
                  <a:gd name="T75" fmla="*/ 16 h 43"/>
                  <a:gd name="T76" fmla="*/ 21 w 62"/>
                  <a:gd name="T77" fmla="*/ 17 h 43"/>
                  <a:gd name="T78" fmla="*/ 22 w 62"/>
                  <a:gd name="T79" fmla="*/ 25 h 43"/>
                  <a:gd name="T80" fmla="*/ 19 w 62"/>
                  <a:gd name="T81" fmla="*/ 21 h 43"/>
                  <a:gd name="T82" fmla="*/ 17 w 62"/>
                  <a:gd name="T83" fmla="*/ 23 h 43"/>
                  <a:gd name="T84" fmla="*/ 16 w 62"/>
                  <a:gd name="T85" fmla="*/ 23 h 43"/>
                  <a:gd name="T86" fmla="*/ 11 w 62"/>
                  <a:gd name="T87" fmla="*/ 24 h 43"/>
                  <a:gd name="T88" fmla="*/ 10 w 62"/>
                  <a:gd name="T89" fmla="*/ 24 h 43"/>
                  <a:gd name="T90" fmla="*/ 8 w 62"/>
                  <a:gd name="T91" fmla="*/ 31 h 43"/>
                  <a:gd name="T92" fmla="*/ 7 w 62"/>
                  <a:gd name="T93" fmla="*/ 32 h 43"/>
                  <a:gd name="T94" fmla="*/ 12 w 62"/>
                  <a:gd name="T95" fmla="*/ 41 h 43"/>
                  <a:gd name="T96" fmla="*/ 18 w 62"/>
                  <a:gd name="T97" fmla="*/ 38 h 43"/>
                  <a:gd name="T98" fmla="*/ 28 w 62"/>
                  <a:gd name="T99" fmla="*/ 27 h 43"/>
                  <a:gd name="T100" fmla="*/ 31 w 62"/>
                  <a:gd name="T101" fmla="*/ 31 h 43"/>
                  <a:gd name="T102" fmla="*/ 36 w 62"/>
                  <a:gd name="T103" fmla="*/ 29 h 43"/>
                  <a:gd name="T104" fmla="*/ 41 w 62"/>
                  <a:gd name="T105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2" h="43">
                    <a:moveTo>
                      <a:pt x="44" y="25"/>
                    </a:moveTo>
                    <a:cubicBezTo>
                      <a:pt x="44" y="25"/>
                      <a:pt x="44" y="26"/>
                      <a:pt x="44" y="26"/>
                    </a:cubicBezTo>
                    <a:cubicBezTo>
                      <a:pt x="44" y="26"/>
                      <a:pt x="44" y="26"/>
                      <a:pt x="45" y="27"/>
                    </a:cubicBezTo>
                    <a:cubicBezTo>
                      <a:pt x="45" y="26"/>
                      <a:pt x="45" y="25"/>
                      <a:pt x="45" y="25"/>
                    </a:cubicBezTo>
                    <a:cubicBezTo>
                      <a:pt x="46" y="27"/>
                      <a:pt x="46" y="25"/>
                      <a:pt x="46" y="26"/>
                    </a:cubicBezTo>
                    <a:cubicBezTo>
                      <a:pt x="46" y="24"/>
                      <a:pt x="46" y="22"/>
                      <a:pt x="46" y="23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4"/>
                      <a:pt x="48" y="27"/>
                      <a:pt x="48" y="2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9" y="23"/>
                      <a:pt x="50" y="25"/>
                      <a:pt x="50" y="22"/>
                    </a:cubicBezTo>
                    <a:cubicBezTo>
                      <a:pt x="50" y="23"/>
                      <a:pt x="51" y="23"/>
                      <a:pt x="51" y="23"/>
                    </a:cubicBezTo>
                    <a:cubicBezTo>
                      <a:pt x="51" y="22"/>
                      <a:pt x="51" y="22"/>
                      <a:pt x="51" y="20"/>
                    </a:cubicBezTo>
                    <a:cubicBezTo>
                      <a:pt x="51" y="20"/>
                      <a:pt x="52" y="21"/>
                      <a:pt x="52" y="21"/>
                    </a:cubicBezTo>
                    <a:cubicBezTo>
                      <a:pt x="52" y="22"/>
                      <a:pt x="52" y="24"/>
                      <a:pt x="52" y="22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53" y="22"/>
                      <a:pt x="53" y="20"/>
                      <a:pt x="53" y="21"/>
                    </a:cubicBezTo>
                    <a:cubicBezTo>
                      <a:pt x="54" y="20"/>
                      <a:pt x="54" y="20"/>
                      <a:pt x="54" y="18"/>
                    </a:cubicBezTo>
                    <a:cubicBezTo>
                      <a:pt x="54" y="18"/>
                      <a:pt x="54" y="20"/>
                      <a:pt x="54" y="19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21"/>
                      <a:pt x="55" y="20"/>
                      <a:pt x="56" y="19"/>
                    </a:cubicBezTo>
                    <a:cubicBezTo>
                      <a:pt x="56" y="22"/>
                      <a:pt x="56" y="19"/>
                      <a:pt x="57" y="21"/>
                    </a:cubicBezTo>
                    <a:cubicBezTo>
                      <a:pt x="57" y="19"/>
                      <a:pt x="57" y="21"/>
                      <a:pt x="58" y="18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8" y="20"/>
                      <a:pt x="58" y="20"/>
                      <a:pt x="58" y="21"/>
                    </a:cubicBezTo>
                    <a:cubicBezTo>
                      <a:pt x="58" y="21"/>
                      <a:pt x="59" y="19"/>
                      <a:pt x="59" y="18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19"/>
                      <a:pt x="60" y="17"/>
                      <a:pt x="60" y="15"/>
                    </a:cubicBezTo>
                    <a:cubicBezTo>
                      <a:pt x="60" y="16"/>
                      <a:pt x="60" y="15"/>
                      <a:pt x="60" y="16"/>
                    </a:cubicBezTo>
                    <a:cubicBezTo>
                      <a:pt x="60" y="17"/>
                      <a:pt x="59" y="19"/>
                      <a:pt x="59" y="20"/>
                    </a:cubicBezTo>
                    <a:cubicBezTo>
                      <a:pt x="59" y="21"/>
                      <a:pt x="60" y="18"/>
                      <a:pt x="60" y="20"/>
                    </a:cubicBezTo>
                    <a:cubicBezTo>
                      <a:pt x="60" y="20"/>
                      <a:pt x="60" y="20"/>
                      <a:pt x="60" y="18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0" y="20"/>
                      <a:pt x="60" y="20"/>
                      <a:pt x="60" y="19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2" y="15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2" y="15"/>
                      <a:pt x="62" y="14"/>
                      <a:pt x="62" y="16"/>
                    </a:cubicBezTo>
                    <a:cubicBezTo>
                      <a:pt x="61" y="17"/>
                      <a:pt x="61" y="18"/>
                      <a:pt x="61" y="19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6"/>
                      <a:pt x="62" y="16"/>
                      <a:pt x="62" y="14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4"/>
                      <a:pt x="62" y="12"/>
                      <a:pt x="61" y="14"/>
                    </a:cubicBezTo>
                    <a:cubicBezTo>
                      <a:pt x="61" y="15"/>
                      <a:pt x="61" y="15"/>
                      <a:pt x="61" y="15"/>
                    </a:cubicBezTo>
                    <a:cubicBezTo>
                      <a:pt x="61" y="15"/>
                      <a:pt x="60" y="17"/>
                      <a:pt x="61" y="15"/>
                    </a:cubicBezTo>
                    <a:cubicBezTo>
                      <a:pt x="61" y="13"/>
                      <a:pt x="61" y="13"/>
                      <a:pt x="61" y="13"/>
                    </a:cubicBezTo>
                    <a:cubicBezTo>
                      <a:pt x="61" y="13"/>
                      <a:pt x="61" y="14"/>
                      <a:pt x="61" y="14"/>
                    </a:cubicBezTo>
                    <a:cubicBezTo>
                      <a:pt x="62" y="11"/>
                      <a:pt x="62" y="11"/>
                      <a:pt x="62" y="11"/>
                    </a:cubicBezTo>
                    <a:cubicBezTo>
                      <a:pt x="61" y="15"/>
                      <a:pt x="61" y="12"/>
                      <a:pt x="60" y="13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1"/>
                      <a:pt x="60" y="14"/>
                      <a:pt x="60" y="14"/>
                    </a:cubicBezTo>
                    <a:cubicBezTo>
                      <a:pt x="60" y="13"/>
                      <a:pt x="61" y="11"/>
                      <a:pt x="61" y="10"/>
                    </a:cubicBezTo>
                    <a:cubicBezTo>
                      <a:pt x="60" y="10"/>
                      <a:pt x="59" y="12"/>
                      <a:pt x="59" y="10"/>
                    </a:cubicBezTo>
                    <a:cubicBezTo>
                      <a:pt x="59" y="10"/>
                      <a:pt x="59" y="11"/>
                      <a:pt x="58" y="12"/>
                    </a:cubicBezTo>
                    <a:cubicBezTo>
                      <a:pt x="58" y="12"/>
                      <a:pt x="59" y="9"/>
                      <a:pt x="58" y="11"/>
                    </a:cubicBezTo>
                    <a:cubicBezTo>
                      <a:pt x="58" y="10"/>
                      <a:pt x="58" y="9"/>
                      <a:pt x="59" y="8"/>
                    </a:cubicBezTo>
                    <a:cubicBezTo>
                      <a:pt x="58" y="9"/>
                      <a:pt x="58" y="8"/>
                      <a:pt x="58" y="10"/>
                    </a:cubicBezTo>
                    <a:cubicBezTo>
                      <a:pt x="58" y="9"/>
                      <a:pt x="57" y="9"/>
                      <a:pt x="57" y="9"/>
                    </a:cubicBezTo>
                    <a:cubicBezTo>
                      <a:pt x="57" y="9"/>
                      <a:pt x="57" y="8"/>
                      <a:pt x="57" y="7"/>
                    </a:cubicBezTo>
                    <a:cubicBezTo>
                      <a:pt x="57" y="8"/>
                      <a:pt x="56" y="9"/>
                      <a:pt x="56" y="9"/>
                    </a:cubicBezTo>
                    <a:cubicBezTo>
                      <a:pt x="56" y="11"/>
                      <a:pt x="56" y="11"/>
                      <a:pt x="56" y="12"/>
                    </a:cubicBezTo>
                    <a:cubicBezTo>
                      <a:pt x="56" y="13"/>
                      <a:pt x="56" y="13"/>
                      <a:pt x="56" y="13"/>
                    </a:cubicBezTo>
                    <a:cubicBezTo>
                      <a:pt x="56" y="11"/>
                      <a:pt x="56" y="9"/>
                      <a:pt x="56" y="9"/>
                    </a:cubicBezTo>
                    <a:cubicBezTo>
                      <a:pt x="56" y="6"/>
                      <a:pt x="56" y="9"/>
                      <a:pt x="56" y="6"/>
                    </a:cubicBezTo>
                    <a:cubicBezTo>
                      <a:pt x="56" y="4"/>
                      <a:pt x="57" y="4"/>
                      <a:pt x="57" y="5"/>
                    </a:cubicBezTo>
                    <a:cubicBezTo>
                      <a:pt x="58" y="3"/>
                      <a:pt x="57" y="5"/>
                      <a:pt x="57" y="2"/>
                    </a:cubicBezTo>
                    <a:cubicBezTo>
                      <a:pt x="57" y="3"/>
                      <a:pt x="57" y="4"/>
                      <a:pt x="56" y="4"/>
                    </a:cubicBezTo>
                    <a:cubicBezTo>
                      <a:pt x="56" y="5"/>
                      <a:pt x="56" y="6"/>
                      <a:pt x="56" y="7"/>
                    </a:cubicBezTo>
                    <a:cubicBezTo>
                      <a:pt x="56" y="9"/>
                      <a:pt x="56" y="5"/>
                      <a:pt x="56" y="5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3"/>
                      <a:pt x="55" y="5"/>
                      <a:pt x="55" y="5"/>
                    </a:cubicBezTo>
                    <a:cubicBezTo>
                      <a:pt x="55" y="1"/>
                      <a:pt x="56" y="4"/>
                      <a:pt x="56" y="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5" y="0"/>
                      <a:pt x="56" y="3"/>
                      <a:pt x="55" y="2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3"/>
                      <a:pt x="55" y="4"/>
                      <a:pt x="55" y="4"/>
                    </a:cubicBezTo>
                    <a:cubicBezTo>
                      <a:pt x="55" y="7"/>
                      <a:pt x="55" y="5"/>
                      <a:pt x="55" y="5"/>
                    </a:cubicBezTo>
                    <a:cubicBezTo>
                      <a:pt x="54" y="7"/>
                      <a:pt x="55" y="5"/>
                      <a:pt x="55" y="7"/>
                    </a:cubicBezTo>
                    <a:cubicBezTo>
                      <a:pt x="55" y="8"/>
                      <a:pt x="54" y="9"/>
                      <a:pt x="54" y="9"/>
                    </a:cubicBezTo>
                    <a:cubicBezTo>
                      <a:pt x="54" y="9"/>
                      <a:pt x="54" y="7"/>
                      <a:pt x="54" y="6"/>
                    </a:cubicBezTo>
                    <a:cubicBezTo>
                      <a:pt x="54" y="5"/>
                      <a:pt x="54" y="5"/>
                      <a:pt x="54" y="6"/>
                    </a:cubicBezTo>
                    <a:cubicBezTo>
                      <a:pt x="55" y="4"/>
                      <a:pt x="54" y="3"/>
                      <a:pt x="55" y="1"/>
                    </a:cubicBezTo>
                    <a:cubicBezTo>
                      <a:pt x="54" y="0"/>
                      <a:pt x="54" y="2"/>
                      <a:pt x="54" y="3"/>
                    </a:cubicBezTo>
                    <a:cubicBezTo>
                      <a:pt x="54" y="3"/>
                      <a:pt x="54" y="5"/>
                      <a:pt x="54" y="5"/>
                    </a:cubicBezTo>
                    <a:cubicBezTo>
                      <a:pt x="54" y="10"/>
                      <a:pt x="54" y="2"/>
                      <a:pt x="53" y="3"/>
                    </a:cubicBezTo>
                    <a:cubicBezTo>
                      <a:pt x="53" y="6"/>
                      <a:pt x="53" y="7"/>
                      <a:pt x="53" y="10"/>
                    </a:cubicBezTo>
                    <a:cubicBezTo>
                      <a:pt x="53" y="11"/>
                      <a:pt x="53" y="12"/>
                      <a:pt x="53" y="11"/>
                    </a:cubicBezTo>
                    <a:cubicBezTo>
                      <a:pt x="53" y="9"/>
                      <a:pt x="53" y="10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4"/>
                      <a:pt x="52" y="2"/>
                      <a:pt x="52" y="1"/>
                    </a:cubicBezTo>
                    <a:cubicBezTo>
                      <a:pt x="52" y="2"/>
                      <a:pt x="52" y="3"/>
                      <a:pt x="52" y="4"/>
                    </a:cubicBezTo>
                    <a:cubicBezTo>
                      <a:pt x="52" y="3"/>
                      <a:pt x="52" y="2"/>
                      <a:pt x="52" y="2"/>
                    </a:cubicBezTo>
                    <a:cubicBezTo>
                      <a:pt x="52" y="3"/>
                      <a:pt x="52" y="5"/>
                      <a:pt x="52" y="5"/>
                    </a:cubicBezTo>
                    <a:cubicBezTo>
                      <a:pt x="52" y="5"/>
                      <a:pt x="51" y="3"/>
                      <a:pt x="51" y="3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3"/>
                      <a:pt x="52" y="0"/>
                      <a:pt x="51" y="1"/>
                    </a:cubicBezTo>
                    <a:cubicBezTo>
                      <a:pt x="51" y="2"/>
                      <a:pt x="51" y="4"/>
                      <a:pt x="51" y="5"/>
                    </a:cubicBezTo>
                    <a:cubicBezTo>
                      <a:pt x="51" y="6"/>
                      <a:pt x="51" y="4"/>
                      <a:pt x="51" y="5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4"/>
                      <a:pt x="51" y="0"/>
                      <a:pt x="51" y="1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2"/>
                      <a:pt x="51" y="2"/>
                      <a:pt x="51" y="1"/>
                    </a:cubicBezTo>
                    <a:cubicBezTo>
                      <a:pt x="51" y="2"/>
                      <a:pt x="50" y="2"/>
                      <a:pt x="50" y="2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2"/>
                      <a:pt x="50" y="4"/>
                      <a:pt x="50" y="2"/>
                    </a:cubicBezTo>
                    <a:cubicBezTo>
                      <a:pt x="50" y="5"/>
                      <a:pt x="50" y="2"/>
                      <a:pt x="50" y="4"/>
                    </a:cubicBezTo>
                    <a:cubicBezTo>
                      <a:pt x="51" y="5"/>
                      <a:pt x="50" y="5"/>
                      <a:pt x="50" y="6"/>
                    </a:cubicBezTo>
                    <a:cubicBezTo>
                      <a:pt x="50" y="3"/>
                      <a:pt x="50" y="5"/>
                      <a:pt x="50" y="5"/>
                    </a:cubicBezTo>
                    <a:cubicBezTo>
                      <a:pt x="50" y="4"/>
                      <a:pt x="49" y="4"/>
                      <a:pt x="49" y="3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9" y="6"/>
                      <a:pt x="49" y="5"/>
                    </a:cubicBezTo>
                    <a:cubicBezTo>
                      <a:pt x="49" y="4"/>
                      <a:pt x="49" y="2"/>
                      <a:pt x="49" y="2"/>
                    </a:cubicBezTo>
                    <a:cubicBezTo>
                      <a:pt x="49" y="4"/>
                      <a:pt x="49" y="5"/>
                      <a:pt x="49" y="7"/>
                    </a:cubicBezTo>
                    <a:cubicBezTo>
                      <a:pt x="48" y="6"/>
                      <a:pt x="49" y="4"/>
                      <a:pt x="48" y="2"/>
                    </a:cubicBezTo>
                    <a:cubicBezTo>
                      <a:pt x="48" y="4"/>
                      <a:pt x="48" y="0"/>
                      <a:pt x="48" y="3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5"/>
                      <a:pt x="48" y="4"/>
                    </a:cubicBezTo>
                    <a:cubicBezTo>
                      <a:pt x="48" y="4"/>
                      <a:pt x="48" y="6"/>
                      <a:pt x="48" y="7"/>
                    </a:cubicBezTo>
                    <a:cubicBezTo>
                      <a:pt x="48" y="6"/>
                      <a:pt x="48" y="9"/>
                      <a:pt x="47" y="7"/>
                    </a:cubicBezTo>
                    <a:cubicBezTo>
                      <a:pt x="47" y="6"/>
                      <a:pt x="48" y="7"/>
                      <a:pt x="48" y="5"/>
                    </a:cubicBezTo>
                    <a:cubicBezTo>
                      <a:pt x="47" y="5"/>
                      <a:pt x="48" y="9"/>
                      <a:pt x="47" y="10"/>
                    </a:cubicBezTo>
                    <a:cubicBezTo>
                      <a:pt x="48" y="11"/>
                      <a:pt x="48" y="14"/>
                      <a:pt x="48" y="15"/>
                    </a:cubicBezTo>
                    <a:cubicBezTo>
                      <a:pt x="47" y="14"/>
                      <a:pt x="48" y="14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9"/>
                      <a:pt x="47" y="7"/>
                      <a:pt x="47" y="5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5"/>
                      <a:pt x="46" y="3"/>
                      <a:pt x="46" y="4"/>
                    </a:cubicBezTo>
                    <a:cubicBezTo>
                      <a:pt x="46" y="6"/>
                      <a:pt x="46" y="3"/>
                      <a:pt x="46" y="5"/>
                    </a:cubicBezTo>
                    <a:cubicBezTo>
                      <a:pt x="46" y="5"/>
                      <a:pt x="47" y="8"/>
                      <a:pt x="46" y="7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3"/>
                      <a:pt x="46" y="6"/>
                      <a:pt x="46" y="5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5" y="4"/>
                      <a:pt x="44" y="4"/>
                      <a:pt x="44" y="8"/>
                    </a:cubicBezTo>
                    <a:cubicBezTo>
                      <a:pt x="44" y="6"/>
                      <a:pt x="43" y="6"/>
                      <a:pt x="43" y="5"/>
                    </a:cubicBezTo>
                    <a:cubicBezTo>
                      <a:pt x="43" y="6"/>
                      <a:pt x="43" y="7"/>
                      <a:pt x="43" y="7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2" y="4"/>
                      <a:pt x="42" y="6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4"/>
                      <a:pt x="42" y="7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8"/>
                      <a:pt x="42" y="8"/>
                      <a:pt x="41" y="6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6"/>
                      <a:pt x="41" y="6"/>
                      <a:pt x="40" y="7"/>
                    </a:cubicBezTo>
                    <a:cubicBezTo>
                      <a:pt x="41" y="7"/>
                      <a:pt x="41" y="8"/>
                      <a:pt x="41" y="9"/>
                    </a:cubicBezTo>
                    <a:cubicBezTo>
                      <a:pt x="41" y="12"/>
                      <a:pt x="41" y="9"/>
                      <a:pt x="41" y="1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5"/>
                      <a:pt x="39" y="7"/>
                      <a:pt x="39" y="7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8" y="6"/>
                      <a:pt x="38" y="8"/>
                      <a:pt x="38" y="8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13"/>
                      <a:pt x="38" y="9"/>
                      <a:pt x="37" y="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9"/>
                      <a:pt x="37" y="10"/>
                      <a:pt x="37" y="9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6" y="9"/>
                      <a:pt x="36" y="8"/>
                      <a:pt x="36" y="8"/>
                    </a:cubicBezTo>
                    <a:cubicBezTo>
                      <a:pt x="36" y="10"/>
                      <a:pt x="36" y="9"/>
                      <a:pt x="36" y="10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8"/>
                      <a:pt x="36" y="10"/>
                      <a:pt x="36" y="11"/>
                    </a:cubicBezTo>
                    <a:cubicBezTo>
                      <a:pt x="36" y="12"/>
                      <a:pt x="36" y="11"/>
                      <a:pt x="35" y="10"/>
                    </a:cubicBezTo>
                    <a:cubicBezTo>
                      <a:pt x="35" y="9"/>
                      <a:pt x="36" y="10"/>
                      <a:pt x="36" y="10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9"/>
                      <a:pt x="36" y="10"/>
                      <a:pt x="35" y="10"/>
                    </a:cubicBezTo>
                    <a:cubicBezTo>
                      <a:pt x="35" y="10"/>
                      <a:pt x="35" y="10"/>
                      <a:pt x="35" y="9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11"/>
                      <a:pt x="35" y="11"/>
                      <a:pt x="35" y="12"/>
                    </a:cubicBezTo>
                    <a:cubicBezTo>
                      <a:pt x="35" y="12"/>
                      <a:pt x="35" y="13"/>
                      <a:pt x="35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4" y="11"/>
                      <a:pt x="34" y="9"/>
                      <a:pt x="33" y="9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1"/>
                      <a:pt x="33" y="10"/>
                      <a:pt x="33" y="9"/>
                    </a:cubicBezTo>
                    <a:cubicBezTo>
                      <a:pt x="33" y="8"/>
                      <a:pt x="34" y="14"/>
                      <a:pt x="33" y="13"/>
                    </a:cubicBezTo>
                    <a:cubicBezTo>
                      <a:pt x="33" y="11"/>
                      <a:pt x="33" y="10"/>
                      <a:pt x="32" y="10"/>
                    </a:cubicBezTo>
                    <a:cubicBezTo>
                      <a:pt x="33" y="10"/>
                      <a:pt x="33" y="11"/>
                      <a:pt x="33" y="11"/>
                    </a:cubicBezTo>
                    <a:cubicBezTo>
                      <a:pt x="33" y="12"/>
                      <a:pt x="32" y="10"/>
                      <a:pt x="33" y="11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2" y="8"/>
                      <a:pt x="32" y="11"/>
                      <a:pt x="31" y="9"/>
                    </a:cubicBezTo>
                    <a:cubicBezTo>
                      <a:pt x="31" y="12"/>
                      <a:pt x="31" y="10"/>
                      <a:pt x="31" y="11"/>
                    </a:cubicBezTo>
                    <a:cubicBezTo>
                      <a:pt x="30" y="9"/>
                      <a:pt x="31" y="12"/>
                      <a:pt x="30" y="10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2" y="16"/>
                      <a:pt x="31" y="13"/>
                    </a:cubicBezTo>
                    <a:cubicBezTo>
                      <a:pt x="30" y="13"/>
                      <a:pt x="30" y="12"/>
                      <a:pt x="30" y="11"/>
                    </a:cubicBezTo>
                    <a:cubicBezTo>
                      <a:pt x="29" y="9"/>
                      <a:pt x="30" y="14"/>
                      <a:pt x="29" y="11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29" y="12"/>
                      <a:pt x="29" y="11"/>
                    </a:cubicBezTo>
                    <a:cubicBezTo>
                      <a:pt x="29" y="12"/>
                      <a:pt x="29" y="13"/>
                      <a:pt x="29" y="12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1"/>
                      <a:pt x="28" y="12"/>
                    </a:cubicBezTo>
                    <a:cubicBezTo>
                      <a:pt x="28" y="11"/>
                      <a:pt x="28" y="12"/>
                      <a:pt x="27" y="11"/>
                    </a:cubicBezTo>
                    <a:cubicBezTo>
                      <a:pt x="28" y="13"/>
                      <a:pt x="26" y="10"/>
                      <a:pt x="27" y="13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7" y="13"/>
                      <a:pt x="28" y="15"/>
                      <a:pt x="28" y="15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6" y="11"/>
                      <a:pt x="27" y="13"/>
                      <a:pt x="26" y="12"/>
                    </a:cubicBezTo>
                    <a:cubicBezTo>
                      <a:pt x="27" y="13"/>
                      <a:pt x="26" y="12"/>
                      <a:pt x="26" y="13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6" y="15"/>
                      <a:pt x="26" y="13"/>
                      <a:pt x="26" y="13"/>
                    </a:cubicBezTo>
                    <a:cubicBezTo>
                      <a:pt x="25" y="12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4" y="11"/>
                      <a:pt x="25" y="13"/>
                      <a:pt x="25" y="13"/>
                    </a:cubicBezTo>
                    <a:cubicBezTo>
                      <a:pt x="24" y="12"/>
                      <a:pt x="24" y="14"/>
                      <a:pt x="24" y="15"/>
                    </a:cubicBezTo>
                    <a:cubicBezTo>
                      <a:pt x="24" y="15"/>
                      <a:pt x="24" y="14"/>
                      <a:pt x="24" y="14"/>
                    </a:cubicBezTo>
                    <a:cubicBezTo>
                      <a:pt x="24" y="15"/>
                      <a:pt x="24" y="16"/>
                      <a:pt x="24" y="15"/>
                    </a:cubicBezTo>
                    <a:cubicBezTo>
                      <a:pt x="24" y="16"/>
                      <a:pt x="23" y="14"/>
                      <a:pt x="23" y="14"/>
                    </a:cubicBezTo>
                    <a:cubicBezTo>
                      <a:pt x="23" y="14"/>
                      <a:pt x="24" y="15"/>
                      <a:pt x="24" y="15"/>
                    </a:cubicBezTo>
                    <a:cubicBezTo>
                      <a:pt x="23" y="13"/>
                      <a:pt x="23" y="17"/>
                      <a:pt x="23" y="15"/>
                    </a:cubicBezTo>
                    <a:cubicBezTo>
                      <a:pt x="23" y="15"/>
                      <a:pt x="22" y="14"/>
                      <a:pt x="22" y="14"/>
                    </a:cubicBezTo>
                    <a:cubicBezTo>
                      <a:pt x="22" y="15"/>
                      <a:pt x="22" y="16"/>
                      <a:pt x="23" y="17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7"/>
                    </a:cubicBezTo>
                    <a:cubicBezTo>
                      <a:pt x="23" y="18"/>
                      <a:pt x="23" y="20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20"/>
                      <a:pt x="22" y="19"/>
                    </a:cubicBezTo>
                    <a:cubicBezTo>
                      <a:pt x="21" y="16"/>
                      <a:pt x="21" y="17"/>
                      <a:pt x="21" y="17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7"/>
                      <a:pt x="21" y="17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1" y="20"/>
                      <a:pt x="21" y="19"/>
                    </a:cubicBezTo>
                    <a:cubicBezTo>
                      <a:pt x="21" y="20"/>
                      <a:pt x="22" y="22"/>
                      <a:pt x="22" y="24"/>
                    </a:cubicBezTo>
                    <a:cubicBezTo>
                      <a:pt x="22" y="24"/>
                      <a:pt x="22" y="25"/>
                      <a:pt x="22" y="25"/>
                    </a:cubicBezTo>
                    <a:cubicBezTo>
                      <a:pt x="21" y="24"/>
                      <a:pt x="22" y="25"/>
                      <a:pt x="22" y="24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20" y="20"/>
                      <a:pt x="20" y="19"/>
                    </a:cubicBezTo>
                    <a:cubicBezTo>
                      <a:pt x="20" y="20"/>
                      <a:pt x="19" y="19"/>
                      <a:pt x="19" y="19"/>
                    </a:cubicBezTo>
                    <a:cubicBezTo>
                      <a:pt x="20" y="22"/>
                      <a:pt x="19" y="21"/>
                      <a:pt x="20" y="23"/>
                    </a:cubicBezTo>
                    <a:cubicBezTo>
                      <a:pt x="20" y="24"/>
                      <a:pt x="19" y="21"/>
                      <a:pt x="19" y="21"/>
                    </a:cubicBezTo>
                    <a:cubicBezTo>
                      <a:pt x="19" y="22"/>
                      <a:pt x="18" y="21"/>
                      <a:pt x="18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7" y="21"/>
                      <a:pt x="18" y="24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22"/>
                      <a:pt x="19" y="25"/>
                      <a:pt x="18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4"/>
                      <a:pt x="16" y="22"/>
                      <a:pt x="17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6" y="23"/>
                      <a:pt x="17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2"/>
                      <a:pt x="17" y="25"/>
                      <a:pt x="16" y="24"/>
                    </a:cubicBezTo>
                    <a:cubicBezTo>
                      <a:pt x="16" y="24"/>
                      <a:pt x="16" y="23"/>
                      <a:pt x="16" y="23"/>
                    </a:cubicBezTo>
                    <a:cubicBezTo>
                      <a:pt x="16" y="24"/>
                      <a:pt x="16" y="24"/>
                      <a:pt x="16" y="2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3"/>
                      <a:pt x="13" y="23"/>
                      <a:pt x="13" y="26"/>
                    </a:cubicBezTo>
                    <a:cubicBezTo>
                      <a:pt x="11" y="24"/>
                      <a:pt x="12" y="24"/>
                      <a:pt x="11" y="23"/>
                    </a:cubicBezTo>
                    <a:cubicBezTo>
                      <a:pt x="12" y="25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5"/>
                      <a:pt x="11" y="23"/>
                      <a:pt x="11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6"/>
                      <a:pt x="10" y="22"/>
                      <a:pt x="11" y="25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6"/>
                      <a:pt x="9" y="23"/>
                      <a:pt x="10" y="25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9" y="24"/>
                      <a:pt x="11" y="27"/>
                      <a:pt x="10" y="25"/>
                    </a:cubicBezTo>
                    <a:cubicBezTo>
                      <a:pt x="10" y="26"/>
                      <a:pt x="10" y="26"/>
                      <a:pt x="11" y="28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8" y="27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9" y="31"/>
                      <a:pt x="6" y="27"/>
                      <a:pt x="8" y="31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2"/>
                      <a:pt x="7" y="31"/>
                      <a:pt x="8" y="32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8" y="33"/>
                      <a:pt x="8" y="33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5" y="30"/>
                      <a:pt x="2" y="29"/>
                      <a:pt x="4" y="33"/>
                    </a:cubicBezTo>
                    <a:cubicBezTo>
                      <a:pt x="4" y="33"/>
                      <a:pt x="3" y="31"/>
                      <a:pt x="3" y="31"/>
                    </a:cubicBezTo>
                    <a:cubicBezTo>
                      <a:pt x="4" y="34"/>
                      <a:pt x="0" y="30"/>
                      <a:pt x="2" y="35"/>
                    </a:cubicBezTo>
                    <a:cubicBezTo>
                      <a:pt x="3" y="36"/>
                      <a:pt x="6" y="41"/>
                      <a:pt x="6" y="41"/>
                    </a:cubicBezTo>
                    <a:cubicBezTo>
                      <a:pt x="6" y="39"/>
                      <a:pt x="9" y="40"/>
                      <a:pt x="11" y="42"/>
                    </a:cubicBezTo>
                    <a:cubicBezTo>
                      <a:pt x="11" y="41"/>
                      <a:pt x="11" y="40"/>
                      <a:pt x="12" y="41"/>
                    </a:cubicBezTo>
                    <a:cubicBezTo>
                      <a:pt x="13" y="40"/>
                      <a:pt x="17" y="43"/>
                      <a:pt x="17" y="40"/>
                    </a:cubicBezTo>
                    <a:cubicBezTo>
                      <a:pt x="17" y="40"/>
                      <a:pt x="16" y="39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37"/>
                      <a:pt x="17" y="39"/>
                      <a:pt x="17" y="39"/>
                    </a:cubicBezTo>
                    <a:cubicBezTo>
                      <a:pt x="17" y="39"/>
                      <a:pt x="18" y="38"/>
                      <a:pt x="18" y="38"/>
                    </a:cubicBezTo>
                    <a:cubicBezTo>
                      <a:pt x="18" y="36"/>
                      <a:pt x="19" y="38"/>
                      <a:pt x="18" y="36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18" y="36"/>
                      <a:pt x="18" y="35"/>
                      <a:pt x="20" y="38"/>
                    </a:cubicBezTo>
                    <a:cubicBezTo>
                      <a:pt x="22" y="39"/>
                      <a:pt x="23" y="37"/>
                      <a:pt x="25" y="37"/>
                    </a:cubicBezTo>
                    <a:cubicBezTo>
                      <a:pt x="26" y="35"/>
                      <a:pt x="27" y="33"/>
                      <a:pt x="29" y="32"/>
                    </a:cubicBezTo>
                    <a:cubicBezTo>
                      <a:pt x="28" y="28"/>
                      <a:pt x="29" y="30"/>
                      <a:pt x="28" y="27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26"/>
                      <a:pt x="29" y="28"/>
                      <a:pt x="30" y="29"/>
                    </a:cubicBezTo>
                    <a:cubicBezTo>
                      <a:pt x="29" y="28"/>
                      <a:pt x="30" y="29"/>
                      <a:pt x="29" y="27"/>
                    </a:cubicBezTo>
                    <a:cubicBezTo>
                      <a:pt x="29" y="25"/>
                      <a:pt x="30" y="30"/>
                      <a:pt x="30" y="29"/>
                    </a:cubicBezTo>
                    <a:cubicBezTo>
                      <a:pt x="30" y="29"/>
                      <a:pt x="30" y="27"/>
                      <a:pt x="30" y="28"/>
                    </a:cubicBezTo>
                    <a:cubicBezTo>
                      <a:pt x="30" y="26"/>
                      <a:pt x="30" y="29"/>
                      <a:pt x="31" y="31"/>
                    </a:cubicBezTo>
                    <a:cubicBezTo>
                      <a:pt x="32" y="30"/>
                      <a:pt x="32" y="28"/>
                      <a:pt x="33" y="29"/>
                    </a:cubicBezTo>
                    <a:cubicBezTo>
                      <a:pt x="33" y="29"/>
                      <a:pt x="33" y="27"/>
                      <a:pt x="33" y="27"/>
                    </a:cubicBezTo>
                    <a:cubicBezTo>
                      <a:pt x="34" y="30"/>
                      <a:pt x="33" y="26"/>
                      <a:pt x="33" y="27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4" y="30"/>
                      <a:pt x="34" y="28"/>
                      <a:pt x="35" y="29"/>
                    </a:cubicBezTo>
                    <a:cubicBezTo>
                      <a:pt x="35" y="28"/>
                      <a:pt x="36" y="30"/>
                      <a:pt x="36" y="29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6" y="26"/>
                      <a:pt x="37" y="31"/>
                      <a:pt x="37" y="29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8" y="29"/>
                      <a:pt x="39" y="29"/>
                      <a:pt x="40" y="27"/>
                    </a:cubicBezTo>
                    <a:cubicBezTo>
                      <a:pt x="40" y="27"/>
                      <a:pt x="41" y="30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8"/>
                      <a:pt x="42" y="28"/>
                    </a:cubicBezTo>
                    <a:cubicBezTo>
                      <a:pt x="42" y="27"/>
                      <a:pt x="42" y="28"/>
                      <a:pt x="43" y="28"/>
                    </a:cubicBezTo>
                    <a:cubicBezTo>
                      <a:pt x="43" y="28"/>
                      <a:pt x="43" y="27"/>
                      <a:pt x="42" y="27"/>
                    </a:cubicBezTo>
                    <a:cubicBezTo>
                      <a:pt x="43" y="29"/>
                      <a:pt x="43" y="26"/>
                      <a:pt x="44" y="27"/>
                    </a:cubicBezTo>
                    <a:cubicBezTo>
                      <a:pt x="43" y="24"/>
                      <a:pt x="44" y="26"/>
                      <a:pt x="4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8" name="Freeform 193"/>
              <p:cNvSpPr/>
              <p:nvPr>
                <p:custDataLst>
                  <p:tags r:id="rId439"/>
                </p:custDataLst>
              </p:nvPr>
            </p:nvSpPr>
            <p:spPr bwMode="auto">
              <a:xfrm>
                <a:off x="3192" y="2160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9" name="Freeform 194"/>
              <p:cNvSpPr/>
              <p:nvPr>
                <p:custDataLst>
                  <p:tags r:id="rId440"/>
                </p:custDataLst>
              </p:nvPr>
            </p:nvSpPr>
            <p:spPr bwMode="auto">
              <a:xfrm>
                <a:off x="3146" y="2177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0" name="Freeform 195"/>
              <p:cNvSpPr/>
              <p:nvPr>
                <p:custDataLst>
                  <p:tags r:id="rId441"/>
                </p:custDataLst>
              </p:nvPr>
            </p:nvSpPr>
            <p:spPr bwMode="auto">
              <a:xfrm>
                <a:off x="3264" y="185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0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1" name="Freeform 196"/>
              <p:cNvSpPr/>
              <p:nvPr>
                <p:custDataLst>
                  <p:tags r:id="rId442"/>
                </p:custDataLst>
              </p:nvPr>
            </p:nvSpPr>
            <p:spPr bwMode="auto">
              <a:xfrm>
                <a:off x="3209" y="1836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0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2" name="Freeform 197"/>
              <p:cNvSpPr/>
              <p:nvPr>
                <p:custDataLst>
                  <p:tags r:id="rId443"/>
                </p:custDataLst>
              </p:nvPr>
            </p:nvSpPr>
            <p:spPr bwMode="auto">
              <a:xfrm>
                <a:off x="3343" y="24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3" name="Freeform 198"/>
              <p:cNvSpPr/>
              <p:nvPr>
                <p:custDataLst>
                  <p:tags r:id="rId444"/>
                </p:custDataLst>
              </p:nvPr>
            </p:nvSpPr>
            <p:spPr bwMode="auto">
              <a:xfrm>
                <a:off x="3186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4" name="Freeform 199"/>
              <p:cNvSpPr/>
              <p:nvPr>
                <p:custDataLst>
                  <p:tags r:id="rId445"/>
                </p:custDataLst>
              </p:nvPr>
            </p:nvSpPr>
            <p:spPr bwMode="auto">
              <a:xfrm>
                <a:off x="3188" y="182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5" name="Freeform 200"/>
              <p:cNvSpPr/>
              <p:nvPr>
                <p:custDataLst>
                  <p:tags r:id="rId446"/>
                </p:custDataLst>
              </p:nvPr>
            </p:nvSpPr>
            <p:spPr bwMode="auto">
              <a:xfrm>
                <a:off x="3184" y="1833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6" name="Freeform 201"/>
              <p:cNvSpPr/>
              <p:nvPr>
                <p:custDataLst>
                  <p:tags r:id="rId447"/>
                </p:custDataLst>
              </p:nvPr>
            </p:nvSpPr>
            <p:spPr bwMode="auto">
              <a:xfrm>
                <a:off x="3351" y="2465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7" name="Freeform 202"/>
              <p:cNvSpPr/>
              <p:nvPr>
                <p:custDataLst>
                  <p:tags r:id="rId448"/>
                </p:custDataLst>
              </p:nvPr>
            </p:nvSpPr>
            <p:spPr bwMode="auto">
              <a:xfrm>
                <a:off x="3173" y="1831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0 h 5"/>
                  <a:gd name="T4" fmla="*/ 0 w 2"/>
                  <a:gd name="T5" fmla="*/ 5 h 5"/>
                  <a:gd name="T6" fmla="*/ 2 w 2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8" name="Freeform 203"/>
              <p:cNvSpPr/>
              <p:nvPr>
                <p:custDataLst>
                  <p:tags r:id="rId449"/>
                </p:custDataLst>
              </p:nvPr>
            </p:nvSpPr>
            <p:spPr bwMode="auto">
              <a:xfrm>
                <a:off x="3536" y="1554"/>
                <a:ext cx="8" cy="2"/>
              </a:xfrm>
              <a:custGeom>
                <a:avLst/>
                <a:gdLst>
                  <a:gd name="T0" fmla="*/ 0 w 4"/>
                  <a:gd name="T1" fmla="*/ 1 h 1"/>
                  <a:gd name="T2" fmla="*/ 0 w 4"/>
                  <a:gd name="T3" fmla="*/ 1 h 1"/>
                  <a:gd name="T4" fmla="*/ 1 w 4"/>
                  <a:gd name="T5" fmla="*/ 1 h 1"/>
                  <a:gd name="T6" fmla="*/ 2 w 4"/>
                  <a:gd name="T7" fmla="*/ 0 h 1"/>
                  <a:gd name="T8" fmla="*/ 4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2" y="1"/>
                      <a:pt x="3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3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9" name="Freeform 204"/>
              <p:cNvSpPr/>
              <p:nvPr>
                <p:custDataLst>
                  <p:tags r:id="rId450"/>
                </p:custDataLst>
              </p:nvPr>
            </p:nvSpPr>
            <p:spPr bwMode="auto">
              <a:xfrm>
                <a:off x="3538" y="155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grpSp>
          <p:nvGrpSpPr>
            <p:cNvPr id="58" name="Group 406"/>
            <p:cNvGrpSpPr/>
            <p:nvPr/>
          </p:nvGrpSpPr>
          <p:grpSpPr bwMode="auto">
            <a:xfrm>
              <a:off x="3112" y="1551"/>
              <a:ext cx="1462" cy="1559"/>
              <a:chOff x="3112" y="1551"/>
              <a:chExt cx="1462" cy="1559"/>
            </a:xfrm>
            <a:grpFill/>
          </p:grpSpPr>
          <p:sp>
            <p:nvSpPr>
              <p:cNvPr id="118" name="Freeform 206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3534" y="1558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9" name="Freeform 207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3513" y="1581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0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1" y="1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0" name="Freeform 208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3513" y="1579"/>
                <a:ext cx="6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1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1" name="Freeform 209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3536" y="1551"/>
                <a:ext cx="4" cy="3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  <a:gd name="T4" fmla="*/ 2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2" name="Freeform 210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3112" y="1810"/>
                <a:ext cx="161" cy="87"/>
              </a:xfrm>
              <a:custGeom>
                <a:avLst/>
                <a:gdLst>
                  <a:gd name="T0" fmla="*/ 12 w 76"/>
                  <a:gd name="T1" fmla="*/ 18 h 41"/>
                  <a:gd name="T2" fmla="*/ 22 w 76"/>
                  <a:gd name="T3" fmla="*/ 26 h 41"/>
                  <a:gd name="T4" fmla="*/ 33 w 76"/>
                  <a:gd name="T5" fmla="*/ 25 h 41"/>
                  <a:gd name="T6" fmla="*/ 37 w 76"/>
                  <a:gd name="T7" fmla="*/ 28 h 41"/>
                  <a:gd name="T8" fmla="*/ 43 w 76"/>
                  <a:gd name="T9" fmla="*/ 32 h 41"/>
                  <a:gd name="T10" fmla="*/ 48 w 76"/>
                  <a:gd name="T11" fmla="*/ 35 h 41"/>
                  <a:gd name="T12" fmla="*/ 53 w 76"/>
                  <a:gd name="T13" fmla="*/ 33 h 41"/>
                  <a:gd name="T14" fmla="*/ 60 w 76"/>
                  <a:gd name="T15" fmla="*/ 35 h 41"/>
                  <a:gd name="T16" fmla="*/ 63 w 76"/>
                  <a:gd name="T17" fmla="*/ 36 h 41"/>
                  <a:gd name="T18" fmla="*/ 67 w 76"/>
                  <a:gd name="T19" fmla="*/ 40 h 41"/>
                  <a:gd name="T20" fmla="*/ 69 w 76"/>
                  <a:gd name="T21" fmla="*/ 40 h 41"/>
                  <a:gd name="T22" fmla="*/ 72 w 76"/>
                  <a:gd name="T23" fmla="*/ 38 h 41"/>
                  <a:gd name="T24" fmla="*/ 74 w 76"/>
                  <a:gd name="T25" fmla="*/ 36 h 41"/>
                  <a:gd name="T26" fmla="*/ 75 w 76"/>
                  <a:gd name="T27" fmla="*/ 34 h 41"/>
                  <a:gd name="T28" fmla="*/ 71 w 76"/>
                  <a:gd name="T29" fmla="*/ 33 h 41"/>
                  <a:gd name="T30" fmla="*/ 72 w 76"/>
                  <a:gd name="T31" fmla="*/ 31 h 41"/>
                  <a:gd name="T32" fmla="*/ 71 w 76"/>
                  <a:gd name="T33" fmla="*/ 29 h 41"/>
                  <a:gd name="T34" fmla="*/ 73 w 76"/>
                  <a:gd name="T35" fmla="*/ 25 h 41"/>
                  <a:gd name="T36" fmla="*/ 75 w 76"/>
                  <a:gd name="T37" fmla="*/ 22 h 41"/>
                  <a:gd name="T38" fmla="*/ 71 w 76"/>
                  <a:gd name="T39" fmla="*/ 25 h 41"/>
                  <a:gd name="T40" fmla="*/ 67 w 76"/>
                  <a:gd name="T41" fmla="*/ 28 h 41"/>
                  <a:gd name="T42" fmla="*/ 70 w 76"/>
                  <a:gd name="T43" fmla="*/ 22 h 41"/>
                  <a:gd name="T44" fmla="*/ 69 w 76"/>
                  <a:gd name="T45" fmla="*/ 23 h 41"/>
                  <a:gd name="T46" fmla="*/ 70 w 76"/>
                  <a:gd name="T47" fmla="*/ 20 h 41"/>
                  <a:gd name="T48" fmla="*/ 68 w 76"/>
                  <a:gd name="T49" fmla="*/ 20 h 41"/>
                  <a:gd name="T50" fmla="*/ 67 w 76"/>
                  <a:gd name="T51" fmla="*/ 19 h 41"/>
                  <a:gd name="T52" fmla="*/ 62 w 76"/>
                  <a:gd name="T53" fmla="*/ 24 h 41"/>
                  <a:gd name="T54" fmla="*/ 66 w 76"/>
                  <a:gd name="T55" fmla="*/ 18 h 41"/>
                  <a:gd name="T56" fmla="*/ 65 w 76"/>
                  <a:gd name="T57" fmla="*/ 18 h 41"/>
                  <a:gd name="T58" fmla="*/ 60 w 76"/>
                  <a:gd name="T59" fmla="*/ 17 h 41"/>
                  <a:gd name="T60" fmla="*/ 58 w 76"/>
                  <a:gd name="T61" fmla="*/ 17 h 41"/>
                  <a:gd name="T62" fmla="*/ 55 w 76"/>
                  <a:gd name="T63" fmla="*/ 15 h 41"/>
                  <a:gd name="T64" fmla="*/ 53 w 76"/>
                  <a:gd name="T65" fmla="*/ 16 h 41"/>
                  <a:gd name="T66" fmla="*/ 53 w 76"/>
                  <a:gd name="T67" fmla="*/ 15 h 41"/>
                  <a:gd name="T68" fmla="*/ 52 w 76"/>
                  <a:gd name="T69" fmla="*/ 14 h 41"/>
                  <a:gd name="T70" fmla="*/ 50 w 76"/>
                  <a:gd name="T71" fmla="*/ 16 h 41"/>
                  <a:gd name="T72" fmla="*/ 49 w 76"/>
                  <a:gd name="T73" fmla="*/ 13 h 41"/>
                  <a:gd name="T74" fmla="*/ 47 w 76"/>
                  <a:gd name="T75" fmla="*/ 12 h 41"/>
                  <a:gd name="T76" fmla="*/ 45 w 76"/>
                  <a:gd name="T77" fmla="*/ 12 h 41"/>
                  <a:gd name="T78" fmla="*/ 43 w 76"/>
                  <a:gd name="T79" fmla="*/ 11 h 41"/>
                  <a:gd name="T80" fmla="*/ 40 w 76"/>
                  <a:gd name="T81" fmla="*/ 13 h 41"/>
                  <a:gd name="T82" fmla="*/ 40 w 76"/>
                  <a:gd name="T83" fmla="*/ 11 h 41"/>
                  <a:gd name="T84" fmla="*/ 40 w 76"/>
                  <a:gd name="T85" fmla="*/ 11 h 41"/>
                  <a:gd name="T86" fmla="*/ 37 w 76"/>
                  <a:gd name="T87" fmla="*/ 10 h 41"/>
                  <a:gd name="T88" fmla="*/ 34 w 76"/>
                  <a:gd name="T89" fmla="*/ 13 h 41"/>
                  <a:gd name="T90" fmla="*/ 31 w 76"/>
                  <a:gd name="T91" fmla="*/ 14 h 41"/>
                  <a:gd name="T92" fmla="*/ 31 w 76"/>
                  <a:gd name="T93" fmla="*/ 10 h 41"/>
                  <a:gd name="T94" fmla="*/ 26 w 76"/>
                  <a:gd name="T95" fmla="*/ 12 h 41"/>
                  <a:gd name="T96" fmla="*/ 24 w 76"/>
                  <a:gd name="T97" fmla="*/ 12 h 41"/>
                  <a:gd name="T98" fmla="*/ 20 w 76"/>
                  <a:gd name="T99" fmla="*/ 9 h 41"/>
                  <a:gd name="T100" fmla="*/ 20 w 76"/>
                  <a:gd name="T101" fmla="*/ 7 h 41"/>
                  <a:gd name="T102" fmla="*/ 18 w 76"/>
                  <a:gd name="T103" fmla="*/ 6 h 41"/>
                  <a:gd name="T104" fmla="*/ 11 w 76"/>
                  <a:gd name="T105" fmla="*/ 8 h 41"/>
                  <a:gd name="T106" fmla="*/ 4 w 76"/>
                  <a:gd name="T10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6" h="41">
                    <a:moveTo>
                      <a:pt x="3" y="15"/>
                    </a:moveTo>
                    <a:cubicBezTo>
                      <a:pt x="4" y="15"/>
                      <a:pt x="5" y="15"/>
                      <a:pt x="5" y="16"/>
                    </a:cubicBezTo>
                    <a:cubicBezTo>
                      <a:pt x="7" y="16"/>
                      <a:pt x="8" y="22"/>
                      <a:pt x="11" y="21"/>
                    </a:cubicBezTo>
                    <a:cubicBezTo>
                      <a:pt x="11" y="20"/>
                      <a:pt x="11" y="19"/>
                      <a:pt x="12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3" y="18"/>
                      <a:pt x="12" y="20"/>
                      <a:pt x="11" y="20"/>
                    </a:cubicBezTo>
                    <a:cubicBezTo>
                      <a:pt x="12" y="21"/>
                      <a:pt x="13" y="20"/>
                      <a:pt x="14" y="21"/>
                    </a:cubicBezTo>
                    <a:cubicBezTo>
                      <a:pt x="15" y="19"/>
                      <a:pt x="15" y="21"/>
                      <a:pt x="15" y="19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19"/>
                      <a:pt x="16" y="19"/>
                      <a:pt x="16" y="22"/>
                    </a:cubicBezTo>
                    <a:cubicBezTo>
                      <a:pt x="17" y="25"/>
                      <a:pt x="20" y="24"/>
                      <a:pt x="22" y="26"/>
                    </a:cubicBezTo>
                    <a:cubicBezTo>
                      <a:pt x="24" y="27"/>
                      <a:pt x="27" y="26"/>
                      <a:pt x="30" y="26"/>
                    </a:cubicBezTo>
                    <a:cubicBezTo>
                      <a:pt x="31" y="23"/>
                      <a:pt x="31" y="25"/>
                      <a:pt x="33" y="22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2"/>
                      <a:pt x="33" y="24"/>
                      <a:pt x="33" y="25"/>
                    </a:cubicBezTo>
                    <a:cubicBezTo>
                      <a:pt x="33" y="24"/>
                      <a:pt x="33" y="25"/>
                      <a:pt x="34" y="23"/>
                    </a:cubicBezTo>
                    <a:cubicBezTo>
                      <a:pt x="34" y="22"/>
                      <a:pt x="33" y="26"/>
                      <a:pt x="33" y="25"/>
                    </a:cubicBezTo>
                    <a:cubicBezTo>
                      <a:pt x="33" y="26"/>
                      <a:pt x="34" y="24"/>
                      <a:pt x="34" y="24"/>
                    </a:cubicBezTo>
                    <a:cubicBezTo>
                      <a:pt x="35" y="23"/>
                      <a:pt x="33" y="25"/>
                      <a:pt x="33" y="28"/>
                    </a:cubicBezTo>
                    <a:cubicBezTo>
                      <a:pt x="34" y="27"/>
                      <a:pt x="36" y="26"/>
                      <a:pt x="37" y="27"/>
                    </a:cubicBezTo>
                    <a:cubicBezTo>
                      <a:pt x="36" y="28"/>
                      <a:pt x="37" y="26"/>
                      <a:pt x="37" y="26"/>
                    </a:cubicBezTo>
                    <a:cubicBezTo>
                      <a:pt x="36" y="29"/>
                      <a:pt x="38" y="25"/>
                      <a:pt x="37" y="27"/>
                    </a:cubicBezTo>
                    <a:cubicBezTo>
                      <a:pt x="37" y="27"/>
                      <a:pt x="37" y="27"/>
                      <a:pt x="37" y="28"/>
                    </a:cubicBezTo>
                    <a:cubicBezTo>
                      <a:pt x="37" y="29"/>
                      <a:pt x="38" y="27"/>
                      <a:pt x="38" y="29"/>
                    </a:cubicBezTo>
                    <a:cubicBezTo>
                      <a:pt x="39" y="28"/>
                      <a:pt x="38" y="31"/>
                      <a:pt x="39" y="29"/>
                    </a:cubicBezTo>
                    <a:cubicBezTo>
                      <a:pt x="38" y="31"/>
                      <a:pt x="39" y="30"/>
                      <a:pt x="38" y="31"/>
                    </a:cubicBezTo>
                    <a:cubicBezTo>
                      <a:pt x="40" y="28"/>
                      <a:pt x="38" y="33"/>
                      <a:pt x="40" y="30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1" y="31"/>
                      <a:pt x="41" y="33"/>
                      <a:pt x="43" y="32"/>
                    </a:cubicBezTo>
                    <a:cubicBezTo>
                      <a:pt x="44" y="31"/>
                      <a:pt x="43" y="35"/>
                      <a:pt x="44" y="34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2"/>
                      <a:pt x="45" y="33"/>
                      <a:pt x="45" y="34"/>
                    </a:cubicBezTo>
                    <a:cubicBezTo>
                      <a:pt x="46" y="33"/>
                      <a:pt x="45" y="34"/>
                      <a:pt x="46" y="35"/>
                    </a:cubicBezTo>
                    <a:cubicBezTo>
                      <a:pt x="46" y="34"/>
                      <a:pt x="46" y="34"/>
                      <a:pt x="47" y="33"/>
                    </a:cubicBezTo>
                    <a:cubicBezTo>
                      <a:pt x="46" y="36"/>
                      <a:pt x="48" y="33"/>
                      <a:pt x="48" y="35"/>
                    </a:cubicBezTo>
                    <a:cubicBezTo>
                      <a:pt x="49" y="32"/>
                      <a:pt x="49" y="33"/>
                      <a:pt x="49" y="33"/>
                    </a:cubicBezTo>
                    <a:cubicBezTo>
                      <a:pt x="49" y="33"/>
                      <a:pt x="49" y="34"/>
                      <a:pt x="48" y="34"/>
                    </a:cubicBezTo>
                    <a:cubicBezTo>
                      <a:pt x="49" y="34"/>
                      <a:pt x="49" y="34"/>
                      <a:pt x="49" y="35"/>
                    </a:cubicBezTo>
                    <a:cubicBezTo>
                      <a:pt x="50" y="35"/>
                      <a:pt x="51" y="33"/>
                      <a:pt x="50" y="34"/>
                    </a:cubicBezTo>
                    <a:cubicBezTo>
                      <a:pt x="49" y="36"/>
                      <a:pt x="51" y="34"/>
                      <a:pt x="51" y="35"/>
                    </a:cubicBezTo>
                    <a:cubicBezTo>
                      <a:pt x="52" y="33"/>
                      <a:pt x="53" y="32"/>
                      <a:pt x="53" y="33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3" y="34"/>
                      <a:pt x="52" y="37"/>
                      <a:pt x="55" y="35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6" y="35"/>
                      <a:pt x="55" y="38"/>
                      <a:pt x="58" y="35"/>
                    </a:cubicBezTo>
                    <a:cubicBezTo>
                      <a:pt x="57" y="36"/>
                      <a:pt x="57" y="37"/>
                      <a:pt x="57" y="37"/>
                    </a:cubicBezTo>
                    <a:cubicBezTo>
                      <a:pt x="58" y="36"/>
                      <a:pt x="58" y="36"/>
                      <a:pt x="60" y="35"/>
                    </a:cubicBezTo>
                    <a:cubicBezTo>
                      <a:pt x="60" y="35"/>
                      <a:pt x="59" y="36"/>
                      <a:pt x="59" y="36"/>
                    </a:cubicBezTo>
                    <a:cubicBezTo>
                      <a:pt x="59" y="37"/>
                      <a:pt x="58" y="39"/>
                      <a:pt x="60" y="37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60" y="37"/>
                      <a:pt x="62" y="36"/>
                      <a:pt x="61" y="38"/>
                    </a:cubicBezTo>
                    <a:cubicBezTo>
                      <a:pt x="62" y="37"/>
                      <a:pt x="62" y="36"/>
                      <a:pt x="63" y="35"/>
                    </a:cubicBezTo>
                    <a:cubicBezTo>
                      <a:pt x="64" y="35"/>
                      <a:pt x="62" y="37"/>
                      <a:pt x="63" y="36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2" y="38"/>
                      <a:pt x="63" y="38"/>
                      <a:pt x="64" y="38"/>
                    </a:cubicBezTo>
                    <a:cubicBezTo>
                      <a:pt x="63" y="40"/>
                      <a:pt x="65" y="38"/>
                      <a:pt x="65" y="39"/>
                    </a:cubicBezTo>
                    <a:cubicBezTo>
                      <a:pt x="66" y="38"/>
                      <a:pt x="65" y="40"/>
                      <a:pt x="67" y="38"/>
                    </a:cubicBezTo>
                    <a:cubicBezTo>
                      <a:pt x="66" y="39"/>
                      <a:pt x="66" y="39"/>
                      <a:pt x="66" y="39"/>
                    </a:cubicBezTo>
                    <a:cubicBezTo>
                      <a:pt x="66" y="39"/>
                      <a:pt x="67" y="40"/>
                      <a:pt x="67" y="40"/>
                    </a:cubicBezTo>
                    <a:cubicBezTo>
                      <a:pt x="67" y="41"/>
                      <a:pt x="68" y="39"/>
                      <a:pt x="69" y="39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8" y="39"/>
                      <a:pt x="70" y="38"/>
                      <a:pt x="71" y="37"/>
                    </a:cubicBezTo>
                    <a:cubicBezTo>
                      <a:pt x="71" y="38"/>
                      <a:pt x="71" y="37"/>
                      <a:pt x="71" y="38"/>
                    </a:cubicBezTo>
                    <a:cubicBezTo>
                      <a:pt x="70" y="38"/>
                      <a:pt x="69" y="39"/>
                      <a:pt x="68" y="41"/>
                    </a:cubicBezTo>
                    <a:cubicBezTo>
                      <a:pt x="67" y="41"/>
                      <a:pt x="70" y="39"/>
                      <a:pt x="69" y="40"/>
                    </a:cubicBezTo>
                    <a:cubicBezTo>
                      <a:pt x="69" y="41"/>
                      <a:pt x="69" y="41"/>
                      <a:pt x="70" y="39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69" y="41"/>
                      <a:pt x="69" y="41"/>
                      <a:pt x="70" y="40"/>
                    </a:cubicBezTo>
                    <a:cubicBezTo>
                      <a:pt x="70" y="41"/>
                      <a:pt x="70" y="40"/>
                      <a:pt x="70" y="40"/>
                    </a:cubicBezTo>
                    <a:cubicBezTo>
                      <a:pt x="71" y="39"/>
                      <a:pt x="71" y="39"/>
                      <a:pt x="73" y="38"/>
                    </a:cubicBezTo>
                    <a:cubicBezTo>
                      <a:pt x="72" y="38"/>
                      <a:pt x="72" y="38"/>
                      <a:pt x="72" y="38"/>
                    </a:cubicBezTo>
                    <a:cubicBezTo>
                      <a:pt x="73" y="37"/>
                      <a:pt x="74" y="37"/>
                      <a:pt x="73" y="38"/>
                    </a:cubicBezTo>
                    <a:cubicBezTo>
                      <a:pt x="72" y="39"/>
                      <a:pt x="71" y="40"/>
                      <a:pt x="70" y="40"/>
                    </a:cubicBezTo>
                    <a:cubicBezTo>
                      <a:pt x="74" y="38"/>
                      <a:pt x="74" y="38"/>
                      <a:pt x="74" y="38"/>
                    </a:cubicBezTo>
                    <a:cubicBezTo>
                      <a:pt x="73" y="39"/>
                      <a:pt x="73" y="38"/>
                      <a:pt x="74" y="37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36"/>
                      <a:pt x="74" y="36"/>
                      <a:pt x="74" y="36"/>
                    </a:cubicBezTo>
                    <a:cubicBezTo>
                      <a:pt x="74" y="37"/>
                      <a:pt x="75" y="35"/>
                      <a:pt x="73" y="36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7"/>
                      <a:pt x="71" y="39"/>
                      <a:pt x="72" y="37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5" y="34"/>
                      <a:pt x="75" y="34"/>
                      <a:pt x="75" y="34"/>
                    </a:cubicBezTo>
                    <a:cubicBezTo>
                      <a:pt x="72" y="37"/>
                      <a:pt x="73" y="35"/>
                      <a:pt x="73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4" y="34"/>
                      <a:pt x="72" y="36"/>
                      <a:pt x="72" y="36"/>
                    </a:cubicBezTo>
                    <a:cubicBezTo>
                      <a:pt x="72" y="35"/>
                      <a:pt x="74" y="33"/>
                      <a:pt x="75" y="33"/>
                    </a:cubicBezTo>
                    <a:cubicBezTo>
                      <a:pt x="74" y="32"/>
                      <a:pt x="72" y="33"/>
                      <a:pt x="73" y="32"/>
                    </a:cubicBezTo>
                    <a:cubicBezTo>
                      <a:pt x="73" y="32"/>
                      <a:pt x="72" y="32"/>
                      <a:pt x="71" y="33"/>
                    </a:cubicBezTo>
                    <a:cubicBezTo>
                      <a:pt x="71" y="33"/>
                      <a:pt x="73" y="31"/>
                      <a:pt x="72" y="32"/>
                    </a:cubicBezTo>
                    <a:cubicBezTo>
                      <a:pt x="73" y="30"/>
                      <a:pt x="74" y="29"/>
                      <a:pt x="75" y="28"/>
                    </a:cubicBezTo>
                    <a:cubicBezTo>
                      <a:pt x="75" y="28"/>
                      <a:pt x="76" y="27"/>
                      <a:pt x="75" y="27"/>
                    </a:cubicBezTo>
                    <a:cubicBezTo>
                      <a:pt x="76" y="27"/>
                      <a:pt x="76" y="26"/>
                      <a:pt x="76" y="26"/>
                    </a:cubicBezTo>
                    <a:cubicBezTo>
                      <a:pt x="75" y="27"/>
                      <a:pt x="74" y="28"/>
                      <a:pt x="74" y="29"/>
                    </a:cubicBezTo>
                    <a:cubicBezTo>
                      <a:pt x="73" y="31"/>
                      <a:pt x="74" y="29"/>
                      <a:pt x="72" y="31"/>
                    </a:cubicBezTo>
                    <a:cubicBezTo>
                      <a:pt x="72" y="30"/>
                      <a:pt x="72" y="30"/>
                      <a:pt x="71" y="30"/>
                    </a:cubicBezTo>
                    <a:cubicBezTo>
                      <a:pt x="71" y="30"/>
                      <a:pt x="72" y="29"/>
                      <a:pt x="73" y="28"/>
                    </a:cubicBezTo>
                    <a:cubicBezTo>
                      <a:pt x="72" y="29"/>
                      <a:pt x="71" y="30"/>
                      <a:pt x="71" y="29"/>
                    </a:cubicBezTo>
                    <a:cubicBezTo>
                      <a:pt x="70" y="31"/>
                      <a:pt x="70" y="31"/>
                      <a:pt x="69" y="32"/>
                    </a:cubicBezTo>
                    <a:cubicBezTo>
                      <a:pt x="68" y="32"/>
                      <a:pt x="68" y="33"/>
                      <a:pt x="68" y="33"/>
                    </a:cubicBezTo>
                    <a:cubicBezTo>
                      <a:pt x="69" y="31"/>
                      <a:pt x="71" y="29"/>
                      <a:pt x="71" y="29"/>
                    </a:cubicBezTo>
                    <a:cubicBezTo>
                      <a:pt x="72" y="27"/>
                      <a:pt x="71" y="29"/>
                      <a:pt x="72" y="27"/>
                    </a:cubicBezTo>
                    <a:cubicBezTo>
                      <a:pt x="74" y="25"/>
                      <a:pt x="75" y="26"/>
                      <a:pt x="74" y="27"/>
                    </a:cubicBezTo>
                    <a:cubicBezTo>
                      <a:pt x="76" y="25"/>
                      <a:pt x="74" y="26"/>
                      <a:pt x="75" y="25"/>
                    </a:cubicBezTo>
                    <a:cubicBezTo>
                      <a:pt x="75" y="25"/>
                      <a:pt x="74" y="25"/>
                      <a:pt x="73" y="26"/>
                    </a:cubicBezTo>
                    <a:cubicBezTo>
                      <a:pt x="73" y="26"/>
                      <a:pt x="73" y="27"/>
                      <a:pt x="72" y="27"/>
                    </a:cubicBezTo>
                    <a:cubicBezTo>
                      <a:pt x="70" y="29"/>
                      <a:pt x="73" y="26"/>
                      <a:pt x="73" y="25"/>
                    </a:cubicBezTo>
                    <a:cubicBezTo>
                      <a:pt x="73" y="25"/>
                      <a:pt x="73" y="25"/>
                      <a:pt x="73" y="25"/>
                    </a:cubicBezTo>
                    <a:cubicBezTo>
                      <a:pt x="74" y="24"/>
                      <a:pt x="72" y="26"/>
                      <a:pt x="72" y="25"/>
                    </a:cubicBezTo>
                    <a:cubicBezTo>
                      <a:pt x="74" y="23"/>
                      <a:pt x="73" y="25"/>
                      <a:pt x="74" y="24"/>
                    </a:cubicBezTo>
                    <a:cubicBezTo>
                      <a:pt x="76" y="22"/>
                      <a:pt x="76" y="22"/>
                      <a:pt x="76" y="22"/>
                    </a:cubicBezTo>
                    <a:cubicBezTo>
                      <a:pt x="75" y="21"/>
                      <a:pt x="74" y="24"/>
                      <a:pt x="74" y="23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74" y="22"/>
                      <a:pt x="74" y="22"/>
                      <a:pt x="74" y="22"/>
                    </a:cubicBezTo>
                    <a:cubicBezTo>
                      <a:pt x="73" y="23"/>
                      <a:pt x="72" y="25"/>
                      <a:pt x="73" y="25"/>
                    </a:cubicBezTo>
                    <a:cubicBezTo>
                      <a:pt x="70" y="27"/>
                      <a:pt x="72" y="25"/>
                      <a:pt x="71" y="25"/>
                    </a:cubicBezTo>
                    <a:cubicBezTo>
                      <a:pt x="70" y="27"/>
                      <a:pt x="72" y="25"/>
                      <a:pt x="71" y="27"/>
                    </a:cubicBezTo>
                    <a:cubicBezTo>
                      <a:pt x="70" y="28"/>
                      <a:pt x="69" y="28"/>
                      <a:pt x="69" y="28"/>
                    </a:cubicBezTo>
                    <a:cubicBezTo>
                      <a:pt x="69" y="28"/>
                      <a:pt x="70" y="26"/>
                      <a:pt x="71" y="25"/>
                    </a:cubicBezTo>
                    <a:cubicBezTo>
                      <a:pt x="71" y="25"/>
                      <a:pt x="71" y="25"/>
                      <a:pt x="71" y="26"/>
                    </a:cubicBezTo>
                    <a:cubicBezTo>
                      <a:pt x="72" y="25"/>
                      <a:pt x="73" y="23"/>
                      <a:pt x="74" y="22"/>
                    </a:cubicBezTo>
                    <a:cubicBezTo>
                      <a:pt x="74" y="21"/>
                      <a:pt x="72" y="24"/>
                      <a:pt x="72" y="23"/>
                    </a:cubicBezTo>
                    <a:cubicBezTo>
                      <a:pt x="73" y="23"/>
                      <a:pt x="71" y="24"/>
                      <a:pt x="71" y="25"/>
                    </a:cubicBezTo>
                    <a:cubicBezTo>
                      <a:pt x="68" y="29"/>
                      <a:pt x="73" y="22"/>
                      <a:pt x="72" y="22"/>
                    </a:cubicBezTo>
                    <a:cubicBezTo>
                      <a:pt x="70" y="25"/>
                      <a:pt x="69" y="25"/>
                      <a:pt x="67" y="28"/>
                    </a:cubicBezTo>
                    <a:cubicBezTo>
                      <a:pt x="67" y="29"/>
                      <a:pt x="66" y="29"/>
                      <a:pt x="66" y="29"/>
                    </a:cubicBezTo>
                    <a:cubicBezTo>
                      <a:pt x="68" y="27"/>
                      <a:pt x="67" y="27"/>
                      <a:pt x="69" y="26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1" y="23"/>
                      <a:pt x="71" y="21"/>
                      <a:pt x="72" y="21"/>
                    </a:cubicBezTo>
                    <a:cubicBezTo>
                      <a:pt x="71" y="21"/>
                      <a:pt x="71" y="22"/>
                      <a:pt x="70" y="22"/>
                    </a:cubicBezTo>
                    <a:cubicBezTo>
                      <a:pt x="71" y="22"/>
                      <a:pt x="71" y="21"/>
                      <a:pt x="71" y="21"/>
                    </a:cubicBezTo>
                    <a:cubicBezTo>
                      <a:pt x="71" y="22"/>
                      <a:pt x="69" y="23"/>
                      <a:pt x="69" y="23"/>
                    </a:cubicBezTo>
                    <a:cubicBezTo>
                      <a:pt x="69" y="23"/>
                      <a:pt x="70" y="22"/>
                      <a:pt x="70" y="21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0" y="21"/>
                      <a:pt x="72" y="19"/>
                      <a:pt x="71" y="20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8" y="23"/>
                      <a:pt x="69" y="22"/>
                      <a:pt x="69" y="22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69" y="22"/>
                      <a:pt x="71" y="19"/>
                      <a:pt x="71" y="19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71" y="19"/>
                      <a:pt x="71" y="19"/>
                      <a:pt x="71" y="19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0" y="20"/>
                      <a:pt x="68" y="22"/>
                      <a:pt x="69" y="20"/>
                    </a:cubicBezTo>
                    <a:cubicBezTo>
                      <a:pt x="68" y="22"/>
                      <a:pt x="69" y="20"/>
                      <a:pt x="69" y="21"/>
                    </a:cubicBezTo>
                    <a:cubicBezTo>
                      <a:pt x="68" y="23"/>
                      <a:pt x="68" y="22"/>
                      <a:pt x="67" y="22"/>
                    </a:cubicBezTo>
                    <a:cubicBezTo>
                      <a:pt x="69" y="20"/>
                      <a:pt x="67" y="22"/>
                      <a:pt x="67" y="22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69" y="19"/>
                      <a:pt x="66" y="22"/>
                      <a:pt x="67" y="21"/>
                    </a:cubicBezTo>
                    <a:cubicBezTo>
                      <a:pt x="67" y="20"/>
                      <a:pt x="68" y="19"/>
                      <a:pt x="68" y="18"/>
                    </a:cubicBezTo>
                    <a:cubicBezTo>
                      <a:pt x="67" y="21"/>
                      <a:pt x="66" y="21"/>
                      <a:pt x="65" y="23"/>
                    </a:cubicBezTo>
                    <a:cubicBezTo>
                      <a:pt x="66" y="22"/>
                      <a:pt x="67" y="20"/>
                      <a:pt x="68" y="18"/>
                    </a:cubicBezTo>
                    <a:cubicBezTo>
                      <a:pt x="67" y="20"/>
                      <a:pt x="69" y="17"/>
                      <a:pt x="67" y="19"/>
                    </a:cubicBezTo>
                    <a:cubicBezTo>
                      <a:pt x="67" y="20"/>
                      <a:pt x="66" y="20"/>
                      <a:pt x="65" y="21"/>
                    </a:cubicBezTo>
                    <a:cubicBezTo>
                      <a:pt x="65" y="21"/>
                      <a:pt x="66" y="20"/>
                      <a:pt x="66" y="19"/>
                    </a:cubicBezTo>
                    <a:cubicBezTo>
                      <a:pt x="66" y="20"/>
                      <a:pt x="65" y="21"/>
                      <a:pt x="65" y="22"/>
                    </a:cubicBezTo>
                    <a:cubicBezTo>
                      <a:pt x="65" y="21"/>
                      <a:pt x="63" y="23"/>
                      <a:pt x="64" y="22"/>
                    </a:cubicBezTo>
                    <a:cubicBezTo>
                      <a:pt x="65" y="21"/>
                      <a:pt x="65" y="22"/>
                      <a:pt x="65" y="20"/>
                    </a:cubicBezTo>
                    <a:cubicBezTo>
                      <a:pt x="65" y="20"/>
                      <a:pt x="63" y="24"/>
                      <a:pt x="62" y="24"/>
                    </a:cubicBezTo>
                    <a:cubicBezTo>
                      <a:pt x="62" y="25"/>
                      <a:pt x="60" y="27"/>
                      <a:pt x="60" y="28"/>
                    </a:cubicBezTo>
                    <a:cubicBezTo>
                      <a:pt x="60" y="27"/>
                      <a:pt x="60" y="27"/>
                      <a:pt x="61" y="25"/>
                    </a:cubicBezTo>
                    <a:cubicBezTo>
                      <a:pt x="61" y="26"/>
                      <a:pt x="61" y="26"/>
                      <a:pt x="61" y="26"/>
                    </a:cubicBezTo>
                    <a:cubicBezTo>
                      <a:pt x="62" y="23"/>
                      <a:pt x="64" y="22"/>
                      <a:pt x="65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5" y="19"/>
                      <a:pt x="65" y="18"/>
                      <a:pt x="65" y="18"/>
                    </a:cubicBezTo>
                    <a:cubicBezTo>
                      <a:pt x="64" y="20"/>
                      <a:pt x="65" y="18"/>
                      <a:pt x="65" y="19"/>
                    </a:cubicBezTo>
                    <a:cubicBezTo>
                      <a:pt x="64" y="19"/>
                      <a:pt x="63" y="22"/>
                      <a:pt x="63" y="21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5" y="17"/>
                      <a:pt x="64" y="20"/>
                      <a:pt x="64" y="19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4" y="17"/>
                      <a:pt x="63" y="17"/>
                      <a:pt x="60" y="20"/>
                    </a:cubicBezTo>
                    <a:cubicBezTo>
                      <a:pt x="61" y="19"/>
                      <a:pt x="61" y="18"/>
                      <a:pt x="61" y="17"/>
                    </a:cubicBezTo>
                    <a:cubicBezTo>
                      <a:pt x="61" y="18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6"/>
                      <a:pt x="60" y="17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61" y="16"/>
                      <a:pt x="59" y="18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8" y="19"/>
                      <a:pt x="58" y="18"/>
                      <a:pt x="60" y="16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9" y="16"/>
                      <a:pt x="59" y="16"/>
                      <a:pt x="58" y="17"/>
                    </a:cubicBezTo>
                    <a:cubicBezTo>
                      <a:pt x="58" y="17"/>
                      <a:pt x="58" y="18"/>
                      <a:pt x="57" y="19"/>
                    </a:cubicBezTo>
                    <a:cubicBezTo>
                      <a:pt x="56" y="21"/>
                      <a:pt x="57" y="19"/>
                      <a:pt x="56" y="20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9" y="15"/>
                      <a:pt x="57" y="17"/>
                      <a:pt x="56" y="16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7" y="15"/>
                      <a:pt x="55" y="17"/>
                      <a:pt x="55" y="15"/>
                    </a:cubicBezTo>
                    <a:cubicBezTo>
                      <a:pt x="55" y="16"/>
                      <a:pt x="53" y="19"/>
                      <a:pt x="53" y="19"/>
                    </a:cubicBezTo>
                    <a:cubicBezTo>
                      <a:pt x="52" y="20"/>
                      <a:pt x="54" y="16"/>
                      <a:pt x="55" y="15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6"/>
                      <a:pt x="53" y="17"/>
                      <a:pt x="5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4" y="14"/>
                      <a:pt x="53" y="15"/>
                    </a:cubicBezTo>
                    <a:cubicBezTo>
                      <a:pt x="52" y="16"/>
                      <a:pt x="53" y="15"/>
                      <a:pt x="52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53" y="14"/>
                      <a:pt x="52" y="16"/>
                      <a:pt x="51" y="17"/>
                    </a:cubicBezTo>
                    <a:cubicBezTo>
                      <a:pt x="51" y="18"/>
                      <a:pt x="51" y="16"/>
                      <a:pt x="51" y="16"/>
                    </a:cubicBezTo>
                    <a:cubicBezTo>
                      <a:pt x="52" y="15"/>
                      <a:pt x="51" y="16"/>
                      <a:pt x="52" y="16"/>
                    </a:cubicBezTo>
                    <a:cubicBezTo>
                      <a:pt x="52" y="15"/>
                      <a:pt x="52" y="15"/>
                      <a:pt x="52" y="14"/>
                    </a:cubicBezTo>
                    <a:cubicBezTo>
                      <a:pt x="52" y="14"/>
                      <a:pt x="51" y="16"/>
                      <a:pt x="51" y="16"/>
                    </a:cubicBezTo>
                    <a:cubicBezTo>
                      <a:pt x="51" y="15"/>
                      <a:pt x="51" y="16"/>
                      <a:pt x="52" y="14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1" y="16"/>
                      <a:pt x="51" y="16"/>
                      <a:pt x="50" y="17"/>
                    </a:cubicBezTo>
                    <a:cubicBezTo>
                      <a:pt x="50" y="17"/>
                      <a:pt x="49" y="18"/>
                      <a:pt x="50" y="17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50" y="17"/>
                      <a:pt x="50" y="16"/>
                      <a:pt x="49" y="1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0" y="15"/>
                      <a:pt x="51" y="14"/>
                      <a:pt x="51" y="13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9" y="15"/>
                      <a:pt x="50" y="14"/>
                      <a:pt x="50" y="14"/>
                    </a:cubicBezTo>
                    <a:cubicBezTo>
                      <a:pt x="50" y="12"/>
                      <a:pt x="47" y="18"/>
                      <a:pt x="48" y="16"/>
                    </a:cubicBezTo>
                    <a:cubicBezTo>
                      <a:pt x="49" y="14"/>
                      <a:pt x="49" y="14"/>
                      <a:pt x="49" y="13"/>
                    </a:cubicBezTo>
                    <a:cubicBezTo>
                      <a:pt x="49" y="14"/>
                      <a:pt x="48" y="14"/>
                      <a:pt x="48" y="14"/>
                    </a:cubicBezTo>
                    <a:cubicBezTo>
                      <a:pt x="48" y="15"/>
                      <a:pt x="49" y="13"/>
                      <a:pt x="49" y="14"/>
                    </a:cubicBezTo>
                    <a:cubicBezTo>
                      <a:pt x="48" y="16"/>
                      <a:pt x="48" y="15"/>
                      <a:pt x="48" y="15"/>
                    </a:cubicBezTo>
                    <a:cubicBezTo>
                      <a:pt x="50" y="11"/>
                      <a:pt x="47" y="14"/>
                      <a:pt x="48" y="12"/>
                    </a:cubicBezTo>
                    <a:cubicBezTo>
                      <a:pt x="47" y="14"/>
                      <a:pt x="47" y="12"/>
                      <a:pt x="47" y="13"/>
                    </a:cubicBezTo>
                    <a:cubicBezTo>
                      <a:pt x="48" y="11"/>
                      <a:pt x="46" y="13"/>
                      <a:pt x="47" y="1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6" y="13"/>
                      <a:pt x="44" y="18"/>
                      <a:pt x="45" y="15"/>
                    </a:cubicBezTo>
                    <a:cubicBezTo>
                      <a:pt x="45" y="14"/>
                      <a:pt x="46" y="13"/>
                      <a:pt x="46" y="13"/>
                    </a:cubicBezTo>
                    <a:cubicBezTo>
                      <a:pt x="47" y="10"/>
                      <a:pt x="44" y="14"/>
                      <a:pt x="46" y="12"/>
                    </a:cubicBezTo>
                    <a:cubicBezTo>
                      <a:pt x="45" y="12"/>
                      <a:pt x="44" y="14"/>
                      <a:pt x="44" y="15"/>
                    </a:cubicBezTo>
                    <a:cubicBezTo>
                      <a:pt x="44" y="14"/>
                      <a:pt x="44" y="12"/>
                      <a:pt x="45" y="12"/>
                    </a:cubicBezTo>
                    <a:cubicBezTo>
                      <a:pt x="44" y="12"/>
                      <a:pt x="44" y="13"/>
                      <a:pt x="44" y="12"/>
                    </a:cubicBezTo>
                    <a:cubicBezTo>
                      <a:pt x="44" y="11"/>
                      <a:pt x="45" y="11"/>
                      <a:pt x="45" y="11"/>
                    </a:cubicBezTo>
                    <a:cubicBezTo>
                      <a:pt x="45" y="10"/>
                      <a:pt x="44" y="11"/>
                      <a:pt x="44" y="12"/>
                    </a:cubicBezTo>
                    <a:cubicBezTo>
                      <a:pt x="44" y="10"/>
                      <a:pt x="43" y="11"/>
                      <a:pt x="44" y="10"/>
                    </a:cubicBezTo>
                    <a:cubicBezTo>
                      <a:pt x="42" y="12"/>
                      <a:pt x="44" y="9"/>
                      <a:pt x="42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2"/>
                      <a:pt x="41" y="13"/>
                      <a:pt x="41" y="13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3" y="9"/>
                      <a:pt x="42" y="11"/>
                      <a:pt x="42" y="10"/>
                    </a:cubicBezTo>
                    <a:cubicBezTo>
                      <a:pt x="42" y="11"/>
                      <a:pt x="42" y="10"/>
                      <a:pt x="42" y="11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40" y="13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0" y="11"/>
                      <a:pt x="40" y="11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10"/>
                      <a:pt x="40" y="11"/>
                    </a:cubicBezTo>
                    <a:cubicBezTo>
                      <a:pt x="40" y="9"/>
                      <a:pt x="39" y="10"/>
                      <a:pt x="38" y="11"/>
                    </a:cubicBezTo>
                    <a:cubicBezTo>
                      <a:pt x="38" y="11"/>
                      <a:pt x="39" y="10"/>
                      <a:pt x="39" y="10"/>
                    </a:cubicBezTo>
                    <a:cubicBezTo>
                      <a:pt x="38" y="10"/>
                      <a:pt x="38" y="12"/>
                      <a:pt x="38" y="11"/>
                    </a:cubicBezTo>
                    <a:cubicBezTo>
                      <a:pt x="38" y="11"/>
                      <a:pt x="38" y="10"/>
                      <a:pt x="38" y="9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8"/>
                      <a:pt x="36" y="12"/>
                      <a:pt x="37" y="10"/>
                    </a:cubicBezTo>
                    <a:cubicBezTo>
                      <a:pt x="36" y="10"/>
                      <a:pt x="37" y="9"/>
                      <a:pt x="37" y="9"/>
                    </a:cubicBezTo>
                    <a:cubicBezTo>
                      <a:pt x="37" y="9"/>
                      <a:pt x="36" y="10"/>
                      <a:pt x="35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0"/>
                      <a:pt x="35" y="10"/>
                      <a:pt x="35" y="11"/>
                    </a:cubicBezTo>
                    <a:cubicBezTo>
                      <a:pt x="34" y="12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2"/>
                      <a:pt x="33" y="13"/>
                      <a:pt x="33" y="13"/>
                    </a:cubicBezTo>
                    <a:cubicBezTo>
                      <a:pt x="33" y="12"/>
                      <a:pt x="33" y="13"/>
                      <a:pt x="34" y="12"/>
                    </a:cubicBezTo>
                    <a:cubicBezTo>
                      <a:pt x="35" y="10"/>
                      <a:pt x="34" y="10"/>
                      <a:pt x="34" y="10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2"/>
                      <a:pt x="34" y="10"/>
                      <a:pt x="33" y="1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2" y="12"/>
                      <a:pt x="32" y="11"/>
                    </a:cubicBezTo>
                    <a:cubicBezTo>
                      <a:pt x="32" y="12"/>
                      <a:pt x="30" y="14"/>
                      <a:pt x="29" y="15"/>
                    </a:cubicBezTo>
                    <a:cubicBezTo>
                      <a:pt x="30" y="15"/>
                      <a:pt x="29" y="16"/>
                      <a:pt x="29" y="16"/>
                    </a:cubicBezTo>
                    <a:cubicBezTo>
                      <a:pt x="29" y="15"/>
                      <a:pt x="29" y="16"/>
                      <a:pt x="29" y="15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31" y="11"/>
                      <a:pt x="31" y="10"/>
                    </a:cubicBezTo>
                    <a:cubicBezTo>
                      <a:pt x="31" y="11"/>
                      <a:pt x="31" y="10"/>
                      <a:pt x="30" y="10"/>
                    </a:cubicBezTo>
                    <a:cubicBezTo>
                      <a:pt x="29" y="12"/>
                      <a:pt x="29" y="11"/>
                      <a:pt x="28" y="13"/>
                    </a:cubicBezTo>
                    <a:cubicBezTo>
                      <a:pt x="28" y="13"/>
                      <a:pt x="29" y="11"/>
                      <a:pt x="29" y="11"/>
                    </a:cubicBezTo>
                    <a:cubicBezTo>
                      <a:pt x="28" y="11"/>
                      <a:pt x="28" y="10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1"/>
                      <a:pt x="27" y="10"/>
                      <a:pt x="26" y="12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0"/>
                      <a:pt x="25" y="14"/>
                      <a:pt x="26" y="12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2"/>
                      <a:pt x="26" y="10"/>
                      <a:pt x="25" y="11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1"/>
                      <a:pt x="25" y="10"/>
                      <a:pt x="24" y="12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6" y="9"/>
                      <a:pt x="24" y="12"/>
                      <a:pt x="24" y="11"/>
                    </a:cubicBezTo>
                    <a:cubicBezTo>
                      <a:pt x="24" y="11"/>
                      <a:pt x="25" y="10"/>
                      <a:pt x="25" y="10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8"/>
                      <a:pt x="22" y="8"/>
                      <a:pt x="20" y="9"/>
                    </a:cubicBezTo>
                    <a:cubicBezTo>
                      <a:pt x="21" y="7"/>
                      <a:pt x="21" y="8"/>
                      <a:pt x="22" y="6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7"/>
                      <a:pt x="21" y="6"/>
                      <a:pt x="20" y="6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19" y="8"/>
                      <a:pt x="21" y="4"/>
                      <a:pt x="20" y="7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9" y="7"/>
                      <a:pt x="20" y="4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5"/>
                      <a:pt x="18" y="8"/>
                      <a:pt x="18" y="6"/>
                    </a:cubicBezTo>
                    <a:cubicBezTo>
                      <a:pt x="18" y="6"/>
                      <a:pt x="18" y="7"/>
                      <a:pt x="17" y="8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7" y="7"/>
                      <a:pt x="16" y="6"/>
                      <a:pt x="14" y="8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5" y="4"/>
                      <a:pt x="12" y="8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7"/>
                      <a:pt x="11" y="8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0" y="9"/>
                      <a:pt x="10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4"/>
                      <a:pt x="11" y="1"/>
                      <a:pt x="8" y="5"/>
                    </a:cubicBezTo>
                    <a:cubicBezTo>
                      <a:pt x="7" y="5"/>
                      <a:pt x="9" y="2"/>
                      <a:pt x="9" y="3"/>
                    </a:cubicBezTo>
                    <a:cubicBezTo>
                      <a:pt x="6" y="5"/>
                      <a:pt x="8" y="0"/>
                      <a:pt x="4" y="4"/>
                    </a:cubicBezTo>
                    <a:cubicBezTo>
                      <a:pt x="3" y="5"/>
                      <a:pt x="0" y="10"/>
                      <a:pt x="0" y="10"/>
                    </a:cubicBezTo>
                    <a:cubicBezTo>
                      <a:pt x="3" y="9"/>
                      <a:pt x="3" y="12"/>
                      <a:pt x="3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3" name="Freeform 211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3266" y="1867"/>
                <a:ext cx="5" cy="3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1" y="0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4" name="Freeform 212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3266" y="1861"/>
                <a:ext cx="3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5" name="Freeform 213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3260" y="185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6" name="Freeform 214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3260" y="1893"/>
                <a:ext cx="4" cy="6"/>
              </a:xfrm>
              <a:custGeom>
                <a:avLst/>
                <a:gdLst>
                  <a:gd name="T0" fmla="*/ 0 w 2"/>
                  <a:gd name="T1" fmla="*/ 3 h 3"/>
                  <a:gd name="T2" fmla="*/ 2 w 2"/>
                  <a:gd name="T3" fmla="*/ 0 h 3"/>
                  <a:gd name="T4" fmla="*/ 0 w 2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7" name="Freeform 215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3269" y="18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0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8" name="Freeform 216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3260" y="1895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2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0"/>
                      <a:pt x="1" y="2"/>
                      <a:pt x="1" y="2"/>
                    </a:cubicBezTo>
                    <a:cubicBezTo>
                      <a:pt x="0" y="2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9" name="Freeform 217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453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" name="Freeform 218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3213" y="1882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0" name="Freeform 219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3190" y="182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" name="Freeform 220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3271" y="18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" name="Freeform 221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3190" y="187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" name="Freeform 222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4574" y="1855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" name="Freeform 223"/>
              <p:cNvSpPr/>
              <p:nvPr>
                <p:custDataLst>
                  <p:tags r:id="rId68"/>
                </p:custDataLst>
              </p:nvPr>
            </p:nvSpPr>
            <p:spPr bwMode="auto">
              <a:xfrm>
                <a:off x="3199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6" name="Freeform 224"/>
              <p:cNvSpPr/>
              <p:nvPr>
                <p:custDataLst>
                  <p:tags r:id="rId69"/>
                </p:custDataLst>
              </p:nvPr>
            </p:nvSpPr>
            <p:spPr bwMode="auto">
              <a:xfrm>
                <a:off x="3271" y="1859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7" name="Freeform 225"/>
              <p:cNvSpPr/>
              <p:nvPr>
                <p:custDataLst>
                  <p:tags r:id="rId70"/>
                </p:custDataLst>
              </p:nvPr>
            </p:nvSpPr>
            <p:spPr bwMode="auto">
              <a:xfrm>
                <a:off x="3742" y="3006"/>
                <a:ext cx="6" cy="9"/>
              </a:xfrm>
              <a:custGeom>
                <a:avLst/>
                <a:gdLst>
                  <a:gd name="T0" fmla="*/ 3 w 3"/>
                  <a:gd name="T1" fmla="*/ 0 h 4"/>
                  <a:gd name="T2" fmla="*/ 1 w 3"/>
                  <a:gd name="T3" fmla="*/ 1 h 4"/>
                  <a:gd name="T4" fmla="*/ 1 w 3"/>
                  <a:gd name="T5" fmla="*/ 3 h 4"/>
                  <a:gd name="T6" fmla="*/ 0 w 3"/>
                  <a:gd name="T7" fmla="*/ 4 h 4"/>
                  <a:gd name="T8" fmla="*/ 2 w 3"/>
                  <a:gd name="T9" fmla="*/ 1 h 4"/>
                  <a:gd name="T10" fmla="*/ 3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3"/>
                    </a:cubicBezTo>
                    <a:cubicBezTo>
                      <a:pt x="1" y="3"/>
                      <a:pt x="0" y="4"/>
                      <a:pt x="0" y="4"/>
                    </a:cubicBezTo>
                    <a:cubicBezTo>
                      <a:pt x="1" y="4"/>
                      <a:pt x="2" y="2"/>
                      <a:pt x="2" y="1"/>
                    </a:cubicBezTo>
                    <a:cubicBezTo>
                      <a:pt x="3" y="1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8" name="Freeform 226"/>
              <p:cNvSpPr/>
              <p:nvPr>
                <p:custDataLst>
                  <p:tags r:id="rId71"/>
                </p:custDataLst>
              </p:nvPr>
            </p:nvSpPr>
            <p:spPr bwMode="auto">
              <a:xfrm>
                <a:off x="3988" y="301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9" name="Freeform 227"/>
              <p:cNvSpPr/>
              <p:nvPr>
                <p:custDataLst>
                  <p:tags r:id="rId72"/>
                </p:custDataLst>
              </p:nvPr>
            </p:nvSpPr>
            <p:spPr bwMode="auto">
              <a:xfrm>
                <a:off x="3742" y="30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0" name="Rectangle 228"/>
              <p:cNvSpPr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3748" y="3015"/>
                <a:ext cx="4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1" name="Freeform 229"/>
              <p:cNvSpPr/>
              <p:nvPr>
                <p:custDataLst>
                  <p:tags r:id="rId74"/>
                </p:custDataLst>
              </p:nvPr>
            </p:nvSpPr>
            <p:spPr bwMode="auto">
              <a:xfrm>
                <a:off x="3744" y="2894"/>
                <a:ext cx="2" cy="10"/>
              </a:xfrm>
              <a:custGeom>
                <a:avLst/>
                <a:gdLst>
                  <a:gd name="T0" fmla="*/ 0 w 1"/>
                  <a:gd name="T1" fmla="*/ 2 h 5"/>
                  <a:gd name="T2" fmla="*/ 1 w 1"/>
                  <a:gd name="T3" fmla="*/ 3 h 5"/>
                  <a:gd name="T4" fmla="*/ 0 w 1"/>
                  <a:gd name="T5" fmla="*/ 5 h 5"/>
                  <a:gd name="T6" fmla="*/ 1 w 1"/>
                  <a:gd name="T7" fmla="*/ 1 h 5"/>
                  <a:gd name="T8" fmla="*/ 1 w 1"/>
                  <a:gd name="T9" fmla="*/ 0 h 5"/>
                  <a:gd name="T10" fmla="*/ 0 w 1"/>
                  <a:gd name="T1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5">
                    <a:moveTo>
                      <a:pt x="0" y="2"/>
                    </a:moveTo>
                    <a:cubicBezTo>
                      <a:pt x="0" y="2"/>
                      <a:pt x="0" y="4"/>
                      <a:pt x="1" y="3"/>
                    </a:cubicBezTo>
                    <a:cubicBezTo>
                      <a:pt x="1" y="3"/>
                      <a:pt x="0" y="4"/>
                      <a:pt x="0" y="5"/>
                    </a:cubicBezTo>
                    <a:cubicBezTo>
                      <a:pt x="1" y="4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2" name="Freeform 230"/>
              <p:cNvSpPr/>
              <p:nvPr>
                <p:custDataLst>
                  <p:tags r:id="rId75"/>
                </p:custDataLst>
              </p:nvPr>
            </p:nvSpPr>
            <p:spPr bwMode="auto">
              <a:xfrm>
                <a:off x="3744" y="30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3" name="Freeform 231"/>
              <p:cNvSpPr/>
              <p:nvPr>
                <p:custDataLst>
                  <p:tags r:id="rId76"/>
                </p:custDataLst>
              </p:nvPr>
            </p:nvSpPr>
            <p:spPr bwMode="auto">
              <a:xfrm>
                <a:off x="3742" y="289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4" name="Freeform 232"/>
              <p:cNvSpPr/>
              <p:nvPr>
                <p:custDataLst>
                  <p:tags r:id="rId77"/>
                </p:custDataLst>
              </p:nvPr>
            </p:nvSpPr>
            <p:spPr bwMode="auto">
              <a:xfrm>
                <a:off x="3772" y="3038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2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0"/>
                      <a:pt x="2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5" name="Freeform 233"/>
              <p:cNvSpPr/>
              <p:nvPr>
                <p:custDataLst>
                  <p:tags r:id="rId78"/>
                </p:custDataLst>
              </p:nvPr>
            </p:nvSpPr>
            <p:spPr bwMode="auto">
              <a:xfrm>
                <a:off x="3895" y="30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6" name="Freeform 234"/>
              <p:cNvSpPr/>
              <p:nvPr>
                <p:custDataLst>
                  <p:tags r:id="rId79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7" name="Freeform 235"/>
              <p:cNvSpPr/>
              <p:nvPr>
                <p:custDataLst>
                  <p:tags r:id="rId80"/>
                </p:custDataLst>
              </p:nvPr>
            </p:nvSpPr>
            <p:spPr bwMode="auto">
              <a:xfrm>
                <a:off x="3742" y="289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8" name="Freeform 236"/>
              <p:cNvSpPr/>
              <p:nvPr>
                <p:custDataLst>
                  <p:tags r:id="rId81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9" name="Freeform 237"/>
              <p:cNvSpPr/>
              <p:nvPr>
                <p:custDataLst>
                  <p:tags r:id="rId82"/>
                </p:custDataLst>
              </p:nvPr>
            </p:nvSpPr>
            <p:spPr bwMode="auto">
              <a:xfrm>
                <a:off x="3755" y="3027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0" name="Oval 238"/>
              <p:cNvSpPr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3602" y="1823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1" name="Freeform 239"/>
              <p:cNvSpPr/>
              <p:nvPr>
                <p:custDataLst>
                  <p:tags r:id="rId84"/>
                </p:custDataLst>
              </p:nvPr>
            </p:nvSpPr>
            <p:spPr bwMode="auto">
              <a:xfrm>
                <a:off x="3922" y="2890"/>
                <a:ext cx="0" cy="2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2" name="Freeform 240"/>
              <p:cNvSpPr/>
              <p:nvPr>
                <p:custDataLst>
                  <p:tags r:id="rId85"/>
                </p:custDataLst>
              </p:nvPr>
            </p:nvSpPr>
            <p:spPr bwMode="auto">
              <a:xfrm>
                <a:off x="3975" y="28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3" name="Freeform 241"/>
              <p:cNvSpPr/>
              <p:nvPr>
                <p:custDataLst>
                  <p:tags r:id="rId86"/>
                </p:custDataLst>
              </p:nvPr>
            </p:nvSpPr>
            <p:spPr bwMode="auto">
              <a:xfrm>
                <a:off x="3954" y="288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4" name="Freeform 242"/>
              <p:cNvSpPr/>
              <p:nvPr>
                <p:custDataLst>
                  <p:tags r:id="rId87"/>
                </p:custDataLst>
              </p:nvPr>
            </p:nvSpPr>
            <p:spPr bwMode="auto">
              <a:xfrm>
                <a:off x="3725" y="2760"/>
                <a:ext cx="399" cy="159"/>
              </a:xfrm>
              <a:custGeom>
                <a:avLst/>
                <a:gdLst>
                  <a:gd name="T0" fmla="*/ 11 w 188"/>
                  <a:gd name="T1" fmla="*/ 59 h 75"/>
                  <a:gd name="T2" fmla="*/ 17 w 188"/>
                  <a:gd name="T3" fmla="*/ 64 h 75"/>
                  <a:gd name="T4" fmla="*/ 14 w 188"/>
                  <a:gd name="T5" fmla="*/ 70 h 75"/>
                  <a:gd name="T6" fmla="*/ 17 w 188"/>
                  <a:gd name="T7" fmla="*/ 71 h 75"/>
                  <a:gd name="T8" fmla="*/ 21 w 188"/>
                  <a:gd name="T9" fmla="*/ 69 h 75"/>
                  <a:gd name="T10" fmla="*/ 22 w 188"/>
                  <a:gd name="T11" fmla="*/ 71 h 75"/>
                  <a:gd name="T12" fmla="*/ 27 w 188"/>
                  <a:gd name="T13" fmla="*/ 67 h 75"/>
                  <a:gd name="T14" fmla="*/ 30 w 188"/>
                  <a:gd name="T15" fmla="*/ 72 h 75"/>
                  <a:gd name="T16" fmla="*/ 31 w 188"/>
                  <a:gd name="T17" fmla="*/ 74 h 75"/>
                  <a:gd name="T18" fmla="*/ 33 w 188"/>
                  <a:gd name="T19" fmla="*/ 72 h 75"/>
                  <a:gd name="T20" fmla="*/ 37 w 188"/>
                  <a:gd name="T21" fmla="*/ 74 h 75"/>
                  <a:gd name="T22" fmla="*/ 40 w 188"/>
                  <a:gd name="T23" fmla="*/ 69 h 75"/>
                  <a:gd name="T24" fmla="*/ 43 w 188"/>
                  <a:gd name="T25" fmla="*/ 64 h 75"/>
                  <a:gd name="T26" fmla="*/ 45 w 188"/>
                  <a:gd name="T27" fmla="*/ 69 h 75"/>
                  <a:gd name="T28" fmla="*/ 54 w 188"/>
                  <a:gd name="T29" fmla="*/ 69 h 75"/>
                  <a:gd name="T30" fmla="*/ 58 w 188"/>
                  <a:gd name="T31" fmla="*/ 69 h 75"/>
                  <a:gd name="T32" fmla="*/ 62 w 188"/>
                  <a:gd name="T33" fmla="*/ 68 h 75"/>
                  <a:gd name="T34" fmla="*/ 73 w 188"/>
                  <a:gd name="T35" fmla="*/ 66 h 75"/>
                  <a:gd name="T36" fmla="*/ 76 w 188"/>
                  <a:gd name="T37" fmla="*/ 65 h 75"/>
                  <a:gd name="T38" fmla="*/ 77 w 188"/>
                  <a:gd name="T39" fmla="*/ 64 h 75"/>
                  <a:gd name="T40" fmla="*/ 80 w 188"/>
                  <a:gd name="T41" fmla="*/ 62 h 75"/>
                  <a:gd name="T42" fmla="*/ 83 w 188"/>
                  <a:gd name="T43" fmla="*/ 63 h 75"/>
                  <a:gd name="T44" fmla="*/ 86 w 188"/>
                  <a:gd name="T45" fmla="*/ 61 h 75"/>
                  <a:gd name="T46" fmla="*/ 94 w 188"/>
                  <a:gd name="T47" fmla="*/ 61 h 75"/>
                  <a:gd name="T48" fmla="*/ 100 w 188"/>
                  <a:gd name="T49" fmla="*/ 59 h 75"/>
                  <a:gd name="T50" fmla="*/ 105 w 188"/>
                  <a:gd name="T51" fmla="*/ 59 h 75"/>
                  <a:gd name="T52" fmla="*/ 108 w 188"/>
                  <a:gd name="T53" fmla="*/ 57 h 75"/>
                  <a:gd name="T54" fmla="*/ 109 w 188"/>
                  <a:gd name="T55" fmla="*/ 57 h 75"/>
                  <a:gd name="T56" fmla="*/ 114 w 188"/>
                  <a:gd name="T57" fmla="*/ 54 h 75"/>
                  <a:gd name="T58" fmla="*/ 120 w 188"/>
                  <a:gd name="T59" fmla="*/ 53 h 75"/>
                  <a:gd name="T60" fmla="*/ 124 w 188"/>
                  <a:gd name="T61" fmla="*/ 50 h 75"/>
                  <a:gd name="T62" fmla="*/ 127 w 188"/>
                  <a:gd name="T63" fmla="*/ 41 h 75"/>
                  <a:gd name="T64" fmla="*/ 133 w 188"/>
                  <a:gd name="T65" fmla="*/ 44 h 75"/>
                  <a:gd name="T66" fmla="*/ 139 w 188"/>
                  <a:gd name="T67" fmla="*/ 41 h 75"/>
                  <a:gd name="T68" fmla="*/ 144 w 188"/>
                  <a:gd name="T69" fmla="*/ 39 h 75"/>
                  <a:gd name="T70" fmla="*/ 156 w 188"/>
                  <a:gd name="T71" fmla="*/ 34 h 75"/>
                  <a:gd name="T72" fmla="*/ 160 w 188"/>
                  <a:gd name="T73" fmla="*/ 33 h 75"/>
                  <a:gd name="T74" fmla="*/ 170 w 188"/>
                  <a:gd name="T75" fmla="*/ 21 h 75"/>
                  <a:gd name="T76" fmla="*/ 173 w 188"/>
                  <a:gd name="T77" fmla="*/ 18 h 75"/>
                  <a:gd name="T78" fmla="*/ 169 w 188"/>
                  <a:gd name="T79" fmla="*/ 9 h 75"/>
                  <a:gd name="T80" fmla="*/ 149 w 188"/>
                  <a:gd name="T81" fmla="*/ 20 h 75"/>
                  <a:gd name="T82" fmla="*/ 110 w 188"/>
                  <a:gd name="T83" fmla="*/ 42 h 75"/>
                  <a:gd name="T84" fmla="*/ 103 w 188"/>
                  <a:gd name="T85" fmla="*/ 39 h 75"/>
                  <a:gd name="T86" fmla="*/ 88 w 188"/>
                  <a:gd name="T87" fmla="*/ 44 h 75"/>
                  <a:gd name="T88" fmla="*/ 69 w 188"/>
                  <a:gd name="T89" fmla="*/ 48 h 75"/>
                  <a:gd name="T90" fmla="*/ 59 w 188"/>
                  <a:gd name="T91" fmla="*/ 49 h 75"/>
                  <a:gd name="T92" fmla="*/ 44 w 188"/>
                  <a:gd name="T93" fmla="*/ 52 h 75"/>
                  <a:gd name="T94" fmla="*/ 29 w 188"/>
                  <a:gd name="T95" fmla="*/ 53 h 75"/>
                  <a:gd name="T96" fmla="*/ 19 w 188"/>
                  <a:gd name="T97" fmla="*/ 53 h 75"/>
                  <a:gd name="T98" fmla="*/ 10 w 188"/>
                  <a:gd name="T99" fmla="*/ 49 h 75"/>
                  <a:gd name="T100" fmla="*/ 7 w 188"/>
                  <a:gd name="T101" fmla="*/ 47 h 75"/>
                  <a:gd name="T102" fmla="*/ 5 w 188"/>
                  <a:gd name="T103" fmla="*/ 47 h 75"/>
                  <a:gd name="T104" fmla="*/ 3 w 188"/>
                  <a:gd name="T105" fmla="*/ 5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88" h="75">
                    <a:moveTo>
                      <a:pt x="5" y="55"/>
                    </a:moveTo>
                    <a:cubicBezTo>
                      <a:pt x="5" y="55"/>
                      <a:pt x="5" y="55"/>
                      <a:pt x="5" y="55"/>
                    </a:cubicBezTo>
                    <a:cubicBezTo>
                      <a:pt x="5" y="57"/>
                      <a:pt x="5" y="54"/>
                      <a:pt x="6" y="54"/>
                    </a:cubicBezTo>
                    <a:cubicBezTo>
                      <a:pt x="6" y="55"/>
                      <a:pt x="4" y="57"/>
                      <a:pt x="4" y="58"/>
                    </a:cubicBezTo>
                    <a:cubicBezTo>
                      <a:pt x="5" y="58"/>
                      <a:pt x="7" y="58"/>
                      <a:pt x="7" y="60"/>
                    </a:cubicBezTo>
                    <a:cubicBezTo>
                      <a:pt x="8" y="60"/>
                      <a:pt x="10" y="59"/>
                      <a:pt x="11" y="59"/>
                    </a:cubicBezTo>
                    <a:cubicBezTo>
                      <a:pt x="12" y="59"/>
                      <a:pt x="10" y="61"/>
                      <a:pt x="11" y="60"/>
                    </a:cubicBezTo>
                    <a:cubicBezTo>
                      <a:pt x="11" y="61"/>
                      <a:pt x="10" y="62"/>
                      <a:pt x="10" y="63"/>
                    </a:cubicBezTo>
                    <a:cubicBezTo>
                      <a:pt x="10" y="62"/>
                      <a:pt x="11" y="64"/>
                      <a:pt x="12" y="61"/>
                    </a:cubicBezTo>
                    <a:cubicBezTo>
                      <a:pt x="12" y="62"/>
                      <a:pt x="14" y="63"/>
                      <a:pt x="15" y="63"/>
                    </a:cubicBezTo>
                    <a:cubicBezTo>
                      <a:pt x="14" y="63"/>
                      <a:pt x="14" y="64"/>
                      <a:pt x="14" y="65"/>
                    </a:cubicBezTo>
                    <a:cubicBezTo>
                      <a:pt x="15" y="64"/>
                      <a:pt x="16" y="63"/>
                      <a:pt x="17" y="64"/>
                    </a:cubicBezTo>
                    <a:cubicBezTo>
                      <a:pt x="17" y="62"/>
                      <a:pt x="17" y="62"/>
                      <a:pt x="18" y="60"/>
                    </a:cubicBezTo>
                    <a:cubicBezTo>
                      <a:pt x="18" y="60"/>
                      <a:pt x="18" y="59"/>
                      <a:pt x="18" y="60"/>
                    </a:cubicBezTo>
                    <a:cubicBezTo>
                      <a:pt x="18" y="61"/>
                      <a:pt x="17" y="64"/>
                      <a:pt x="18" y="64"/>
                    </a:cubicBezTo>
                    <a:cubicBezTo>
                      <a:pt x="17" y="67"/>
                      <a:pt x="17" y="64"/>
                      <a:pt x="16" y="67"/>
                    </a:cubicBezTo>
                    <a:cubicBezTo>
                      <a:pt x="15" y="69"/>
                      <a:pt x="14" y="68"/>
                      <a:pt x="14" y="67"/>
                    </a:cubicBezTo>
                    <a:cubicBezTo>
                      <a:pt x="12" y="69"/>
                      <a:pt x="14" y="67"/>
                      <a:pt x="14" y="70"/>
                    </a:cubicBezTo>
                    <a:cubicBezTo>
                      <a:pt x="14" y="70"/>
                      <a:pt x="15" y="68"/>
                      <a:pt x="16" y="68"/>
                    </a:cubicBezTo>
                    <a:cubicBezTo>
                      <a:pt x="17" y="67"/>
                      <a:pt x="16" y="67"/>
                      <a:pt x="17" y="66"/>
                    </a:cubicBezTo>
                    <a:cubicBezTo>
                      <a:pt x="19" y="64"/>
                      <a:pt x="18" y="68"/>
                      <a:pt x="18" y="68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8" y="70"/>
                      <a:pt x="18" y="68"/>
                      <a:pt x="19" y="69"/>
                    </a:cubicBezTo>
                    <a:cubicBezTo>
                      <a:pt x="19" y="72"/>
                      <a:pt x="18" y="69"/>
                      <a:pt x="17" y="71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8" y="74"/>
                      <a:pt x="18" y="70"/>
                      <a:pt x="19" y="72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1"/>
                      <a:pt x="20" y="69"/>
                      <a:pt x="19" y="69"/>
                    </a:cubicBezTo>
                    <a:cubicBezTo>
                      <a:pt x="20" y="66"/>
                      <a:pt x="20" y="69"/>
                      <a:pt x="21" y="69"/>
                    </a:cubicBezTo>
                    <a:cubicBezTo>
                      <a:pt x="22" y="67"/>
                      <a:pt x="21" y="69"/>
                      <a:pt x="21" y="67"/>
                    </a:cubicBezTo>
                    <a:cubicBezTo>
                      <a:pt x="21" y="65"/>
                      <a:pt x="22" y="65"/>
                      <a:pt x="22" y="65"/>
                    </a:cubicBezTo>
                    <a:cubicBezTo>
                      <a:pt x="23" y="65"/>
                      <a:pt x="22" y="67"/>
                      <a:pt x="22" y="68"/>
                    </a:cubicBezTo>
                    <a:cubicBezTo>
                      <a:pt x="22" y="69"/>
                      <a:pt x="22" y="69"/>
                      <a:pt x="22" y="68"/>
                    </a:cubicBezTo>
                    <a:cubicBezTo>
                      <a:pt x="21" y="69"/>
                      <a:pt x="22" y="71"/>
                      <a:pt x="21" y="73"/>
                    </a:cubicBezTo>
                    <a:cubicBezTo>
                      <a:pt x="21" y="74"/>
                      <a:pt x="22" y="72"/>
                      <a:pt x="22" y="71"/>
                    </a:cubicBezTo>
                    <a:cubicBezTo>
                      <a:pt x="22" y="71"/>
                      <a:pt x="23" y="69"/>
                      <a:pt x="22" y="69"/>
                    </a:cubicBezTo>
                    <a:cubicBezTo>
                      <a:pt x="25" y="64"/>
                      <a:pt x="23" y="72"/>
                      <a:pt x="24" y="72"/>
                    </a:cubicBezTo>
                    <a:cubicBezTo>
                      <a:pt x="24" y="69"/>
                      <a:pt x="26" y="68"/>
                      <a:pt x="26" y="64"/>
                    </a:cubicBezTo>
                    <a:cubicBezTo>
                      <a:pt x="26" y="64"/>
                      <a:pt x="27" y="63"/>
                      <a:pt x="27" y="63"/>
                    </a:cubicBezTo>
                    <a:cubicBezTo>
                      <a:pt x="26" y="65"/>
                      <a:pt x="27" y="65"/>
                      <a:pt x="26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6" y="71"/>
                      <a:pt x="27" y="72"/>
                      <a:pt x="27" y="73"/>
                    </a:cubicBezTo>
                    <a:cubicBezTo>
                      <a:pt x="28" y="73"/>
                      <a:pt x="27" y="71"/>
                      <a:pt x="28" y="71"/>
                    </a:cubicBezTo>
                    <a:cubicBezTo>
                      <a:pt x="27" y="72"/>
                      <a:pt x="28" y="73"/>
                      <a:pt x="28" y="73"/>
                    </a:cubicBezTo>
                    <a:cubicBezTo>
                      <a:pt x="27" y="72"/>
                      <a:pt x="28" y="70"/>
                      <a:pt x="29" y="70"/>
                    </a:cubicBezTo>
                    <a:cubicBezTo>
                      <a:pt x="29" y="70"/>
                      <a:pt x="30" y="72"/>
                      <a:pt x="30" y="72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72"/>
                      <a:pt x="29" y="75"/>
                      <a:pt x="29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1" y="69"/>
                      <a:pt x="31" y="71"/>
                      <a:pt x="31" y="70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31" y="71"/>
                      <a:pt x="30" y="75"/>
                      <a:pt x="31" y="74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2" y="73"/>
                      <a:pt x="32" y="73"/>
                      <a:pt x="33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3"/>
                      <a:pt x="34" y="71"/>
                      <a:pt x="34" y="73"/>
                    </a:cubicBezTo>
                    <a:cubicBezTo>
                      <a:pt x="34" y="70"/>
                      <a:pt x="33" y="73"/>
                      <a:pt x="33" y="72"/>
                    </a:cubicBezTo>
                    <a:cubicBezTo>
                      <a:pt x="33" y="70"/>
                      <a:pt x="34" y="70"/>
                      <a:pt x="34" y="70"/>
                    </a:cubicBezTo>
                    <a:cubicBezTo>
                      <a:pt x="34" y="72"/>
                      <a:pt x="35" y="70"/>
                      <a:pt x="35" y="70"/>
                    </a:cubicBezTo>
                    <a:cubicBezTo>
                      <a:pt x="35" y="71"/>
                      <a:pt x="35" y="72"/>
                      <a:pt x="36" y="72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36" y="74"/>
                      <a:pt x="37" y="70"/>
                      <a:pt x="37" y="71"/>
                    </a:cubicBezTo>
                    <a:cubicBezTo>
                      <a:pt x="37" y="72"/>
                      <a:pt x="37" y="73"/>
                      <a:pt x="37" y="74"/>
                    </a:cubicBezTo>
                    <a:cubicBezTo>
                      <a:pt x="37" y="71"/>
                      <a:pt x="38" y="70"/>
                      <a:pt x="38" y="69"/>
                    </a:cubicBezTo>
                    <a:cubicBezTo>
                      <a:pt x="39" y="70"/>
                      <a:pt x="38" y="72"/>
                      <a:pt x="38" y="74"/>
                    </a:cubicBezTo>
                    <a:cubicBezTo>
                      <a:pt x="38" y="72"/>
                      <a:pt x="39" y="75"/>
                      <a:pt x="39" y="73"/>
                    </a:cubicBezTo>
                    <a:cubicBezTo>
                      <a:pt x="39" y="72"/>
                      <a:pt x="39" y="71"/>
                      <a:pt x="39" y="70"/>
                    </a:cubicBezTo>
                    <a:cubicBezTo>
                      <a:pt x="40" y="70"/>
                      <a:pt x="39" y="71"/>
                      <a:pt x="40" y="72"/>
                    </a:cubicBezTo>
                    <a:cubicBezTo>
                      <a:pt x="40" y="72"/>
                      <a:pt x="41" y="69"/>
                      <a:pt x="40" y="69"/>
                    </a:cubicBezTo>
                    <a:cubicBezTo>
                      <a:pt x="41" y="69"/>
                      <a:pt x="41" y="67"/>
                      <a:pt x="42" y="68"/>
                    </a:cubicBezTo>
                    <a:cubicBezTo>
                      <a:pt x="42" y="70"/>
                      <a:pt x="41" y="69"/>
                      <a:pt x="41" y="70"/>
                    </a:cubicBezTo>
                    <a:cubicBezTo>
                      <a:pt x="42" y="70"/>
                      <a:pt x="41" y="66"/>
                      <a:pt x="42" y="66"/>
                    </a:cubicBezTo>
                    <a:cubicBezTo>
                      <a:pt x="42" y="65"/>
                      <a:pt x="42" y="62"/>
                      <a:pt x="43" y="61"/>
                    </a:cubicBezTo>
                    <a:cubicBezTo>
                      <a:pt x="44" y="62"/>
                      <a:pt x="42" y="62"/>
                      <a:pt x="43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4" y="67"/>
                      <a:pt x="42" y="68"/>
                      <a:pt x="43" y="71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1"/>
                      <a:pt x="44" y="72"/>
                      <a:pt x="44" y="72"/>
                    </a:cubicBezTo>
                    <a:cubicBezTo>
                      <a:pt x="44" y="70"/>
                      <a:pt x="44" y="72"/>
                      <a:pt x="44" y="71"/>
                    </a:cubicBezTo>
                    <a:cubicBezTo>
                      <a:pt x="44" y="71"/>
                      <a:pt x="45" y="68"/>
                      <a:pt x="45" y="69"/>
                    </a:cubicBezTo>
                    <a:cubicBezTo>
                      <a:pt x="45" y="70"/>
                      <a:pt x="46" y="71"/>
                      <a:pt x="45" y="72"/>
                    </a:cubicBezTo>
                    <a:cubicBezTo>
                      <a:pt x="46" y="73"/>
                      <a:pt x="45" y="70"/>
                      <a:pt x="46" y="71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8" y="72"/>
                      <a:pt x="50" y="72"/>
                      <a:pt x="52" y="68"/>
                    </a:cubicBezTo>
                    <a:cubicBezTo>
                      <a:pt x="52" y="70"/>
                      <a:pt x="53" y="70"/>
                      <a:pt x="54" y="71"/>
                    </a:cubicBezTo>
                    <a:cubicBezTo>
                      <a:pt x="53" y="70"/>
                      <a:pt x="54" y="69"/>
                      <a:pt x="54" y="69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56" y="72"/>
                      <a:pt x="56" y="70"/>
                      <a:pt x="57" y="69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58" y="71"/>
                      <a:pt x="57" y="69"/>
                      <a:pt x="58" y="69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8" y="69"/>
                      <a:pt x="58" y="69"/>
                      <a:pt x="58" y="69"/>
                    </a:cubicBezTo>
                    <a:cubicBezTo>
                      <a:pt x="59" y="68"/>
                      <a:pt x="59" y="68"/>
                      <a:pt x="59" y="70"/>
                    </a:cubicBezTo>
                    <a:cubicBezTo>
                      <a:pt x="60" y="70"/>
                      <a:pt x="60" y="69"/>
                      <a:pt x="59" y="69"/>
                    </a:cubicBezTo>
                    <a:cubicBezTo>
                      <a:pt x="60" y="70"/>
                      <a:pt x="61" y="70"/>
                      <a:pt x="62" y="69"/>
                    </a:cubicBezTo>
                    <a:cubicBezTo>
                      <a:pt x="62" y="68"/>
                      <a:pt x="62" y="68"/>
                      <a:pt x="62" y="66"/>
                    </a:cubicBezTo>
                    <a:cubicBezTo>
                      <a:pt x="61" y="64"/>
                      <a:pt x="62" y="67"/>
                      <a:pt x="62" y="65"/>
                    </a:cubicBezTo>
                    <a:cubicBezTo>
                      <a:pt x="62" y="66"/>
                      <a:pt x="63" y="67"/>
                      <a:pt x="62" y="68"/>
                    </a:cubicBezTo>
                    <a:cubicBezTo>
                      <a:pt x="64" y="71"/>
                      <a:pt x="65" y="68"/>
                      <a:pt x="67" y="68"/>
                    </a:cubicBezTo>
                    <a:cubicBezTo>
                      <a:pt x="67" y="67"/>
                      <a:pt x="67" y="67"/>
                      <a:pt x="67" y="67"/>
                    </a:cubicBezTo>
                    <a:cubicBezTo>
                      <a:pt x="68" y="69"/>
                      <a:pt x="69" y="67"/>
                      <a:pt x="70" y="67"/>
                    </a:cubicBezTo>
                    <a:cubicBezTo>
                      <a:pt x="70" y="66"/>
                      <a:pt x="70" y="64"/>
                      <a:pt x="71" y="64"/>
                    </a:cubicBezTo>
                    <a:cubicBezTo>
                      <a:pt x="71" y="61"/>
                      <a:pt x="71" y="66"/>
                      <a:pt x="72" y="67"/>
                    </a:cubicBezTo>
                    <a:cubicBezTo>
                      <a:pt x="72" y="66"/>
                      <a:pt x="73" y="66"/>
                      <a:pt x="73" y="66"/>
                    </a:cubicBezTo>
                    <a:cubicBezTo>
                      <a:pt x="73" y="66"/>
                      <a:pt x="73" y="66"/>
                      <a:pt x="73" y="66"/>
                    </a:cubicBezTo>
                    <a:cubicBezTo>
                      <a:pt x="73" y="65"/>
                      <a:pt x="73" y="65"/>
                      <a:pt x="74" y="65"/>
                    </a:cubicBezTo>
                    <a:cubicBezTo>
                      <a:pt x="74" y="66"/>
                      <a:pt x="74" y="66"/>
                      <a:pt x="74" y="66"/>
                    </a:cubicBezTo>
                    <a:cubicBezTo>
                      <a:pt x="74" y="66"/>
                      <a:pt x="75" y="67"/>
                      <a:pt x="75" y="67"/>
                    </a:cubicBezTo>
                    <a:cubicBezTo>
                      <a:pt x="75" y="65"/>
                      <a:pt x="76" y="66"/>
                      <a:pt x="76" y="64"/>
                    </a:cubicBezTo>
                    <a:cubicBezTo>
                      <a:pt x="76" y="65"/>
                      <a:pt x="76" y="65"/>
                      <a:pt x="76" y="65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7" y="64"/>
                      <a:pt x="77" y="64"/>
                      <a:pt x="77" y="64"/>
                    </a:cubicBezTo>
                    <a:cubicBezTo>
                      <a:pt x="77" y="66"/>
                      <a:pt x="77" y="66"/>
                      <a:pt x="77" y="66"/>
                    </a:cubicBezTo>
                    <a:cubicBezTo>
                      <a:pt x="78" y="67"/>
                      <a:pt x="77" y="64"/>
                      <a:pt x="77" y="63"/>
                    </a:cubicBezTo>
                    <a:cubicBezTo>
                      <a:pt x="77" y="62"/>
                      <a:pt x="78" y="64"/>
                      <a:pt x="78" y="64"/>
                    </a:cubicBezTo>
                    <a:cubicBezTo>
                      <a:pt x="78" y="65"/>
                      <a:pt x="78" y="64"/>
                      <a:pt x="77" y="64"/>
                    </a:cubicBezTo>
                    <a:cubicBezTo>
                      <a:pt x="77" y="66"/>
                      <a:pt x="78" y="65"/>
                      <a:pt x="78" y="66"/>
                    </a:cubicBezTo>
                    <a:cubicBezTo>
                      <a:pt x="78" y="66"/>
                      <a:pt x="78" y="64"/>
                      <a:pt x="78" y="64"/>
                    </a:cubicBezTo>
                    <a:cubicBezTo>
                      <a:pt x="79" y="64"/>
                      <a:pt x="79" y="64"/>
                      <a:pt x="80" y="65"/>
                    </a:cubicBezTo>
                    <a:cubicBezTo>
                      <a:pt x="80" y="64"/>
                      <a:pt x="80" y="65"/>
                      <a:pt x="80" y="64"/>
                    </a:cubicBezTo>
                    <a:cubicBezTo>
                      <a:pt x="80" y="64"/>
                      <a:pt x="79" y="63"/>
                      <a:pt x="79" y="62"/>
                    </a:cubicBezTo>
                    <a:cubicBezTo>
                      <a:pt x="79" y="62"/>
                      <a:pt x="80" y="61"/>
                      <a:pt x="80" y="62"/>
                    </a:cubicBezTo>
                    <a:cubicBezTo>
                      <a:pt x="80" y="63"/>
                      <a:pt x="80" y="63"/>
                      <a:pt x="80" y="63"/>
                    </a:cubicBezTo>
                    <a:cubicBezTo>
                      <a:pt x="80" y="62"/>
                      <a:pt x="81" y="62"/>
                      <a:pt x="80" y="61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81" y="62"/>
                      <a:pt x="81" y="62"/>
                      <a:pt x="82" y="61"/>
                    </a:cubicBezTo>
                    <a:cubicBezTo>
                      <a:pt x="82" y="63"/>
                      <a:pt x="82" y="65"/>
                      <a:pt x="83" y="65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4" y="63"/>
                      <a:pt x="84" y="64"/>
                      <a:pt x="84" y="65"/>
                    </a:cubicBezTo>
                    <a:cubicBezTo>
                      <a:pt x="85" y="65"/>
                      <a:pt x="84" y="60"/>
                      <a:pt x="85" y="61"/>
                    </a:cubicBezTo>
                    <a:cubicBezTo>
                      <a:pt x="85" y="63"/>
                      <a:pt x="86" y="63"/>
                      <a:pt x="86" y="64"/>
                    </a:cubicBezTo>
                    <a:cubicBezTo>
                      <a:pt x="86" y="63"/>
                      <a:pt x="86" y="63"/>
                      <a:pt x="86" y="62"/>
                    </a:cubicBezTo>
                    <a:cubicBezTo>
                      <a:pt x="86" y="62"/>
                      <a:pt x="86" y="64"/>
                      <a:pt x="86" y="63"/>
                    </a:cubicBezTo>
                    <a:cubicBezTo>
                      <a:pt x="85" y="61"/>
                      <a:pt x="86" y="62"/>
                      <a:pt x="86" y="61"/>
                    </a:cubicBezTo>
                    <a:cubicBezTo>
                      <a:pt x="88" y="65"/>
                      <a:pt x="89" y="62"/>
                      <a:pt x="91" y="64"/>
                    </a:cubicBezTo>
                    <a:cubicBezTo>
                      <a:pt x="90" y="61"/>
                      <a:pt x="91" y="63"/>
                      <a:pt x="91" y="62"/>
                    </a:cubicBezTo>
                    <a:cubicBezTo>
                      <a:pt x="92" y="64"/>
                      <a:pt x="92" y="61"/>
                      <a:pt x="93" y="63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93" y="61"/>
                      <a:pt x="92" y="56"/>
                      <a:pt x="94" y="59"/>
                    </a:cubicBezTo>
                    <a:cubicBezTo>
                      <a:pt x="94" y="60"/>
                      <a:pt x="94" y="61"/>
                      <a:pt x="94" y="61"/>
                    </a:cubicBezTo>
                    <a:cubicBezTo>
                      <a:pt x="95" y="64"/>
                      <a:pt x="95" y="59"/>
                      <a:pt x="96" y="62"/>
                    </a:cubicBezTo>
                    <a:cubicBezTo>
                      <a:pt x="96" y="61"/>
                      <a:pt x="95" y="59"/>
                      <a:pt x="96" y="58"/>
                    </a:cubicBezTo>
                    <a:cubicBezTo>
                      <a:pt x="96" y="59"/>
                      <a:pt x="98" y="60"/>
                      <a:pt x="98" y="60"/>
                    </a:cubicBezTo>
                    <a:cubicBezTo>
                      <a:pt x="98" y="60"/>
                      <a:pt x="98" y="59"/>
                      <a:pt x="98" y="60"/>
                    </a:cubicBezTo>
                    <a:cubicBezTo>
                      <a:pt x="99" y="61"/>
                      <a:pt x="98" y="61"/>
                      <a:pt x="98" y="61"/>
                    </a:cubicBezTo>
                    <a:cubicBezTo>
                      <a:pt x="99" y="62"/>
                      <a:pt x="99" y="60"/>
                      <a:pt x="100" y="59"/>
                    </a:cubicBezTo>
                    <a:cubicBezTo>
                      <a:pt x="101" y="61"/>
                      <a:pt x="101" y="60"/>
                      <a:pt x="102" y="61"/>
                    </a:cubicBezTo>
                    <a:cubicBezTo>
                      <a:pt x="102" y="58"/>
                      <a:pt x="104" y="61"/>
                      <a:pt x="103" y="58"/>
                    </a:cubicBezTo>
                    <a:cubicBezTo>
                      <a:pt x="103" y="59"/>
                      <a:pt x="103" y="59"/>
                      <a:pt x="103" y="59"/>
                    </a:cubicBezTo>
                    <a:cubicBezTo>
                      <a:pt x="104" y="58"/>
                      <a:pt x="103" y="56"/>
                      <a:pt x="104" y="56"/>
                    </a:cubicBezTo>
                    <a:cubicBezTo>
                      <a:pt x="104" y="58"/>
                      <a:pt x="104" y="58"/>
                      <a:pt x="104" y="58"/>
                    </a:cubicBezTo>
                    <a:cubicBezTo>
                      <a:pt x="105" y="61"/>
                      <a:pt x="105" y="58"/>
                      <a:pt x="105" y="59"/>
                    </a:cubicBezTo>
                    <a:cubicBezTo>
                      <a:pt x="105" y="58"/>
                      <a:pt x="106" y="59"/>
                      <a:pt x="106" y="58"/>
                    </a:cubicBezTo>
                    <a:cubicBezTo>
                      <a:pt x="106" y="57"/>
                      <a:pt x="106" y="57"/>
                      <a:pt x="106" y="57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107" y="55"/>
                      <a:pt x="107" y="58"/>
                      <a:pt x="107" y="58"/>
                    </a:cubicBezTo>
                    <a:cubicBezTo>
                      <a:pt x="107" y="59"/>
                      <a:pt x="108" y="58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9" y="57"/>
                    </a:cubicBezTo>
                    <a:cubicBezTo>
                      <a:pt x="109" y="57"/>
                      <a:pt x="109" y="57"/>
                      <a:pt x="109" y="57"/>
                    </a:cubicBezTo>
                    <a:cubicBezTo>
                      <a:pt x="109" y="57"/>
                      <a:pt x="109" y="57"/>
                      <a:pt x="109" y="58"/>
                    </a:cubicBezTo>
                    <a:cubicBezTo>
                      <a:pt x="109" y="59"/>
                      <a:pt x="109" y="59"/>
                      <a:pt x="109" y="59"/>
                    </a:cubicBezTo>
                    <a:cubicBezTo>
                      <a:pt x="110" y="59"/>
                      <a:pt x="110" y="57"/>
                      <a:pt x="110" y="57"/>
                    </a:cubicBezTo>
                    <a:cubicBezTo>
                      <a:pt x="111" y="58"/>
                      <a:pt x="113" y="56"/>
                      <a:pt x="113" y="55"/>
                    </a:cubicBezTo>
                    <a:cubicBezTo>
                      <a:pt x="113" y="55"/>
                      <a:pt x="113" y="56"/>
                      <a:pt x="113" y="55"/>
                    </a:cubicBezTo>
                    <a:cubicBezTo>
                      <a:pt x="114" y="55"/>
                      <a:pt x="114" y="53"/>
                      <a:pt x="114" y="54"/>
                    </a:cubicBezTo>
                    <a:cubicBezTo>
                      <a:pt x="114" y="54"/>
                      <a:pt x="115" y="55"/>
                      <a:pt x="115" y="55"/>
                    </a:cubicBezTo>
                    <a:cubicBezTo>
                      <a:pt x="115" y="56"/>
                      <a:pt x="115" y="54"/>
                      <a:pt x="115" y="54"/>
                    </a:cubicBezTo>
                    <a:cubicBezTo>
                      <a:pt x="116" y="56"/>
                      <a:pt x="116" y="52"/>
                      <a:pt x="118" y="53"/>
                    </a:cubicBezTo>
                    <a:cubicBezTo>
                      <a:pt x="118" y="53"/>
                      <a:pt x="118" y="54"/>
                      <a:pt x="118" y="55"/>
                    </a:cubicBezTo>
                    <a:cubicBezTo>
                      <a:pt x="119" y="54"/>
                      <a:pt x="119" y="53"/>
                      <a:pt x="120" y="51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52"/>
                      <a:pt x="121" y="52"/>
                      <a:pt x="121" y="51"/>
                    </a:cubicBezTo>
                    <a:cubicBezTo>
                      <a:pt x="120" y="50"/>
                      <a:pt x="120" y="48"/>
                      <a:pt x="121" y="49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22" y="48"/>
                      <a:pt x="122" y="48"/>
                      <a:pt x="122" y="48"/>
                    </a:cubicBezTo>
                    <a:cubicBezTo>
                      <a:pt x="122" y="48"/>
                      <a:pt x="122" y="48"/>
                      <a:pt x="122" y="49"/>
                    </a:cubicBezTo>
                    <a:cubicBezTo>
                      <a:pt x="123" y="51"/>
                      <a:pt x="124" y="50"/>
                      <a:pt x="124" y="50"/>
                    </a:cubicBezTo>
                    <a:cubicBezTo>
                      <a:pt x="124" y="49"/>
                      <a:pt x="124" y="49"/>
                      <a:pt x="124" y="49"/>
                    </a:cubicBezTo>
                    <a:cubicBezTo>
                      <a:pt x="124" y="48"/>
                      <a:pt x="125" y="50"/>
                      <a:pt x="125" y="5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25" y="45"/>
                      <a:pt x="126" y="47"/>
                      <a:pt x="126" y="48"/>
                    </a:cubicBezTo>
                    <a:cubicBezTo>
                      <a:pt x="127" y="47"/>
                      <a:pt x="126" y="44"/>
                      <a:pt x="126" y="42"/>
                    </a:cubicBezTo>
                    <a:cubicBezTo>
                      <a:pt x="127" y="43"/>
                      <a:pt x="127" y="41"/>
                      <a:pt x="127" y="41"/>
                    </a:cubicBezTo>
                    <a:cubicBezTo>
                      <a:pt x="128" y="42"/>
                      <a:pt x="127" y="41"/>
                      <a:pt x="127" y="42"/>
                    </a:cubicBezTo>
                    <a:cubicBezTo>
                      <a:pt x="128" y="43"/>
                      <a:pt x="128" y="43"/>
                      <a:pt x="128" y="43"/>
                    </a:cubicBezTo>
                    <a:cubicBezTo>
                      <a:pt x="128" y="44"/>
                      <a:pt x="129" y="46"/>
                      <a:pt x="129" y="47"/>
                    </a:cubicBezTo>
                    <a:cubicBezTo>
                      <a:pt x="129" y="46"/>
                      <a:pt x="131" y="46"/>
                      <a:pt x="132" y="46"/>
                    </a:cubicBezTo>
                    <a:cubicBezTo>
                      <a:pt x="130" y="44"/>
                      <a:pt x="132" y="45"/>
                      <a:pt x="132" y="42"/>
                    </a:cubicBezTo>
                    <a:cubicBezTo>
                      <a:pt x="132" y="41"/>
                      <a:pt x="133" y="44"/>
                      <a:pt x="133" y="44"/>
                    </a:cubicBezTo>
                    <a:cubicBezTo>
                      <a:pt x="134" y="43"/>
                      <a:pt x="135" y="44"/>
                      <a:pt x="136" y="43"/>
                    </a:cubicBezTo>
                    <a:cubicBezTo>
                      <a:pt x="136" y="43"/>
                      <a:pt x="136" y="43"/>
                      <a:pt x="136" y="43"/>
                    </a:cubicBezTo>
                    <a:cubicBezTo>
                      <a:pt x="136" y="42"/>
                      <a:pt x="138" y="43"/>
                      <a:pt x="138" y="40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139" y="42"/>
                      <a:pt x="137" y="39"/>
                      <a:pt x="139" y="40"/>
                    </a:cubicBezTo>
                    <a:cubicBezTo>
                      <a:pt x="139" y="41"/>
                      <a:pt x="139" y="41"/>
                      <a:pt x="139" y="41"/>
                    </a:cubicBezTo>
                    <a:cubicBezTo>
                      <a:pt x="139" y="40"/>
                      <a:pt x="140" y="42"/>
                      <a:pt x="140" y="39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41" y="40"/>
                      <a:pt x="142" y="40"/>
                      <a:pt x="142" y="38"/>
                    </a:cubicBezTo>
                    <a:cubicBezTo>
                      <a:pt x="142" y="40"/>
                      <a:pt x="142" y="40"/>
                      <a:pt x="142" y="40"/>
                    </a:cubicBezTo>
                    <a:cubicBezTo>
                      <a:pt x="143" y="41"/>
                      <a:pt x="142" y="38"/>
                      <a:pt x="143" y="38"/>
                    </a:cubicBezTo>
                    <a:cubicBezTo>
                      <a:pt x="143" y="38"/>
                      <a:pt x="144" y="39"/>
                      <a:pt x="144" y="39"/>
                    </a:cubicBezTo>
                    <a:cubicBezTo>
                      <a:pt x="143" y="38"/>
                      <a:pt x="144" y="38"/>
                      <a:pt x="144" y="37"/>
                    </a:cubicBezTo>
                    <a:cubicBezTo>
                      <a:pt x="146" y="39"/>
                      <a:pt x="146" y="39"/>
                      <a:pt x="146" y="39"/>
                    </a:cubicBezTo>
                    <a:cubicBezTo>
                      <a:pt x="149" y="37"/>
                      <a:pt x="152" y="36"/>
                      <a:pt x="154" y="33"/>
                    </a:cubicBezTo>
                    <a:cubicBezTo>
                      <a:pt x="156" y="35"/>
                      <a:pt x="154" y="35"/>
                      <a:pt x="155" y="36"/>
                    </a:cubicBezTo>
                    <a:cubicBezTo>
                      <a:pt x="154" y="34"/>
                      <a:pt x="155" y="35"/>
                      <a:pt x="156" y="34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4"/>
                      <a:pt x="157" y="35"/>
                      <a:pt x="157" y="34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2"/>
                      <a:pt x="159" y="36"/>
                      <a:pt x="158" y="33"/>
                    </a:cubicBezTo>
                    <a:cubicBezTo>
                      <a:pt x="159" y="34"/>
                      <a:pt x="159" y="34"/>
                      <a:pt x="159" y="34"/>
                    </a:cubicBezTo>
                    <a:cubicBezTo>
                      <a:pt x="158" y="32"/>
                      <a:pt x="160" y="35"/>
                      <a:pt x="160" y="33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61" y="34"/>
                      <a:pt x="160" y="30"/>
                      <a:pt x="161" y="32"/>
                    </a:cubicBezTo>
                    <a:cubicBezTo>
                      <a:pt x="162" y="31"/>
                      <a:pt x="162" y="30"/>
                      <a:pt x="161" y="28"/>
                    </a:cubicBezTo>
                    <a:cubicBezTo>
                      <a:pt x="162" y="30"/>
                      <a:pt x="162" y="30"/>
                      <a:pt x="162" y="30"/>
                    </a:cubicBezTo>
                    <a:cubicBezTo>
                      <a:pt x="164" y="28"/>
                      <a:pt x="167" y="27"/>
                      <a:pt x="167" y="24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167" y="22"/>
                      <a:pt x="171" y="25"/>
                      <a:pt x="170" y="21"/>
                    </a:cubicBezTo>
                    <a:cubicBezTo>
                      <a:pt x="169" y="19"/>
                      <a:pt x="169" y="19"/>
                      <a:pt x="169" y="19"/>
                    </a:cubicBezTo>
                    <a:cubicBezTo>
                      <a:pt x="171" y="21"/>
                      <a:pt x="171" y="21"/>
                      <a:pt x="171" y="21"/>
                    </a:cubicBezTo>
                    <a:cubicBezTo>
                      <a:pt x="170" y="20"/>
                      <a:pt x="172" y="20"/>
                      <a:pt x="171" y="19"/>
                    </a:cubicBezTo>
                    <a:cubicBezTo>
                      <a:pt x="171" y="19"/>
                      <a:pt x="171" y="19"/>
                      <a:pt x="172" y="20"/>
                    </a:cubicBezTo>
                    <a:cubicBezTo>
                      <a:pt x="172" y="20"/>
                      <a:pt x="171" y="17"/>
                      <a:pt x="172" y="17"/>
                    </a:cubicBezTo>
                    <a:cubicBezTo>
                      <a:pt x="173" y="18"/>
                      <a:pt x="173" y="18"/>
                      <a:pt x="173" y="18"/>
                    </a:cubicBezTo>
                    <a:cubicBezTo>
                      <a:pt x="177" y="19"/>
                      <a:pt x="182" y="18"/>
                      <a:pt x="181" y="13"/>
                    </a:cubicBezTo>
                    <a:cubicBezTo>
                      <a:pt x="181" y="12"/>
                      <a:pt x="183" y="14"/>
                      <a:pt x="183" y="14"/>
                    </a:cubicBezTo>
                    <a:cubicBezTo>
                      <a:pt x="182" y="10"/>
                      <a:pt x="188" y="11"/>
                      <a:pt x="186" y="6"/>
                    </a:cubicBezTo>
                    <a:cubicBezTo>
                      <a:pt x="186" y="4"/>
                      <a:pt x="182" y="0"/>
                      <a:pt x="182" y="0"/>
                    </a:cubicBezTo>
                    <a:cubicBezTo>
                      <a:pt x="180" y="4"/>
                      <a:pt x="176" y="5"/>
                      <a:pt x="171" y="6"/>
                    </a:cubicBezTo>
                    <a:cubicBezTo>
                      <a:pt x="171" y="7"/>
                      <a:pt x="170" y="9"/>
                      <a:pt x="169" y="9"/>
                    </a:cubicBezTo>
                    <a:cubicBezTo>
                      <a:pt x="165" y="12"/>
                      <a:pt x="158" y="11"/>
                      <a:pt x="154" y="16"/>
                    </a:cubicBezTo>
                    <a:cubicBezTo>
                      <a:pt x="155" y="16"/>
                      <a:pt x="155" y="18"/>
                      <a:pt x="155" y="18"/>
                    </a:cubicBezTo>
                    <a:cubicBezTo>
                      <a:pt x="155" y="18"/>
                      <a:pt x="155" y="18"/>
                      <a:pt x="155" y="18"/>
                    </a:cubicBezTo>
                    <a:cubicBezTo>
                      <a:pt x="155" y="19"/>
                      <a:pt x="155" y="19"/>
                      <a:pt x="155" y="19"/>
                    </a:cubicBezTo>
                    <a:cubicBezTo>
                      <a:pt x="155" y="19"/>
                      <a:pt x="154" y="18"/>
                      <a:pt x="154" y="17"/>
                    </a:cubicBezTo>
                    <a:cubicBezTo>
                      <a:pt x="153" y="19"/>
                      <a:pt x="151" y="20"/>
                      <a:pt x="149" y="20"/>
                    </a:cubicBezTo>
                    <a:cubicBezTo>
                      <a:pt x="150" y="22"/>
                      <a:pt x="148" y="21"/>
                      <a:pt x="149" y="23"/>
                    </a:cubicBezTo>
                    <a:cubicBezTo>
                      <a:pt x="148" y="22"/>
                      <a:pt x="148" y="22"/>
                      <a:pt x="148" y="22"/>
                    </a:cubicBezTo>
                    <a:cubicBezTo>
                      <a:pt x="147" y="24"/>
                      <a:pt x="147" y="24"/>
                      <a:pt x="145" y="22"/>
                    </a:cubicBezTo>
                    <a:cubicBezTo>
                      <a:pt x="139" y="23"/>
                      <a:pt x="134" y="27"/>
                      <a:pt x="128" y="28"/>
                    </a:cubicBezTo>
                    <a:cubicBezTo>
                      <a:pt x="123" y="30"/>
                      <a:pt x="118" y="35"/>
                      <a:pt x="112" y="37"/>
                    </a:cubicBezTo>
                    <a:cubicBezTo>
                      <a:pt x="112" y="40"/>
                      <a:pt x="110" y="39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3"/>
                      <a:pt x="109" y="41"/>
                      <a:pt x="107" y="40"/>
                    </a:cubicBezTo>
                    <a:cubicBezTo>
                      <a:pt x="107" y="42"/>
                      <a:pt x="107" y="41"/>
                      <a:pt x="107" y="43"/>
                    </a:cubicBezTo>
                    <a:cubicBezTo>
                      <a:pt x="107" y="45"/>
                      <a:pt x="106" y="40"/>
                      <a:pt x="106" y="41"/>
                    </a:cubicBezTo>
                    <a:cubicBezTo>
                      <a:pt x="105" y="41"/>
                      <a:pt x="106" y="42"/>
                      <a:pt x="106" y="42"/>
                    </a:cubicBezTo>
                    <a:cubicBezTo>
                      <a:pt x="105" y="45"/>
                      <a:pt x="106" y="41"/>
                      <a:pt x="103" y="39"/>
                    </a:cubicBezTo>
                    <a:cubicBezTo>
                      <a:pt x="101" y="41"/>
                      <a:pt x="98" y="44"/>
                      <a:pt x="95" y="43"/>
                    </a:cubicBezTo>
                    <a:cubicBezTo>
                      <a:pt x="95" y="43"/>
                      <a:pt x="96" y="44"/>
                      <a:pt x="96" y="44"/>
                    </a:cubicBezTo>
                    <a:cubicBezTo>
                      <a:pt x="95" y="41"/>
                      <a:pt x="95" y="46"/>
                      <a:pt x="94" y="44"/>
                    </a:cubicBezTo>
                    <a:cubicBezTo>
                      <a:pt x="94" y="44"/>
                      <a:pt x="94" y="43"/>
                      <a:pt x="94" y="43"/>
                    </a:cubicBezTo>
                    <a:cubicBezTo>
                      <a:pt x="93" y="42"/>
                      <a:pt x="92" y="44"/>
                      <a:pt x="91" y="43"/>
                    </a:cubicBezTo>
                    <a:cubicBezTo>
                      <a:pt x="90" y="45"/>
                      <a:pt x="88" y="42"/>
                      <a:pt x="88" y="44"/>
                    </a:cubicBezTo>
                    <a:cubicBezTo>
                      <a:pt x="88" y="43"/>
                      <a:pt x="87" y="43"/>
                      <a:pt x="87" y="43"/>
                    </a:cubicBezTo>
                    <a:cubicBezTo>
                      <a:pt x="87" y="47"/>
                      <a:pt x="84" y="42"/>
                      <a:pt x="84" y="44"/>
                    </a:cubicBezTo>
                    <a:cubicBezTo>
                      <a:pt x="84" y="44"/>
                      <a:pt x="84" y="44"/>
                      <a:pt x="84" y="44"/>
                    </a:cubicBezTo>
                    <a:cubicBezTo>
                      <a:pt x="81" y="45"/>
                      <a:pt x="77" y="45"/>
                      <a:pt x="75" y="47"/>
                    </a:cubicBezTo>
                    <a:cubicBezTo>
                      <a:pt x="73" y="47"/>
                      <a:pt x="70" y="44"/>
                      <a:pt x="69" y="46"/>
                    </a:cubicBezTo>
                    <a:cubicBezTo>
                      <a:pt x="69" y="48"/>
                      <a:pt x="69" y="48"/>
                      <a:pt x="69" y="48"/>
                    </a:cubicBezTo>
                    <a:cubicBezTo>
                      <a:pt x="68" y="48"/>
                      <a:pt x="69" y="47"/>
                      <a:pt x="68" y="46"/>
                    </a:cubicBezTo>
                    <a:cubicBezTo>
                      <a:pt x="68" y="48"/>
                      <a:pt x="66" y="47"/>
                      <a:pt x="65" y="47"/>
                    </a:cubicBezTo>
                    <a:cubicBezTo>
                      <a:pt x="65" y="47"/>
                      <a:pt x="65" y="48"/>
                      <a:pt x="65" y="49"/>
                    </a:cubicBezTo>
                    <a:cubicBezTo>
                      <a:pt x="63" y="46"/>
                      <a:pt x="62" y="50"/>
                      <a:pt x="60" y="48"/>
                    </a:cubicBezTo>
                    <a:cubicBezTo>
                      <a:pt x="61" y="51"/>
                      <a:pt x="60" y="50"/>
                      <a:pt x="59" y="51"/>
                    </a:cubicBezTo>
                    <a:cubicBezTo>
                      <a:pt x="59" y="51"/>
                      <a:pt x="59" y="50"/>
                      <a:pt x="59" y="49"/>
                    </a:cubicBezTo>
                    <a:cubicBezTo>
                      <a:pt x="58" y="50"/>
                      <a:pt x="57" y="50"/>
                      <a:pt x="56" y="49"/>
                    </a:cubicBezTo>
                    <a:cubicBezTo>
                      <a:pt x="56" y="49"/>
                      <a:pt x="56" y="51"/>
                      <a:pt x="55" y="51"/>
                    </a:cubicBezTo>
                    <a:cubicBezTo>
                      <a:pt x="54" y="49"/>
                      <a:pt x="54" y="51"/>
                      <a:pt x="53" y="50"/>
                    </a:cubicBezTo>
                    <a:cubicBezTo>
                      <a:pt x="54" y="52"/>
                      <a:pt x="52" y="54"/>
                      <a:pt x="52" y="53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0" y="52"/>
                      <a:pt x="47" y="49"/>
                      <a:pt x="44" y="52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2" y="53"/>
                      <a:pt x="39" y="51"/>
                      <a:pt x="37" y="54"/>
                    </a:cubicBezTo>
                    <a:cubicBezTo>
                      <a:pt x="36" y="53"/>
                      <a:pt x="35" y="52"/>
                      <a:pt x="35" y="52"/>
                    </a:cubicBezTo>
                    <a:cubicBezTo>
                      <a:pt x="34" y="53"/>
                      <a:pt x="33" y="53"/>
                      <a:pt x="32" y="55"/>
                    </a:cubicBezTo>
                    <a:cubicBezTo>
                      <a:pt x="32" y="56"/>
                      <a:pt x="32" y="54"/>
                      <a:pt x="32" y="54"/>
                    </a:cubicBezTo>
                    <a:cubicBezTo>
                      <a:pt x="31" y="53"/>
                      <a:pt x="30" y="51"/>
                      <a:pt x="29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8" y="53"/>
                      <a:pt x="27" y="55"/>
                      <a:pt x="26" y="53"/>
                    </a:cubicBezTo>
                    <a:cubicBezTo>
                      <a:pt x="25" y="54"/>
                      <a:pt x="24" y="55"/>
                      <a:pt x="25" y="56"/>
                    </a:cubicBezTo>
                    <a:cubicBezTo>
                      <a:pt x="24" y="56"/>
                      <a:pt x="25" y="54"/>
                      <a:pt x="24" y="55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3" y="52"/>
                      <a:pt x="21" y="53"/>
                      <a:pt x="19" y="53"/>
                    </a:cubicBezTo>
                    <a:cubicBezTo>
                      <a:pt x="19" y="51"/>
                      <a:pt x="17" y="53"/>
                      <a:pt x="16" y="51"/>
                    </a:cubicBezTo>
                    <a:cubicBezTo>
                      <a:pt x="15" y="52"/>
                      <a:pt x="15" y="50"/>
                      <a:pt x="13" y="53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3" y="51"/>
                      <a:pt x="12" y="51"/>
                      <a:pt x="11" y="49"/>
                    </a:cubicBezTo>
                    <a:cubicBezTo>
                      <a:pt x="11" y="49"/>
                      <a:pt x="10" y="50"/>
                      <a:pt x="9" y="5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9" y="50"/>
                      <a:pt x="7" y="51"/>
                      <a:pt x="6" y="52"/>
                    </a:cubicBezTo>
                    <a:cubicBezTo>
                      <a:pt x="6" y="51"/>
                      <a:pt x="6" y="52"/>
                      <a:pt x="6" y="51"/>
                    </a:cubicBezTo>
                    <a:cubicBezTo>
                      <a:pt x="7" y="51"/>
                      <a:pt x="8" y="50"/>
                      <a:pt x="9" y="48"/>
                    </a:cubicBezTo>
                    <a:cubicBezTo>
                      <a:pt x="9" y="48"/>
                      <a:pt x="6" y="50"/>
                      <a:pt x="7" y="48"/>
                    </a:cubicBezTo>
                    <a:cubicBezTo>
                      <a:pt x="7" y="47"/>
                      <a:pt x="7" y="47"/>
                      <a:pt x="5" y="49"/>
                    </a:cubicBezTo>
                    <a:cubicBezTo>
                      <a:pt x="6" y="48"/>
                      <a:pt x="6" y="48"/>
                      <a:pt x="7" y="47"/>
                    </a:cubicBezTo>
                    <a:cubicBezTo>
                      <a:pt x="6" y="47"/>
                      <a:pt x="6" y="47"/>
                      <a:pt x="5" y="47"/>
                    </a:cubicBezTo>
                    <a:cubicBezTo>
                      <a:pt x="6" y="47"/>
                      <a:pt x="5" y="47"/>
                      <a:pt x="5" y="48"/>
                    </a:cubicBezTo>
                    <a:cubicBezTo>
                      <a:pt x="4" y="48"/>
                      <a:pt x="4" y="48"/>
                      <a:pt x="2" y="49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2" y="50"/>
                      <a:pt x="1" y="50"/>
                      <a:pt x="2" y="49"/>
                    </a:cubicBezTo>
                    <a:cubicBezTo>
                      <a:pt x="3" y="48"/>
                      <a:pt x="4" y="48"/>
                      <a:pt x="5" y="47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8"/>
                      <a:pt x="2" y="49"/>
                      <a:pt x="1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" y="51"/>
                      <a:pt x="1" y="52"/>
                      <a:pt x="2" y="52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4" y="51"/>
                      <a:pt x="5" y="50"/>
                      <a:pt x="5" y="52"/>
                    </a:cubicBezTo>
                    <a:cubicBezTo>
                      <a:pt x="4" y="52"/>
                      <a:pt x="4" y="53"/>
                      <a:pt x="3" y="53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2" y="55"/>
                      <a:pt x="2" y="55"/>
                      <a:pt x="2" y="55"/>
                    </a:cubicBezTo>
                    <a:cubicBezTo>
                      <a:pt x="5" y="52"/>
                      <a:pt x="4" y="55"/>
                      <a:pt x="5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5" name="Freeform 243"/>
              <p:cNvSpPr/>
              <p:nvPr>
                <p:custDataLst>
                  <p:tags r:id="rId88"/>
                </p:custDataLst>
              </p:nvPr>
            </p:nvSpPr>
            <p:spPr bwMode="auto">
              <a:xfrm>
                <a:off x="4005" y="2851"/>
                <a:ext cx="2" cy="5"/>
              </a:xfrm>
              <a:custGeom>
                <a:avLst/>
                <a:gdLst>
                  <a:gd name="T0" fmla="*/ 2 w 2"/>
                  <a:gd name="T1" fmla="*/ 5 h 5"/>
                  <a:gd name="T2" fmla="*/ 2 w 2"/>
                  <a:gd name="T3" fmla="*/ 5 h 5"/>
                  <a:gd name="T4" fmla="*/ 0 w 2"/>
                  <a:gd name="T5" fmla="*/ 0 h 5"/>
                  <a:gd name="T6" fmla="*/ 2 w 2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5"/>
                    </a:moveTo>
                    <a:lnTo>
                      <a:pt x="2" y="5"/>
                    </a:lnTo>
                    <a:lnTo>
                      <a:pt x="0" y="0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6" name="Freeform 244"/>
              <p:cNvSpPr/>
              <p:nvPr>
                <p:custDataLst>
                  <p:tags r:id="rId89"/>
                </p:custDataLst>
              </p:nvPr>
            </p:nvSpPr>
            <p:spPr bwMode="auto">
              <a:xfrm>
                <a:off x="3980" y="2866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7" name="Freeform 245"/>
              <p:cNvSpPr/>
              <p:nvPr>
                <p:custDataLst>
                  <p:tags r:id="rId90"/>
                </p:custDataLst>
              </p:nvPr>
            </p:nvSpPr>
            <p:spPr bwMode="auto">
              <a:xfrm>
                <a:off x="3982" y="286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8" name="Freeform 246"/>
              <p:cNvSpPr/>
              <p:nvPr>
                <p:custDataLst>
                  <p:tags r:id="rId91"/>
                </p:custDataLst>
              </p:nvPr>
            </p:nvSpPr>
            <p:spPr bwMode="auto">
              <a:xfrm>
                <a:off x="3748" y="2898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9" name="Freeform 247"/>
              <p:cNvSpPr/>
              <p:nvPr>
                <p:custDataLst>
                  <p:tags r:id="rId92"/>
                </p:custDataLst>
              </p:nvPr>
            </p:nvSpPr>
            <p:spPr bwMode="auto">
              <a:xfrm>
                <a:off x="3980" y="2875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1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0" name="Freeform 248"/>
              <p:cNvSpPr/>
              <p:nvPr>
                <p:custDataLst>
                  <p:tags r:id="rId93"/>
                </p:custDataLst>
              </p:nvPr>
            </p:nvSpPr>
            <p:spPr bwMode="auto">
              <a:xfrm>
                <a:off x="3757" y="2909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1" name="Freeform 249"/>
              <p:cNvSpPr/>
              <p:nvPr>
                <p:custDataLst>
                  <p:tags r:id="rId94"/>
                </p:custDataLst>
              </p:nvPr>
            </p:nvSpPr>
            <p:spPr bwMode="auto">
              <a:xfrm>
                <a:off x="3776" y="291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2" name="Freeform 250"/>
              <p:cNvSpPr/>
              <p:nvPr>
                <p:custDataLst>
                  <p:tags r:id="rId95"/>
                </p:custDataLst>
              </p:nvPr>
            </p:nvSpPr>
            <p:spPr bwMode="auto">
              <a:xfrm>
                <a:off x="3759" y="2904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3" name="Freeform 251"/>
              <p:cNvSpPr/>
              <p:nvPr>
                <p:custDataLst>
                  <p:tags r:id="rId96"/>
                </p:custDataLst>
              </p:nvPr>
            </p:nvSpPr>
            <p:spPr bwMode="auto">
              <a:xfrm>
                <a:off x="3893" y="3080"/>
                <a:ext cx="4" cy="9"/>
              </a:xfrm>
              <a:custGeom>
                <a:avLst/>
                <a:gdLst>
                  <a:gd name="T0" fmla="*/ 2 w 2"/>
                  <a:gd name="T1" fmla="*/ 0 h 4"/>
                  <a:gd name="T2" fmla="*/ 1 w 2"/>
                  <a:gd name="T3" fmla="*/ 1 h 4"/>
                  <a:gd name="T4" fmla="*/ 1 w 2"/>
                  <a:gd name="T5" fmla="*/ 2 h 4"/>
                  <a:gd name="T6" fmla="*/ 0 w 2"/>
                  <a:gd name="T7" fmla="*/ 4 h 4"/>
                  <a:gd name="T8" fmla="*/ 2 w 2"/>
                  <a:gd name="T9" fmla="*/ 1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1" y="3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4" name="Freeform 252"/>
              <p:cNvSpPr/>
              <p:nvPr>
                <p:custDataLst>
                  <p:tags r:id="rId97"/>
                </p:custDataLst>
              </p:nvPr>
            </p:nvSpPr>
            <p:spPr bwMode="auto">
              <a:xfrm>
                <a:off x="3786" y="291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5" name="Freeform 253"/>
              <p:cNvSpPr/>
              <p:nvPr>
                <p:custDataLst>
                  <p:tags r:id="rId98"/>
                </p:custDataLst>
              </p:nvPr>
            </p:nvSpPr>
            <p:spPr bwMode="auto">
              <a:xfrm>
                <a:off x="3952" y="306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6" name="Freeform 254"/>
              <p:cNvSpPr>
                <a:spLocks noEditPoint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3895" y="3015"/>
                <a:ext cx="152" cy="95"/>
              </a:xfrm>
              <a:custGeom>
                <a:avLst/>
                <a:gdLst>
                  <a:gd name="T0" fmla="*/ 54 w 72"/>
                  <a:gd name="T1" fmla="*/ 4 h 45"/>
                  <a:gd name="T2" fmla="*/ 55 w 72"/>
                  <a:gd name="T3" fmla="*/ 8 h 45"/>
                  <a:gd name="T4" fmla="*/ 44 w 72"/>
                  <a:gd name="T5" fmla="*/ 20 h 45"/>
                  <a:gd name="T6" fmla="*/ 38 w 72"/>
                  <a:gd name="T7" fmla="*/ 21 h 45"/>
                  <a:gd name="T8" fmla="*/ 35 w 72"/>
                  <a:gd name="T9" fmla="*/ 21 h 45"/>
                  <a:gd name="T10" fmla="*/ 30 w 72"/>
                  <a:gd name="T11" fmla="*/ 22 h 45"/>
                  <a:gd name="T12" fmla="*/ 27 w 72"/>
                  <a:gd name="T13" fmla="*/ 22 h 45"/>
                  <a:gd name="T14" fmla="*/ 21 w 72"/>
                  <a:gd name="T15" fmla="*/ 23 h 45"/>
                  <a:gd name="T16" fmla="*/ 16 w 72"/>
                  <a:gd name="T17" fmla="*/ 23 h 45"/>
                  <a:gd name="T18" fmla="*/ 11 w 72"/>
                  <a:gd name="T19" fmla="*/ 23 h 45"/>
                  <a:gd name="T20" fmla="*/ 9 w 72"/>
                  <a:gd name="T21" fmla="*/ 21 h 45"/>
                  <a:gd name="T22" fmla="*/ 8 w 72"/>
                  <a:gd name="T23" fmla="*/ 20 h 45"/>
                  <a:gd name="T24" fmla="*/ 7 w 72"/>
                  <a:gd name="T25" fmla="*/ 20 h 45"/>
                  <a:gd name="T26" fmla="*/ 4 w 72"/>
                  <a:gd name="T27" fmla="*/ 22 h 45"/>
                  <a:gd name="T28" fmla="*/ 2 w 72"/>
                  <a:gd name="T29" fmla="*/ 25 h 45"/>
                  <a:gd name="T30" fmla="*/ 2 w 72"/>
                  <a:gd name="T31" fmla="*/ 31 h 45"/>
                  <a:gd name="T32" fmla="*/ 8 w 72"/>
                  <a:gd name="T33" fmla="*/ 29 h 45"/>
                  <a:gd name="T34" fmla="*/ 4 w 72"/>
                  <a:gd name="T35" fmla="*/ 34 h 45"/>
                  <a:gd name="T36" fmla="*/ 3 w 72"/>
                  <a:gd name="T37" fmla="*/ 39 h 45"/>
                  <a:gd name="T38" fmla="*/ 8 w 72"/>
                  <a:gd name="T39" fmla="*/ 33 h 45"/>
                  <a:gd name="T40" fmla="*/ 6 w 72"/>
                  <a:gd name="T41" fmla="*/ 39 h 45"/>
                  <a:gd name="T42" fmla="*/ 7 w 72"/>
                  <a:gd name="T43" fmla="*/ 41 h 45"/>
                  <a:gd name="T44" fmla="*/ 8 w 72"/>
                  <a:gd name="T45" fmla="*/ 42 h 45"/>
                  <a:gd name="T46" fmla="*/ 9 w 72"/>
                  <a:gd name="T47" fmla="*/ 43 h 45"/>
                  <a:gd name="T48" fmla="*/ 12 w 72"/>
                  <a:gd name="T49" fmla="*/ 40 h 45"/>
                  <a:gd name="T50" fmla="*/ 13 w 72"/>
                  <a:gd name="T51" fmla="*/ 44 h 45"/>
                  <a:gd name="T52" fmla="*/ 15 w 72"/>
                  <a:gd name="T53" fmla="*/ 40 h 45"/>
                  <a:gd name="T54" fmla="*/ 16 w 72"/>
                  <a:gd name="T55" fmla="*/ 40 h 45"/>
                  <a:gd name="T56" fmla="*/ 17 w 72"/>
                  <a:gd name="T57" fmla="*/ 42 h 45"/>
                  <a:gd name="T58" fmla="*/ 23 w 72"/>
                  <a:gd name="T59" fmla="*/ 41 h 45"/>
                  <a:gd name="T60" fmla="*/ 24 w 72"/>
                  <a:gd name="T61" fmla="*/ 41 h 45"/>
                  <a:gd name="T62" fmla="*/ 28 w 72"/>
                  <a:gd name="T63" fmla="*/ 41 h 45"/>
                  <a:gd name="T64" fmla="*/ 31 w 72"/>
                  <a:gd name="T65" fmla="*/ 40 h 45"/>
                  <a:gd name="T66" fmla="*/ 33 w 72"/>
                  <a:gd name="T67" fmla="*/ 39 h 45"/>
                  <a:gd name="T68" fmla="*/ 34 w 72"/>
                  <a:gd name="T69" fmla="*/ 40 h 45"/>
                  <a:gd name="T70" fmla="*/ 34 w 72"/>
                  <a:gd name="T71" fmla="*/ 37 h 45"/>
                  <a:gd name="T72" fmla="*/ 37 w 72"/>
                  <a:gd name="T73" fmla="*/ 38 h 45"/>
                  <a:gd name="T74" fmla="*/ 41 w 72"/>
                  <a:gd name="T75" fmla="*/ 39 h 45"/>
                  <a:gd name="T76" fmla="*/ 43 w 72"/>
                  <a:gd name="T77" fmla="*/ 35 h 45"/>
                  <a:gd name="T78" fmla="*/ 46 w 72"/>
                  <a:gd name="T79" fmla="*/ 35 h 45"/>
                  <a:gd name="T80" fmla="*/ 47 w 72"/>
                  <a:gd name="T81" fmla="*/ 34 h 45"/>
                  <a:gd name="T82" fmla="*/ 49 w 72"/>
                  <a:gd name="T83" fmla="*/ 34 h 45"/>
                  <a:gd name="T84" fmla="*/ 50 w 72"/>
                  <a:gd name="T85" fmla="*/ 36 h 45"/>
                  <a:gd name="T86" fmla="*/ 51 w 72"/>
                  <a:gd name="T87" fmla="*/ 32 h 45"/>
                  <a:gd name="T88" fmla="*/ 52 w 72"/>
                  <a:gd name="T89" fmla="*/ 27 h 45"/>
                  <a:gd name="T90" fmla="*/ 54 w 72"/>
                  <a:gd name="T91" fmla="*/ 28 h 45"/>
                  <a:gd name="T92" fmla="*/ 54 w 72"/>
                  <a:gd name="T93" fmla="*/ 23 h 45"/>
                  <a:gd name="T94" fmla="*/ 58 w 72"/>
                  <a:gd name="T95" fmla="*/ 23 h 45"/>
                  <a:gd name="T96" fmla="*/ 59 w 72"/>
                  <a:gd name="T97" fmla="*/ 21 h 45"/>
                  <a:gd name="T98" fmla="*/ 61 w 72"/>
                  <a:gd name="T99" fmla="*/ 20 h 45"/>
                  <a:gd name="T100" fmla="*/ 65 w 72"/>
                  <a:gd name="T101" fmla="*/ 17 h 45"/>
                  <a:gd name="T102" fmla="*/ 65 w 72"/>
                  <a:gd name="T103" fmla="*/ 13 h 45"/>
                  <a:gd name="T104" fmla="*/ 67 w 72"/>
                  <a:gd name="T105" fmla="*/ 8 h 45"/>
                  <a:gd name="T106" fmla="*/ 61 w 72"/>
                  <a:gd name="T107" fmla="*/ 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" h="45">
                    <a:moveTo>
                      <a:pt x="68" y="4"/>
                    </a:moveTo>
                    <a:cubicBezTo>
                      <a:pt x="67" y="4"/>
                      <a:pt x="70" y="3"/>
                      <a:pt x="70" y="3"/>
                    </a:cubicBezTo>
                    <a:cubicBezTo>
                      <a:pt x="66" y="4"/>
                      <a:pt x="69" y="0"/>
                      <a:pt x="65" y="3"/>
                    </a:cubicBezTo>
                    <a:cubicBezTo>
                      <a:pt x="64" y="3"/>
                      <a:pt x="63" y="5"/>
                      <a:pt x="63" y="6"/>
                    </a:cubicBezTo>
                    <a:cubicBezTo>
                      <a:pt x="62" y="6"/>
                      <a:pt x="61" y="6"/>
                      <a:pt x="61" y="6"/>
                    </a:cubicBezTo>
                    <a:cubicBezTo>
                      <a:pt x="59" y="4"/>
                      <a:pt x="51" y="2"/>
                      <a:pt x="54" y="4"/>
                    </a:cubicBezTo>
                    <a:cubicBezTo>
                      <a:pt x="55" y="4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57" y="6"/>
                      <a:pt x="55" y="5"/>
                      <a:pt x="55" y="4"/>
                    </a:cubicBezTo>
                    <a:cubicBezTo>
                      <a:pt x="55" y="5"/>
                      <a:pt x="55" y="6"/>
                      <a:pt x="54" y="6"/>
                    </a:cubicBezTo>
                    <a:cubicBezTo>
                      <a:pt x="55" y="7"/>
                      <a:pt x="54" y="6"/>
                      <a:pt x="55" y="8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8"/>
                      <a:pt x="55" y="8"/>
                      <a:pt x="53" y="7"/>
                    </a:cubicBezTo>
                    <a:cubicBezTo>
                      <a:pt x="50" y="7"/>
                      <a:pt x="49" y="9"/>
                      <a:pt x="47" y="10"/>
                    </a:cubicBezTo>
                    <a:cubicBezTo>
                      <a:pt x="46" y="12"/>
                      <a:pt x="45" y="14"/>
                      <a:pt x="43" y="16"/>
                    </a:cubicBezTo>
                    <a:cubicBezTo>
                      <a:pt x="44" y="19"/>
                      <a:pt x="43" y="18"/>
                      <a:pt x="44" y="21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22"/>
                      <a:pt x="43" y="20"/>
                      <a:pt x="42" y="19"/>
                    </a:cubicBezTo>
                    <a:cubicBezTo>
                      <a:pt x="43" y="21"/>
                      <a:pt x="42" y="20"/>
                      <a:pt x="43" y="22"/>
                    </a:cubicBezTo>
                    <a:cubicBezTo>
                      <a:pt x="44" y="23"/>
                      <a:pt x="41" y="19"/>
                      <a:pt x="42" y="20"/>
                    </a:cubicBezTo>
                    <a:cubicBezTo>
                      <a:pt x="41" y="20"/>
                      <a:pt x="42" y="21"/>
                      <a:pt x="42" y="21"/>
                    </a:cubicBezTo>
                    <a:cubicBezTo>
                      <a:pt x="42" y="23"/>
                      <a:pt x="41" y="20"/>
                      <a:pt x="40" y="18"/>
                    </a:cubicBezTo>
                    <a:cubicBezTo>
                      <a:pt x="39" y="19"/>
                      <a:pt x="39" y="22"/>
                      <a:pt x="38" y="21"/>
                    </a:cubicBezTo>
                    <a:cubicBezTo>
                      <a:pt x="38" y="21"/>
                      <a:pt x="38" y="22"/>
                      <a:pt x="38" y="22"/>
                    </a:cubicBezTo>
                    <a:cubicBezTo>
                      <a:pt x="37" y="19"/>
                      <a:pt x="38" y="23"/>
                      <a:pt x="38" y="22"/>
                    </a:cubicBezTo>
                    <a:cubicBezTo>
                      <a:pt x="37" y="21"/>
                      <a:pt x="37" y="21"/>
                      <a:pt x="37" y="21"/>
                    </a:cubicBezTo>
                    <a:cubicBezTo>
                      <a:pt x="36" y="20"/>
                      <a:pt x="37" y="22"/>
                      <a:pt x="36" y="21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6" y="23"/>
                      <a:pt x="35" y="20"/>
                      <a:pt x="35" y="21"/>
                    </a:cubicBezTo>
                    <a:cubicBezTo>
                      <a:pt x="35" y="20"/>
                      <a:pt x="35" y="21"/>
                      <a:pt x="35" y="20"/>
                    </a:cubicBezTo>
                    <a:cubicBezTo>
                      <a:pt x="36" y="24"/>
                      <a:pt x="34" y="19"/>
                      <a:pt x="34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4" y="20"/>
                      <a:pt x="32" y="22"/>
                    </a:cubicBezTo>
                    <a:cubicBezTo>
                      <a:pt x="32" y="22"/>
                      <a:pt x="31" y="19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2"/>
                      <a:pt x="30" y="21"/>
                      <a:pt x="30" y="21"/>
                    </a:cubicBezTo>
                    <a:cubicBezTo>
                      <a:pt x="30" y="22"/>
                      <a:pt x="30" y="20"/>
                      <a:pt x="29" y="20"/>
                    </a:cubicBezTo>
                    <a:cubicBezTo>
                      <a:pt x="29" y="21"/>
                      <a:pt x="29" y="21"/>
                      <a:pt x="29" y="22"/>
                    </a:cubicBezTo>
                    <a:cubicBezTo>
                      <a:pt x="29" y="20"/>
                      <a:pt x="28" y="23"/>
                      <a:pt x="27" y="21"/>
                    </a:cubicBezTo>
                    <a:cubicBezTo>
                      <a:pt x="27" y="25"/>
                      <a:pt x="27" y="23"/>
                      <a:pt x="27" y="24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6" y="22"/>
                      <a:pt x="26" y="22"/>
                      <a:pt x="26" y="21"/>
                    </a:cubicBezTo>
                    <a:cubicBezTo>
                      <a:pt x="26" y="22"/>
                      <a:pt x="25" y="24"/>
                      <a:pt x="25" y="23"/>
                    </a:cubicBezTo>
                    <a:cubicBezTo>
                      <a:pt x="25" y="21"/>
                      <a:pt x="25" y="23"/>
                      <a:pt x="25" y="22"/>
                    </a:cubicBezTo>
                    <a:cubicBezTo>
                      <a:pt x="24" y="24"/>
                      <a:pt x="24" y="25"/>
                      <a:pt x="24" y="25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3"/>
                      <a:pt x="23" y="20"/>
                      <a:pt x="21" y="23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0" y="23"/>
                      <a:pt x="20" y="21"/>
                      <a:pt x="18" y="24"/>
                    </a:cubicBezTo>
                    <a:cubicBezTo>
                      <a:pt x="18" y="23"/>
                      <a:pt x="18" y="22"/>
                      <a:pt x="18" y="22"/>
                    </a:cubicBezTo>
                    <a:cubicBezTo>
                      <a:pt x="17" y="24"/>
                      <a:pt x="17" y="23"/>
                      <a:pt x="16" y="25"/>
                    </a:cubicBezTo>
                    <a:cubicBezTo>
                      <a:pt x="16" y="25"/>
                      <a:pt x="16" y="24"/>
                      <a:pt x="16" y="24"/>
                    </a:cubicBezTo>
                    <a:cubicBezTo>
                      <a:pt x="16" y="23"/>
                      <a:pt x="17" y="21"/>
                      <a:pt x="16" y="23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5" y="23"/>
                      <a:pt x="14" y="24"/>
                      <a:pt x="15" y="23"/>
                    </a:cubicBezTo>
                    <a:cubicBezTo>
                      <a:pt x="14" y="24"/>
                      <a:pt x="13" y="24"/>
                      <a:pt x="13" y="26"/>
                    </a:cubicBezTo>
                    <a:cubicBezTo>
                      <a:pt x="12" y="26"/>
                      <a:pt x="14" y="23"/>
                      <a:pt x="13" y="25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2"/>
                      <a:pt x="12" y="23"/>
                      <a:pt x="11" y="23"/>
                    </a:cubicBezTo>
                    <a:cubicBezTo>
                      <a:pt x="12" y="21"/>
                      <a:pt x="10" y="23"/>
                      <a:pt x="11" y="22"/>
                    </a:cubicBezTo>
                    <a:cubicBezTo>
                      <a:pt x="10" y="23"/>
                      <a:pt x="11" y="21"/>
                      <a:pt x="9" y="23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0"/>
                      <a:pt x="8" y="21"/>
                      <a:pt x="8" y="22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6" y="22"/>
                      <a:pt x="5" y="23"/>
                    </a:cubicBezTo>
                    <a:cubicBezTo>
                      <a:pt x="6" y="22"/>
                      <a:pt x="5" y="23"/>
                      <a:pt x="5" y="22"/>
                    </a:cubicBezTo>
                    <a:cubicBezTo>
                      <a:pt x="6" y="22"/>
                      <a:pt x="8" y="21"/>
                      <a:pt x="9" y="20"/>
                    </a:cubicBezTo>
                    <a:cubicBezTo>
                      <a:pt x="10" y="20"/>
                      <a:pt x="6" y="21"/>
                      <a:pt x="8" y="20"/>
                    </a:cubicBezTo>
                    <a:cubicBezTo>
                      <a:pt x="9" y="20"/>
                      <a:pt x="8" y="20"/>
                      <a:pt x="6" y="21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0"/>
                      <a:pt x="8" y="20"/>
                      <a:pt x="7" y="20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5" y="21"/>
                      <a:pt x="5" y="20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22"/>
                      <a:pt x="2" y="22"/>
                      <a:pt x="3" y="21"/>
                    </a:cubicBezTo>
                    <a:cubicBezTo>
                      <a:pt x="5" y="20"/>
                      <a:pt x="6" y="20"/>
                      <a:pt x="7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0"/>
                      <a:pt x="3" y="21"/>
                      <a:pt x="2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2" y="22"/>
                      <a:pt x="1" y="23"/>
                      <a:pt x="2" y="2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21"/>
                      <a:pt x="4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4" y="23"/>
                      <a:pt x="2" y="25"/>
                      <a:pt x="3" y="2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2" y="26"/>
                      <a:pt x="4" y="24"/>
                      <a:pt x="4" y="24"/>
                    </a:cubicBezTo>
                    <a:cubicBezTo>
                      <a:pt x="4" y="24"/>
                      <a:pt x="1" y="26"/>
                      <a:pt x="1" y="27"/>
                    </a:cubicBezTo>
                    <a:cubicBezTo>
                      <a:pt x="1" y="27"/>
                      <a:pt x="3" y="26"/>
                      <a:pt x="2" y="28"/>
                    </a:cubicBezTo>
                    <a:cubicBezTo>
                      <a:pt x="2" y="28"/>
                      <a:pt x="4" y="28"/>
                      <a:pt x="5" y="27"/>
                    </a:cubicBezTo>
                    <a:cubicBezTo>
                      <a:pt x="5" y="28"/>
                      <a:pt x="3" y="29"/>
                      <a:pt x="4" y="29"/>
                    </a:cubicBezTo>
                    <a:cubicBezTo>
                      <a:pt x="3" y="29"/>
                      <a:pt x="2" y="30"/>
                      <a:pt x="2" y="31"/>
                    </a:cubicBezTo>
                    <a:cubicBezTo>
                      <a:pt x="3" y="30"/>
                      <a:pt x="2" y="32"/>
                      <a:pt x="4" y="30"/>
                    </a:cubicBezTo>
                    <a:cubicBezTo>
                      <a:pt x="4" y="30"/>
                      <a:pt x="4" y="31"/>
                      <a:pt x="5" y="31"/>
                    </a:cubicBezTo>
                    <a:cubicBezTo>
                      <a:pt x="4" y="31"/>
                      <a:pt x="3" y="33"/>
                      <a:pt x="3" y="33"/>
                    </a:cubicBezTo>
                    <a:cubicBezTo>
                      <a:pt x="4" y="32"/>
                      <a:pt x="5" y="32"/>
                      <a:pt x="5" y="32"/>
                    </a:cubicBezTo>
                    <a:cubicBezTo>
                      <a:pt x="6" y="31"/>
                      <a:pt x="6" y="31"/>
                      <a:pt x="7" y="29"/>
                    </a:cubicBezTo>
                    <a:cubicBezTo>
                      <a:pt x="7" y="29"/>
                      <a:pt x="8" y="28"/>
                      <a:pt x="8" y="29"/>
                    </a:cubicBezTo>
                    <a:cubicBezTo>
                      <a:pt x="7" y="30"/>
                      <a:pt x="5" y="32"/>
                      <a:pt x="6" y="33"/>
                    </a:cubicBezTo>
                    <a:cubicBezTo>
                      <a:pt x="4" y="35"/>
                      <a:pt x="5" y="32"/>
                      <a:pt x="4" y="34"/>
                    </a:cubicBezTo>
                    <a:cubicBezTo>
                      <a:pt x="2" y="36"/>
                      <a:pt x="2" y="36"/>
                      <a:pt x="2" y="35"/>
                    </a:cubicBezTo>
                    <a:cubicBezTo>
                      <a:pt x="0" y="36"/>
                      <a:pt x="2" y="35"/>
                      <a:pt x="1" y="37"/>
                    </a:cubicBezTo>
                    <a:cubicBezTo>
                      <a:pt x="1" y="37"/>
                      <a:pt x="2" y="36"/>
                      <a:pt x="3" y="36"/>
                    </a:cubicBezTo>
                    <a:cubicBezTo>
                      <a:pt x="4" y="35"/>
                      <a:pt x="4" y="35"/>
                      <a:pt x="4" y="34"/>
                    </a:cubicBezTo>
                    <a:cubicBezTo>
                      <a:pt x="6" y="32"/>
                      <a:pt x="4" y="36"/>
                      <a:pt x="4" y="3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3" y="37"/>
                      <a:pt x="4" y="36"/>
                      <a:pt x="4" y="36"/>
                    </a:cubicBezTo>
                    <a:cubicBezTo>
                      <a:pt x="3" y="39"/>
                      <a:pt x="4" y="36"/>
                      <a:pt x="3" y="3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2" y="41"/>
                      <a:pt x="3" y="38"/>
                      <a:pt x="3" y="39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4" y="38"/>
                      <a:pt x="5" y="37"/>
                      <a:pt x="4" y="37"/>
                    </a:cubicBezTo>
                    <a:cubicBezTo>
                      <a:pt x="6" y="34"/>
                      <a:pt x="5" y="37"/>
                      <a:pt x="6" y="36"/>
                    </a:cubicBezTo>
                    <a:cubicBezTo>
                      <a:pt x="7" y="35"/>
                      <a:pt x="5" y="36"/>
                      <a:pt x="6" y="35"/>
                    </a:cubicBezTo>
                    <a:cubicBezTo>
                      <a:pt x="7" y="33"/>
                      <a:pt x="7" y="34"/>
                      <a:pt x="8" y="33"/>
                    </a:cubicBezTo>
                    <a:cubicBezTo>
                      <a:pt x="8" y="34"/>
                      <a:pt x="7" y="35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5" y="37"/>
                      <a:pt x="5" y="39"/>
                      <a:pt x="4" y="40"/>
                    </a:cubicBezTo>
                    <a:cubicBezTo>
                      <a:pt x="4" y="41"/>
                      <a:pt x="5" y="38"/>
                      <a:pt x="5" y="39"/>
                    </a:cubicBezTo>
                    <a:cubicBezTo>
                      <a:pt x="5" y="39"/>
                      <a:pt x="6" y="37"/>
                      <a:pt x="6" y="37"/>
                    </a:cubicBezTo>
                    <a:cubicBezTo>
                      <a:pt x="9" y="33"/>
                      <a:pt x="5" y="40"/>
                      <a:pt x="6" y="39"/>
                    </a:cubicBezTo>
                    <a:cubicBezTo>
                      <a:pt x="7" y="37"/>
                      <a:pt x="9" y="36"/>
                      <a:pt x="10" y="33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0" y="34"/>
                      <a:pt x="10" y="34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7" y="39"/>
                      <a:pt x="7" y="40"/>
                      <a:pt x="7" y="41"/>
                    </a:cubicBezTo>
                    <a:cubicBezTo>
                      <a:pt x="8" y="41"/>
                      <a:pt x="8" y="40"/>
                      <a:pt x="8" y="39"/>
                    </a:cubicBezTo>
                    <a:cubicBezTo>
                      <a:pt x="8" y="40"/>
                      <a:pt x="7" y="41"/>
                      <a:pt x="8" y="41"/>
                    </a:cubicBezTo>
                    <a:cubicBezTo>
                      <a:pt x="8" y="40"/>
                      <a:pt x="9" y="38"/>
                      <a:pt x="9" y="38"/>
                    </a:cubicBezTo>
                    <a:cubicBezTo>
                      <a:pt x="10" y="38"/>
                      <a:pt x="9" y="40"/>
                      <a:pt x="9" y="41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1"/>
                      <a:pt x="8" y="43"/>
                      <a:pt x="8" y="42"/>
                    </a:cubicBezTo>
                    <a:cubicBezTo>
                      <a:pt x="9" y="41"/>
                      <a:pt x="9" y="40"/>
                      <a:pt x="10" y="38"/>
                    </a:cubicBezTo>
                    <a:cubicBezTo>
                      <a:pt x="11" y="38"/>
                      <a:pt x="10" y="40"/>
                      <a:pt x="10" y="39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0" y="40"/>
                      <a:pt x="8" y="43"/>
                      <a:pt x="9" y="43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2"/>
                      <a:pt x="11" y="40"/>
                      <a:pt x="11" y="42"/>
                    </a:cubicBezTo>
                    <a:cubicBezTo>
                      <a:pt x="12" y="40"/>
                      <a:pt x="11" y="42"/>
                      <a:pt x="11" y="41"/>
                    </a:cubicBezTo>
                    <a:cubicBezTo>
                      <a:pt x="11" y="39"/>
                      <a:pt x="12" y="39"/>
                      <a:pt x="12" y="39"/>
                    </a:cubicBezTo>
                    <a:cubicBezTo>
                      <a:pt x="11" y="42"/>
                      <a:pt x="12" y="39"/>
                      <a:pt x="12" y="40"/>
                    </a:cubicBezTo>
                    <a:cubicBezTo>
                      <a:pt x="12" y="41"/>
                      <a:pt x="12" y="41"/>
                      <a:pt x="12" y="42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2" y="43"/>
                      <a:pt x="13" y="39"/>
                      <a:pt x="13" y="41"/>
                    </a:cubicBezTo>
                    <a:cubicBezTo>
                      <a:pt x="13" y="42"/>
                      <a:pt x="12" y="43"/>
                      <a:pt x="12" y="43"/>
                    </a:cubicBezTo>
                    <a:cubicBezTo>
                      <a:pt x="13" y="41"/>
                      <a:pt x="14" y="40"/>
                      <a:pt x="14" y="39"/>
                    </a:cubicBezTo>
                    <a:cubicBezTo>
                      <a:pt x="14" y="40"/>
                      <a:pt x="13" y="42"/>
                      <a:pt x="13" y="44"/>
                    </a:cubicBezTo>
                    <a:cubicBezTo>
                      <a:pt x="14" y="42"/>
                      <a:pt x="13" y="45"/>
                      <a:pt x="14" y="43"/>
                    </a:cubicBezTo>
                    <a:cubicBezTo>
                      <a:pt x="14" y="42"/>
                      <a:pt x="14" y="41"/>
                      <a:pt x="15" y="40"/>
                    </a:cubicBezTo>
                    <a:cubicBezTo>
                      <a:pt x="15" y="40"/>
                      <a:pt x="14" y="41"/>
                      <a:pt x="14" y="42"/>
                    </a:cubicBezTo>
                    <a:cubicBezTo>
                      <a:pt x="14" y="42"/>
                      <a:pt x="15" y="40"/>
                      <a:pt x="15" y="39"/>
                    </a:cubicBezTo>
                    <a:cubicBezTo>
                      <a:pt x="15" y="39"/>
                      <a:pt x="16" y="37"/>
                      <a:pt x="16" y="39"/>
                    </a:cubicBezTo>
                    <a:cubicBezTo>
                      <a:pt x="16" y="40"/>
                      <a:pt x="15" y="39"/>
                      <a:pt x="15" y="40"/>
                    </a:cubicBezTo>
                    <a:cubicBezTo>
                      <a:pt x="16" y="41"/>
                      <a:pt x="17" y="37"/>
                      <a:pt x="17" y="36"/>
                    </a:cubicBezTo>
                    <a:cubicBezTo>
                      <a:pt x="17" y="35"/>
                      <a:pt x="18" y="32"/>
                      <a:pt x="19" y="31"/>
                    </a:cubicBezTo>
                    <a:cubicBezTo>
                      <a:pt x="19" y="32"/>
                      <a:pt x="18" y="32"/>
                      <a:pt x="18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7"/>
                      <a:pt x="16" y="39"/>
                      <a:pt x="16" y="41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6" y="41"/>
                      <a:pt x="16" y="43"/>
                      <a:pt x="16" y="42"/>
                    </a:cubicBezTo>
                    <a:cubicBezTo>
                      <a:pt x="17" y="41"/>
                      <a:pt x="16" y="43"/>
                      <a:pt x="16" y="41"/>
                    </a:cubicBezTo>
                    <a:cubicBezTo>
                      <a:pt x="17" y="41"/>
                      <a:pt x="18" y="38"/>
                      <a:pt x="18" y="39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1"/>
                      <a:pt x="17" y="42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3"/>
                      <a:pt x="19" y="43"/>
                      <a:pt x="21" y="39"/>
                    </a:cubicBezTo>
                    <a:cubicBezTo>
                      <a:pt x="21" y="41"/>
                      <a:pt x="21" y="41"/>
                      <a:pt x="21" y="42"/>
                    </a:cubicBezTo>
                    <a:cubicBezTo>
                      <a:pt x="21" y="42"/>
                      <a:pt x="22" y="41"/>
                      <a:pt x="22" y="41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2" y="44"/>
                      <a:pt x="23" y="42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3" y="44"/>
                      <a:pt x="23" y="41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0"/>
                      <a:pt x="24" y="41"/>
                      <a:pt x="24" y="43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3"/>
                      <a:pt x="25" y="43"/>
                      <a:pt x="26" y="42"/>
                    </a:cubicBezTo>
                    <a:cubicBezTo>
                      <a:pt x="25" y="42"/>
                      <a:pt x="25" y="41"/>
                      <a:pt x="26" y="39"/>
                    </a:cubicBezTo>
                    <a:cubicBezTo>
                      <a:pt x="26" y="37"/>
                      <a:pt x="26" y="40"/>
                      <a:pt x="26" y="39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4"/>
                      <a:pt x="27" y="42"/>
                      <a:pt x="28" y="42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3"/>
                      <a:pt x="29" y="41"/>
                      <a:pt x="30" y="42"/>
                    </a:cubicBezTo>
                    <a:cubicBezTo>
                      <a:pt x="30" y="41"/>
                      <a:pt x="30" y="38"/>
                      <a:pt x="30" y="38"/>
                    </a:cubicBezTo>
                    <a:cubicBezTo>
                      <a:pt x="30" y="36"/>
                      <a:pt x="30" y="41"/>
                      <a:pt x="30" y="42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0"/>
                      <a:pt x="31" y="39"/>
                      <a:pt x="31" y="40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2" y="42"/>
                      <a:pt x="32" y="42"/>
                    </a:cubicBezTo>
                    <a:cubicBezTo>
                      <a:pt x="32" y="40"/>
                      <a:pt x="33" y="41"/>
                      <a:pt x="33" y="39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2"/>
                      <a:pt x="33" y="40"/>
                      <a:pt x="33" y="39"/>
                    </a:cubicBezTo>
                    <a:cubicBezTo>
                      <a:pt x="33" y="38"/>
                      <a:pt x="33" y="39"/>
                      <a:pt x="33" y="40"/>
                    </a:cubicBezTo>
                    <a:cubicBezTo>
                      <a:pt x="33" y="41"/>
                      <a:pt x="33" y="40"/>
                      <a:pt x="33" y="40"/>
                    </a:cubicBezTo>
                    <a:cubicBezTo>
                      <a:pt x="33" y="41"/>
                      <a:pt x="33" y="40"/>
                      <a:pt x="33" y="41"/>
                    </a:cubicBezTo>
                    <a:cubicBezTo>
                      <a:pt x="33" y="41"/>
                      <a:pt x="33" y="39"/>
                      <a:pt x="34" y="40"/>
                    </a:cubicBezTo>
                    <a:cubicBezTo>
                      <a:pt x="34" y="40"/>
                      <a:pt x="34" y="40"/>
                      <a:pt x="34" y="41"/>
                    </a:cubicBezTo>
                    <a:cubicBezTo>
                      <a:pt x="34" y="40"/>
                      <a:pt x="34" y="40"/>
                      <a:pt x="35" y="40"/>
                    </a:cubicBezTo>
                    <a:cubicBezTo>
                      <a:pt x="34" y="39"/>
                      <a:pt x="34" y="39"/>
                      <a:pt x="34" y="38"/>
                    </a:cubicBezTo>
                    <a:cubicBezTo>
                      <a:pt x="34" y="38"/>
                      <a:pt x="34" y="37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5" y="39"/>
                      <a:pt x="34" y="37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5" y="39"/>
                      <a:pt x="35" y="41"/>
                      <a:pt x="36" y="42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7" y="40"/>
                      <a:pt x="37" y="41"/>
                    </a:cubicBezTo>
                    <a:cubicBezTo>
                      <a:pt x="38" y="42"/>
                      <a:pt x="37" y="36"/>
                      <a:pt x="37" y="38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39"/>
                      <a:pt x="38" y="39"/>
                    </a:cubicBezTo>
                    <a:cubicBezTo>
                      <a:pt x="38" y="38"/>
                      <a:pt x="38" y="41"/>
                      <a:pt x="38" y="39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9" y="42"/>
                      <a:pt x="40" y="38"/>
                      <a:pt x="41" y="40"/>
                    </a:cubicBezTo>
                    <a:cubicBezTo>
                      <a:pt x="40" y="38"/>
                      <a:pt x="41" y="39"/>
                      <a:pt x="41" y="39"/>
                    </a:cubicBezTo>
                    <a:cubicBezTo>
                      <a:pt x="42" y="41"/>
                      <a:pt x="41" y="38"/>
                      <a:pt x="42" y="39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2" y="38"/>
                      <a:pt x="40" y="33"/>
                      <a:pt x="42" y="36"/>
                    </a:cubicBezTo>
                    <a:cubicBezTo>
                      <a:pt x="42" y="37"/>
                      <a:pt x="42" y="38"/>
                      <a:pt x="42" y="38"/>
                    </a:cubicBezTo>
                    <a:cubicBezTo>
                      <a:pt x="44" y="41"/>
                      <a:pt x="42" y="36"/>
                      <a:pt x="44" y="38"/>
                    </a:cubicBezTo>
                    <a:cubicBezTo>
                      <a:pt x="43" y="37"/>
                      <a:pt x="43" y="36"/>
                      <a:pt x="43" y="35"/>
                    </a:cubicBezTo>
                    <a:cubicBezTo>
                      <a:pt x="43" y="36"/>
                      <a:pt x="44" y="37"/>
                      <a:pt x="44" y="37"/>
                    </a:cubicBezTo>
                    <a:cubicBezTo>
                      <a:pt x="44" y="37"/>
                      <a:pt x="44" y="36"/>
                      <a:pt x="44" y="37"/>
                    </a:cubicBezTo>
                    <a:cubicBezTo>
                      <a:pt x="45" y="37"/>
                      <a:pt x="45" y="38"/>
                      <a:pt x="45" y="38"/>
                    </a:cubicBezTo>
                    <a:cubicBezTo>
                      <a:pt x="45" y="38"/>
                      <a:pt x="45" y="37"/>
                      <a:pt x="45" y="36"/>
                    </a:cubicBezTo>
                    <a:cubicBezTo>
                      <a:pt x="46" y="38"/>
                      <a:pt x="46" y="37"/>
                      <a:pt x="47" y="38"/>
                    </a:cubicBezTo>
                    <a:cubicBezTo>
                      <a:pt x="46" y="35"/>
                      <a:pt x="48" y="38"/>
                      <a:pt x="46" y="35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6" y="35"/>
                      <a:pt x="46" y="34"/>
                      <a:pt x="46" y="33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8" y="37"/>
                      <a:pt x="47" y="35"/>
                      <a:pt x="48" y="37"/>
                    </a:cubicBezTo>
                    <a:cubicBezTo>
                      <a:pt x="47" y="35"/>
                      <a:pt x="48" y="36"/>
                      <a:pt x="47" y="35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4"/>
                      <a:pt x="47" y="33"/>
                      <a:pt x="47" y="33"/>
                    </a:cubicBezTo>
                    <a:cubicBezTo>
                      <a:pt x="47" y="33"/>
                      <a:pt x="48" y="35"/>
                      <a:pt x="48" y="35"/>
                    </a:cubicBezTo>
                    <a:cubicBezTo>
                      <a:pt x="49" y="36"/>
                      <a:pt x="49" y="35"/>
                      <a:pt x="48" y="35"/>
                    </a:cubicBezTo>
                    <a:cubicBezTo>
                      <a:pt x="48" y="35"/>
                      <a:pt x="48" y="35"/>
                      <a:pt x="48" y="34"/>
                    </a:cubicBezTo>
                    <a:cubicBezTo>
                      <a:pt x="48" y="34"/>
                      <a:pt x="48" y="35"/>
                      <a:pt x="48" y="35"/>
                    </a:cubicBezTo>
                    <a:cubicBezTo>
                      <a:pt x="48" y="34"/>
                      <a:pt x="48" y="34"/>
                      <a:pt x="49" y="34"/>
                    </a:cubicBezTo>
                    <a:cubicBezTo>
                      <a:pt x="49" y="34"/>
                      <a:pt x="49" y="34"/>
                      <a:pt x="49" y="34"/>
                    </a:cubicBezTo>
                    <a:cubicBezTo>
                      <a:pt x="49" y="34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0" y="36"/>
                      <a:pt x="50" y="35"/>
                      <a:pt x="49" y="34"/>
                    </a:cubicBezTo>
                    <a:cubicBezTo>
                      <a:pt x="50" y="35"/>
                      <a:pt x="50" y="33"/>
                      <a:pt x="50" y="32"/>
                    </a:cubicBezTo>
                    <a:cubicBezTo>
                      <a:pt x="50" y="33"/>
                      <a:pt x="51" y="34"/>
                      <a:pt x="50" y="33"/>
                    </a:cubicBezTo>
                    <a:cubicBezTo>
                      <a:pt x="50" y="33"/>
                      <a:pt x="50" y="31"/>
                      <a:pt x="50" y="32"/>
                    </a:cubicBezTo>
                    <a:cubicBezTo>
                      <a:pt x="50" y="32"/>
                      <a:pt x="51" y="33"/>
                      <a:pt x="51" y="33"/>
                    </a:cubicBezTo>
                    <a:cubicBezTo>
                      <a:pt x="52" y="33"/>
                      <a:pt x="51" y="32"/>
                      <a:pt x="51" y="32"/>
                    </a:cubicBezTo>
                    <a:cubicBezTo>
                      <a:pt x="52" y="34"/>
                      <a:pt x="51" y="30"/>
                      <a:pt x="52" y="31"/>
                    </a:cubicBezTo>
                    <a:cubicBezTo>
                      <a:pt x="52" y="31"/>
                      <a:pt x="53" y="32"/>
                      <a:pt x="53" y="33"/>
                    </a:cubicBezTo>
                    <a:cubicBezTo>
                      <a:pt x="53" y="32"/>
                      <a:pt x="53" y="31"/>
                      <a:pt x="52" y="29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53" y="31"/>
                      <a:pt x="53" y="30"/>
                      <a:pt x="53" y="29"/>
                    </a:cubicBezTo>
                    <a:cubicBezTo>
                      <a:pt x="52" y="28"/>
                      <a:pt x="51" y="27"/>
                      <a:pt x="52" y="27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2" y="27"/>
                      <a:pt x="52" y="27"/>
                      <a:pt x="53" y="28"/>
                    </a:cubicBezTo>
                    <a:cubicBezTo>
                      <a:pt x="54" y="30"/>
                      <a:pt x="54" y="29"/>
                      <a:pt x="54" y="29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3" y="27"/>
                      <a:pt x="54" y="29"/>
                      <a:pt x="54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4"/>
                      <a:pt x="54" y="26"/>
                      <a:pt x="54" y="27"/>
                    </a:cubicBezTo>
                    <a:cubicBezTo>
                      <a:pt x="54" y="26"/>
                      <a:pt x="53" y="24"/>
                      <a:pt x="52" y="22"/>
                    </a:cubicBezTo>
                    <a:cubicBezTo>
                      <a:pt x="52" y="22"/>
                      <a:pt x="52" y="21"/>
                      <a:pt x="52" y="21"/>
                    </a:cubicBezTo>
                    <a:cubicBezTo>
                      <a:pt x="53" y="22"/>
                      <a:pt x="52" y="21"/>
                      <a:pt x="53" y="22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3"/>
                      <a:pt x="55" y="25"/>
                      <a:pt x="55" y="26"/>
                    </a:cubicBezTo>
                    <a:cubicBezTo>
                      <a:pt x="55" y="25"/>
                      <a:pt x="56" y="26"/>
                      <a:pt x="57" y="26"/>
                    </a:cubicBezTo>
                    <a:cubicBezTo>
                      <a:pt x="55" y="23"/>
                      <a:pt x="56" y="24"/>
                      <a:pt x="55" y="22"/>
                    </a:cubicBezTo>
                    <a:cubicBezTo>
                      <a:pt x="55" y="22"/>
                      <a:pt x="56" y="24"/>
                      <a:pt x="57" y="24"/>
                    </a:cubicBezTo>
                    <a:cubicBezTo>
                      <a:pt x="56" y="23"/>
                      <a:pt x="57" y="23"/>
                      <a:pt x="57" y="23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7" y="23"/>
                      <a:pt x="58" y="23"/>
                      <a:pt x="57" y="21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9" y="22"/>
                      <a:pt x="56" y="19"/>
                      <a:pt x="57" y="20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7" y="20"/>
                      <a:pt x="59" y="22"/>
                      <a:pt x="58" y="20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9" y="21"/>
                      <a:pt x="59" y="21"/>
                      <a:pt x="58" y="19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0" y="22"/>
                      <a:pt x="58" y="19"/>
                      <a:pt x="59" y="19"/>
                    </a:cubicBezTo>
                    <a:cubicBezTo>
                      <a:pt x="59" y="19"/>
                      <a:pt x="60" y="20"/>
                      <a:pt x="60" y="20"/>
                    </a:cubicBezTo>
                    <a:cubicBezTo>
                      <a:pt x="59" y="19"/>
                      <a:pt x="60" y="19"/>
                      <a:pt x="60" y="19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62" y="19"/>
                      <a:pt x="64" y="18"/>
                      <a:pt x="63" y="16"/>
                    </a:cubicBezTo>
                    <a:cubicBezTo>
                      <a:pt x="65" y="17"/>
                      <a:pt x="64" y="17"/>
                      <a:pt x="65" y="18"/>
                    </a:cubicBezTo>
                    <a:cubicBezTo>
                      <a:pt x="64" y="17"/>
                      <a:pt x="65" y="18"/>
                      <a:pt x="65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5" y="17"/>
                      <a:pt x="66" y="18"/>
                      <a:pt x="66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4" y="15"/>
                      <a:pt x="68" y="18"/>
                      <a:pt x="66" y="16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5" y="15"/>
                      <a:pt x="68" y="17"/>
                      <a:pt x="66" y="16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68" y="17"/>
                      <a:pt x="65" y="14"/>
                      <a:pt x="67" y="15"/>
                    </a:cubicBezTo>
                    <a:cubicBezTo>
                      <a:pt x="67" y="15"/>
                      <a:pt x="66" y="14"/>
                      <a:pt x="65" y="13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67" y="13"/>
                      <a:pt x="68" y="12"/>
                      <a:pt x="66" y="10"/>
                    </a:cubicBezTo>
                    <a:cubicBezTo>
                      <a:pt x="67" y="10"/>
                      <a:pt x="67" y="10"/>
                      <a:pt x="67" y="10"/>
                    </a:cubicBezTo>
                    <a:cubicBezTo>
                      <a:pt x="65" y="9"/>
                      <a:pt x="70" y="11"/>
                      <a:pt x="66" y="8"/>
                    </a:cubicBezTo>
                    <a:cubicBezTo>
                      <a:pt x="65" y="7"/>
                      <a:pt x="65" y="7"/>
                      <a:pt x="65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6" y="8"/>
                      <a:pt x="67" y="8"/>
                      <a:pt x="66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7" y="8"/>
                      <a:pt x="65" y="6"/>
                      <a:pt x="65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9" y="7"/>
                      <a:pt x="72" y="3"/>
                      <a:pt x="68" y="4"/>
                    </a:cubicBezTo>
                    <a:close/>
                    <a:moveTo>
                      <a:pt x="61" y="9"/>
                    </a:moveTo>
                    <a:cubicBezTo>
                      <a:pt x="60" y="9"/>
                      <a:pt x="61" y="7"/>
                      <a:pt x="62" y="6"/>
                    </a:cubicBezTo>
                    <a:cubicBezTo>
                      <a:pt x="62" y="8"/>
                      <a:pt x="61" y="9"/>
                      <a:pt x="6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7" name="Freeform 255"/>
              <p:cNvSpPr/>
              <p:nvPr>
                <p:custDataLst>
                  <p:tags r:id="rId100"/>
                </p:custDataLst>
              </p:nvPr>
            </p:nvSpPr>
            <p:spPr bwMode="auto">
              <a:xfrm>
                <a:off x="4011" y="3063"/>
                <a:ext cx="5" cy="5"/>
              </a:xfrm>
              <a:custGeom>
                <a:avLst/>
                <a:gdLst>
                  <a:gd name="T0" fmla="*/ 5 w 5"/>
                  <a:gd name="T1" fmla="*/ 5 h 5"/>
                  <a:gd name="T2" fmla="*/ 0 w 5"/>
                  <a:gd name="T3" fmla="*/ 0 h 5"/>
                  <a:gd name="T4" fmla="*/ 2 w 5"/>
                  <a:gd name="T5" fmla="*/ 5 h 5"/>
                  <a:gd name="T6" fmla="*/ 5 w 5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8" name="Freeform 256"/>
              <p:cNvSpPr/>
              <p:nvPr>
                <p:custDataLst>
                  <p:tags r:id="rId101"/>
                </p:custDataLst>
              </p:nvPr>
            </p:nvSpPr>
            <p:spPr bwMode="auto">
              <a:xfrm>
                <a:off x="3912" y="310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9" name="Freeform 257"/>
              <p:cNvSpPr/>
              <p:nvPr>
                <p:custDataLst>
                  <p:tags r:id="rId102"/>
                </p:custDataLst>
              </p:nvPr>
            </p:nvSpPr>
            <p:spPr bwMode="auto">
              <a:xfrm>
                <a:off x="3996" y="3089"/>
                <a:ext cx="3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0" name="Oval 258"/>
              <p:cNvSpPr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3595" y="182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1" name="Freeform 259"/>
              <p:cNvSpPr/>
              <p:nvPr>
                <p:custDataLst>
                  <p:tags r:id="rId104"/>
                </p:custDataLst>
              </p:nvPr>
            </p:nvSpPr>
            <p:spPr bwMode="auto">
              <a:xfrm>
                <a:off x="3598" y="182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2" name="Freeform 260"/>
              <p:cNvSpPr/>
              <p:nvPr>
                <p:custDataLst>
                  <p:tags r:id="rId105"/>
                </p:custDataLst>
              </p:nvPr>
            </p:nvSpPr>
            <p:spPr bwMode="auto">
              <a:xfrm>
                <a:off x="3918" y="28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3" name="Freeform 261"/>
              <p:cNvSpPr/>
              <p:nvPr>
                <p:custDataLst>
                  <p:tags r:id="rId106"/>
                </p:custDataLst>
              </p:nvPr>
            </p:nvSpPr>
            <p:spPr bwMode="auto">
              <a:xfrm>
                <a:off x="3924" y="3038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2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4" name="Freeform 262"/>
              <p:cNvSpPr/>
              <p:nvPr>
                <p:custDataLst>
                  <p:tags r:id="rId107"/>
                </p:custDataLst>
              </p:nvPr>
            </p:nvSpPr>
            <p:spPr bwMode="auto">
              <a:xfrm>
                <a:off x="3986" y="3027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5" name="Freeform 263"/>
              <p:cNvSpPr/>
              <p:nvPr>
                <p:custDataLst>
                  <p:tags r:id="rId108"/>
                </p:custDataLst>
              </p:nvPr>
            </p:nvSpPr>
            <p:spPr bwMode="auto">
              <a:xfrm>
                <a:off x="3899" y="3091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6" name="Rectangle 264"/>
              <p:cNvSpPr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4013" y="3004"/>
                <a:ext cx="1" cy="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7" name="Freeform 265"/>
              <p:cNvSpPr/>
              <p:nvPr>
                <p:custDataLst>
                  <p:tags r:id="rId110"/>
                </p:custDataLst>
              </p:nvPr>
            </p:nvSpPr>
            <p:spPr bwMode="auto">
              <a:xfrm>
                <a:off x="3903" y="3055"/>
                <a:ext cx="6" cy="2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8" name="Freeform 266"/>
              <p:cNvSpPr/>
              <p:nvPr>
                <p:custDataLst>
                  <p:tags r:id="rId111"/>
                </p:custDataLst>
              </p:nvPr>
            </p:nvSpPr>
            <p:spPr bwMode="auto">
              <a:xfrm>
                <a:off x="3905" y="3055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9" name="Freeform 267"/>
              <p:cNvSpPr/>
              <p:nvPr>
                <p:custDataLst>
                  <p:tags r:id="rId112"/>
                </p:custDataLst>
              </p:nvPr>
            </p:nvSpPr>
            <p:spPr bwMode="auto">
              <a:xfrm>
                <a:off x="3897" y="3085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0" name="Freeform 268"/>
              <p:cNvSpPr/>
              <p:nvPr>
                <p:custDataLst>
                  <p:tags r:id="rId113"/>
                </p:custDataLst>
              </p:nvPr>
            </p:nvSpPr>
            <p:spPr bwMode="auto">
              <a:xfrm>
                <a:off x="3897" y="309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1" name="Freeform 269"/>
              <p:cNvSpPr/>
              <p:nvPr>
                <p:custDataLst>
                  <p:tags r:id="rId114"/>
                </p:custDataLst>
              </p:nvPr>
            </p:nvSpPr>
            <p:spPr bwMode="auto">
              <a:xfrm>
                <a:off x="3984" y="3095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2" name="Freeform 270"/>
              <p:cNvSpPr/>
              <p:nvPr>
                <p:custDataLst>
                  <p:tags r:id="rId115"/>
                </p:custDataLst>
              </p:nvPr>
            </p:nvSpPr>
            <p:spPr bwMode="auto">
              <a:xfrm>
                <a:off x="3600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0" name="Freeform 271"/>
              <p:cNvSpPr/>
              <p:nvPr>
                <p:custDataLst>
                  <p:tags r:id="rId116"/>
                </p:custDataLst>
              </p:nvPr>
            </p:nvSpPr>
            <p:spPr bwMode="auto">
              <a:xfrm>
                <a:off x="3905" y="3100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1" name="Freeform 272"/>
              <p:cNvSpPr/>
              <p:nvPr>
                <p:custDataLst>
                  <p:tags r:id="rId117"/>
                </p:custDataLst>
              </p:nvPr>
            </p:nvSpPr>
            <p:spPr bwMode="auto">
              <a:xfrm>
                <a:off x="4230" y="248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2 w 2"/>
                  <a:gd name="T3" fmla="*/ 1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2" y="1"/>
                    </a:cubicBezTo>
                    <a:cubicBezTo>
                      <a:pt x="2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2" name="Freeform 273"/>
              <p:cNvSpPr/>
              <p:nvPr>
                <p:custDataLst>
                  <p:tags r:id="rId118"/>
                </p:custDataLst>
              </p:nvPr>
            </p:nvSpPr>
            <p:spPr bwMode="auto">
              <a:xfrm>
                <a:off x="3895" y="3080"/>
                <a:ext cx="4" cy="3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0 h 1"/>
                  <a:gd name="T4" fmla="*/ 1 w 2"/>
                  <a:gd name="T5" fmla="*/ 0 h 1"/>
                  <a:gd name="T6" fmla="*/ 0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3" name="Freeform 274"/>
              <p:cNvSpPr/>
              <p:nvPr>
                <p:custDataLst>
                  <p:tags r:id="rId119"/>
                </p:custDataLst>
              </p:nvPr>
            </p:nvSpPr>
            <p:spPr bwMode="auto">
              <a:xfrm>
                <a:off x="4007" y="30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4" name="Freeform 275"/>
              <p:cNvSpPr/>
              <p:nvPr>
                <p:custDataLst>
                  <p:tags r:id="rId120"/>
                </p:custDataLst>
              </p:nvPr>
            </p:nvSpPr>
            <p:spPr bwMode="auto">
              <a:xfrm>
                <a:off x="3598" y="18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5" name="Freeform 276"/>
              <p:cNvSpPr/>
              <p:nvPr>
                <p:custDataLst>
                  <p:tags r:id="rId121"/>
                </p:custDataLst>
              </p:nvPr>
            </p:nvSpPr>
            <p:spPr bwMode="auto">
              <a:xfrm>
                <a:off x="4005" y="307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6" name="Freeform 277"/>
              <p:cNvSpPr/>
              <p:nvPr>
                <p:custDataLst>
                  <p:tags r:id="rId122"/>
                </p:custDataLst>
              </p:nvPr>
            </p:nvSpPr>
            <p:spPr bwMode="auto">
              <a:xfrm>
                <a:off x="4007" y="308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7" name="Freeform 278"/>
              <p:cNvSpPr/>
              <p:nvPr>
                <p:custDataLst>
                  <p:tags r:id="rId123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8" name="Freeform 279"/>
              <p:cNvSpPr/>
              <p:nvPr>
                <p:custDataLst>
                  <p:tags r:id="rId124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0 w 1"/>
                  <a:gd name="T5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9" name="Freeform 280"/>
              <p:cNvSpPr/>
              <p:nvPr>
                <p:custDataLst>
                  <p:tags r:id="rId125"/>
                </p:custDataLst>
              </p:nvPr>
            </p:nvSpPr>
            <p:spPr bwMode="auto">
              <a:xfrm>
                <a:off x="4009" y="308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0" name="Freeform 281"/>
              <p:cNvSpPr/>
              <p:nvPr>
                <p:custDataLst>
                  <p:tags r:id="rId126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1" name="Freeform 282"/>
              <p:cNvSpPr/>
              <p:nvPr>
                <p:custDataLst>
                  <p:tags r:id="rId127"/>
                </p:custDataLst>
              </p:nvPr>
            </p:nvSpPr>
            <p:spPr bwMode="auto">
              <a:xfrm>
                <a:off x="3929" y="1870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1 w 2"/>
                  <a:gd name="T3" fmla="*/ 4 h 4"/>
                  <a:gd name="T4" fmla="*/ 2 w 2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0" y="1"/>
                      <a:pt x="1" y="4"/>
                    </a:cubicBezTo>
                    <a:cubicBezTo>
                      <a:pt x="1" y="0"/>
                      <a:pt x="2" y="4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2" name="Freeform 283"/>
              <p:cNvSpPr/>
              <p:nvPr>
                <p:custDataLst>
                  <p:tags r:id="rId128"/>
                </p:custDataLst>
              </p:nvPr>
            </p:nvSpPr>
            <p:spPr bwMode="auto">
              <a:xfrm>
                <a:off x="3687" y="1579"/>
                <a:ext cx="4" cy="4"/>
              </a:xfrm>
              <a:custGeom>
                <a:avLst/>
                <a:gdLst>
                  <a:gd name="T0" fmla="*/ 0 w 4"/>
                  <a:gd name="T1" fmla="*/ 4 h 4"/>
                  <a:gd name="T2" fmla="*/ 4 w 4"/>
                  <a:gd name="T3" fmla="*/ 0 h 4"/>
                  <a:gd name="T4" fmla="*/ 0 w 4"/>
                  <a:gd name="T5" fmla="*/ 2 h 4"/>
                  <a:gd name="T6" fmla="*/ 0 w 4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3" name="Freeform 284"/>
              <p:cNvSpPr/>
              <p:nvPr>
                <p:custDataLst>
                  <p:tags r:id="rId129"/>
                </p:custDataLst>
              </p:nvPr>
            </p:nvSpPr>
            <p:spPr bwMode="auto">
              <a:xfrm>
                <a:off x="4086" y="1583"/>
                <a:ext cx="8" cy="4"/>
              </a:xfrm>
              <a:custGeom>
                <a:avLst/>
                <a:gdLst>
                  <a:gd name="T0" fmla="*/ 2 w 4"/>
                  <a:gd name="T1" fmla="*/ 2 h 2"/>
                  <a:gd name="T2" fmla="*/ 1 w 4"/>
                  <a:gd name="T3" fmla="*/ 0 h 2"/>
                  <a:gd name="T4" fmla="*/ 2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2" y="2"/>
                    </a:moveTo>
                    <a:cubicBezTo>
                      <a:pt x="2" y="2"/>
                      <a:pt x="3" y="1"/>
                      <a:pt x="1" y="0"/>
                    </a:cubicBezTo>
                    <a:cubicBezTo>
                      <a:pt x="4" y="2"/>
                      <a:pt x="0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4" name="Freeform 285"/>
              <p:cNvSpPr/>
              <p:nvPr>
                <p:custDataLst>
                  <p:tags r:id="rId130"/>
                </p:custDataLst>
              </p:nvPr>
            </p:nvSpPr>
            <p:spPr bwMode="auto">
              <a:xfrm>
                <a:off x="3574" y="1912"/>
                <a:ext cx="2" cy="21"/>
              </a:xfrm>
              <a:custGeom>
                <a:avLst/>
                <a:gdLst>
                  <a:gd name="T0" fmla="*/ 0 w 1"/>
                  <a:gd name="T1" fmla="*/ 0 h 10"/>
                  <a:gd name="T2" fmla="*/ 1 w 1"/>
                  <a:gd name="T3" fmla="*/ 10 h 10"/>
                  <a:gd name="T4" fmla="*/ 0 w 1"/>
                  <a:gd name="T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0" y="4"/>
                      <a:pt x="0" y="10"/>
                      <a:pt x="1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5" name="Freeform 286"/>
              <p:cNvSpPr>
                <a:spLocks noEditPoint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3559" y="1774"/>
                <a:ext cx="77" cy="91"/>
              </a:xfrm>
              <a:custGeom>
                <a:avLst/>
                <a:gdLst>
                  <a:gd name="T0" fmla="*/ 32 w 36"/>
                  <a:gd name="T1" fmla="*/ 19 h 43"/>
                  <a:gd name="T2" fmla="*/ 27 w 36"/>
                  <a:gd name="T3" fmla="*/ 2 h 43"/>
                  <a:gd name="T4" fmla="*/ 8 w 36"/>
                  <a:gd name="T5" fmla="*/ 14 h 43"/>
                  <a:gd name="T6" fmla="*/ 16 w 36"/>
                  <a:gd name="T7" fmla="*/ 25 h 43"/>
                  <a:gd name="T8" fmla="*/ 16 w 36"/>
                  <a:gd name="T9" fmla="*/ 24 h 43"/>
                  <a:gd name="T10" fmla="*/ 17 w 36"/>
                  <a:gd name="T11" fmla="*/ 24 h 43"/>
                  <a:gd name="T12" fmla="*/ 17 w 36"/>
                  <a:gd name="T13" fmla="*/ 23 h 43"/>
                  <a:gd name="T14" fmla="*/ 17 w 36"/>
                  <a:gd name="T15" fmla="*/ 24 h 43"/>
                  <a:gd name="T16" fmla="*/ 19 w 36"/>
                  <a:gd name="T17" fmla="*/ 23 h 43"/>
                  <a:gd name="T18" fmla="*/ 18 w 36"/>
                  <a:gd name="T19" fmla="*/ 24 h 43"/>
                  <a:gd name="T20" fmla="*/ 17 w 36"/>
                  <a:gd name="T21" fmla="*/ 24 h 43"/>
                  <a:gd name="T22" fmla="*/ 19 w 36"/>
                  <a:gd name="T23" fmla="*/ 23 h 43"/>
                  <a:gd name="T24" fmla="*/ 20 w 36"/>
                  <a:gd name="T25" fmla="*/ 23 h 43"/>
                  <a:gd name="T26" fmla="*/ 21 w 36"/>
                  <a:gd name="T27" fmla="*/ 24 h 43"/>
                  <a:gd name="T28" fmla="*/ 21 w 36"/>
                  <a:gd name="T29" fmla="*/ 23 h 43"/>
                  <a:gd name="T30" fmla="*/ 21 w 36"/>
                  <a:gd name="T31" fmla="*/ 23 h 43"/>
                  <a:gd name="T32" fmla="*/ 21 w 36"/>
                  <a:gd name="T33" fmla="*/ 23 h 43"/>
                  <a:gd name="T34" fmla="*/ 21 w 36"/>
                  <a:gd name="T35" fmla="*/ 24 h 43"/>
                  <a:gd name="T36" fmla="*/ 22 w 36"/>
                  <a:gd name="T37" fmla="*/ 24 h 43"/>
                  <a:gd name="T38" fmla="*/ 22 w 36"/>
                  <a:gd name="T39" fmla="*/ 24 h 43"/>
                  <a:gd name="T40" fmla="*/ 22 w 36"/>
                  <a:gd name="T41" fmla="*/ 19 h 43"/>
                  <a:gd name="T42" fmla="*/ 22 w 36"/>
                  <a:gd name="T43" fmla="*/ 19 h 43"/>
                  <a:gd name="T44" fmla="*/ 23 w 36"/>
                  <a:gd name="T45" fmla="*/ 23 h 43"/>
                  <a:gd name="T46" fmla="*/ 27 w 36"/>
                  <a:gd name="T47" fmla="*/ 24 h 43"/>
                  <a:gd name="T48" fmla="*/ 25 w 36"/>
                  <a:gd name="T49" fmla="*/ 24 h 43"/>
                  <a:gd name="T50" fmla="*/ 25 w 36"/>
                  <a:gd name="T51" fmla="*/ 24 h 43"/>
                  <a:gd name="T52" fmla="*/ 26 w 36"/>
                  <a:gd name="T53" fmla="*/ 23 h 43"/>
                  <a:gd name="T54" fmla="*/ 25 w 36"/>
                  <a:gd name="T55" fmla="*/ 24 h 43"/>
                  <a:gd name="T56" fmla="*/ 24 w 36"/>
                  <a:gd name="T57" fmla="*/ 24 h 43"/>
                  <a:gd name="T58" fmla="*/ 24 w 36"/>
                  <a:gd name="T59" fmla="*/ 22 h 43"/>
                  <a:gd name="T60" fmla="*/ 24 w 36"/>
                  <a:gd name="T61" fmla="*/ 24 h 43"/>
                  <a:gd name="T62" fmla="*/ 23 w 36"/>
                  <a:gd name="T63" fmla="*/ 24 h 43"/>
                  <a:gd name="T64" fmla="*/ 23 w 36"/>
                  <a:gd name="T65" fmla="*/ 24 h 43"/>
                  <a:gd name="T66" fmla="*/ 24 w 36"/>
                  <a:gd name="T67" fmla="*/ 24 h 43"/>
                  <a:gd name="T68" fmla="*/ 24 w 36"/>
                  <a:gd name="T69" fmla="*/ 24 h 43"/>
                  <a:gd name="T70" fmla="*/ 25 w 36"/>
                  <a:gd name="T71" fmla="*/ 24 h 43"/>
                  <a:gd name="T72" fmla="*/ 29 w 36"/>
                  <a:gd name="T73" fmla="*/ 24 h 43"/>
                  <a:gd name="T74" fmla="*/ 26 w 36"/>
                  <a:gd name="T75" fmla="*/ 24 h 43"/>
                  <a:gd name="T76" fmla="*/ 24 w 36"/>
                  <a:gd name="T77" fmla="*/ 22 h 43"/>
                  <a:gd name="T78" fmla="*/ 23 w 36"/>
                  <a:gd name="T79" fmla="*/ 21 h 43"/>
                  <a:gd name="T80" fmla="*/ 24 w 36"/>
                  <a:gd name="T81" fmla="*/ 21 h 43"/>
                  <a:gd name="T82" fmla="*/ 24 w 36"/>
                  <a:gd name="T83" fmla="*/ 21 h 43"/>
                  <a:gd name="T84" fmla="*/ 23 w 36"/>
                  <a:gd name="T85" fmla="*/ 20 h 43"/>
                  <a:gd name="T86" fmla="*/ 22 w 36"/>
                  <a:gd name="T87" fmla="*/ 19 h 43"/>
                  <a:gd name="T88" fmla="*/ 22 w 36"/>
                  <a:gd name="T89" fmla="*/ 20 h 43"/>
                  <a:gd name="T90" fmla="*/ 21 w 36"/>
                  <a:gd name="T91" fmla="*/ 19 h 43"/>
                  <a:gd name="T92" fmla="*/ 22 w 36"/>
                  <a:gd name="T93" fmla="*/ 21 h 43"/>
                  <a:gd name="T94" fmla="*/ 20 w 36"/>
                  <a:gd name="T95" fmla="*/ 21 h 43"/>
                  <a:gd name="T96" fmla="*/ 17 w 36"/>
                  <a:gd name="T97" fmla="*/ 20 h 43"/>
                  <a:gd name="T98" fmla="*/ 20 w 36"/>
                  <a:gd name="T99" fmla="*/ 19 h 43"/>
                  <a:gd name="T100" fmla="*/ 18 w 36"/>
                  <a:gd name="T101" fmla="*/ 18 h 43"/>
                  <a:gd name="T102" fmla="*/ 19 w 36"/>
                  <a:gd name="T103" fmla="*/ 18 h 43"/>
                  <a:gd name="T104" fmla="*/ 20 w 36"/>
                  <a:gd name="T105" fmla="*/ 18 h 43"/>
                  <a:gd name="T106" fmla="*/ 21 w 36"/>
                  <a:gd name="T107" fmla="*/ 19 h 43"/>
                  <a:gd name="T108" fmla="*/ 20 w 36"/>
                  <a:gd name="T109" fmla="*/ 18 h 43"/>
                  <a:gd name="T110" fmla="*/ 18 w 36"/>
                  <a:gd name="T111" fmla="*/ 18 h 43"/>
                  <a:gd name="T112" fmla="*/ 18 w 36"/>
                  <a:gd name="T113" fmla="*/ 18 h 43"/>
                  <a:gd name="T114" fmla="*/ 15 w 36"/>
                  <a:gd name="T115" fmla="*/ 18 h 43"/>
                  <a:gd name="T116" fmla="*/ 18 w 36"/>
                  <a:gd name="T117" fmla="*/ 18 h 43"/>
                  <a:gd name="T118" fmla="*/ 18 w 36"/>
                  <a:gd name="T119" fmla="*/ 18 h 43"/>
                  <a:gd name="T120" fmla="*/ 17 w 36"/>
                  <a:gd name="T121" fmla="*/ 19 h 43"/>
                  <a:gd name="T122" fmla="*/ 16 w 36"/>
                  <a:gd name="T123" fmla="*/ 25 h 43"/>
                  <a:gd name="T124" fmla="*/ 14 w 36"/>
                  <a:gd name="T125" fmla="*/ 2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6" h="43">
                    <a:moveTo>
                      <a:pt x="5" y="16"/>
                    </a:moveTo>
                    <a:cubicBezTo>
                      <a:pt x="6" y="19"/>
                      <a:pt x="3" y="20"/>
                      <a:pt x="0" y="23"/>
                    </a:cubicBezTo>
                    <a:cubicBezTo>
                      <a:pt x="0" y="23"/>
                      <a:pt x="1" y="25"/>
                      <a:pt x="1" y="28"/>
                    </a:cubicBezTo>
                    <a:cubicBezTo>
                      <a:pt x="5" y="39"/>
                      <a:pt x="13" y="43"/>
                      <a:pt x="19" y="41"/>
                    </a:cubicBezTo>
                    <a:cubicBezTo>
                      <a:pt x="18" y="40"/>
                      <a:pt x="18" y="39"/>
                      <a:pt x="19" y="39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9"/>
                      <a:pt x="19" y="40"/>
                    </a:cubicBezTo>
                    <a:cubicBezTo>
                      <a:pt x="20" y="39"/>
                      <a:pt x="21" y="39"/>
                      <a:pt x="23" y="39"/>
                    </a:cubicBezTo>
                    <a:cubicBezTo>
                      <a:pt x="22" y="36"/>
                      <a:pt x="23" y="38"/>
                      <a:pt x="23" y="36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3" y="36"/>
                      <a:pt x="25" y="38"/>
                    </a:cubicBezTo>
                    <a:cubicBezTo>
                      <a:pt x="29" y="38"/>
                      <a:pt x="31" y="35"/>
                      <a:pt x="33" y="33"/>
                    </a:cubicBezTo>
                    <a:cubicBezTo>
                      <a:pt x="36" y="30"/>
                      <a:pt x="36" y="26"/>
                      <a:pt x="36" y="21"/>
                    </a:cubicBezTo>
                    <a:cubicBezTo>
                      <a:pt x="33" y="20"/>
                      <a:pt x="35" y="19"/>
                      <a:pt x="32" y="19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31" y="18"/>
                      <a:pt x="33" y="18"/>
                      <a:pt x="34" y="17"/>
                    </a:cubicBezTo>
                    <a:cubicBezTo>
                      <a:pt x="33" y="17"/>
                      <a:pt x="34" y="17"/>
                      <a:pt x="32" y="17"/>
                    </a:cubicBezTo>
                    <a:cubicBezTo>
                      <a:pt x="30" y="17"/>
                      <a:pt x="35" y="17"/>
                      <a:pt x="34" y="16"/>
                    </a:cubicBezTo>
                    <a:cubicBezTo>
                      <a:pt x="34" y="16"/>
                      <a:pt x="33" y="17"/>
                      <a:pt x="33" y="16"/>
                    </a:cubicBezTo>
                    <a:cubicBezTo>
                      <a:pt x="31" y="16"/>
                      <a:pt x="34" y="17"/>
                      <a:pt x="36" y="15"/>
                    </a:cubicBezTo>
                    <a:cubicBezTo>
                      <a:pt x="35" y="13"/>
                      <a:pt x="32" y="12"/>
                      <a:pt x="33" y="10"/>
                    </a:cubicBezTo>
                    <a:cubicBezTo>
                      <a:pt x="33" y="11"/>
                      <a:pt x="32" y="11"/>
                      <a:pt x="32" y="11"/>
                    </a:cubicBezTo>
                    <a:cubicBezTo>
                      <a:pt x="35" y="9"/>
                      <a:pt x="31" y="11"/>
                      <a:pt x="32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4" y="9"/>
                      <a:pt x="32" y="9"/>
                      <a:pt x="32" y="7"/>
                    </a:cubicBezTo>
                    <a:cubicBezTo>
                      <a:pt x="30" y="7"/>
                      <a:pt x="32" y="5"/>
                      <a:pt x="30" y="5"/>
                    </a:cubicBezTo>
                    <a:cubicBezTo>
                      <a:pt x="31" y="5"/>
                      <a:pt x="30" y="4"/>
                      <a:pt x="30" y="4"/>
                    </a:cubicBezTo>
                    <a:cubicBezTo>
                      <a:pt x="27" y="6"/>
                      <a:pt x="29" y="1"/>
                      <a:pt x="27" y="3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5" y="1"/>
                      <a:pt x="21" y="0"/>
                      <a:pt x="18" y="3"/>
                    </a:cubicBezTo>
                    <a:cubicBezTo>
                      <a:pt x="16" y="3"/>
                      <a:pt x="12" y="1"/>
                      <a:pt x="13" y="3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4"/>
                      <a:pt x="12" y="3"/>
                    </a:cubicBezTo>
                    <a:cubicBezTo>
                      <a:pt x="13" y="5"/>
                      <a:pt x="11" y="4"/>
                      <a:pt x="11" y="4"/>
                    </a:cubicBezTo>
                    <a:cubicBezTo>
                      <a:pt x="11" y="5"/>
                      <a:pt x="11" y="5"/>
                      <a:pt x="11" y="6"/>
                    </a:cubicBezTo>
                    <a:cubicBezTo>
                      <a:pt x="9" y="4"/>
                      <a:pt x="11" y="8"/>
                      <a:pt x="9" y="7"/>
                    </a:cubicBezTo>
                    <a:cubicBezTo>
                      <a:pt x="12" y="9"/>
                      <a:pt x="10" y="8"/>
                      <a:pt x="10" y="9"/>
                    </a:cubicBezTo>
                    <a:cubicBezTo>
                      <a:pt x="10" y="9"/>
                      <a:pt x="10" y="9"/>
                      <a:pt x="9" y="8"/>
                    </a:cubicBezTo>
                    <a:cubicBezTo>
                      <a:pt x="9" y="9"/>
                      <a:pt x="9" y="9"/>
                      <a:pt x="8" y="9"/>
                    </a:cubicBezTo>
                    <a:cubicBezTo>
                      <a:pt x="8" y="9"/>
                      <a:pt x="10" y="10"/>
                      <a:pt x="9" y="10"/>
                    </a:cubicBezTo>
                    <a:cubicBezTo>
                      <a:pt x="7" y="9"/>
                      <a:pt x="9" y="11"/>
                      <a:pt x="8" y="10"/>
                    </a:cubicBezTo>
                    <a:cubicBezTo>
                      <a:pt x="10" y="11"/>
                      <a:pt x="11" y="13"/>
                      <a:pt x="10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2"/>
                      <a:pt x="5" y="12"/>
                      <a:pt x="8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8" y="15"/>
                      <a:pt x="6" y="15"/>
                      <a:pt x="8" y="17"/>
                    </a:cubicBezTo>
                    <a:cubicBezTo>
                      <a:pt x="8" y="17"/>
                      <a:pt x="7" y="17"/>
                      <a:pt x="7" y="17"/>
                    </a:cubicBezTo>
                    <a:cubicBezTo>
                      <a:pt x="6" y="17"/>
                      <a:pt x="5" y="16"/>
                      <a:pt x="5" y="16"/>
                    </a:cubicBezTo>
                    <a:close/>
                    <a:moveTo>
                      <a:pt x="16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7"/>
                      <a:pt x="16" y="27"/>
                      <a:pt x="16" y="26"/>
                    </a:cubicBezTo>
                    <a:close/>
                    <a:moveTo>
                      <a:pt x="17" y="24"/>
                    </a:moveTo>
                    <a:cubicBezTo>
                      <a:pt x="17" y="25"/>
                      <a:pt x="16" y="25"/>
                      <a:pt x="17" y="27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5"/>
                      <a:pt x="17" y="25"/>
                      <a:pt x="17" y="24"/>
                    </a:cubicBezTo>
                    <a:close/>
                    <a:moveTo>
                      <a:pt x="16" y="25"/>
                    </a:move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5"/>
                      <a:pt x="17" y="23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6" y="25"/>
                      <a:pt x="17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8" y="25"/>
                      <a:pt x="17" y="24"/>
                      <a:pt x="17" y="24"/>
                    </a:cubicBezTo>
                    <a:close/>
                    <a:moveTo>
                      <a:pt x="18" y="24"/>
                    </a:move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lose/>
                    <a:moveTo>
                      <a:pt x="20" y="23"/>
                    </a:move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19" y="23"/>
                      <a:pt x="19" y="23"/>
                    </a:cubicBezTo>
                    <a:cubicBezTo>
                      <a:pt x="19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8" y="25"/>
                      <a:pt x="19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7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2"/>
                      <a:pt x="17" y="22"/>
                      <a:pt x="17" y="22"/>
                    </a:cubicBezTo>
                    <a:cubicBezTo>
                      <a:pt x="18" y="22"/>
                      <a:pt x="18" y="23"/>
                      <a:pt x="18" y="23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9" y="23"/>
                      <a:pt x="19" y="23"/>
                    </a:cubicBezTo>
                    <a:cubicBezTo>
                      <a:pt x="19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1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1" y="24"/>
                      <a:pt x="21" y="24"/>
                      <a:pt x="21" y="25"/>
                    </a:cubicBezTo>
                    <a:lnTo>
                      <a:pt x="20" y="24"/>
                    </a:ln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2" y="25"/>
                    </a:cubicBezTo>
                    <a:lnTo>
                      <a:pt x="21" y="24"/>
                    </a:lnTo>
                    <a:close/>
                    <a:moveTo>
                      <a:pt x="22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22" y="23"/>
                    </a:ln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3" y="24"/>
                      <a:pt x="22" y="24"/>
                    </a:cubicBezTo>
                    <a:close/>
                    <a:moveTo>
                      <a:pt x="22" y="22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3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2" y="22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2" y="20"/>
                      <a:pt x="22" y="20"/>
                    </a:cubicBezTo>
                    <a:cubicBezTo>
                      <a:pt x="22" y="20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3" y="23"/>
                    </a:moveTo>
                    <a:cubicBezTo>
                      <a:pt x="23" y="23"/>
                      <a:pt x="23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3"/>
                      <a:pt x="23" y="22"/>
                      <a:pt x="23" y="22"/>
                    </a:cubicBezTo>
                    <a:close/>
                    <a:moveTo>
                      <a:pt x="27" y="24"/>
                    </a:moveTo>
                    <a:cubicBezTo>
                      <a:pt x="26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5" y="24"/>
                    </a:cubicBezTo>
                    <a:cubicBezTo>
                      <a:pt x="26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3"/>
                    </a:move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6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6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5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6" y="23"/>
                    </a:cubicBezTo>
                    <a:cubicBezTo>
                      <a:pt x="25" y="23"/>
                      <a:pt x="25" y="23"/>
                      <a:pt x="25" y="23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4" y="22"/>
                    </a:ln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4" y="22"/>
                      <a:pt x="24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3"/>
                      <a:pt x="23" y="23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4"/>
                    </a:move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5"/>
                      <a:pt x="27" y="25"/>
                      <a:pt x="27" y="25"/>
                    </a:cubicBezTo>
                    <a:cubicBezTo>
                      <a:pt x="26" y="24"/>
                      <a:pt x="25" y="24"/>
                      <a:pt x="24" y="24"/>
                    </a:cubicBezTo>
                    <a:close/>
                    <a:moveTo>
                      <a:pt x="27" y="25"/>
                    </a:move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8" y="24"/>
                      <a:pt x="28" y="24"/>
                      <a:pt x="27" y="24"/>
                    </a:cubicBezTo>
                    <a:close/>
                    <a:moveTo>
                      <a:pt x="29" y="24"/>
                    </a:moveTo>
                    <a:cubicBezTo>
                      <a:pt x="29" y="24"/>
                      <a:pt x="26" y="24"/>
                      <a:pt x="27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6" y="24"/>
                    </a:cubicBezTo>
                    <a:lnTo>
                      <a:pt x="29" y="24"/>
                    </a:lnTo>
                    <a:close/>
                    <a:moveTo>
                      <a:pt x="27" y="24"/>
                    </a:move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2"/>
                    </a:moveTo>
                    <a:cubicBezTo>
                      <a:pt x="26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6" y="22"/>
                      <a:pt x="26" y="22"/>
                    </a:cubicBezTo>
                    <a:close/>
                    <a:moveTo>
                      <a:pt x="25" y="22"/>
                    </a:move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5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4" y="22"/>
                      <a:pt x="24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2" y="21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4" y="21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lose/>
                    <a:moveTo>
                      <a:pt x="23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3" y="21"/>
                      <a:pt x="23" y="21"/>
                      <a:pt x="23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5" y="21"/>
                    </a:cubicBezTo>
                    <a:cubicBezTo>
                      <a:pt x="25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19"/>
                      <a:pt x="23" y="19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8"/>
                      <a:pt x="22" y="18"/>
                    </a:cubicBezTo>
                    <a:cubicBezTo>
                      <a:pt x="21" y="17"/>
                      <a:pt x="22" y="18"/>
                      <a:pt x="23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19"/>
                    </a:cubicBezTo>
                    <a:close/>
                    <a:moveTo>
                      <a:pt x="22" y="21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2" y="21"/>
                    </a:cubicBezTo>
                    <a:close/>
                    <a:moveTo>
                      <a:pt x="22" y="2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2" y="21"/>
                      <a:pt x="22" y="21"/>
                    </a:cubicBezTo>
                    <a:close/>
                    <a:moveTo>
                      <a:pt x="20" y="21"/>
                    </a:moveTo>
                    <a:cubicBezTo>
                      <a:pt x="20" y="21"/>
                      <a:pt x="20" y="22"/>
                      <a:pt x="20" y="22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1"/>
                      <a:pt x="18" y="20"/>
                      <a:pt x="17" y="21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7" y="20"/>
                      <a:pt x="17" y="20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7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19" y="19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0" y="18"/>
                      <a:pt x="19" y="21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20" y="20"/>
                    </a:cubicBezTo>
                    <a:cubicBezTo>
                      <a:pt x="20" y="20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1"/>
                      <a:pt x="20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0" y="21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8" y="18"/>
                    </a:cubicBezTo>
                    <a:cubicBezTo>
                      <a:pt x="19" y="18"/>
                      <a:pt x="19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ubicBezTo>
                      <a:pt x="18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8"/>
                    </a:cubicBezTo>
                    <a:cubicBezTo>
                      <a:pt x="20" y="19"/>
                      <a:pt x="20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9"/>
                      <a:pt x="20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1" y="19"/>
                    </a:cubicBezTo>
                    <a:lnTo>
                      <a:pt x="20" y="18"/>
                    </a:lnTo>
                    <a:close/>
                    <a:moveTo>
                      <a:pt x="19" y="18"/>
                    </a:move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9"/>
                      <a:pt x="18" y="18"/>
                      <a:pt x="16" y="18"/>
                    </a:cubicBezTo>
                    <a:cubicBezTo>
                      <a:pt x="18" y="18"/>
                      <a:pt x="16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8" y="18"/>
                      <a:pt x="17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7" y="18"/>
                      <a:pt x="18" y="18"/>
                    </a:cubicBezTo>
                    <a:cubicBezTo>
                      <a:pt x="17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7" y="18"/>
                      <a:pt x="17" y="19"/>
                    </a:cubicBezTo>
                    <a:cubicBezTo>
                      <a:pt x="16" y="19"/>
                      <a:pt x="17" y="18"/>
                      <a:pt x="18" y="18"/>
                    </a:cubicBezTo>
                    <a:cubicBezTo>
                      <a:pt x="16" y="19"/>
                      <a:pt x="17" y="18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9"/>
                      <a:pt x="19" y="18"/>
                      <a:pt x="17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9" y="18"/>
                    </a:cubicBezTo>
                    <a:cubicBezTo>
                      <a:pt x="18" y="18"/>
                      <a:pt x="18" y="19"/>
                      <a:pt x="18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5" y="18"/>
                      <a:pt x="15" y="18"/>
                    </a:cubicBezTo>
                    <a:cubicBezTo>
                      <a:pt x="16" y="18"/>
                      <a:pt x="16" y="18"/>
                      <a:pt x="16" y="19"/>
                    </a:cubicBezTo>
                    <a:cubicBezTo>
                      <a:pt x="18" y="18"/>
                      <a:pt x="15" y="19"/>
                      <a:pt x="18" y="18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4"/>
                    </a:cubicBezTo>
                    <a:cubicBezTo>
                      <a:pt x="16" y="24"/>
                      <a:pt x="15" y="24"/>
                      <a:pt x="15" y="23"/>
                    </a:cubicBezTo>
                    <a:cubicBezTo>
                      <a:pt x="16" y="23"/>
                      <a:pt x="16" y="24"/>
                      <a:pt x="17" y="24"/>
                    </a:cubicBezTo>
                    <a:close/>
                    <a:moveTo>
                      <a:pt x="15" y="26"/>
                    </a:move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5" y="26"/>
                      <a:pt x="15" y="26"/>
                      <a:pt x="15" y="27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lose/>
                    <a:moveTo>
                      <a:pt x="15" y="26"/>
                    </a:moveTo>
                    <a:cubicBezTo>
                      <a:pt x="14" y="27"/>
                      <a:pt x="15" y="26"/>
                      <a:pt x="14" y="27"/>
                    </a:cubicBezTo>
                    <a:cubicBezTo>
                      <a:pt x="14" y="27"/>
                      <a:pt x="14" y="27"/>
                      <a:pt x="14" y="26"/>
                    </a:cubicBezTo>
                    <a:cubicBezTo>
                      <a:pt x="14" y="26"/>
                      <a:pt x="15" y="26"/>
                      <a:pt x="15" y="26"/>
                    </a:cubicBezTo>
                    <a:close/>
                    <a:moveTo>
                      <a:pt x="15" y="29"/>
                    </a:moveTo>
                    <a:cubicBezTo>
                      <a:pt x="14" y="30"/>
                      <a:pt x="14" y="30"/>
                      <a:pt x="14" y="29"/>
                    </a:cubicBezTo>
                    <a:cubicBezTo>
                      <a:pt x="14" y="29"/>
                      <a:pt x="14" y="29"/>
                      <a:pt x="15" y="29"/>
                    </a:cubicBezTo>
                    <a:close/>
                    <a:moveTo>
                      <a:pt x="13" y="28"/>
                    </a:moveTo>
                    <a:cubicBezTo>
                      <a:pt x="13" y="28"/>
                      <a:pt x="13" y="27"/>
                      <a:pt x="13" y="27"/>
                    </a:cubicBezTo>
                    <a:cubicBezTo>
                      <a:pt x="13" y="27"/>
                      <a:pt x="13" y="28"/>
                      <a:pt x="13" y="28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8"/>
                      <a:pt x="12" y="28"/>
                      <a:pt x="12" y="29"/>
                    </a:cubicBezTo>
                    <a:lnTo>
                      <a:pt x="13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6" name="Freeform 287"/>
              <p:cNvSpPr/>
              <p:nvPr>
                <p:custDataLst>
                  <p:tags r:id="rId132"/>
                </p:custDataLst>
              </p:nvPr>
            </p:nvSpPr>
            <p:spPr bwMode="auto">
              <a:xfrm>
                <a:off x="3608" y="1908"/>
                <a:ext cx="4" cy="6"/>
              </a:xfrm>
              <a:custGeom>
                <a:avLst/>
                <a:gdLst>
                  <a:gd name="T0" fmla="*/ 1 w 2"/>
                  <a:gd name="T1" fmla="*/ 0 h 3"/>
                  <a:gd name="T2" fmla="*/ 0 w 2"/>
                  <a:gd name="T3" fmla="*/ 2 h 3"/>
                  <a:gd name="T4" fmla="*/ 1 w 2"/>
                  <a:gd name="T5" fmla="*/ 3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2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7" name="Freeform 288"/>
              <p:cNvSpPr/>
              <p:nvPr>
                <p:custDataLst>
                  <p:tags r:id="rId133"/>
                </p:custDataLst>
              </p:nvPr>
            </p:nvSpPr>
            <p:spPr bwMode="auto">
              <a:xfrm>
                <a:off x="4113" y="1587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1" y="2"/>
                      <a:pt x="2" y="2"/>
                    </a:cubicBezTo>
                    <a:cubicBezTo>
                      <a:pt x="0" y="0"/>
                      <a:pt x="1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8" name="Freeform 289"/>
              <p:cNvSpPr/>
              <p:nvPr>
                <p:custDataLst>
                  <p:tags r:id="rId134"/>
                </p:custDataLst>
              </p:nvPr>
            </p:nvSpPr>
            <p:spPr bwMode="auto">
              <a:xfrm>
                <a:off x="3593" y="182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9" name="Freeform 290"/>
              <p:cNvSpPr/>
              <p:nvPr>
                <p:custDataLst>
                  <p:tags r:id="rId135"/>
                </p:custDataLst>
              </p:nvPr>
            </p:nvSpPr>
            <p:spPr bwMode="auto">
              <a:xfrm>
                <a:off x="4251" y="1730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2 w 4"/>
                  <a:gd name="T3" fmla="*/ 4 h 4"/>
                  <a:gd name="T4" fmla="*/ 4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2" y="4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0" name="Freeform 291"/>
              <p:cNvSpPr/>
              <p:nvPr>
                <p:custDataLst>
                  <p:tags r:id="rId136"/>
                </p:custDataLst>
              </p:nvPr>
            </p:nvSpPr>
            <p:spPr bwMode="auto">
              <a:xfrm>
                <a:off x="3980" y="24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1" name="Freeform 292"/>
              <p:cNvSpPr/>
              <p:nvPr>
                <p:custDataLst>
                  <p:tags r:id="rId137"/>
                </p:custDataLst>
              </p:nvPr>
            </p:nvSpPr>
            <p:spPr bwMode="auto">
              <a:xfrm>
                <a:off x="3980" y="2446"/>
                <a:ext cx="4" cy="5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0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2"/>
                      <a:pt x="0" y="0"/>
                      <a:pt x="1" y="0"/>
                    </a:cubicBezTo>
                    <a:cubicBezTo>
                      <a:pt x="0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2" name="Freeform 293"/>
              <p:cNvSpPr/>
              <p:nvPr>
                <p:custDataLst>
                  <p:tags r:id="rId138"/>
                </p:custDataLst>
              </p:nvPr>
            </p:nvSpPr>
            <p:spPr bwMode="auto">
              <a:xfrm>
                <a:off x="4062" y="2253"/>
                <a:ext cx="0" cy="2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3" name="Freeform 294"/>
              <p:cNvSpPr/>
              <p:nvPr>
                <p:custDataLst>
                  <p:tags r:id="rId139"/>
                </p:custDataLst>
              </p:nvPr>
            </p:nvSpPr>
            <p:spPr bwMode="auto">
              <a:xfrm>
                <a:off x="4162" y="220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1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4" name="Freeform 295"/>
              <p:cNvSpPr/>
              <p:nvPr>
                <p:custDataLst>
                  <p:tags r:id="rId140"/>
                </p:custDataLst>
              </p:nvPr>
            </p:nvSpPr>
            <p:spPr bwMode="auto">
              <a:xfrm>
                <a:off x="4164" y="2139"/>
                <a:ext cx="4" cy="2"/>
              </a:xfrm>
              <a:custGeom>
                <a:avLst/>
                <a:gdLst>
                  <a:gd name="T0" fmla="*/ 4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5" name="Freeform 296"/>
              <p:cNvSpPr/>
              <p:nvPr>
                <p:custDataLst>
                  <p:tags r:id="rId141"/>
                </p:custDataLst>
              </p:nvPr>
            </p:nvSpPr>
            <p:spPr bwMode="auto">
              <a:xfrm>
                <a:off x="3606" y="1819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6" name="Oval 297"/>
              <p:cNvSpPr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3598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7" name="Oval 298"/>
              <p:cNvSpPr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3600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8" name="Freeform 299"/>
              <p:cNvSpPr/>
              <p:nvPr>
                <p:custDataLst>
                  <p:tags r:id="rId144"/>
                </p:custDataLst>
              </p:nvPr>
            </p:nvSpPr>
            <p:spPr bwMode="auto">
              <a:xfrm>
                <a:off x="3598" y="181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0 w 1"/>
                  <a:gd name="T3" fmla="*/ 0 w 1"/>
                  <a:gd name="T4" fmla="*/ 0 w 1"/>
                  <a:gd name="T5" fmla="*/ 1 w 1"/>
                  <a:gd name="T6" fmla="*/ 1 w 1"/>
                  <a:gd name="T7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9" name="Oval 300"/>
              <p:cNvSpPr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3602" y="181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0" name="Freeform 301"/>
              <p:cNvSpPr/>
              <p:nvPr>
                <p:custDataLst>
                  <p:tags r:id="rId146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1 h 1"/>
                  <a:gd name="T4" fmla="*/ 0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1" name="Freeform 302"/>
              <p:cNvSpPr/>
              <p:nvPr>
                <p:custDataLst>
                  <p:tags r:id="rId147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2" name="Oval 303"/>
              <p:cNvSpPr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3593" y="1814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3" name="Freeform 304"/>
              <p:cNvSpPr/>
              <p:nvPr>
                <p:custDataLst>
                  <p:tags r:id="rId149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4" name="Freeform 305"/>
              <p:cNvSpPr/>
              <p:nvPr>
                <p:custDataLst>
                  <p:tags r:id="rId150"/>
                </p:custDataLst>
              </p:nvPr>
            </p:nvSpPr>
            <p:spPr bwMode="auto">
              <a:xfrm>
                <a:off x="3598" y="181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5" name="Oval 306"/>
              <p:cNvSpPr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3612" y="1821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6" name="Freeform 307"/>
              <p:cNvSpPr/>
              <p:nvPr>
                <p:custDataLst>
                  <p:tags r:id="rId152"/>
                </p:custDataLst>
              </p:nvPr>
            </p:nvSpPr>
            <p:spPr bwMode="auto">
              <a:xfrm>
                <a:off x="3977" y="2478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7" name="Freeform 308"/>
              <p:cNvSpPr/>
              <p:nvPr>
                <p:custDataLst>
                  <p:tags r:id="rId153"/>
                </p:custDataLst>
              </p:nvPr>
            </p:nvSpPr>
            <p:spPr bwMode="auto">
              <a:xfrm>
                <a:off x="3595" y="1812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8" name="Freeform 309"/>
              <p:cNvSpPr/>
              <p:nvPr>
                <p:custDataLst>
                  <p:tags r:id="rId154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9" name="Freeform 310"/>
              <p:cNvSpPr/>
              <p:nvPr>
                <p:custDataLst>
                  <p:tags r:id="rId155"/>
                </p:custDataLst>
              </p:nvPr>
            </p:nvSpPr>
            <p:spPr bwMode="auto">
              <a:xfrm>
                <a:off x="3967" y="2491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0" name="Freeform 311"/>
              <p:cNvSpPr/>
              <p:nvPr>
                <p:custDataLst>
                  <p:tags r:id="rId156"/>
                </p:custDataLst>
              </p:nvPr>
            </p:nvSpPr>
            <p:spPr bwMode="auto">
              <a:xfrm>
                <a:off x="3825" y="2268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1" name="Freeform 312"/>
              <p:cNvSpPr/>
              <p:nvPr>
                <p:custDataLst>
                  <p:tags r:id="rId157"/>
                </p:custDataLst>
              </p:nvPr>
            </p:nvSpPr>
            <p:spPr bwMode="auto">
              <a:xfrm>
                <a:off x="3810" y="2268"/>
                <a:ext cx="8" cy="2"/>
              </a:xfrm>
              <a:custGeom>
                <a:avLst/>
                <a:gdLst>
                  <a:gd name="T0" fmla="*/ 4 w 4"/>
                  <a:gd name="T1" fmla="*/ 0 h 1"/>
                  <a:gd name="T2" fmla="*/ 0 w 4"/>
                  <a:gd name="T3" fmla="*/ 0 h 1"/>
                  <a:gd name="T4" fmla="*/ 4 w 4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2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2" name="Freeform 313"/>
              <p:cNvSpPr/>
              <p:nvPr>
                <p:custDataLst>
                  <p:tags r:id="rId158"/>
                </p:custDataLst>
              </p:nvPr>
            </p:nvSpPr>
            <p:spPr bwMode="auto">
              <a:xfrm>
                <a:off x="3835" y="2275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3" name="Freeform 314"/>
              <p:cNvSpPr/>
              <p:nvPr>
                <p:custDataLst>
                  <p:tags r:id="rId159"/>
                </p:custDataLst>
              </p:nvPr>
            </p:nvSpPr>
            <p:spPr bwMode="auto">
              <a:xfrm>
                <a:off x="3833" y="2268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1"/>
                      <a:pt x="0" y="0"/>
                      <a:pt x="0" y="1"/>
                    </a:cubicBezTo>
                    <a:cubicBezTo>
                      <a:pt x="1" y="2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4" name="Freeform 315"/>
              <p:cNvSpPr/>
              <p:nvPr>
                <p:custDataLst>
                  <p:tags r:id="rId160"/>
                </p:custDataLst>
              </p:nvPr>
            </p:nvSpPr>
            <p:spPr bwMode="auto">
              <a:xfrm>
                <a:off x="3833" y="2328"/>
                <a:ext cx="9" cy="2"/>
              </a:xfrm>
              <a:custGeom>
                <a:avLst/>
                <a:gdLst>
                  <a:gd name="T0" fmla="*/ 0 w 4"/>
                  <a:gd name="T1" fmla="*/ 1 h 1"/>
                  <a:gd name="T2" fmla="*/ 4 w 4"/>
                  <a:gd name="T3" fmla="*/ 0 h 1"/>
                  <a:gd name="T4" fmla="*/ 4 w 4"/>
                  <a:gd name="T5" fmla="*/ 0 h 1"/>
                  <a:gd name="T6" fmla="*/ 3 w 4"/>
                  <a:gd name="T7" fmla="*/ 0 h 1"/>
                  <a:gd name="T8" fmla="*/ 2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1" y="1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2" y="0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5" name="Freeform 316"/>
              <p:cNvSpPr/>
              <p:nvPr>
                <p:custDataLst>
                  <p:tags r:id="rId161"/>
                </p:custDataLst>
              </p:nvPr>
            </p:nvSpPr>
            <p:spPr bwMode="auto">
              <a:xfrm>
                <a:off x="3837" y="2330"/>
                <a:ext cx="5" cy="2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1" y="1"/>
                      <a:pt x="2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6" name="Freeform 317"/>
              <p:cNvSpPr/>
              <p:nvPr>
                <p:custDataLst>
                  <p:tags r:id="rId162"/>
                </p:custDataLst>
              </p:nvPr>
            </p:nvSpPr>
            <p:spPr bwMode="auto">
              <a:xfrm>
                <a:off x="3839" y="2328"/>
                <a:ext cx="5" cy="0"/>
              </a:xfrm>
              <a:custGeom>
                <a:avLst/>
                <a:gdLst>
                  <a:gd name="T0" fmla="*/ 1 w 2"/>
                  <a:gd name="T1" fmla="*/ 0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7" name="Freeform 318"/>
              <p:cNvSpPr/>
              <p:nvPr>
                <p:custDataLst>
                  <p:tags r:id="rId163"/>
                </p:custDataLst>
              </p:nvPr>
            </p:nvSpPr>
            <p:spPr bwMode="auto">
              <a:xfrm>
                <a:off x="3827" y="2268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0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8" name="Freeform 319"/>
              <p:cNvSpPr/>
              <p:nvPr>
                <p:custDataLst>
                  <p:tags r:id="rId164"/>
                </p:custDataLst>
              </p:nvPr>
            </p:nvSpPr>
            <p:spPr bwMode="auto">
              <a:xfrm>
                <a:off x="3729" y="2856"/>
                <a:ext cx="6" cy="4"/>
              </a:xfrm>
              <a:custGeom>
                <a:avLst/>
                <a:gdLst>
                  <a:gd name="T0" fmla="*/ 3 w 3"/>
                  <a:gd name="T1" fmla="*/ 0 h 2"/>
                  <a:gd name="T2" fmla="*/ 0 w 3"/>
                  <a:gd name="T3" fmla="*/ 2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1"/>
                      <a:pt x="2" y="1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9" name="Freeform 320"/>
              <p:cNvSpPr/>
              <p:nvPr>
                <p:custDataLst>
                  <p:tags r:id="rId165"/>
                </p:custDataLst>
              </p:nvPr>
            </p:nvSpPr>
            <p:spPr bwMode="auto">
              <a:xfrm>
                <a:off x="3731" y="285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0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0" name="Freeform 321"/>
              <p:cNvSpPr/>
              <p:nvPr>
                <p:custDataLst>
                  <p:tags r:id="rId166"/>
                </p:custDataLst>
              </p:nvPr>
            </p:nvSpPr>
            <p:spPr bwMode="auto">
              <a:xfrm>
                <a:off x="3897" y="2822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1" name="Freeform 322"/>
              <p:cNvSpPr/>
              <p:nvPr>
                <p:custDataLst>
                  <p:tags r:id="rId167"/>
                </p:custDataLst>
              </p:nvPr>
            </p:nvSpPr>
            <p:spPr bwMode="auto">
              <a:xfrm>
                <a:off x="4007" y="2790"/>
                <a:ext cx="2" cy="4"/>
              </a:xfrm>
              <a:custGeom>
                <a:avLst/>
                <a:gdLst>
                  <a:gd name="T0" fmla="*/ 2 w 2"/>
                  <a:gd name="T1" fmla="*/ 4 h 4"/>
                  <a:gd name="T2" fmla="*/ 2 w 2"/>
                  <a:gd name="T3" fmla="*/ 4 h 4"/>
                  <a:gd name="T4" fmla="*/ 0 w 2"/>
                  <a:gd name="T5" fmla="*/ 0 h 4"/>
                  <a:gd name="T6" fmla="*/ 2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lnTo>
                      <a:pt x="2" y="4"/>
                    </a:lnTo>
                    <a:lnTo>
                      <a:pt x="0" y="0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2" name="Freeform 323"/>
              <p:cNvSpPr/>
              <p:nvPr>
                <p:custDataLst>
                  <p:tags r:id="rId168"/>
                </p:custDataLst>
              </p:nvPr>
            </p:nvSpPr>
            <p:spPr bwMode="auto">
              <a:xfrm>
                <a:off x="3971" y="2813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1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3" name="Freeform 324"/>
              <p:cNvSpPr/>
              <p:nvPr>
                <p:custDataLst>
                  <p:tags r:id="rId169"/>
                </p:custDataLst>
              </p:nvPr>
            </p:nvSpPr>
            <p:spPr bwMode="auto">
              <a:xfrm>
                <a:off x="3969" y="2501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4" name="Freeform 325"/>
              <p:cNvSpPr/>
              <p:nvPr>
                <p:custDataLst>
                  <p:tags r:id="rId170"/>
                </p:custDataLst>
              </p:nvPr>
            </p:nvSpPr>
            <p:spPr bwMode="auto">
              <a:xfrm>
                <a:off x="3850" y="28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5" name="Freeform 326"/>
              <p:cNvSpPr/>
              <p:nvPr>
                <p:custDataLst>
                  <p:tags r:id="rId171"/>
                </p:custDataLst>
              </p:nvPr>
            </p:nvSpPr>
            <p:spPr bwMode="auto">
              <a:xfrm>
                <a:off x="3668" y="2060"/>
                <a:ext cx="8" cy="17"/>
              </a:xfrm>
              <a:custGeom>
                <a:avLst/>
                <a:gdLst>
                  <a:gd name="T0" fmla="*/ 4 w 4"/>
                  <a:gd name="T1" fmla="*/ 0 h 8"/>
                  <a:gd name="T2" fmla="*/ 0 w 4"/>
                  <a:gd name="T3" fmla="*/ 6 h 8"/>
                  <a:gd name="T4" fmla="*/ 4 w 4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cubicBezTo>
                      <a:pt x="2" y="1"/>
                      <a:pt x="1" y="5"/>
                      <a:pt x="0" y="6"/>
                    </a:cubicBezTo>
                    <a:cubicBezTo>
                      <a:pt x="1" y="8"/>
                      <a:pt x="3" y="1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1" name="Freeform 327"/>
              <p:cNvSpPr/>
              <p:nvPr>
                <p:custDataLst>
                  <p:tags r:id="rId172"/>
                </p:custDataLst>
              </p:nvPr>
            </p:nvSpPr>
            <p:spPr bwMode="auto">
              <a:xfrm>
                <a:off x="3837" y="232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2" name="Freeform 328"/>
              <p:cNvSpPr/>
              <p:nvPr>
                <p:custDataLst>
                  <p:tags r:id="rId173"/>
                </p:custDataLst>
              </p:nvPr>
            </p:nvSpPr>
            <p:spPr bwMode="auto">
              <a:xfrm>
                <a:off x="3965" y="2504"/>
                <a:ext cx="4" cy="2"/>
              </a:xfrm>
              <a:custGeom>
                <a:avLst/>
                <a:gdLst>
                  <a:gd name="T0" fmla="*/ 1 w 2"/>
                  <a:gd name="T1" fmla="*/ 0 h 1"/>
                  <a:gd name="T2" fmla="*/ 0 w 2"/>
                  <a:gd name="T3" fmla="*/ 0 h 1"/>
                  <a:gd name="T4" fmla="*/ 1 w 2"/>
                  <a:gd name="T5" fmla="*/ 1 h 1"/>
                  <a:gd name="T6" fmla="*/ 1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3" name="Freeform 329"/>
              <p:cNvSpPr/>
              <p:nvPr>
                <p:custDataLst>
                  <p:tags r:id="rId174"/>
                </p:custDataLst>
              </p:nvPr>
            </p:nvSpPr>
            <p:spPr bwMode="auto">
              <a:xfrm>
                <a:off x="3973" y="247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4" name="Freeform 330"/>
              <p:cNvSpPr/>
              <p:nvPr>
                <p:custDataLst>
                  <p:tags r:id="rId175"/>
                </p:custDataLst>
              </p:nvPr>
            </p:nvSpPr>
            <p:spPr bwMode="auto">
              <a:xfrm>
                <a:off x="3965" y="2497"/>
                <a:ext cx="10" cy="4"/>
              </a:xfrm>
              <a:custGeom>
                <a:avLst/>
                <a:gdLst>
                  <a:gd name="T0" fmla="*/ 5 w 5"/>
                  <a:gd name="T1" fmla="*/ 1 h 2"/>
                  <a:gd name="T2" fmla="*/ 1 w 5"/>
                  <a:gd name="T3" fmla="*/ 2 h 2"/>
                  <a:gd name="T4" fmla="*/ 0 w 5"/>
                  <a:gd name="T5" fmla="*/ 2 h 2"/>
                  <a:gd name="T6" fmla="*/ 2 w 5"/>
                  <a:gd name="T7" fmla="*/ 2 h 2"/>
                  <a:gd name="T8" fmla="*/ 3 w 5"/>
                  <a:gd name="T9" fmla="*/ 1 h 2"/>
                  <a:gd name="T10" fmla="*/ 5 w 5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5" y="1"/>
                    </a:moveTo>
                    <a:cubicBezTo>
                      <a:pt x="4" y="0"/>
                      <a:pt x="2" y="1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2" y="2"/>
                      <a:pt x="4" y="2"/>
                      <a:pt x="3" y="1"/>
                    </a:cubicBezTo>
                    <a:cubicBezTo>
                      <a:pt x="4" y="1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5" name="Freeform 331"/>
              <p:cNvSpPr/>
              <p:nvPr>
                <p:custDataLst>
                  <p:tags r:id="rId176"/>
                </p:custDataLst>
              </p:nvPr>
            </p:nvSpPr>
            <p:spPr bwMode="auto">
              <a:xfrm>
                <a:off x="3835" y="2474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6" name="Freeform 332"/>
              <p:cNvSpPr/>
              <p:nvPr>
                <p:custDataLst>
                  <p:tags r:id="rId177"/>
                </p:custDataLst>
              </p:nvPr>
            </p:nvSpPr>
            <p:spPr bwMode="auto">
              <a:xfrm>
                <a:off x="3829" y="2345"/>
                <a:ext cx="4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7" name="Freeform 333"/>
              <p:cNvSpPr/>
              <p:nvPr>
                <p:custDataLst>
                  <p:tags r:id="rId178"/>
                </p:custDataLst>
              </p:nvPr>
            </p:nvSpPr>
            <p:spPr bwMode="auto">
              <a:xfrm>
                <a:off x="3831" y="23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8" name="Freeform 334"/>
              <p:cNvSpPr/>
              <p:nvPr>
                <p:custDataLst>
                  <p:tags r:id="rId179"/>
                </p:custDataLst>
              </p:nvPr>
            </p:nvSpPr>
            <p:spPr bwMode="auto">
              <a:xfrm>
                <a:off x="3850" y="2491"/>
                <a:ext cx="4" cy="2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4 w 4"/>
                  <a:gd name="T5" fmla="*/ 0 h 2"/>
                  <a:gd name="T6" fmla="*/ 0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9" name="Freeform 335"/>
              <p:cNvSpPr/>
              <p:nvPr>
                <p:custDataLst>
                  <p:tags r:id="rId180"/>
                </p:custDataLst>
              </p:nvPr>
            </p:nvSpPr>
            <p:spPr bwMode="auto">
              <a:xfrm>
                <a:off x="3835" y="233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0" name="Rectangle 336"/>
              <p:cNvSpPr>
                <a:spLocks noChangeArrowheads="1"/>
              </p:cNvSpPr>
              <p:nvPr>
                <p:custDataLst>
                  <p:tags r:id="rId181"/>
                </p:custDataLst>
              </p:nvPr>
            </p:nvSpPr>
            <p:spPr bwMode="auto">
              <a:xfrm>
                <a:off x="3835" y="2434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1" name="Freeform 337"/>
              <p:cNvSpPr/>
              <p:nvPr>
                <p:custDataLst>
                  <p:tags r:id="rId182"/>
                </p:custDataLst>
              </p:nvPr>
            </p:nvSpPr>
            <p:spPr bwMode="auto">
              <a:xfrm>
                <a:off x="3831" y="2349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1" y="0"/>
                      <a:pt x="2" y="0"/>
                      <a:pt x="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2" name="Freeform 338"/>
              <p:cNvSpPr/>
              <p:nvPr>
                <p:custDataLst>
                  <p:tags r:id="rId183"/>
                </p:custDataLst>
              </p:nvPr>
            </p:nvSpPr>
            <p:spPr bwMode="auto">
              <a:xfrm>
                <a:off x="3602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3" name="Freeform 339"/>
              <p:cNvSpPr/>
              <p:nvPr>
                <p:custDataLst>
                  <p:tags r:id="rId184"/>
                </p:custDataLst>
              </p:nvPr>
            </p:nvSpPr>
            <p:spPr bwMode="auto">
              <a:xfrm>
                <a:off x="3905" y="22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4" name="Freeform 340"/>
              <p:cNvSpPr/>
              <p:nvPr>
                <p:custDataLst>
                  <p:tags r:id="rId185"/>
                </p:custDataLst>
              </p:nvPr>
            </p:nvSpPr>
            <p:spPr bwMode="auto">
              <a:xfrm>
                <a:off x="3778" y="297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5" name="Freeform 341"/>
              <p:cNvSpPr/>
              <p:nvPr>
                <p:custDataLst>
                  <p:tags r:id="rId186"/>
                </p:custDataLst>
              </p:nvPr>
            </p:nvSpPr>
            <p:spPr bwMode="auto">
              <a:xfrm>
                <a:off x="3746" y="2826"/>
                <a:ext cx="399" cy="167"/>
              </a:xfrm>
              <a:custGeom>
                <a:avLst/>
                <a:gdLst>
                  <a:gd name="T0" fmla="*/ 154 w 188"/>
                  <a:gd name="T1" fmla="*/ 20 h 79"/>
                  <a:gd name="T2" fmla="*/ 145 w 188"/>
                  <a:gd name="T3" fmla="*/ 25 h 79"/>
                  <a:gd name="T4" fmla="*/ 108 w 188"/>
                  <a:gd name="T5" fmla="*/ 47 h 79"/>
                  <a:gd name="T6" fmla="*/ 94 w 188"/>
                  <a:gd name="T7" fmla="*/ 49 h 79"/>
                  <a:gd name="T8" fmla="*/ 84 w 188"/>
                  <a:gd name="T9" fmla="*/ 48 h 79"/>
                  <a:gd name="T10" fmla="*/ 64 w 188"/>
                  <a:gd name="T11" fmla="*/ 52 h 79"/>
                  <a:gd name="T12" fmla="*/ 52 w 188"/>
                  <a:gd name="T13" fmla="*/ 54 h 79"/>
                  <a:gd name="T14" fmla="*/ 33 w 188"/>
                  <a:gd name="T15" fmla="*/ 56 h 79"/>
                  <a:gd name="T16" fmla="*/ 23 w 188"/>
                  <a:gd name="T17" fmla="*/ 60 h 79"/>
                  <a:gd name="T18" fmla="*/ 12 w 188"/>
                  <a:gd name="T19" fmla="*/ 55 h 79"/>
                  <a:gd name="T20" fmla="*/ 5 w 188"/>
                  <a:gd name="T21" fmla="*/ 55 h 79"/>
                  <a:gd name="T22" fmla="*/ 5 w 188"/>
                  <a:gd name="T23" fmla="*/ 53 h 79"/>
                  <a:gd name="T24" fmla="*/ 4 w 188"/>
                  <a:gd name="T25" fmla="*/ 51 h 79"/>
                  <a:gd name="T26" fmla="*/ 3 w 188"/>
                  <a:gd name="T27" fmla="*/ 53 h 79"/>
                  <a:gd name="T28" fmla="*/ 3 w 188"/>
                  <a:gd name="T29" fmla="*/ 56 h 79"/>
                  <a:gd name="T30" fmla="*/ 0 w 188"/>
                  <a:gd name="T31" fmla="*/ 58 h 79"/>
                  <a:gd name="T32" fmla="*/ 2 w 188"/>
                  <a:gd name="T33" fmla="*/ 61 h 79"/>
                  <a:gd name="T34" fmla="*/ 13 w 188"/>
                  <a:gd name="T35" fmla="*/ 66 h 79"/>
                  <a:gd name="T36" fmla="*/ 15 w 188"/>
                  <a:gd name="T37" fmla="*/ 70 h 79"/>
                  <a:gd name="T38" fmla="*/ 16 w 188"/>
                  <a:gd name="T39" fmla="*/ 72 h 79"/>
                  <a:gd name="T40" fmla="*/ 18 w 188"/>
                  <a:gd name="T41" fmla="*/ 76 h 79"/>
                  <a:gd name="T42" fmla="*/ 21 w 188"/>
                  <a:gd name="T43" fmla="*/ 71 h 79"/>
                  <a:gd name="T44" fmla="*/ 26 w 188"/>
                  <a:gd name="T45" fmla="*/ 67 h 79"/>
                  <a:gd name="T46" fmla="*/ 27 w 188"/>
                  <a:gd name="T47" fmla="*/ 76 h 79"/>
                  <a:gd name="T48" fmla="*/ 30 w 188"/>
                  <a:gd name="T49" fmla="*/ 74 h 79"/>
                  <a:gd name="T50" fmla="*/ 31 w 188"/>
                  <a:gd name="T51" fmla="*/ 78 h 79"/>
                  <a:gd name="T52" fmla="*/ 35 w 188"/>
                  <a:gd name="T53" fmla="*/ 74 h 79"/>
                  <a:gd name="T54" fmla="*/ 38 w 188"/>
                  <a:gd name="T55" fmla="*/ 73 h 79"/>
                  <a:gd name="T56" fmla="*/ 42 w 188"/>
                  <a:gd name="T57" fmla="*/ 64 h 79"/>
                  <a:gd name="T58" fmla="*/ 43 w 188"/>
                  <a:gd name="T59" fmla="*/ 76 h 79"/>
                  <a:gd name="T60" fmla="*/ 51 w 188"/>
                  <a:gd name="T61" fmla="*/ 72 h 79"/>
                  <a:gd name="T62" fmla="*/ 57 w 188"/>
                  <a:gd name="T63" fmla="*/ 72 h 79"/>
                  <a:gd name="T64" fmla="*/ 61 w 188"/>
                  <a:gd name="T65" fmla="*/ 70 h 79"/>
                  <a:gd name="T66" fmla="*/ 70 w 188"/>
                  <a:gd name="T67" fmla="*/ 68 h 79"/>
                  <a:gd name="T68" fmla="*/ 75 w 188"/>
                  <a:gd name="T69" fmla="*/ 71 h 79"/>
                  <a:gd name="T70" fmla="*/ 77 w 188"/>
                  <a:gd name="T71" fmla="*/ 68 h 79"/>
                  <a:gd name="T72" fmla="*/ 80 w 188"/>
                  <a:gd name="T73" fmla="*/ 68 h 79"/>
                  <a:gd name="T74" fmla="*/ 81 w 188"/>
                  <a:gd name="T75" fmla="*/ 66 h 79"/>
                  <a:gd name="T76" fmla="*/ 86 w 188"/>
                  <a:gd name="T77" fmla="*/ 67 h 79"/>
                  <a:gd name="T78" fmla="*/ 92 w 188"/>
                  <a:gd name="T79" fmla="*/ 65 h 79"/>
                  <a:gd name="T80" fmla="*/ 98 w 188"/>
                  <a:gd name="T81" fmla="*/ 64 h 79"/>
                  <a:gd name="T82" fmla="*/ 104 w 188"/>
                  <a:gd name="T83" fmla="*/ 60 h 79"/>
                  <a:gd name="T84" fmla="*/ 107 w 188"/>
                  <a:gd name="T85" fmla="*/ 62 h 79"/>
                  <a:gd name="T86" fmla="*/ 108 w 188"/>
                  <a:gd name="T87" fmla="*/ 62 h 79"/>
                  <a:gd name="T88" fmla="*/ 114 w 188"/>
                  <a:gd name="T89" fmla="*/ 59 h 79"/>
                  <a:gd name="T90" fmla="*/ 119 w 188"/>
                  <a:gd name="T91" fmla="*/ 59 h 79"/>
                  <a:gd name="T92" fmla="*/ 122 w 188"/>
                  <a:gd name="T93" fmla="*/ 52 h 79"/>
                  <a:gd name="T94" fmla="*/ 126 w 188"/>
                  <a:gd name="T95" fmla="*/ 52 h 79"/>
                  <a:gd name="T96" fmla="*/ 132 w 188"/>
                  <a:gd name="T97" fmla="*/ 50 h 79"/>
                  <a:gd name="T98" fmla="*/ 139 w 188"/>
                  <a:gd name="T99" fmla="*/ 45 h 79"/>
                  <a:gd name="T100" fmla="*/ 143 w 188"/>
                  <a:gd name="T101" fmla="*/ 43 h 79"/>
                  <a:gd name="T102" fmla="*/ 156 w 188"/>
                  <a:gd name="T103" fmla="*/ 39 h 79"/>
                  <a:gd name="T104" fmla="*/ 160 w 188"/>
                  <a:gd name="T105" fmla="*/ 37 h 79"/>
                  <a:gd name="T106" fmla="*/ 167 w 188"/>
                  <a:gd name="T107" fmla="*/ 26 h 79"/>
                  <a:gd name="T108" fmla="*/ 172 w 188"/>
                  <a:gd name="T109" fmla="*/ 21 h 79"/>
                  <a:gd name="T110" fmla="*/ 180 w 188"/>
                  <a:gd name="T111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8" h="79">
                    <a:moveTo>
                      <a:pt x="180" y="0"/>
                    </a:moveTo>
                    <a:cubicBezTo>
                      <a:pt x="179" y="5"/>
                      <a:pt x="175" y="6"/>
                      <a:pt x="171" y="7"/>
                    </a:cubicBezTo>
                    <a:cubicBezTo>
                      <a:pt x="170" y="8"/>
                      <a:pt x="169" y="10"/>
                      <a:pt x="168" y="10"/>
                    </a:cubicBezTo>
                    <a:cubicBezTo>
                      <a:pt x="164" y="15"/>
                      <a:pt x="157" y="14"/>
                      <a:pt x="154" y="19"/>
                    </a:cubicBezTo>
                    <a:cubicBezTo>
                      <a:pt x="155" y="19"/>
                      <a:pt x="155" y="20"/>
                      <a:pt x="155" y="21"/>
                    </a:cubicBezTo>
                    <a:cubicBezTo>
                      <a:pt x="154" y="20"/>
                      <a:pt x="154" y="20"/>
                      <a:pt x="154" y="20"/>
                    </a:cubicBezTo>
                    <a:cubicBezTo>
                      <a:pt x="155" y="22"/>
                      <a:pt x="155" y="22"/>
                      <a:pt x="155" y="22"/>
                    </a:cubicBezTo>
                    <a:cubicBezTo>
                      <a:pt x="155" y="22"/>
                      <a:pt x="154" y="20"/>
                      <a:pt x="154" y="20"/>
                    </a:cubicBezTo>
                    <a:cubicBezTo>
                      <a:pt x="152" y="21"/>
                      <a:pt x="151" y="23"/>
                      <a:pt x="149" y="23"/>
                    </a:cubicBezTo>
                    <a:cubicBezTo>
                      <a:pt x="149" y="25"/>
                      <a:pt x="148" y="24"/>
                      <a:pt x="149" y="26"/>
                    </a:cubicBezTo>
                    <a:cubicBezTo>
                      <a:pt x="148" y="25"/>
                      <a:pt x="148" y="25"/>
                      <a:pt x="148" y="25"/>
                    </a:cubicBezTo>
                    <a:cubicBezTo>
                      <a:pt x="147" y="27"/>
                      <a:pt x="147" y="27"/>
                      <a:pt x="145" y="25"/>
                    </a:cubicBezTo>
                    <a:cubicBezTo>
                      <a:pt x="139" y="27"/>
                      <a:pt x="134" y="30"/>
                      <a:pt x="128" y="32"/>
                    </a:cubicBezTo>
                    <a:cubicBezTo>
                      <a:pt x="123" y="34"/>
                      <a:pt x="118" y="39"/>
                      <a:pt x="112" y="41"/>
                    </a:cubicBezTo>
                    <a:cubicBezTo>
                      <a:pt x="112" y="45"/>
                      <a:pt x="111" y="43"/>
                      <a:pt x="110" y="47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0" y="47"/>
                      <a:pt x="109" y="46"/>
                      <a:pt x="107" y="45"/>
                    </a:cubicBezTo>
                    <a:cubicBezTo>
                      <a:pt x="108" y="46"/>
                      <a:pt x="107" y="45"/>
                      <a:pt x="108" y="47"/>
                    </a:cubicBezTo>
                    <a:cubicBezTo>
                      <a:pt x="108" y="49"/>
                      <a:pt x="106" y="45"/>
                      <a:pt x="106" y="46"/>
                    </a:cubicBezTo>
                    <a:cubicBezTo>
                      <a:pt x="105" y="45"/>
                      <a:pt x="106" y="47"/>
                      <a:pt x="106" y="46"/>
                    </a:cubicBezTo>
                    <a:cubicBezTo>
                      <a:pt x="105" y="49"/>
                      <a:pt x="106" y="45"/>
                      <a:pt x="103" y="44"/>
                    </a:cubicBezTo>
                    <a:cubicBezTo>
                      <a:pt x="101" y="45"/>
                      <a:pt x="98" y="48"/>
                      <a:pt x="95" y="47"/>
                    </a:cubicBezTo>
                    <a:cubicBezTo>
                      <a:pt x="95" y="47"/>
                      <a:pt x="96" y="49"/>
                      <a:pt x="96" y="49"/>
                    </a:cubicBezTo>
                    <a:cubicBezTo>
                      <a:pt x="95" y="46"/>
                      <a:pt x="95" y="50"/>
                      <a:pt x="94" y="49"/>
                    </a:cubicBezTo>
                    <a:cubicBezTo>
                      <a:pt x="94" y="48"/>
                      <a:pt x="94" y="48"/>
                      <a:pt x="94" y="48"/>
                    </a:cubicBezTo>
                    <a:cubicBezTo>
                      <a:pt x="93" y="47"/>
                      <a:pt x="92" y="49"/>
                      <a:pt x="91" y="48"/>
                    </a:cubicBezTo>
                    <a:cubicBezTo>
                      <a:pt x="90" y="49"/>
                      <a:pt x="88" y="47"/>
                      <a:pt x="88" y="49"/>
                    </a:cubicBezTo>
                    <a:cubicBezTo>
                      <a:pt x="88" y="47"/>
                      <a:pt x="87" y="48"/>
                      <a:pt x="87" y="47"/>
                    </a:cubicBezTo>
                    <a:cubicBezTo>
                      <a:pt x="87" y="51"/>
                      <a:pt x="84" y="46"/>
                      <a:pt x="84" y="49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1" y="49"/>
                      <a:pt x="77" y="49"/>
                      <a:pt x="74" y="51"/>
                    </a:cubicBezTo>
                    <a:cubicBezTo>
                      <a:pt x="73" y="52"/>
                      <a:pt x="70" y="48"/>
                      <a:pt x="69" y="50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52"/>
                      <a:pt x="68" y="51"/>
                      <a:pt x="68" y="51"/>
                    </a:cubicBezTo>
                    <a:cubicBezTo>
                      <a:pt x="67" y="52"/>
                      <a:pt x="66" y="51"/>
                      <a:pt x="65" y="51"/>
                    </a:cubicBezTo>
                    <a:cubicBezTo>
                      <a:pt x="65" y="51"/>
                      <a:pt x="64" y="52"/>
                      <a:pt x="64" y="52"/>
                    </a:cubicBezTo>
                    <a:cubicBezTo>
                      <a:pt x="63" y="50"/>
                      <a:pt x="61" y="54"/>
                      <a:pt x="60" y="52"/>
                    </a:cubicBezTo>
                    <a:cubicBezTo>
                      <a:pt x="61" y="55"/>
                      <a:pt x="59" y="54"/>
                      <a:pt x="59" y="55"/>
                    </a:cubicBezTo>
                    <a:cubicBezTo>
                      <a:pt x="58" y="55"/>
                      <a:pt x="58" y="54"/>
                      <a:pt x="58" y="53"/>
                    </a:cubicBezTo>
                    <a:cubicBezTo>
                      <a:pt x="57" y="53"/>
                      <a:pt x="57" y="54"/>
                      <a:pt x="56" y="53"/>
                    </a:cubicBezTo>
                    <a:cubicBezTo>
                      <a:pt x="55" y="53"/>
                      <a:pt x="55" y="55"/>
                      <a:pt x="54" y="55"/>
                    </a:cubicBezTo>
                    <a:cubicBezTo>
                      <a:pt x="54" y="52"/>
                      <a:pt x="53" y="54"/>
                      <a:pt x="52" y="54"/>
                    </a:cubicBezTo>
                    <a:cubicBezTo>
                      <a:pt x="52" y="56"/>
                      <a:pt x="52" y="57"/>
                      <a:pt x="51" y="56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49" y="56"/>
                      <a:pt x="46" y="53"/>
                      <a:pt x="43" y="56"/>
                    </a:cubicBezTo>
                    <a:cubicBezTo>
                      <a:pt x="43" y="54"/>
                      <a:pt x="43" y="54"/>
                      <a:pt x="43" y="54"/>
                    </a:cubicBezTo>
                    <a:cubicBezTo>
                      <a:pt x="41" y="56"/>
                      <a:pt x="38" y="54"/>
                      <a:pt x="36" y="57"/>
                    </a:cubicBezTo>
                    <a:cubicBezTo>
                      <a:pt x="35" y="56"/>
                      <a:pt x="34" y="56"/>
                      <a:pt x="33" y="56"/>
                    </a:cubicBezTo>
                    <a:cubicBezTo>
                      <a:pt x="32" y="57"/>
                      <a:pt x="32" y="57"/>
                      <a:pt x="31" y="59"/>
                    </a:cubicBezTo>
                    <a:cubicBezTo>
                      <a:pt x="31" y="59"/>
                      <a:pt x="31" y="58"/>
                      <a:pt x="31" y="57"/>
                    </a:cubicBezTo>
                    <a:cubicBezTo>
                      <a:pt x="30" y="57"/>
                      <a:pt x="29" y="54"/>
                      <a:pt x="28" y="57"/>
                    </a:cubicBezTo>
                    <a:cubicBezTo>
                      <a:pt x="28" y="55"/>
                      <a:pt x="28" y="55"/>
                      <a:pt x="28" y="55"/>
                    </a:cubicBezTo>
                    <a:cubicBezTo>
                      <a:pt x="27" y="57"/>
                      <a:pt x="25" y="58"/>
                      <a:pt x="25" y="57"/>
                    </a:cubicBezTo>
                    <a:cubicBezTo>
                      <a:pt x="24" y="58"/>
                      <a:pt x="23" y="58"/>
                      <a:pt x="23" y="60"/>
                    </a:cubicBezTo>
                    <a:cubicBezTo>
                      <a:pt x="23" y="60"/>
                      <a:pt x="23" y="57"/>
                      <a:pt x="23" y="59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21" y="56"/>
                      <a:pt x="19" y="56"/>
                      <a:pt x="17" y="57"/>
                    </a:cubicBezTo>
                    <a:cubicBezTo>
                      <a:pt x="17" y="55"/>
                      <a:pt x="15" y="57"/>
                      <a:pt x="14" y="55"/>
                    </a:cubicBezTo>
                    <a:cubicBezTo>
                      <a:pt x="13" y="56"/>
                      <a:pt x="13" y="54"/>
                      <a:pt x="11" y="56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4"/>
                      <a:pt x="10" y="54"/>
                      <a:pt x="9" y="53"/>
                    </a:cubicBezTo>
                    <a:cubicBezTo>
                      <a:pt x="9" y="52"/>
                      <a:pt x="8" y="54"/>
                      <a:pt x="7" y="54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3"/>
                      <a:pt x="7" y="54"/>
                      <a:pt x="6" y="55"/>
                    </a:cubicBezTo>
                    <a:cubicBezTo>
                      <a:pt x="6" y="54"/>
                      <a:pt x="6" y="54"/>
                      <a:pt x="6" y="54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5" y="55"/>
                      <a:pt x="5" y="56"/>
                      <a:pt x="5" y="56"/>
                    </a:cubicBezTo>
                    <a:cubicBezTo>
                      <a:pt x="5" y="55"/>
                      <a:pt x="4" y="56"/>
                      <a:pt x="4" y="54"/>
                    </a:cubicBezTo>
                    <a:cubicBezTo>
                      <a:pt x="5" y="54"/>
                      <a:pt x="7" y="53"/>
                      <a:pt x="8" y="52"/>
                    </a:cubicBezTo>
                    <a:cubicBezTo>
                      <a:pt x="8" y="51"/>
                      <a:pt x="5" y="53"/>
                      <a:pt x="6" y="52"/>
                    </a:cubicBezTo>
                    <a:cubicBezTo>
                      <a:pt x="6" y="51"/>
                      <a:pt x="6" y="51"/>
                      <a:pt x="5" y="51"/>
                    </a:cubicBezTo>
                    <a:cubicBezTo>
                      <a:pt x="5" y="52"/>
                      <a:pt x="5" y="52"/>
                      <a:pt x="5" y="53"/>
                    </a:cubicBezTo>
                    <a:cubicBezTo>
                      <a:pt x="5" y="53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2"/>
                      <a:pt x="4" y="52"/>
                      <a:pt x="5" y="52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2" y="50"/>
                    </a:cubicBezTo>
                    <a:cubicBezTo>
                      <a:pt x="1" y="52"/>
                      <a:pt x="4" y="46"/>
                      <a:pt x="0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4"/>
                      <a:pt x="3" y="54"/>
                      <a:pt x="3" y="54"/>
                    </a:cubicBezTo>
                    <a:cubicBezTo>
                      <a:pt x="3" y="54"/>
                      <a:pt x="3" y="53"/>
                      <a:pt x="3" y="53"/>
                    </a:cubicBezTo>
                    <a:cubicBezTo>
                      <a:pt x="3" y="53"/>
                      <a:pt x="3" y="54"/>
                      <a:pt x="3" y="53"/>
                    </a:cubicBezTo>
                    <a:cubicBezTo>
                      <a:pt x="3" y="52"/>
                      <a:pt x="4" y="51"/>
                      <a:pt x="4" y="53"/>
                    </a:cubicBezTo>
                    <a:cubicBezTo>
                      <a:pt x="4" y="54"/>
                      <a:pt x="4" y="54"/>
                      <a:pt x="4" y="55"/>
                    </a:cubicBezTo>
                    <a:cubicBezTo>
                      <a:pt x="4" y="55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5"/>
                      <a:pt x="3" y="55"/>
                    </a:cubicBezTo>
                    <a:cubicBezTo>
                      <a:pt x="2" y="55"/>
                      <a:pt x="2" y="56"/>
                      <a:pt x="1" y="56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7"/>
                      <a:pt x="2" y="57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60"/>
                      <a:pt x="4" y="57"/>
                      <a:pt x="4" y="58"/>
                    </a:cubicBezTo>
                    <a:cubicBezTo>
                      <a:pt x="4" y="58"/>
                      <a:pt x="2" y="60"/>
                      <a:pt x="2" y="61"/>
                    </a:cubicBezTo>
                    <a:cubicBezTo>
                      <a:pt x="3" y="62"/>
                      <a:pt x="6" y="61"/>
                      <a:pt x="6" y="63"/>
                    </a:cubicBezTo>
                    <a:cubicBezTo>
                      <a:pt x="7" y="63"/>
                      <a:pt x="8" y="63"/>
                      <a:pt x="9" y="62"/>
                    </a:cubicBezTo>
                    <a:cubicBezTo>
                      <a:pt x="10" y="62"/>
                      <a:pt x="8" y="65"/>
                      <a:pt x="9" y="64"/>
                    </a:cubicBezTo>
                    <a:cubicBezTo>
                      <a:pt x="9" y="65"/>
                      <a:pt x="9" y="66"/>
                      <a:pt x="8" y="66"/>
                    </a:cubicBezTo>
                    <a:cubicBezTo>
                      <a:pt x="9" y="66"/>
                      <a:pt x="10" y="67"/>
                      <a:pt x="10" y="65"/>
                    </a:cubicBezTo>
                    <a:cubicBezTo>
                      <a:pt x="11" y="66"/>
                      <a:pt x="12" y="67"/>
                      <a:pt x="13" y="66"/>
                    </a:cubicBezTo>
                    <a:cubicBezTo>
                      <a:pt x="13" y="66"/>
                      <a:pt x="12" y="68"/>
                      <a:pt x="12" y="69"/>
                    </a:cubicBezTo>
                    <a:cubicBezTo>
                      <a:pt x="13" y="67"/>
                      <a:pt x="15" y="67"/>
                      <a:pt x="15" y="67"/>
                    </a:cubicBezTo>
                    <a:cubicBezTo>
                      <a:pt x="16" y="66"/>
                      <a:pt x="16" y="66"/>
                      <a:pt x="16" y="64"/>
                    </a:cubicBezTo>
                    <a:cubicBezTo>
                      <a:pt x="16" y="64"/>
                      <a:pt x="17" y="63"/>
                      <a:pt x="17" y="63"/>
                    </a:cubicBezTo>
                    <a:cubicBezTo>
                      <a:pt x="17" y="65"/>
                      <a:pt x="16" y="68"/>
                      <a:pt x="17" y="68"/>
                    </a:cubicBezTo>
                    <a:cubicBezTo>
                      <a:pt x="16" y="71"/>
                      <a:pt x="15" y="67"/>
                      <a:pt x="15" y="70"/>
                    </a:cubicBezTo>
                    <a:cubicBezTo>
                      <a:pt x="14" y="72"/>
                      <a:pt x="12" y="72"/>
                      <a:pt x="12" y="70"/>
                    </a:cubicBezTo>
                    <a:cubicBezTo>
                      <a:pt x="11" y="73"/>
                      <a:pt x="13" y="71"/>
                      <a:pt x="12" y="73"/>
                    </a:cubicBezTo>
                    <a:cubicBezTo>
                      <a:pt x="13" y="73"/>
                      <a:pt x="14" y="72"/>
                      <a:pt x="15" y="72"/>
                    </a:cubicBezTo>
                    <a:cubicBezTo>
                      <a:pt x="15" y="71"/>
                      <a:pt x="15" y="70"/>
                      <a:pt x="16" y="70"/>
                    </a:cubicBezTo>
                    <a:cubicBezTo>
                      <a:pt x="17" y="67"/>
                      <a:pt x="16" y="72"/>
                      <a:pt x="17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7" y="72"/>
                      <a:pt x="18" y="72"/>
                    </a:cubicBezTo>
                    <a:cubicBezTo>
                      <a:pt x="17" y="75"/>
                      <a:pt x="17" y="72"/>
                      <a:pt x="16" y="74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7" y="77"/>
                      <a:pt x="17" y="74"/>
                      <a:pt x="18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8" y="74"/>
                      <a:pt x="19" y="73"/>
                      <a:pt x="18" y="73"/>
                    </a:cubicBezTo>
                    <a:cubicBezTo>
                      <a:pt x="19" y="70"/>
                      <a:pt x="19" y="72"/>
                      <a:pt x="20" y="72"/>
                    </a:cubicBezTo>
                    <a:cubicBezTo>
                      <a:pt x="20" y="70"/>
                      <a:pt x="19" y="72"/>
                      <a:pt x="20" y="70"/>
                    </a:cubicBezTo>
                    <a:cubicBezTo>
                      <a:pt x="20" y="69"/>
                      <a:pt x="20" y="69"/>
                      <a:pt x="21" y="69"/>
                    </a:cubicBezTo>
                    <a:cubicBezTo>
                      <a:pt x="22" y="69"/>
                      <a:pt x="21" y="71"/>
                      <a:pt x="21" y="72"/>
                    </a:cubicBezTo>
                    <a:cubicBezTo>
                      <a:pt x="21" y="72"/>
                      <a:pt x="20" y="72"/>
                      <a:pt x="21" y="71"/>
                    </a:cubicBezTo>
                    <a:cubicBezTo>
                      <a:pt x="19" y="73"/>
                      <a:pt x="20" y="75"/>
                      <a:pt x="19" y="76"/>
                    </a:cubicBezTo>
                    <a:cubicBezTo>
                      <a:pt x="20" y="77"/>
                      <a:pt x="20" y="75"/>
                      <a:pt x="21" y="75"/>
                    </a:cubicBezTo>
                    <a:cubicBezTo>
                      <a:pt x="21" y="74"/>
                      <a:pt x="21" y="73"/>
                      <a:pt x="21" y="72"/>
                    </a:cubicBezTo>
                    <a:cubicBezTo>
                      <a:pt x="23" y="68"/>
                      <a:pt x="21" y="76"/>
                      <a:pt x="23" y="75"/>
                    </a:cubicBezTo>
                    <a:cubicBezTo>
                      <a:pt x="23" y="72"/>
                      <a:pt x="25" y="71"/>
                      <a:pt x="25" y="68"/>
                    </a:cubicBezTo>
                    <a:cubicBezTo>
                      <a:pt x="25" y="67"/>
                      <a:pt x="25" y="66"/>
                      <a:pt x="26" y="67"/>
                    </a:cubicBezTo>
                    <a:cubicBezTo>
                      <a:pt x="25" y="69"/>
                      <a:pt x="26" y="68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4"/>
                      <a:pt x="25" y="76"/>
                      <a:pt x="26" y="77"/>
                    </a:cubicBezTo>
                    <a:cubicBezTo>
                      <a:pt x="26" y="76"/>
                      <a:pt x="26" y="75"/>
                      <a:pt x="26" y="74"/>
                    </a:cubicBezTo>
                    <a:cubicBezTo>
                      <a:pt x="26" y="75"/>
                      <a:pt x="26" y="76"/>
                      <a:pt x="27" y="76"/>
                    </a:cubicBezTo>
                    <a:cubicBezTo>
                      <a:pt x="26" y="76"/>
                      <a:pt x="27" y="74"/>
                      <a:pt x="27" y="73"/>
                    </a:cubicBezTo>
                    <a:cubicBezTo>
                      <a:pt x="28" y="73"/>
                      <a:pt x="28" y="75"/>
                      <a:pt x="28" y="76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8" y="76"/>
                      <a:pt x="28" y="78"/>
                      <a:pt x="28" y="78"/>
                    </a:cubicBezTo>
                    <a:cubicBezTo>
                      <a:pt x="28" y="76"/>
                      <a:pt x="29" y="75"/>
                      <a:pt x="29" y="73"/>
                    </a:cubicBezTo>
                    <a:cubicBezTo>
                      <a:pt x="30" y="73"/>
                      <a:pt x="30" y="74"/>
                      <a:pt x="30" y="74"/>
                    </a:cubicBezTo>
                    <a:cubicBezTo>
                      <a:pt x="29" y="75"/>
                      <a:pt x="29" y="75"/>
                      <a:pt x="29" y="75"/>
                    </a:cubicBezTo>
                    <a:cubicBezTo>
                      <a:pt x="30" y="75"/>
                      <a:pt x="29" y="78"/>
                      <a:pt x="30" y="78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1" y="77"/>
                      <a:pt x="31" y="77"/>
                      <a:pt x="31" y="76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5"/>
                      <a:pt x="33" y="77"/>
                    </a:cubicBezTo>
                    <a:cubicBezTo>
                      <a:pt x="32" y="74"/>
                      <a:pt x="32" y="77"/>
                      <a:pt x="32" y="75"/>
                    </a:cubicBezTo>
                    <a:cubicBezTo>
                      <a:pt x="31" y="73"/>
                      <a:pt x="32" y="74"/>
                      <a:pt x="33" y="73"/>
                    </a:cubicBezTo>
                    <a:cubicBezTo>
                      <a:pt x="32" y="76"/>
                      <a:pt x="33" y="74"/>
                      <a:pt x="34" y="74"/>
                    </a:cubicBezTo>
                    <a:cubicBezTo>
                      <a:pt x="34" y="75"/>
                      <a:pt x="34" y="75"/>
                      <a:pt x="34" y="76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5" y="78"/>
                      <a:pt x="36" y="73"/>
                      <a:pt x="36" y="74"/>
                    </a:cubicBezTo>
                    <a:cubicBezTo>
                      <a:pt x="36" y="75"/>
                      <a:pt x="36" y="77"/>
                      <a:pt x="36" y="77"/>
                    </a:cubicBezTo>
                    <a:cubicBezTo>
                      <a:pt x="36" y="75"/>
                      <a:pt x="37" y="74"/>
                      <a:pt x="37" y="72"/>
                    </a:cubicBezTo>
                    <a:cubicBezTo>
                      <a:pt x="38" y="73"/>
                      <a:pt x="36" y="76"/>
                      <a:pt x="37" y="78"/>
                    </a:cubicBezTo>
                    <a:cubicBezTo>
                      <a:pt x="37" y="75"/>
                      <a:pt x="38" y="79"/>
                      <a:pt x="38" y="76"/>
                    </a:cubicBezTo>
                    <a:cubicBezTo>
                      <a:pt x="37" y="75"/>
                      <a:pt x="38" y="75"/>
                      <a:pt x="38" y="73"/>
                    </a:cubicBezTo>
                    <a:cubicBezTo>
                      <a:pt x="39" y="74"/>
                      <a:pt x="38" y="75"/>
                      <a:pt x="39" y="75"/>
                    </a:cubicBezTo>
                    <a:cubicBezTo>
                      <a:pt x="39" y="75"/>
                      <a:pt x="39" y="73"/>
                      <a:pt x="39" y="72"/>
                    </a:cubicBezTo>
                    <a:cubicBezTo>
                      <a:pt x="39" y="73"/>
                      <a:pt x="40" y="70"/>
                      <a:pt x="40" y="72"/>
                    </a:cubicBezTo>
                    <a:cubicBezTo>
                      <a:pt x="41" y="74"/>
                      <a:pt x="39" y="73"/>
                      <a:pt x="40" y="74"/>
                    </a:cubicBezTo>
                    <a:cubicBezTo>
                      <a:pt x="41" y="74"/>
                      <a:pt x="40" y="70"/>
                      <a:pt x="41" y="69"/>
                    </a:cubicBezTo>
                    <a:cubicBezTo>
                      <a:pt x="41" y="68"/>
                      <a:pt x="41" y="65"/>
                      <a:pt x="42" y="64"/>
                    </a:cubicBezTo>
                    <a:cubicBezTo>
                      <a:pt x="43" y="65"/>
                      <a:pt x="41" y="65"/>
                      <a:pt x="42" y="68"/>
                    </a:cubicBezTo>
                    <a:cubicBezTo>
                      <a:pt x="42" y="67"/>
                      <a:pt x="42" y="67"/>
                      <a:pt x="42" y="67"/>
                    </a:cubicBezTo>
                    <a:cubicBezTo>
                      <a:pt x="43" y="70"/>
                      <a:pt x="41" y="72"/>
                      <a:pt x="41" y="74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2" y="75"/>
                      <a:pt x="43" y="76"/>
                      <a:pt x="43" y="76"/>
                    </a:cubicBezTo>
                    <a:cubicBezTo>
                      <a:pt x="43" y="74"/>
                      <a:pt x="43" y="76"/>
                      <a:pt x="43" y="75"/>
                    </a:cubicBezTo>
                    <a:cubicBezTo>
                      <a:pt x="43" y="74"/>
                      <a:pt x="43" y="71"/>
                      <a:pt x="44" y="73"/>
                    </a:cubicBezTo>
                    <a:cubicBezTo>
                      <a:pt x="44" y="74"/>
                      <a:pt x="44" y="75"/>
                      <a:pt x="44" y="76"/>
                    </a:cubicBezTo>
                    <a:cubicBezTo>
                      <a:pt x="45" y="77"/>
                      <a:pt x="44" y="74"/>
                      <a:pt x="45" y="75"/>
                    </a:cubicBezTo>
                    <a:cubicBezTo>
                      <a:pt x="45" y="76"/>
                      <a:pt x="45" y="76"/>
                      <a:pt x="45" y="76"/>
                    </a:cubicBezTo>
                    <a:cubicBezTo>
                      <a:pt x="47" y="76"/>
                      <a:pt x="50" y="76"/>
                      <a:pt x="51" y="72"/>
                    </a:cubicBezTo>
                    <a:cubicBezTo>
                      <a:pt x="52" y="73"/>
                      <a:pt x="52" y="73"/>
                      <a:pt x="53" y="74"/>
                    </a:cubicBezTo>
                    <a:cubicBezTo>
                      <a:pt x="53" y="74"/>
                      <a:pt x="53" y="73"/>
                      <a:pt x="53" y="72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55" y="76"/>
                      <a:pt x="55" y="74"/>
                      <a:pt x="56" y="72"/>
                    </a:cubicBezTo>
                    <a:cubicBezTo>
                      <a:pt x="56" y="74"/>
                      <a:pt x="56" y="74"/>
                      <a:pt x="56" y="74"/>
                    </a:cubicBezTo>
                    <a:cubicBezTo>
                      <a:pt x="57" y="75"/>
                      <a:pt x="56" y="73"/>
                      <a:pt x="57" y="72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2"/>
                      <a:pt x="57" y="72"/>
                      <a:pt x="57" y="72"/>
                    </a:cubicBezTo>
                    <a:cubicBezTo>
                      <a:pt x="58" y="72"/>
                      <a:pt x="58" y="72"/>
                      <a:pt x="58" y="74"/>
                    </a:cubicBezTo>
                    <a:cubicBezTo>
                      <a:pt x="59" y="74"/>
                      <a:pt x="59" y="73"/>
                      <a:pt x="58" y="73"/>
                    </a:cubicBezTo>
                    <a:cubicBezTo>
                      <a:pt x="59" y="74"/>
                      <a:pt x="60" y="74"/>
                      <a:pt x="61" y="73"/>
                    </a:cubicBezTo>
                    <a:cubicBezTo>
                      <a:pt x="61" y="72"/>
                      <a:pt x="61" y="72"/>
                      <a:pt x="61" y="70"/>
                    </a:cubicBezTo>
                    <a:cubicBezTo>
                      <a:pt x="61" y="68"/>
                      <a:pt x="61" y="71"/>
                      <a:pt x="61" y="69"/>
                    </a:cubicBezTo>
                    <a:cubicBezTo>
                      <a:pt x="61" y="70"/>
                      <a:pt x="62" y="71"/>
                      <a:pt x="61" y="72"/>
                    </a:cubicBezTo>
                    <a:cubicBezTo>
                      <a:pt x="63" y="75"/>
                      <a:pt x="64" y="72"/>
                      <a:pt x="66" y="72"/>
                    </a:cubicBezTo>
                    <a:cubicBezTo>
                      <a:pt x="66" y="71"/>
                      <a:pt x="66" y="71"/>
                      <a:pt x="66" y="71"/>
                    </a:cubicBezTo>
                    <a:cubicBezTo>
                      <a:pt x="68" y="73"/>
                      <a:pt x="68" y="71"/>
                      <a:pt x="70" y="72"/>
                    </a:cubicBezTo>
                    <a:cubicBezTo>
                      <a:pt x="69" y="71"/>
                      <a:pt x="69" y="68"/>
                      <a:pt x="70" y="68"/>
                    </a:cubicBezTo>
                    <a:cubicBezTo>
                      <a:pt x="70" y="66"/>
                      <a:pt x="70" y="70"/>
                      <a:pt x="71" y="71"/>
                    </a:cubicBezTo>
                    <a:cubicBezTo>
                      <a:pt x="71" y="71"/>
                      <a:pt x="72" y="70"/>
                      <a:pt x="72" y="70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2" y="70"/>
                      <a:pt x="73" y="69"/>
                      <a:pt x="73" y="70"/>
                    </a:cubicBezTo>
                    <a:cubicBezTo>
                      <a:pt x="73" y="70"/>
                      <a:pt x="73" y="70"/>
                      <a:pt x="73" y="70"/>
                    </a:cubicBezTo>
                    <a:cubicBezTo>
                      <a:pt x="74" y="70"/>
                      <a:pt x="74" y="71"/>
                      <a:pt x="75" y="71"/>
                    </a:cubicBezTo>
                    <a:cubicBezTo>
                      <a:pt x="75" y="69"/>
                      <a:pt x="76" y="70"/>
                      <a:pt x="76" y="69"/>
                    </a:cubicBezTo>
                    <a:cubicBezTo>
                      <a:pt x="76" y="69"/>
                      <a:pt x="76" y="69"/>
                      <a:pt x="76" y="69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7" y="71"/>
                      <a:pt x="76" y="69"/>
                      <a:pt x="77" y="68"/>
                    </a:cubicBezTo>
                    <a:cubicBezTo>
                      <a:pt x="77" y="67"/>
                      <a:pt x="77" y="68"/>
                      <a:pt x="77" y="69"/>
                    </a:cubicBezTo>
                    <a:cubicBezTo>
                      <a:pt x="77" y="70"/>
                      <a:pt x="77" y="68"/>
                      <a:pt x="77" y="69"/>
                    </a:cubicBezTo>
                    <a:cubicBezTo>
                      <a:pt x="77" y="70"/>
                      <a:pt x="77" y="69"/>
                      <a:pt x="77" y="70"/>
                    </a:cubicBezTo>
                    <a:cubicBezTo>
                      <a:pt x="78" y="70"/>
                      <a:pt x="77" y="68"/>
                      <a:pt x="78" y="69"/>
                    </a:cubicBezTo>
                    <a:cubicBezTo>
                      <a:pt x="78" y="69"/>
                      <a:pt x="79" y="68"/>
                      <a:pt x="79" y="70"/>
                    </a:cubicBezTo>
                    <a:cubicBezTo>
                      <a:pt x="79" y="69"/>
                      <a:pt x="80" y="69"/>
                      <a:pt x="80" y="68"/>
                    </a:cubicBezTo>
                    <a:cubicBezTo>
                      <a:pt x="79" y="68"/>
                      <a:pt x="79" y="68"/>
                      <a:pt x="79" y="66"/>
                    </a:cubicBezTo>
                    <a:cubicBezTo>
                      <a:pt x="79" y="66"/>
                      <a:pt x="79" y="66"/>
                      <a:pt x="79" y="66"/>
                    </a:cubicBezTo>
                    <a:cubicBezTo>
                      <a:pt x="79" y="67"/>
                      <a:pt x="79" y="67"/>
                      <a:pt x="79" y="67"/>
                    </a:cubicBezTo>
                    <a:cubicBezTo>
                      <a:pt x="79" y="66"/>
                      <a:pt x="80" y="67"/>
                      <a:pt x="80" y="65"/>
                    </a:cubicBezTo>
                    <a:cubicBezTo>
                      <a:pt x="80" y="67"/>
                      <a:pt x="80" y="67"/>
                      <a:pt x="80" y="67"/>
                    </a:cubicBezTo>
                    <a:cubicBezTo>
                      <a:pt x="80" y="66"/>
                      <a:pt x="81" y="66"/>
                      <a:pt x="81" y="66"/>
                    </a:cubicBezTo>
                    <a:cubicBezTo>
                      <a:pt x="82" y="67"/>
                      <a:pt x="82" y="69"/>
                      <a:pt x="82" y="70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3" y="68"/>
                      <a:pt x="83" y="68"/>
                      <a:pt x="83" y="69"/>
                    </a:cubicBezTo>
                    <a:cubicBezTo>
                      <a:pt x="85" y="70"/>
                      <a:pt x="84" y="64"/>
                      <a:pt x="85" y="65"/>
                    </a:cubicBezTo>
                    <a:cubicBezTo>
                      <a:pt x="85" y="67"/>
                      <a:pt x="85" y="68"/>
                      <a:pt x="86" y="68"/>
                    </a:cubicBezTo>
                    <a:cubicBezTo>
                      <a:pt x="86" y="68"/>
                      <a:pt x="86" y="67"/>
                      <a:pt x="86" y="67"/>
                    </a:cubicBezTo>
                    <a:cubicBezTo>
                      <a:pt x="86" y="66"/>
                      <a:pt x="86" y="68"/>
                      <a:pt x="85" y="67"/>
                    </a:cubicBezTo>
                    <a:cubicBezTo>
                      <a:pt x="85" y="66"/>
                      <a:pt x="86" y="66"/>
                      <a:pt x="86" y="66"/>
                    </a:cubicBezTo>
                    <a:cubicBezTo>
                      <a:pt x="87" y="70"/>
                      <a:pt x="89" y="66"/>
                      <a:pt x="91" y="68"/>
                    </a:cubicBezTo>
                    <a:cubicBezTo>
                      <a:pt x="90" y="66"/>
                      <a:pt x="91" y="67"/>
                      <a:pt x="91" y="66"/>
                    </a:cubicBezTo>
                    <a:cubicBezTo>
                      <a:pt x="92" y="69"/>
                      <a:pt x="92" y="66"/>
                      <a:pt x="93" y="67"/>
                    </a:cubicBezTo>
                    <a:cubicBezTo>
                      <a:pt x="92" y="65"/>
                      <a:pt x="92" y="65"/>
                      <a:pt x="92" y="65"/>
                    </a:cubicBezTo>
                    <a:cubicBezTo>
                      <a:pt x="93" y="66"/>
                      <a:pt x="92" y="61"/>
                      <a:pt x="94" y="63"/>
                    </a:cubicBezTo>
                    <a:cubicBezTo>
                      <a:pt x="94" y="64"/>
                      <a:pt x="94" y="65"/>
                      <a:pt x="94" y="66"/>
                    </a:cubicBezTo>
                    <a:cubicBezTo>
                      <a:pt x="95" y="68"/>
                      <a:pt x="95" y="63"/>
                      <a:pt x="96" y="66"/>
                    </a:cubicBezTo>
                    <a:cubicBezTo>
                      <a:pt x="96" y="65"/>
                      <a:pt x="95" y="63"/>
                      <a:pt x="96" y="62"/>
                    </a:cubicBezTo>
                    <a:cubicBezTo>
                      <a:pt x="96" y="63"/>
                      <a:pt x="98" y="64"/>
                      <a:pt x="98" y="65"/>
                    </a:cubicBezTo>
                    <a:cubicBezTo>
                      <a:pt x="98" y="64"/>
                      <a:pt x="98" y="64"/>
                      <a:pt x="98" y="64"/>
                    </a:cubicBezTo>
                    <a:cubicBezTo>
                      <a:pt x="99" y="65"/>
                      <a:pt x="98" y="65"/>
                      <a:pt x="98" y="65"/>
                    </a:cubicBezTo>
                    <a:cubicBezTo>
                      <a:pt x="99" y="66"/>
                      <a:pt x="99" y="65"/>
                      <a:pt x="100" y="64"/>
                    </a:cubicBezTo>
                    <a:cubicBezTo>
                      <a:pt x="101" y="65"/>
                      <a:pt x="101" y="64"/>
                      <a:pt x="102" y="65"/>
                    </a:cubicBezTo>
                    <a:cubicBezTo>
                      <a:pt x="102" y="63"/>
                      <a:pt x="104" y="66"/>
                      <a:pt x="103" y="63"/>
                    </a:cubicBezTo>
                    <a:cubicBezTo>
                      <a:pt x="104" y="64"/>
                      <a:pt x="104" y="64"/>
                      <a:pt x="104" y="64"/>
                    </a:cubicBezTo>
                    <a:cubicBezTo>
                      <a:pt x="104" y="63"/>
                      <a:pt x="103" y="61"/>
                      <a:pt x="104" y="60"/>
                    </a:cubicBezTo>
                    <a:cubicBezTo>
                      <a:pt x="104" y="62"/>
                      <a:pt x="104" y="62"/>
                      <a:pt x="104" y="62"/>
                    </a:cubicBezTo>
                    <a:cubicBezTo>
                      <a:pt x="105" y="65"/>
                      <a:pt x="105" y="63"/>
                      <a:pt x="106" y="64"/>
                    </a:cubicBezTo>
                    <a:cubicBezTo>
                      <a:pt x="105" y="62"/>
                      <a:pt x="106" y="64"/>
                      <a:pt x="106" y="62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6" y="61"/>
                      <a:pt x="106" y="61"/>
                      <a:pt x="106" y="60"/>
                    </a:cubicBezTo>
                    <a:cubicBezTo>
                      <a:pt x="107" y="60"/>
                      <a:pt x="107" y="62"/>
                      <a:pt x="107" y="62"/>
                    </a:cubicBezTo>
                    <a:cubicBezTo>
                      <a:pt x="108" y="63"/>
                      <a:pt x="108" y="62"/>
                      <a:pt x="108" y="62"/>
                    </a:cubicBezTo>
                    <a:cubicBezTo>
                      <a:pt x="108" y="62"/>
                      <a:pt x="108" y="62"/>
                      <a:pt x="108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8" y="61"/>
                      <a:pt x="109" y="61"/>
                    </a:cubicBezTo>
                    <a:cubicBezTo>
                      <a:pt x="109" y="61"/>
                      <a:pt x="109" y="61"/>
                      <a:pt x="109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0" y="64"/>
                      <a:pt x="110" y="62"/>
                      <a:pt x="110" y="61"/>
                    </a:cubicBezTo>
                    <a:cubicBezTo>
                      <a:pt x="112" y="62"/>
                      <a:pt x="113" y="60"/>
                      <a:pt x="114" y="59"/>
                    </a:cubicBezTo>
                    <a:cubicBezTo>
                      <a:pt x="113" y="59"/>
                      <a:pt x="114" y="60"/>
                      <a:pt x="114" y="60"/>
                    </a:cubicBezTo>
                    <a:cubicBezTo>
                      <a:pt x="114" y="59"/>
                      <a:pt x="114" y="58"/>
                      <a:pt x="114" y="59"/>
                    </a:cubicBezTo>
                    <a:cubicBezTo>
                      <a:pt x="114" y="58"/>
                      <a:pt x="115" y="60"/>
                      <a:pt x="116" y="60"/>
                    </a:cubicBezTo>
                    <a:cubicBezTo>
                      <a:pt x="116" y="60"/>
                      <a:pt x="115" y="58"/>
                      <a:pt x="115" y="58"/>
                    </a:cubicBezTo>
                    <a:cubicBezTo>
                      <a:pt x="117" y="60"/>
                      <a:pt x="117" y="56"/>
                      <a:pt x="118" y="57"/>
                    </a:cubicBezTo>
                    <a:cubicBezTo>
                      <a:pt x="118" y="58"/>
                      <a:pt x="118" y="58"/>
                      <a:pt x="119" y="59"/>
                    </a:cubicBezTo>
                    <a:cubicBezTo>
                      <a:pt x="119" y="58"/>
                      <a:pt x="120" y="57"/>
                      <a:pt x="120" y="55"/>
                    </a:cubicBezTo>
                    <a:cubicBezTo>
                      <a:pt x="120" y="57"/>
                      <a:pt x="120" y="57"/>
                      <a:pt x="120" y="57"/>
                    </a:cubicBezTo>
                    <a:cubicBezTo>
                      <a:pt x="121" y="57"/>
                      <a:pt x="121" y="56"/>
                      <a:pt x="121" y="55"/>
                    </a:cubicBezTo>
                    <a:cubicBezTo>
                      <a:pt x="120" y="54"/>
                      <a:pt x="121" y="52"/>
                      <a:pt x="121" y="53"/>
                    </a:cubicBezTo>
                    <a:cubicBezTo>
                      <a:pt x="121" y="53"/>
                      <a:pt x="121" y="53"/>
                      <a:pt x="121" y="53"/>
                    </a:cubicBezTo>
                    <a:cubicBezTo>
                      <a:pt x="122" y="52"/>
                      <a:pt x="122" y="52"/>
                      <a:pt x="122" y="52"/>
                    </a:cubicBezTo>
                    <a:cubicBezTo>
                      <a:pt x="123" y="52"/>
                      <a:pt x="122" y="52"/>
                      <a:pt x="122" y="53"/>
                    </a:cubicBezTo>
                    <a:cubicBezTo>
                      <a:pt x="123" y="55"/>
                      <a:pt x="124" y="54"/>
                      <a:pt x="125" y="54"/>
                    </a:cubicBezTo>
                    <a:cubicBezTo>
                      <a:pt x="124" y="53"/>
                      <a:pt x="124" y="53"/>
                      <a:pt x="124" y="53"/>
                    </a:cubicBezTo>
                    <a:cubicBezTo>
                      <a:pt x="125" y="52"/>
                      <a:pt x="125" y="54"/>
                      <a:pt x="125" y="54"/>
                    </a:cubicBezTo>
                    <a:cubicBezTo>
                      <a:pt x="125" y="49"/>
                      <a:pt x="125" y="49"/>
                      <a:pt x="125" y="49"/>
                    </a:cubicBezTo>
                    <a:cubicBezTo>
                      <a:pt x="125" y="49"/>
                      <a:pt x="126" y="51"/>
                      <a:pt x="126" y="52"/>
                    </a:cubicBezTo>
                    <a:cubicBezTo>
                      <a:pt x="127" y="51"/>
                      <a:pt x="126" y="48"/>
                      <a:pt x="126" y="46"/>
                    </a:cubicBezTo>
                    <a:cubicBezTo>
                      <a:pt x="127" y="47"/>
                      <a:pt x="127" y="45"/>
                      <a:pt x="128" y="45"/>
                    </a:cubicBezTo>
                    <a:cubicBezTo>
                      <a:pt x="128" y="46"/>
                      <a:pt x="127" y="45"/>
                      <a:pt x="128" y="46"/>
                    </a:cubicBezTo>
                    <a:cubicBezTo>
                      <a:pt x="129" y="47"/>
                      <a:pt x="129" y="47"/>
                      <a:pt x="129" y="47"/>
                    </a:cubicBezTo>
                    <a:cubicBezTo>
                      <a:pt x="128" y="48"/>
                      <a:pt x="130" y="50"/>
                      <a:pt x="130" y="51"/>
                    </a:cubicBezTo>
                    <a:cubicBezTo>
                      <a:pt x="130" y="50"/>
                      <a:pt x="132" y="50"/>
                      <a:pt x="132" y="50"/>
                    </a:cubicBezTo>
                    <a:cubicBezTo>
                      <a:pt x="131" y="48"/>
                      <a:pt x="133" y="49"/>
                      <a:pt x="132" y="46"/>
                    </a:cubicBezTo>
                    <a:cubicBezTo>
                      <a:pt x="133" y="45"/>
                      <a:pt x="133" y="48"/>
                      <a:pt x="134" y="48"/>
                    </a:cubicBezTo>
                    <a:cubicBezTo>
                      <a:pt x="134" y="47"/>
                      <a:pt x="135" y="47"/>
                      <a:pt x="136" y="47"/>
                    </a:cubicBezTo>
                    <a:cubicBezTo>
                      <a:pt x="136" y="47"/>
                      <a:pt x="136" y="47"/>
                      <a:pt x="136" y="47"/>
                    </a:cubicBezTo>
                    <a:cubicBezTo>
                      <a:pt x="137" y="46"/>
                      <a:pt x="138" y="46"/>
                      <a:pt x="138" y="44"/>
                    </a:cubicBezTo>
                    <a:cubicBezTo>
                      <a:pt x="139" y="45"/>
                      <a:pt x="139" y="45"/>
                      <a:pt x="139" y="45"/>
                    </a:cubicBezTo>
                    <a:cubicBezTo>
                      <a:pt x="140" y="46"/>
                      <a:pt x="137" y="42"/>
                      <a:pt x="139" y="43"/>
                    </a:cubicBezTo>
                    <a:cubicBezTo>
                      <a:pt x="139" y="44"/>
                      <a:pt x="139" y="44"/>
                      <a:pt x="139" y="44"/>
                    </a:cubicBezTo>
                    <a:cubicBezTo>
                      <a:pt x="139" y="43"/>
                      <a:pt x="141" y="45"/>
                      <a:pt x="141" y="43"/>
                    </a:cubicBezTo>
                    <a:cubicBezTo>
                      <a:pt x="141" y="44"/>
                      <a:pt x="141" y="44"/>
                      <a:pt x="141" y="44"/>
                    </a:cubicBezTo>
                    <a:cubicBezTo>
                      <a:pt x="141" y="43"/>
                      <a:pt x="142" y="43"/>
                      <a:pt x="142" y="41"/>
                    </a:cubicBezTo>
                    <a:cubicBezTo>
                      <a:pt x="143" y="43"/>
                      <a:pt x="143" y="43"/>
                      <a:pt x="143" y="43"/>
                    </a:cubicBezTo>
                    <a:cubicBezTo>
                      <a:pt x="144" y="44"/>
                      <a:pt x="142" y="41"/>
                      <a:pt x="143" y="42"/>
                    </a:cubicBezTo>
                    <a:cubicBezTo>
                      <a:pt x="143" y="42"/>
                      <a:pt x="144" y="42"/>
                      <a:pt x="144" y="43"/>
                    </a:cubicBezTo>
                    <a:cubicBezTo>
                      <a:pt x="144" y="41"/>
                      <a:pt x="145" y="41"/>
                      <a:pt x="145" y="40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9" y="41"/>
                      <a:pt x="153" y="39"/>
                      <a:pt x="154" y="36"/>
                    </a:cubicBezTo>
                    <a:cubicBezTo>
                      <a:pt x="156" y="38"/>
                      <a:pt x="154" y="37"/>
                      <a:pt x="156" y="39"/>
                    </a:cubicBezTo>
                    <a:cubicBezTo>
                      <a:pt x="154" y="37"/>
                      <a:pt x="156" y="38"/>
                      <a:pt x="156" y="37"/>
                    </a:cubicBezTo>
                    <a:cubicBezTo>
                      <a:pt x="156" y="37"/>
                      <a:pt x="156" y="37"/>
                      <a:pt x="156" y="37"/>
                    </a:cubicBezTo>
                    <a:cubicBezTo>
                      <a:pt x="157" y="36"/>
                      <a:pt x="158" y="38"/>
                      <a:pt x="158" y="37"/>
                    </a:cubicBezTo>
                    <a:cubicBezTo>
                      <a:pt x="157" y="36"/>
                      <a:pt x="157" y="36"/>
                      <a:pt x="157" y="36"/>
                    </a:cubicBezTo>
                    <a:cubicBezTo>
                      <a:pt x="157" y="35"/>
                      <a:pt x="160" y="38"/>
                      <a:pt x="158" y="36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59" y="34"/>
                      <a:pt x="161" y="37"/>
                      <a:pt x="160" y="35"/>
                    </a:cubicBezTo>
                    <a:cubicBezTo>
                      <a:pt x="160" y="35"/>
                      <a:pt x="160" y="35"/>
                      <a:pt x="160" y="35"/>
                    </a:cubicBezTo>
                    <a:cubicBezTo>
                      <a:pt x="162" y="36"/>
                      <a:pt x="160" y="32"/>
                      <a:pt x="162" y="34"/>
                    </a:cubicBezTo>
                    <a:cubicBezTo>
                      <a:pt x="162" y="33"/>
                      <a:pt x="162" y="32"/>
                      <a:pt x="161" y="30"/>
                    </a:cubicBezTo>
                    <a:cubicBezTo>
                      <a:pt x="163" y="33"/>
                      <a:pt x="163" y="33"/>
                      <a:pt x="163" y="33"/>
                    </a:cubicBezTo>
                    <a:cubicBezTo>
                      <a:pt x="164" y="30"/>
                      <a:pt x="167" y="29"/>
                      <a:pt x="167" y="26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68" y="24"/>
                      <a:pt x="172" y="27"/>
                      <a:pt x="170" y="23"/>
                    </a:cubicBezTo>
                    <a:cubicBezTo>
                      <a:pt x="169" y="21"/>
                      <a:pt x="169" y="21"/>
                      <a:pt x="169" y="21"/>
                    </a:cubicBezTo>
                    <a:cubicBezTo>
                      <a:pt x="171" y="23"/>
                      <a:pt x="171" y="23"/>
                      <a:pt x="171" y="23"/>
                    </a:cubicBezTo>
                    <a:cubicBezTo>
                      <a:pt x="170" y="22"/>
                      <a:pt x="172" y="22"/>
                      <a:pt x="171" y="20"/>
                    </a:cubicBezTo>
                    <a:cubicBezTo>
                      <a:pt x="171" y="21"/>
                      <a:pt x="171" y="21"/>
                      <a:pt x="172" y="21"/>
                    </a:cubicBezTo>
                    <a:cubicBezTo>
                      <a:pt x="172" y="21"/>
                      <a:pt x="171" y="19"/>
                      <a:pt x="172" y="19"/>
                    </a:cubicBezTo>
                    <a:cubicBezTo>
                      <a:pt x="172" y="20"/>
                      <a:pt x="172" y="20"/>
                      <a:pt x="172" y="20"/>
                    </a:cubicBezTo>
                    <a:cubicBezTo>
                      <a:pt x="177" y="20"/>
                      <a:pt x="182" y="19"/>
                      <a:pt x="180" y="14"/>
                    </a:cubicBezTo>
                    <a:cubicBezTo>
                      <a:pt x="180" y="13"/>
                      <a:pt x="182" y="15"/>
                      <a:pt x="182" y="15"/>
                    </a:cubicBezTo>
                    <a:cubicBezTo>
                      <a:pt x="181" y="11"/>
                      <a:pt x="188" y="11"/>
                      <a:pt x="185" y="6"/>
                    </a:cubicBezTo>
                    <a:cubicBezTo>
                      <a:pt x="185" y="4"/>
                      <a:pt x="180" y="0"/>
                      <a:pt x="18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6" name="Freeform 342"/>
              <p:cNvSpPr/>
              <p:nvPr>
                <p:custDataLst>
                  <p:tags r:id="rId187"/>
                </p:custDataLst>
              </p:nvPr>
            </p:nvSpPr>
            <p:spPr bwMode="auto">
              <a:xfrm>
                <a:off x="3757" y="2934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1 h 1"/>
                  <a:gd name="T6" fmla="*/ 0 w 1"/>
                  <a:gd name="T7" fmla="*/ 1 h 1"/>
                  <a:gd name="T8" fmla="*/ 0 w 1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7" name="Freeform 343"/>
              <p:cNvSpPr/>
              <p:nvPr>
                <p:custDataLst>
                  <p:tags r:id="rId188"/>
                </p:custDataLst>
              </p:nvPr>
            </p:nvSpPr>
            <p:spPr bwMode="auto">
              <a:xfrm>
                <a:off x="4226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8" name="Freeform 344"/>
              <p:cNvSpPr/>
              <p:nvPr>
                <p:custDataLst>
                  <p:tags r:id="rId189"/>
                </p:custDataLst>
              </p:nvPr>
            </p:nvSpPr>
            <p:spPr bwMode="auto">
              <a:xfrm>
                <a:off x="3752" y="2940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1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9" name="Freeform 345"/>
              <p:cNvSpPr/>
              <p:nvPr>
                <p:custDataLst>
                  <p:tags r:id="rId190"/>
                </p:custDataLst>
              </p:nvPr>
            </p:nvSpPr>
            <p:spPr bwMode="auto">
              <a:xfrm>
                <a:off x="3975" y="29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0" name="Freeform 346"/>
              <p:cNvSpPr/>
              <p:nvPr>
                <p:custDataLst>
                  <p:tags r:id="rId191"/>
                </p:custDataLst>
              </p:nvPr>
            </p:nvSpPr>
            <p:spPr bwMode="auto">
              <a:xfrm>
                <a:off x="3905" y="22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1" name="Freeform 347"/>
              <p:cNvSpPr/>
              <p:nvPr>
                <p:custDataLst>
                  <p:tags r:id="rId192"/>
                </p:custDataLst>
              </p:nvPr>
            </p:nvSpPr>
            <p:spPr bwMode="auto">
              <a:xfrm>
                <a:off x="4289" y="255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0" y="1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2" name="Freeform 348"/>
              <p:cNvSpPr/>
              <p:nvPr>
                <p:custDataLst>
                  <p:tags r:id="rId193"/>
                </p:custDataLst>
              </p:nvPr>
            </p:nvSpPr>
            <p:spPr bwMode="auto">
              <a:xfrm>
                <a:off x="3899" y="2262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3" name="Freeform 349"/>
              <p:cNvSpPr/>
              <p:nvPr>
                <p:custDataLst>
                  <p:tags r:id="rId194"/>
                </p:custDataLst>
              </p:nvPr>
            </p:nvSpPr>
            <p:spPr bwMode="auto">
              <a:xfrm>
                <a:off x="3939" y="2926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4" name="Freeform 350"/>
              <p:cNvSpPr/>
              <p:nvPr>
                <p:custDataLst>
                  <p:tags r:id="rId195"/>
                </p:custDataLst>
              </p:nvPr>
            </p:nvSpPr>
            <p:spPr bwMode="auto">
              <a:xfrm>
                <a:off x="3888" y="2281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4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5" name="Freeform 351"/>
              <p:cNvSpPr/>
              <p:nvPr>
                <p:custDataLst>
                  <p:tags r:id="rId196"/>
                </p:custDataLst>
              </p:nvPr>
            </p:nvSpPr>
            <p:spPr bwMode="auto">
              <a:xfrm>
                <a:off x="3842" y="227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2"/>
                      <a:pt x="0" y="0"/>
                      <a:pt x="1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6" name="Freeform 352"/>
              <p:cNvSpPr/>
              <p:nvPr>
                <p:custDataLst>
                  <p:tags r:id="rId197"/>
                </p:custDataLst>
              </p:nvPr>
            </p:nvSpPr>
            <p:spPr bwMode="auto">
              <a:xfrm>
                <a:off x="3844" y="226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7" name="Freeform 353"/>
              <p:cNvSpPr/>
              <p:nvPr>
                <p:custDataLst>
                  <p:tags r:id="rId198"/>
                </p:custDataLst>
              </p:nvPr>
            </p:nvSpPr>
            <p:spPr bwMode="auto">
              <a:xfrm>
                <a:off x="3899" y="2272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8" name="Freeform 354"/>
              <p:cNvSpPr/>
              <p:nvPr>
                <p:custDataLst>
                  <p:tags r:id="rId199"/>
                </p:custDataLst>
              </p:nvPr>
            </p:nvSpPr>
            <p:spPr bwMode="auto">
              <a:xfrm>
                <a:off x="3776" y="29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9" name="Freeform 355"/>
              <p:cNvSpPr/>
              <p:nvPr>
                <p:custDataLst>
                  <p:tags r:id="rId200"/>
                </p:custDataLst>
              </p:nvPr>
            </p:nvSpPr>
            <p:spPr bwMode="auto">
              <a:xfrm>
                <a:off x="3795" y="2985"/>
                <a:ext cx="2" cy="6"/>
              </a:xfrm>
              <a:custGeom>
                <a:avLst/>
                <a:gdLst>
                  <a:gd name="T0" fmla="*/ 1 w 1"/>
                  <a:gd name="T1" fmla="*/ 2 h 3"/>
                  <a:gd name="T2" fmla="*/ 0 w 1"/>
                  <a:gd name="T3" fmla="*/ 1 h 3"/>
                  <a:gd name="T4" fmla="*/ 1 w 1"/>
                  <a:gd name="T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2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0" name="Freeform 356"/>
              <p:cNvSpPr/>
              <p:nvPr>
                <p:custDataLst>
                  <p:tags r:id="rId201"/>
                </p:custDataLst>
              </p:nvPr>
            </p:nvSpPr>
            <p:spPr bwMode="auto">
              <a:xfrm>
                <a:off x="3765" y="2972"/>
                <a:ext cx="7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0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1" name="Freeform 357"/>
              <p:cNvSpPr/>
              <p:nvPr>
                <p:custDataLst>
                  <p:tags r:id="rId202"/>
                </p:custDataLst>
              </p:nvPr>
            </p:nvSpPr>
            <p:spPr bwMode="auto">
              <a:xfrm>
                <a:off x="3803" y="2985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2" name="Freeform 358"/>
              <p:cNvSpPr/>
              <p:nvPr>
                <p:custDataLst>
                  <p:tags r:id="rId203"/>
                </p:custDataLst>
              </p:nvPr>
            </p:nvSpPr>
            <p:spPr bwMode="auto">
              <a:xfrm>
                <a:off x="3479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3" name="Freeform 359"/>
              <p:cNvSpPr/>
              <p:nvPr>
                <p:custDataLst>
                  <p:tags r:id="rId204"/>
                </p:custDataLst>
              </p:nvPr>
            </p:nvSpPr>
            <p:spPr bwMode="auto">
              <a:xfrm>
                <a:off x="3761" y="2966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1 h 2"/>
                  <a:gd name="T6" fmla="*/ 1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4" name="Freeform 360"/>
              <p:cNvSpPr/>
              <p:nvPr>
                <p:custDataLst>
                  <p:tags r:id="rId205"/>
                </p:custDataLst>
              </p:nvPr>
            </p:nvSpPr>
            <p:spPr bwMode="auto">
              <a:xfrm>
                <a:off x="3943" y="2966"/>
                <a:ext cx="0" cy="2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5" name="Freeform 361"/>
              <p:cNvSpPr/>
              <p:nvPr>
                <p:custDataLst>
                  <p:tags r:id="rId206"/>
                </p:custDataLst>
              </p:nvPr>
            </p:nvSpPr>
            <p:spPr bwMode="auto">
              <a:xfrm>
                <a:off x="4003" y="2940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6" name="Freeform 362"/>
              <p:cNvSpPr/>
              <p:nvPr>
                <p:custDataLst>
                  <p:tags r:id="rId207"/>
                </p:custDataLst>
              </p:nvPr>
            </p:nvSpPr>
            <p:spPr bwMode="auto">
              <a:xfrm>
                <a:off x="4003" y="294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7" name="Freeform 363"/>
              <p:cNvSpPr/>
              <p:nvPr>
                <p:custDataLst>
                  <p:tags r:id="rId208"/>
                </p:custDataLst>
              </p:nvPr>
            </p:nvSpPr>
            <p:spPr bwMode="auto">
              <a:xfrm>
                <a:off x="3996" y="2951"/>
                <a:ext cx="3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8" name="Freeform 364"/>
              <p:cNvSpPr/>
              <p:nvPr>
                <p:custDataLst>
                  <p:tags r:id="rId209"/>
                </p:custDataLst>
              </p:nvPr>
            </p:nvSpPr>
            <p:spPr bwMode="auto">
              <a:xfrm>
                <a:off x="3757" y="3023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2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1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9" name="Freeform 365"/>
              <p:cNvSpPr/>
              <p:nvPr>
                <p:custDataLst>
                  <p:tags r:id="rId210"/>
                </p:custDataLst>
              </p:nvPr>
            </p:nvSpPr>
            <p:spPr bwMode="auto">
              <a:xfrm>
                <a:off x="4003" y="294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2"/>
                      <a:pt x="0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0" name="Freeform 366"/>
              <p:cNvSpPr/>
              <p:nvPr>
                <p:custDataLst>
                  <p:tags r:id="rId211"/>
                </p:custDataLst>
              </p:nvPr>
            </p:nvSpPr>
            <p:spPr bwMode="auto">
              <a:xfrm>
                <a:off x="3869" y="29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1" name="Freeform 367"/>
              <p:cNvSpPr/>
              <p:nvPr>
                <p:custDataLst>
                  <p:tags r:id="rId212"/>
                </p:custDataLst>
              </p:nvPr>
            </p:nvSpPr>
            <p:spPr bwMode="auto">
              <a:xfrm>
                <a:off x="4026" y="2926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2" name="Rectangle 368"/>
              <p:cNvSpPr>
                <a:spLocks noChangeArrowheads="1"/>
              </p:cNvSpPr>
              <p:nvPr>
                <p:custDataLst>
                  <p:tags r:id="rId213"/>
                </p:custDataLst>
              </p:nvPr>
            </p:nvSpPr>
            <p:spPr bwMode="auto">
              <a:xfrm>
                <a:off x="4275" y="2542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3" name="Oval 369"/>
              <p:cNvSpPr>
                <a:spLocks noChangeArrowheads="1"/>
              </p:cNvSpPr>
              <p:nvPr>
                <p:custDataLst>
                  <p:tags r:id="rId214"/>
                </p:custDataLst>
              </p:nvPr>
            </p:nvSpPr>
            <p:spPr bwMode="auto">
              <a:xfrm>
                <a:off x="3472" y="20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4" name="Freeform 370"/>
              <p:cNvSpPr/>
              <p:nvPr>
                <p:custDataLst>
                  <p:tags r:id="rId215"/>
                </p:custDataLst>
              </p:nvPr>
            </p:nvSpPr>
            <p:spPr bwMode="auto">
              <a:xfrm>
                <a:off x="4219" y="2518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5" name="Freeform 371"/>
              <p:cNvSpPr/>
              <p:nvPr>
                <p:custDataLst>
                  <p:tags r:id="rId216"/>
                </p:custDataLst>
              </p:nvPr>
            </p:nvSpPr>
            <p:spPr bwMode="auto">
              <a:xfrm>
                <a:off x="4230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6" name="Freeform 372"/>
              <p:cNvSpPr/>
              <p:nvPr>
                <p:custDataLst>
                  <p:tags r:id="rId217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7" name="Freeform 373"/>
              <p:cNvSpPr/>
              <p:nvPr>
                <p:custDataLst>
                  <p:tags r:id="rId218"/>
                </p:custDataLst>
              </p:nvPr>
            </p:nvSpPr>
            <p:spPr bwMode="auto">
              <a:xfrm>
                <a:off x="4217" y="2482"/>
                <a:ext cx="145" cy="117"/>
              </a:xfrm>
              <a:custGeom>
                <a:avLst/>
                <a:gdLst>
                  <a:gd name="T0" fmla="*/ 63 w 68"/>
                  <a:gd name="T1" fmla="*/ 35 h 55"/>
                  <a:gd name="T2" fmla="*/ 47 w 68"/>
                  <a:gd name="T3" fmla="*/ 21 h 55"/>
                  <a:gd name="T4" fmla="*/ 43 w 68"/>
                  <a:gd name="T5" fmla="*/ 21 h 55"/>
                  <a:gd name="T6" fmla="*/ 40 w 68"/>
                  <a:gd name="T7" fmla="*/ 15 h 55"/>
                  <a:gd name="T8" fmla="*/ 35 w 68"/>
                  <a:gd name="T9" fmla="*/ 11 h 55"/>
                  <a:gd name="T10" fmla="*/ 29 w 68"/>
                  <a:gd name="T11" fmla="*/ 6 h 55"/>
                  <a:gd name="T12" fmla="*/ 24 w 68"/>
                  <a:gd name="T13" fmla="*/ 7 h 55"/>
                  <a:gd name="T14" fmla="*/ 16 w 68"/>
                  <a:gd name="T15" fmla="*/ 6 h 55"/>
                  <a:gd name="T16" fmla="*/ 13 w 68"/>
                  <a:gd name="T17" fmla="*/ 5 h 55"/>
                  <a:gd name="T18" fmla="*/ 10 w 68"/>
                  <a:gd name="T19" fmla="*/ 1 h 55"/>
                  <a:gd name="T20" fmla="*/ 9 w 68"/>
                  <a:gd name="T21" fmla="*/ 1 h 55"/>
                  <a:gd name="T22" fmla="*/ 5 w 68"/>
                  <a:gd name="T23" fmla="*/ 2 h 55"/>
                  <a:gd name="T24" fmla="*/ 2 w 68"/>
                  <a:gd name="T25" fmla="*/ 3 h 55"/>
                  <a:gd name="T26" fmla="*/ 2 w 68"/>
                  <a:gd name="T27" fmla="*/ 6 h 55"/>
                  <a:gd name="T28" fmla="*/ 5 w 68"/>
                  <a:gd name="T29" fmla="*/ 8 h 55"/>
                  <a:gd name="T30" fmla="*/ 4 w 68"/>
                  <a:gd name="T31" fmla="*/ 10 h 55"/>
                  <a:gd name="T32" fmla="*/ 6 w 68"/>
                  <a:gd name="T33" fmla="*/ 13 h 55"/>
                  <a:gd name="T34" fmla="*/ 4 w 68"/>
                  <a:gd name="T35" fmla="*/ 16 h 55"/>
                  <a:gd name="T36" fmla="*/ 2 w 68"/>
                  <a:gd name="T37" fmla="*/ 19 h 55"/>
                  <a:gd name="T38" fmla="*/ 6 w 68"/>
                  <a:gd name="T39" fmla="*/ 16 h 55"/>
                  <a:gd name="T40" fmla="*/ 9 w 68"/>
                  <a:gd name="T41" fmla="*/ 13 h 55"/>
                  <a:gd name="T42" fmla="*/ 7 w 68"/>
                  <a:gd name="T43" fmla="*/ 19 h 55"/>
                  <a:gd name="T44" fmla="*/ 8 w 68"/>
                  <a:gd name="T45" fmla="*/ 18 h 55"/>
                  <a:gd name="T46" fmla="*/ 8 w 68"/>
                  <a:gd name="T47" fmla="*/ 21 h 55"/>
                  <a:gd name="T48" fmla="*/ 9 w 68"/>
                  <a:gd name="T49" fmla="*/ 21 h 55"/>
                  <a:gd name="T50" fmla="*/ 10 w 68"/>
                  <a:gd name="T51" fmla="*/ 22 h 55"/>
                  <a:gd name="T52" fmla="*/ 15 w 68"/>
                  <a:gd name="T53" fmla="*/ 17 h 55"/>
                  <a:gd name="T54" fmla="*/ 11 w 68"/>
                  <a:gd name="T55" fmla="*/ 23 h 55"/>
                  <a:gd name="T56" fmla="*/ 13 w 68"/>
                  <a:gd name="T57" fmla="*/ 23 h 55"/>
                  <a:gd name="T58" fmla="*/ 16 w 68"/>
                  <a:gd name="T59" fmla="*/ 23 h 55"/>
                  <a:gd name="T60" fmla="*/ 18 w 68"/>
                  <a:gd name="T61" fmla="*/ 24 h 55"/>
                  <a:gd name="T62" fmla="*/ 18 w 68"/>
                  <a:gd name="T63" fmla="*/ 24 h 55"/>
                  <a:gd name="T64" fmla="*/ 21 w 68"/>
                  <a:gd name="T65" fmla="*/ 24 h 55"/>
                  <a:gd name="T66" fmla="*/ 23 w 68"/>
                  <a:gd name="T67" fmla="*/ 23 h 55"/>
                  <a:gd name="T68" fmla="*/ 22 w 68"/>
                  <a:gd name="T69" fmla="*/ 26 h 55"/>
                  <a:gd name="T70" fmla="*/ 25 w 68"/>
                  <a:gd name="T71" fmla="*/ 24 h 55"/>
                  <a:gd name="T72" fmla="*/ 24 w 68"/>
                  <a:gd name="T73" fmla="*/ 27 h 55"/>
                  <a:gd name="T74" fmla="*/ 26 w 68"/>
                  <a:gd name="T75" fmla="*/ 29 h 55"/>
                  <a:gd name="T76" fmla="*/ 28 w 68"/>
                  <a:gd name="T77" fmla="*/ 30 h 55"/>
                  <a:gd name="T78" fmla="*/ 29 w 68"/>
                  <a:gd name="T79" fmla="*/ 32 h 55"/>
                  <a:gd name="T80" fmla="*/ 31 w 68"/>
                  <a:gd name="T81" fmla="*/ 31 h 55"/>
                  <a:gd name="T82" fmla="*/ 32 w 68"/>
                  <a:gd name="T83" fmla="*/ 32 h 55"/>
                  <a:gd name="T84" fmla="*/ 31 w 68"/>
                  <a:gd name="T85" fmla="*/ 33 h 55"/>
                  <a:gd name="T86" fmla="*/ 34 w 68"/>
                  <a:gd name="T87" fmla="*/ 34 h 55"/>
                  <a:gd name="T88" fmla="*/ 37 w 68"/>
                  <a:gd name="T89" fmla="*/ 34 h 55"/>
                  <a:gd name="T90" fmla="*/ 39 w 68"/>
                  <a:gd name="T91" fmla="*/ 34 h 55"/>
                  <a:gd name="T92" fmla="*/ 44 w 68"/>
                  <a:gd name="T93" fmla="*/ 32 h 55"/>
                  <a:gd name="T94" fmla="*/ 43 w 68"/>
                  <a:gd name="T95" fmla="*/ 36 h 55"/>
                  <a:gd name="T96" fmla="*/ 46 w 68"/>
                  <a:gd name="T97" fmla="*/ 36 h 55"/>
                  <a:gd name="T98" fmla="*/ 47 w 68"/>
                  <a:gd name="T99" fmla="*/ 38 h 55"/>
                  <a:gd name="T100" fmla="*/ 48 w 68"/>
                  <a:gd name="T101" fmla="*/ 43 h 55"/>
                  <a:gd name="T102" fmla="*/ 50 w 68"/>
                  <a:gd name="T103" fmla="*/ 44 h 55"/>
                  <a:gd name="T104" fmla="*/ 58 w 68"/>
                  <a:gd name="T105" fmla="*/ 45 h 55"/>
                  <a:gd name="T106" fmla="*/ 58 w 68"/>
                  <a:gd name="T107" fmla="*/ 5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8" h="55">
                    <a:moveTo>
                      <a:pt x="66" y="42"/>
                    </a:moveTo>
                    <a:cubicBezTo>
                      <a:pt x="65" y="40"/>
                      <a:pt x="67" y="35"/>
                      <a:pt x="64" y="34"/>
                    </a:cubicBezTo>
                    <a:cubicBezTo>
                      <a:pt x="63" y="35"/>
                      <a:pt x="62" y="35"/>
                      <a:pt x="62" y="36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6"/>
                      <a:pt x="62" y="35"/>
                      <a:pt x="63" y="35"/>
                    </a:cubicBezTo>
                    <a:cubicBezTo>
                      <a:pt x="62" y="34"/>
                      <a:pt x="61" y="34"/>
                      <a:pt x="61" y="33"/>
                    </a:cubicBezTo>
                    <a:cubicBezTo>
                      <a:pt x="59" y="34"/>
                      <a:pt x="60" y="32"/>
                      <a:pt x="58" y="34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8" y="33"/>
                      <a:pt x="58" y="33"/>
                      <a:pt x="59" y="31"/>
                    </a:cubicBezTo>
                    <a:cubicBezTo>
                      <a:pt x="59" y="28"/>
                      <a:pt x="56" y="27"/>
                      <a:pt x="55" y="24"/>
                    </a:cubicBezTo>
                    <a:cubicBezTo>
                      <a:pt x="53" y="22"/>
                      <a:pt x="50" y="22"/>
                      <a:pt x="47" y="21"/>
                    </a:cubicBezTo>
                    <a:cubicBezTo>
                      <a:pt x="45" y="23"/>
                      <a:pt x="45" y="22"/>
                      <a:pt x="43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2" y="23"/>
                      <a:pt x="43" y="22"/>
                      <a:pt x="44" y="21"/>
                    </a:cubicBezTo>
                    <a:cubicBezTo>
                      <a:pt x="43" y="22"/>
                      <a:pt x="44" y="21"/>
                      <a:pt x="42" y="22"/>
                    </a:cubicBezTo>
                    <a:cubicBezTo>
                      <a:pt x="41" y="24"/>
                      <a:pt x="44" y="20"/>
                      <a:pt x="43" y="21"/>
                    </a:cubicBezTo>
                    <a:cubicBezTo>
                      <a:pt x="44" y="20"/>
                      <a:pt x="42" y="22"/>
                      <a:pt x="43" y="21"/>
                    </a:cubicBezTo>
                    <a:cubicBezTo>
                      <a:pt x="41" y="22"/>
                      <a:pt x="44" y="20"/>
                      <a:pt x="44" y="18"/>
                    </a:cubicBezTo>
                    <a:cubicBezTo>
                      <a:pt x="43" y="18"/>
                      <a:pt x="41" y="19"/>
                      <a:pt x="41" y="17"/>
                    </a:cubicBezTo>
                    <a:cubicBezTo>
                      <a:pt x="41" y="17"/>
                      <a:pt x="40" y="18"/>
                      <a:pt x="40" y="18"/>
                    </a:cubicBezTo>
                    <a:cubicBezTo>
                      <a:pt x="42" y="16"/>
                      <a:pt x="39" y="19"/>
                      <a:pt x="40" y="1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1" y="15"/>
                      <a:pt x="39" y="17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8" y="16"/>
                      <a:pt x="40" y="13"/>
                      <a:pt x="39" y="15"/>
                    </a:cubicBezTo>
                    <a:cubicBezTo>
                      <a:pt x="40" y="14"/>
                      <a:pt x="39" y="14"/>
                      <a:pt x="40" y="13"/>
                    </a:cubicBezTo>
                    <a:cubicBezTo>
                      <a:pt x="37" y="16"/>
                      <a:pt x="40" y="12"/>
                      <a:pt x="38" y="13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7" y="12"/>
                      <a:pt x="37" y="11"/>
                      <a:pt x="35" y="11"/>
                    </a:cubicBezTo>
                    <a:cubicBezTo>
                      <a:pt x="34" y="11"/>
                      <a:pt x="36" y="8"/>
                      <a:pt x="34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2" y="10"/>
                      <a:pt x="33" y="9"/>
                      <a:pt x="34" y="9"/>
                    </a:cubicBezTo>
                    <a:cubicBezTo>
                      <a:pt x="32" y="10"/>
                      <a:pt x="33" y="8"/>
                      <a:pt x="33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29" y="7"/>
                      <a:pt x="29" y="6"/>
                    </a:cubicBezTo>
                    <a:cubicBezTo>
                      <a:pt x="28" y="9"/>
                      <a:pt x="28" y="7"/>
                      <a:pt x="28" y="8"/>
                    </a:cubicBezTo>
                    <a:cubicBezTo>
                      <a:pt x="28" y="8"/>
                      <a:pt x="28" y="7"/>
                      <a:pt x="28" y="6"/>
                    </a:cubicBezTo>
                    <a:cubicBezTo>
                      <a:pt x="28" y="6"/>
                      <a:pt x="28" y="6"/>
                      <a:pt x="28" y="5"/>
                    </a:cubicBezTo>
                    <a:cubicBezTo>
                      <a:pt x="27" y="6"/>
                      <a:pt x="26" y="7"/>
                      <a:pt x="26" y="7"/>
                    </a:cubicBezTo>
                    <a:cubicBezTo>
                      <a:pt x="27" y="4"/>
                      <a:pt x="26" y="6"/>
                      <a:pt x="26" y="5"/>
                    </a:cubicBezTo>
                    <a:cubicBezTo>
                      <a:pt x="25" y="7"/>
                      <a:pt x="24" y="8"/>
                      <a:pt x="24" y="7"/>
                    </a:cubicBezTo>
                    <a:cubicBezTo>
                      <a:pt x="26" y="5"/>
                      <a:pt x="26" y="5"/>
                      <a:pt x="26" y="5"/>
                    </a:cubicBezTo>
                    <a:cubicBezTo>
                      <a:pt x="24" y="6"/>
                      <a:pt x="24" y="3"/>
                      <a:pt x="22" y="5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1" y="5"/>
                      <a:pt x="21" y="3"/>
                      <a:pt x="19" y="5"/>
                    </a:cubicBezTo>
                    <a:cubicBezTo>
                      <a:pt x="19" y="4"/>
                      <a:pt x="19" y="4"/>
                      <a:pt x="19" y="3"/>
                    </a:cubicBezTo>
                    <a:cubicBezTo>
                      <a:pt x="18" y="4"/>
                      <a:pt x="18" y="4"/>
                      <a:pt x="16" y="6"/>
                    </a:cubicBezTo>
                    <a:cubicBezTo>
                      <a:pt x="16" y="6"/>
                      <a:pt x="17" y="5"/>
                      <a:pt x="17" y="4"/>
                    </a:cubicBezTo>
                    <a:cubicBezTo>
                      <a:pt x="17" y="4"/>
                      <a:pt x="18" y="2"/>
                      <a:pt x="16" y="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6" y="4"/>
                      <a:pt x="14" y="5"/>
                      <a:pt x="15" y="3"/>
                    </a:cubicBezTo>
                    <a:cubicBezTo>
                      <a:pt x="14" y="4"/>
                      <a:pt x="14" y="5"/>
                      <a:pt x="13" y="6"/>
                    </a:cubicBezTo>
                    <a:cubicBezTo>
                      <a:pt x="13" y="6"/>
                      <a:pt x="14" y="4"/>
                      <a:pt x="13" y="5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3"/>
                      <a:pt x="13" y="3"/>
                      <a:pt x="12" y="4"/>
                    </a:cubicBezTo>
                    <a:cubicBezTo>
                      <a:pt x="13" y="2"/>
                      <a:pt x="11" y="3"/>
                      <a:pt x="12" y="2"/>
                    </a:cubicBezTo>
                    <a:cubicBezTo>
                      <a:pt x="11" y="3"/>
                      <a:pt x="12" y="1"/>
                      <a:pt x="9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11" y="1"/>
                      <a:pt x="9" y="2"/>
                      <a:pt x="8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2"/>
                      <a:pt x="7" y="3"/>
                      <a:pt x="6" y="4"/>
                    </a:cubicBezTo>
                    <a:cubicBezTo>
                      <a:pt x="6" y="3"/>
                      <a:pt x="5" y="4"/>
                      <a:pt x="6" y="3"/>
                    </a:cubicBezTo>
                    <a:cubicBezTo>
                      <a:pt x="7" y="3"/>
                      <a:pt x="8" y="2"/>
                      <a:pt x="10" y="1"/>
                    </a:cubicBezTo>
                    <a:cubicBezTo>
                      <a:pt x="10" y="0"/>
                      <a:pt x="7" y="2"/>
                      <a:pt x="9" y="1"/>
                    </a:cubicBezTo>
                    <a:cubicBezTo>
                      <a:pt x="9" y="0"/>
                      <a:pt x="9" y="1"/>
                      <a:pt x="7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6" y="2"/>
                      <a:pt x="6" y="1"/>
                      <a:pt x="4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3"/>
                      <a:pt x="3" y="3"/>
                      <a:pt x="4" y="2"/>
                    </a:cubicBezTo>
                    <a:cubicBezTo>
                      <a:pt x="6" y="1"/>
                      <a:pt x="7" y="1"/>
                      <a:pt x="7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4" y="2"/>
                      <a:pt x="3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2" y="4"/>
                      <a:pt x="3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3"/>
                      <a:pt x="7" y="2"/>
                      <a:pt x="5" y="3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4"/>
                      <a:pt x="4" y="4"/>
                      <a:pt x="4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5" y="4"/>
                      <a:pt x="3" y="6"/>
                      <a:pt x="4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7"/>
                      <a:pt x="4" y="5"/>
                      <a:pt x="5" y="5"/>
                    </a:cubicBezTo>
                    <a:cubicBezTo>
                      <a:pt x="4" y="5"/>
                      <a:pt x="2" y="7"/>
                      <a:pt x="2" y="8"/>
                    </a:cubicBezTo>
                    <a:cubicBezTo>
                      <a:pt x="2" y="8"/>
                      <a:pt x="4" y="7"/>
                      <a:pt x="3" y="9"/>
                    </a:cubicBezTo>
                    <a:cubicBezTo>
                      <a:pt x="3" y="9"/>
                      <a:pt x="4" y="9"/>
                      <a:pt x="5" y="8"/>
                    </a:cubicBezTo>
                    <a:cubicBezTo>
                      <a:pt x="5" y="8"/>
                      <a:pt x="3" y="10"/>
                      <a:pt x="4" y="9"/>
                    </a:cubicBezTo>
                    <a:cubicBezTo>
                      <a:pt x="3" y="10"/>
                      <a:pt x="2" y="12"/>
                      <a:pt x="1" y="13"/>
                    </a:cubicBezTo>
                    <a:cubicBezTo>
                      <a:pt x="1" y="13"/>
                      <a:pt x="0" y="14"/>
                      <a:pt x="1" y="14"/>
                    </a:cubicBezTo>
                    <a:cubicBezTo>
                      <a:pt x="0" y="14"/>
                      <a:pt x="0" y="15"/>
                      <a:pt x="0" y="15"/>
                    </a:cubicBezTo>
                    <a:cubicBezTo>
                      <a:pt x="1" y="14"/>
                      <a:pt x="2" y="13"/>
                      <a:pt x="2" y="12"/>
                    </a:cubicBezTo>
                    <a:cubicBezTo>
                      <a:pt x="3" y="10"/>
                      <a:pt x="3" y="12"/>
                      <a:pt x="4" y="10"/>
                    </a:cubicBezTo>
                    <a:cubicBezTo>
                      <a:pt x="4" y="11"/>
                      <a:pt x="5" y="11"/>
                      <a:pt x="5" y="11"/>
                    </a:cubicBezTo>
                    <a:cubicBezTo>
                      <a:pt x="5" y="11"/>
                      <a:pt x="4" y="12"/>
                      <a:pt x="3" y="13"/>
                    </a:cubicBezTo>
                    <a:cubicBezTo>
                      <a:pt x="5" y="12"/>
                      <a:pt x="6" y="11"/>
                      <a:pt x="6" y="12"/>
                    </a:cubicBezTo>
                    <a:cubicBezTo>
                      <a:pt x="7" y="11"/>
                      <a:pt x="7" y="11"/>
                      <a:pt x="8" y="9"/>
                    </a:cubicBezTo>
                    <a:cubicBezTo>
                      <a:pt x="8" y="9"/>
                      <a:pt x="8" y="8"/>
                      <a:pt x="8" y="9"/>
                    </a:cubicBezTo>
                    <a:cubicBezTo>
                      <a:pt x="7" y="10"/>
                      <a:pt x="6" y="12"/>
                      <a:pt x="6" y="13"/>
                    </a:cubicBezTo>
                    <a:cubicBezTo>
                      <a:pt x="4" y="15"/>
                      <a:pt x="6" y="12"/>
                      <a:pt x="4" y="14"/>
                    </a:cubicBezTo>
                    <a:cubicBezTo>
                      <a:pt x="2" y="16"/>
                      <a:pt x="2" y="15"/>
                      <a:pt x="3" y="14"/>
                    </a:cubicBezTo>
                    <a:cubicBezTo>
                      <a:pt x="1" y="16"/>
                      <a:pt x="3" y="15"/>
                      <a:pt x="1" y="16"/>
                    </a:cubicBezTo>
                    <a:cubicBezTo>
                      <a:pt x="1" y="17"/>
                      <a:pt x="2" y="16"/>
                      <a:pt x="3" y="16"/>
                    </a:cubicBezTo>
                    <a:cubicBezTo>
                      <a:pt x="4" y="15"/>
                      <a:pt x="4" y="15"/>
                      <a:pt x="4" y="14"/>
                    </a:cubicBezTo>
                    <a:cubicBezTo>
                      <a:pt x="6" y="12"/>
                      <a:pt x="4" y="16"/>
                      <a:pt x="4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7"/>
                      <a:pt x="4" y="16"/>
                      <a:pt x="4" y="16"/>
                    </a:cubicBezTo>
                    <a:cubicBezTo>
                      <a:pt x="2" y="19"/>
                      <a:pt x="4" y="16"/>
                      <a:pt x="2" y="18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3" y="18"/>
                      <a:pt x="3" y="18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18"/>
                      <a:pt x="4" y="17"/>
                      <a:pt x="4" y="17"/>
                    </a:cubicBezTo>
                    <a:cubicBezTo>
                      <a:pt x="6" y="14"/>
                      <a:pt x="4" y="16"/>
                      <a:pt x="5" y="16"/>
                    </a:cubicBezTo>
                    <a:cubicBezTo>
                      <a:pt x="6" y="15"/>
                      <a:pt x="5" y="16"/>
                      <a:pt x="6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4"/>
                      <a:pt x="6" y="15"/>
                      <a:pt x="6" y="16"/>
                    </a:cubicBezTo>
                    <a:cubicBezTo>
                      <a:pt x="6" y="16"/>
                      <a:pt x="5" y="16"/>
                      <a:pt x="6" y="15"/>
                    </a:cubicBezTo>
                    <a:cubicBezTo>
                      <a:pt x="5" y="17"/>
                      <a:pt x="4" y="19"/>
                      <a:pt x="3" y="19"/>
                    </a:cubicBezTo>
                    <a:cubicBezTo>
                      <a:pt x="3" y="21"/>
                      <a:pt x="4" y="18"/>
                      <a:pt x="5" y="18"/>
                    </a:cubicBezTo>
                    <a:cubicBezTo>
                      <a:pt x="4" y="19"/>
                      <a:pt x="5" y="17"/>
                      <a:pt x="6" y="16"/>
                    </a:cubicBezTo>
                    <a:cubicBezTo>
                      <a:pt x="9" y="13"/>
                      <a:pt x="4" y="20"/>
                      <a:pt x="5" y="19"/>
                    </a:cubicBezTo>
                    <a:cubicBezTo>
                      <a:pt x="7" y="17"/>
                      <a:pt x="8" y="16"/>
                      <a:pt x="9" y="13"/>
                    </a:cubicBezTo>
                    <a:cubicBezTo>
                      <a:pt x="10" y="13"/>
                      <a:pt x="10" y="12"/>
                      <a:pt x="10" y="12"/>
                    </a:cubicBezTo>
                    <a:cubicBezTo>
                      <a:pt x="9" y="14"/>
                      <a:pt x="9" y="14"/>
                      <a:pt x="8" y="15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6" y="19"/>
                      <a:pt x="6" y="20"/>
                      <a:pt x="5" y="21"/>
                    </a:cubicBezTo>
                    <a:cubicBezTo>
                      <a:pt x="6" y="20"/>
                      <a:pt x="6" y="19"/>
                      <a:pt x="7" y="19"/>
                    </a:cubicBezTo>
                    <a:cubicBezTo>
                      <a:pt x="6" y="20"/>
                      <a:pt x="6" y="21"/>
                      <a:pt x="6" y="21"/>
                    </a:cubicBezTo>
                    <a:cubicBezTo>
                      <a:pt x="6" y="20"/>
                      <a:pt x="7" y="18"/>
                      <a:pt x="8" y="18"/>
                    </a:cubicBezTo>
                    <a:cubicBezTo>
                      <a:pt x="8" y="18"/>
                      <a:pt x="7" y="20"/>
                      <a:pt x="7" y="20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0"/>
                      <a:pt x="5" y="22"/>
                      <a:pt x="6" y="2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9" y="18"/>
                      <a:pt x="8" y="19"/>
                      <a:pt x="8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8" y="20"/>
                      <a:pt x="6" y="23"/>
                      <a:pt x="7" y="2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1"/>
                      <a:pt x="7" y="22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22"/>
                      <a:pt x="9" y="20"/>
                      <a:pt x="8" y="22"/>
                    </a:cubicBezTo>
                    <a:cubicBezTo>
                      <a:pt x="9" y="19"/>
                      <a:pt x="8" y="21"/>
                      <a:pt x="8" y="20"/>
                    </a:cubicBezTo>
                    <a:cubicBezTo>
                      <a:pt x="9" y="19"/>
                      <a:pt x="9" y="19"/>
                      <a:pt x="10" y="19"/>
                    </a:cubicBezTo>
                    <a:cubicBezTo>
                      <a:pt x="8" y="21"/>
                      <a:pt x="10" y="19"/>
                      <a:pt x="10" y="19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8" y="23"/>
                      <a:pt x="11" y="19"/>
                      <a:pt x="10" y="20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0"/>
                      <a:pt x="11" y="20"/>
                      <a:pt x="12" y="18"/>
                    </a:cubicBezTo>
                    <a:cubicBezTo>
                      <a:pt x="11" y="19"/>
                      <a:pt x="10" y="21"/>
                      <a:pt x="9" y="23"/>
                    </a:cubicBezTo>
                    <a:cubicBezTo>
                      <a:pt x="10" y="21"/>
                      <a:pt x="9" y="24"/>
                      <a:pt x="10" y="22"/>
                    </a:cubicBezTo>
                    <a:cubicBezTo>
                      <a:pt x="10" y="21"/>
                      <a:pt x="11" y="21"/>
                      <a:pt x="12" y="20"/>
                    </a:cubicBezTo>
                    <a:cubicBezTo>
                      <a:pt x="12" y="20"/>
                      <a:pt x="11" y="21"/>
                      <a:pt x="11" y="21"/>
                    </a:cubicBezTo>
                    <a:cubicBezTo>
                      <a:pt x="11" y="21"/>
                      <a:pt x="12" y="19"/>
                      <a:pt x="12" y="19"/>
                    </a:cubicBezTo>
                    <a:cubicBezTo>
                      <a:pt x="12" y="19"/>
                      <a:pt x="14" y="17"/>
                      <a:pt x="13" y="19"/>
                    </a:cubicBezTo>
                    <a:cubicBezTo>
                      <a:pt x="12" y="20"/>
                      <a:pt x="12" y="19"/>
                      <a:pt x="12" y="20"/>
                    </a:cubicBezTo>
                    <a:cubicBezTo>
                      <a:pt x="12" y="21"/>
                      <a:pt x="14" y="17"/>
                      <a:pt x="15" y="17"/>
                    </a:cubicBezTo>
                    <a:cubicBezTo>
                      <a:pt x="15" y="16"/>
                      <a:pt x="16" y="13"/>
                      <a:pt x="17" y="12"/>
                    </a:cubicBezTo>
                    <a:cubicBezTo>
                      <a:pt x="17" y="13"/>
                      <a:pt x="16" y="13"/>
                      <a:pt x="16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5" y="18"/>
                      <a:pt x="13" y="19"/>
                      <a:pt x="12" y="2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2" y="21"/>
                      <a:pt x="12" y="23"/>
                      <a:pt x="12" y="22"/>
                    </a:cubicBezTo>
                    <a:cubicBezTo>
                      <a:pt x="13" y="21"/>
                      <a:pt x="12" y="23"/>
                      <a:pt x="12" y="22"/>
                    </a:cubicBezTo>
                    <a:cubicBezTo>
                      <a:pt x="13" y="21"/>
                      <a:pt x="14" y="19"/>
                      <a:pt x="14" y="20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3"/>
                      <a:pt x="13" y="21"/>
                      <a:pt x="13" y="22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4" y="24"/>
                      <a:pt x="16" y="20"/>
                    </a:cubicBezTo>
                    <a:cubicBezTo>
                      <a:pt x="16" y="22"/>
                      <a:pt x="16" y="22"/>
                      <a:pt x="15" y="23"/>
                    </a:cubicBezTo>
                    <a:cubicBezTo>
                      <a:pt x="16" y="23"/>
                      <a:pt x="16" y="22"/>
                      <a:pt x="16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5"/>
                      <a:pt x="16" y="23"/>
                      <a:pt x="17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5"/>
                      <a:pt x="17" y="23"/>
                      <a:pt x="17" y="22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2"/>
                      <a:pt x="18" y="22"/>
                      <a:pt x="17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4"/>
                      <a:pt x="18" y="24"/>
                      <a:pt x="18" y="24"/>
                    </a:cubicBezTo>
                    <a:cubicBezTo>
                      <a:pt x="18" y="24"/>
                      <a:pt x="18" y="23"/>
                      <a:pt x="18" y="24"/>
                    </a:cubicBezTo>
                    <a:cubicBezTo>
                      <a:pt x="18" y="23"/>
                      <a:pt x="19" y="23"/>
                      <a:pt x="20" y="21"/>
                    </a:cubicBezTo>
                    <a:cubicBezTo>
                      <a:pt x="21" y="19"/>
                      <a:pt x="19" y="22"/>
                      <a:pt x="20" y="21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5"/>
                      <a:pt x="20" y="23"/>
                      <a:pt x="20" y="24"/>
                    </a:cubicBezTo>
                    <a:cubicBezTo>
                      <a:pt x="20" y="24"/>
                      <a:pt x="22" y="22"/>
                      <a:pt x="22" y="22"/>
                    </a:cubicBezTo>
                    <a:cubicBezTo>
                      <a:pt x="24" y="20"/>
                      <a:pt x="21" y="24"/>
                      <a:pt x="20" y="25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2" y="24"/>
                      <a:pt x="22" y="23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5"/>
                      <a:pt x="21" y="26"/>
                      <a:pt x="21" y="26"/>
                    </a:cubicBezTo>
                    <a:cubicBezTo>
                      <a:pt x="22" y="24"/>
                      <a:pt x="22" y="25"/>
                      <a:pt x="23" y="2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1" y="26"/>
                      <a:pt x="23" y="24"/>
                      <a:pt x="24" y="24"/>
                    </a:cubicBezTo>
                    <a:cubicBezTo>
                      <a:pt x="24" y="23"/>
                      <a:pt x="23" y="24"/>
                      <a:pt x="23" y="25"/>
                    </a:cubicBezTo>
                    <a:cubicBezTo>
                      <a:pt x="22" y="25"/>
                      <a:pt x="23" y="25"/>
                      <a:pt x="23" y="25"/>
                    </a:cubicBezTo>
                    <a:cubicBezTo>
                      <a:pt x="22" y="26"/>
                      <a:pt x="23" y="25"/>
                      <a:pt x="22" y="26"/>
                    </a:cubicBezTo>
                    <a:cubicBezTo>
                      <a:pt x="22" y="26"/>
                      <a:pt x="23" y="25"/>
                      <a:pt x="23" y="25"/>
                    </a:cubicBezTo>
                    <a:cubicBezTo>
                      <a:pt x="23" y="25"/>
                      <a:pt x="24" y="25"/>
                      <a:pt x="23" y="26"/>
                    </a:cubicBezTo>
                    <a:cubicBezTo>
                      <a:pt x="23" y="26"/>
                      <a:pt x="23" y="26"/>
                      <a:pt x="24" y="25"/>
                    </a:cubicBezTo>
                    <a:cubicBezTo>
                      <a:pt x="24" y="25"/>
                      <a:pt x="24" y="24"/>
                      <a:pt x="25" y="24"/>
                    </a:cubicBezTo>
                    <a:cubicBezTo>
                      <a:pt x="25" y="24"/>
                      <a:pt x="25" y="23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3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5"/>
                      <a:pt x="23" y="27"/>
                      <a:pt x="23" y="27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6"/>
                      <a:pt x="25" y="26"/>
                      <a:pt x="24" y="27"/>
                    </a:cubicBezTo>
                    <a:cubicBezTo>
                      <a:pt x="24" y="28"/>
                      <a:pt x="27" y="24"/>
                      <a:pt x="27" y="25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5" y="28"/>
                      <a:pt x="25" y="27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9"/>
                      <a:pt x="27" y="27"/>
                      <a:pt x="26" y="29"/>
                    </a:cubicBezTo>
                    <a:cubicBezTo>
                      <a:pt x="27" y="27"/>
                      <a:pt x="26" y="29"/>
                      <a:pt x="27" y="28"/>
                    </a:cubicBezTo>
                    <a:cubicBezTo>
                      <a:pt x="25" y="30"/>
                      <a:pt x="27" y="28"/>
                      <a:pt x="26" y="29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29"/>
                      <a:pt x="31" y="25"/>
                      <a:pt x="29" y="2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6" y="31"/>
                      <a:pt x="29" y="27"/>
                      <a:pt x="28" y="30"/>
                    </a:cubicBezTo>
                    <a:cubicBezTo>
                      <a:pt x="28" y="29"/>
                      <a:pt x="29" y="28"/>
                      <a:pt x="30" y="27"/>
                    </a:cubicBezTo>
                    <a:cubicBezTo>
                      <a:pt x="30" y="28"/>
                      <a:pt x="29" y="29"/>
                      <a:pt x="29" y="30"/>
                    </a:cubicBezTo>
                    <a:cubicBezTo>
                      <a:pt x="29" y="29"/>
                      <a:pt x="30" y="29"/>
                      <a:pt x="29" y="3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31"/>
                      <a:pt x="29" y="30"/>
                      <a:pt x="30" y="30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1" y="30"/>
                      <a:pt x="29" y="33"/>
                      <a:pt x="31" y="31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1" y="31"/>
                      <a:pt x="32" y="29"/>
                      <a:pt x="32" y="29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9" y="33"/>
                      <a:pt x="31" y="31"/>
                      <a:pt x="30" y="32"/>
                    </a:cubicBezTo>
                    <a:cubicBezTo>
                      <a:pt x="31" y="31"/>
                      <a:pt x="30" y="32"/>
                      <a:pt x="31" y="31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3" y="30"/>
                      <a:pt x="31" y="32"/>
                      <a:pt x="31" y="32"/>
                    </a:cubicBezTo>
                    <a:cubicBezTo>
                      <a:pt x="31" y="33"/>
                      <a:pt x="31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1" y="33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2" y="33"/>
                      <a:pt x="32" y="32"/>
                    </a:cubicBezTo>
                    <a:cubicBezTo>
                      <a:pt x="32" y="34"/>
                      <a:pt x="33" y="33"/>
                      <a:pt x="34" y="33"/>
                    </a:cubicBezTo>
                    <a:cubicBezTo>
                      <a:pt x="34" y="33"/>
                      <a:pt x="33" y="33"/>
                      <a:pt x="33" y="33"/>
                    </a:cubicBezTo>
                    <a:cubicBezTo>
                      <a:pt x="34" y="33"/>
                      <a:pt x="35" y="32"/>
                      <a:pt x="34" y="33"/>
                    </a:cubicBezTo>
                    <a:cubicBezTo>
                      <a:pt x="35" y="32"/>
                      <a:pt x="33" y="34"/>
                      <a:pt x="34" y="34"/>
                    </a:cubicBezTo>
                    <a:cubicBezTo>
                      <a:pt x="33" y="34"/>
                      <a:pt x="35" y="33"/>
                      <a:pt x="34" y="33"/>
                    </a:cubicBezTo>
                    <a:cubicBezTo>
                      <a:pt x="33" y="35"/>
                      <a:pt x="36" y="32"/>
                      <a:pt x="35" y="34"/>
                    </a:cubicBezTo>
                    <a:cubicBezTo>
                      <a:pt x="36" y="33"/>
                      <a:pt x="35" y="34"/>
                      <a:pt x="34" y="35"/>
                    </a:cubicBezTo>
                    <a:cubicBezTo>
                      <a:pt x="35" y="34"/>
                      <a:pt x="36" y="34"/>
                      <a:pt x="37" y="33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7" y="34"/>
                    </a:cubicBezTo>
                    <a:cubicBezTo>
                      <a:pt x="38" y="33"/>
                      <a:pt x="39" y="32"/>
                      <a:pt x="39" y="32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39" y="33"/>
                      <a:pt x="39" y="32"/>
                      <a:pt x="39" y="33"/>
                    </a:cubicBezTo>
                    <a:cubicBezTo>
                      <a:pt x="37" y="35"/>
                      <a:pt x="38" y="34"/>
                      <a:pt x="38" y="35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40" y="33"/>
                      <a:pt x="38" y="35"/>
                      <a:pt x="38" y="35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2" y="32"/>
                      <a:pt x="41" y="33"/>
                      <a:pt x="40" y="34"/>
                    </a:cubicBezTo>
                    <a:cubicBezTo>
                      <a:pt x="40" y="34"/>
                      <a:pt x="42" y="32"/>
                      <a:pt x="44" y="31"/>
                    </a:cubicBezTo>
                    <a:cubicBezTo>
                      <a:pt x="44" y="31"/>
                      <a:pt x="45" y="31"/>
                      <a:pt x="45" y="31"/>
                    </a:cubicBezTo>
                    <a:cubicBezTo>
                      <a:pt x="44" y="32"/>
                      <a:pt x="45" y="31"/>
                      <a:pt x="44" y="32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1" y="34"/>
                      <a:pt x="40" y="35"/>
                    </a:cubicBezTo>
                    <a:cubicBezTo>
                      <a:pt x="41" y="35"/>
                      <a:pt x="41" y="36"/>
                      <a:pt x="41" y="36"/>
                    </a:cubicBezTo>
                    <a:cubicBezTo>
                      <a:pt x="43" y="34"/>
                      <a:pt x="42" y="35"/>
                      <a:pt x="44" y="34"/>
                    </a:cubicBezTo>
                    <a:cubicBezTo>
                      <a:pt x="44" y="34"/>
                      <a:pt x="43" y="35"/>
                      <a:pt x="42" y="36"/>
                    </a:cubicBezTo>
                    <a:cubicBezTo>
                      <a:pt x="43" y="35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4" y="36"/>
                      <a:pt x="43" y="37"/>
                      <a:pt x="45" y="36"/>
                    </a:cubicBezTo>
                    <a:cubicBezTo>
                      <a:pt x="44" y="37"/>
                      <a:pt x="44" y="37"/>
                      <a:pt x="44" y="37"/>
                    </a:cubicBezTo>
                    <a:cubicBezTo>
                      <a:pt x="44" y="37"/>
                      <a:pt x="47" y="34"/>
                      <a:pt x="46" y="36"/>
                    </a:cubicBezTo>
                    <a:cubicBezTo>
                      <a:pt x="45" y="36"/>
                      <a:pt x="45" y="36"/>
                      <a:pt x="45" y="36"/>
                    </a:cubicBezTo>
                    <a:cubicBezTo>
                      <a:pt x="46" y="36"/>
                      <a:pt x="44" y="38"/>
                      <a:pt x="46" y="36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7"/>
                      <a:pt x="45" y="37"/>
                      <a:pt x="47" y="36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9"/>
                      <a:pt x="47" y="36"/>
                      <a:pt x="47" y="37"/>
                    </a:cubicBezTo>
                    <a:cubicBezTo>
                      <a:pt x="47" y="37"/>
                      <a:pt x="46" y="38"/>
                      <a:pt x="46" y="38"/>
                    </a:cubicBezTo>
                    <a:cubicBezTo>
                      <a:pt x="47" y="37"/>
                      <a:pt x="47" y="38"/>
                      <a:pt x="47" y="38"/>
                    </a:cubicBezTo>
                    <a:cubicBezTo>
                      <a:pt x="46" y="39"/>
                      <a:pt x="46" y="39"/>
                      <a:pt x="46" y="39"/>
                    </a:cubicBezTo>
                    <a:cubicBezTo>
                      <a:pt x="47" y="40"/>
                      <a:pt x="47" y="41"/>
                      <a:pt x="50" y="41"/>
                    </a:cubicBezTo>
                    <a:cubicBezTo>
                      <a:pt x="48" y="42"/>
                      <a:pt x="48" y="41"/>
                      <a:pt x="47" y="43"/>
                    </a:cubicBezTo>
                    <a:cubicBezTo>
                      <a:pt x="49" y="41"/>
                      <a:pt x="48" y="42"/>
                      <a:pt x="49" y="42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9" y="42"/>
                      <a:pt x="48" y="43"/>
                      <a:pt x="48" y="43"/>
                    </a:cubicBezTo>
                    <a:cubicBezTo>
                      <a:pt x="49" y="43"/>
                      <a:pt x="49" y="43"/>
                      <a:pt x="49" y="43"/>
                    </a:cubicBezTo>
                    <a:cubicBezTo>
                      <a:pt x="50" y="42"/>
                      <a:pt x="47" y="45"/>
                      <a:pt x="49" y="43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50" y="43"/>
                      <a:pt x="47" y="45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8" y="45"/>
                      <a:pt x="51" y="43"/>
                      <a:pt x="50" y="44"/>
                    </a:cubicBezTo>
                    <a:cubicBezTo>
                      <a:pt x="50" y="44"/>
                      <a:pt x="51" y="44"/>
                      <a:pt x="53" y="43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2" y="44"/>
                      <a:pt x="52" y="46"/>
                      <a:pt x="55" y="45"/>
                    </a:cubicBezTo>
                    <a:cubicBezTo>
                      <a:pt x="54" y="45"/>
                      <a:pt x="54" y="45"/>
                      <a:pt x="54" y="45"/>
                    </a:cubicBezTo>
                    <a:cubicBezTo>
                      <a:pt x="56" y="44"/>
                      <a:pt x="52" y="48"/>
                      <a:pt x="56" y="45"/>
                    </a:cubicBezTo>
                    <a:cubicBezTo>
                      <a:pt x="58" y="45"/>
                      <a:pt x="58" y="45"/>
                      <a:pt x="58" y="45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6"/>
                      <a:pt x="56" y="46"/>
                      <a:pt x="58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6" y="47"/>
                      <a:pt x="59" y="46"/>
                      <a:pt x="58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5" y="49"/>
                      <a:pt x="54" y="52"/>
                      <a:pt x="58" y="51"/>
                    </a:cubicBezTo>
                    <a:cubicBezTo>
                      <a:pt x="59" y="50"/>
                      <a:pt x="56" y="52"/>
                      <a:pt x="56" y="52"/>
                    </a:cubicBezTo>
                    <a:cubicBezTo>
                      <a:pt x="60" y="51"/>
                      <a:pt x="56" y="55"/>
                      <a:pt x="61" y="53"/>
                    </a:cubicBezTo>
                    <a:cubicBezTo>
                      <a:pt x="63" y="53"/>
                      <a:pt x="68" y="50"/>
                      <a:pt x="68" y="50"/>
                    </a:cubicBezTo>
                    <a:cubicBezTo>
                      <a:pt x="65" y="50"/>
                      <a:pt x="66" y="47"/>
                      <a:pt x="68" y="44"/>
                    </a:cubicBezTo>
                    <a:cubicBezTo>
                      <a:pt x="67" y="44"/>
                      <a:pt x="66" y="43"/>
                      <a:pt x="66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8" name="Freeform 374"/>
              <p:cNvSpPr/>
              <p:nvPr>
                <p:custDataLst>
                  <p:tags r:id="rId219"/>
                </p:custDataLst>
              </p:nvPr>
            </p:nvSpPr>
            <p:spPr bwMode="auto">
              <a:xfrm>
                <a:off x="3472" y="207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9" name="Freeform 375"/>
              <p:cNvSpPr/>
              <p:nvPr>
                <p:custDataLst>
                  <p:tags r:id="rId220"/>
                </p:custDataLst>
              </p:nvPr>
            </p:nvSpPr>
            <p:spPr bwMode="auto">
              <a:xfrm>
                <a:off x="4219" y="2506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1 w 1"/>
                  <a:gd name="T5" fmla="*/ 0 h 2"/>
                  <a:gd name="T6" fmla="*/ 0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0" name="Freeform 376"/>
              <p:cNvSpPr/>
              <p:nvPr>
                <p:custDataLst>
                  <p:tags r:id="rId221"/>
                </p:custDataLst>
              </p:nvPr>
            </p:nvSpPr>
            <p:spPr bwMode="auto">
              <a:xfrm>
                <a:off x="4228" y="2482"/>
                <a:ext cx="6" cy="3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1" name="Freeform 377"/>
              <p:cNvSpPr/>
              <p:nvPr>
                <p:custDataLst>
                  <p:tags r:id="rId222"/>
                </p:custDataLst>
              </p:nvPr>
            </p:nvSpPr>
            <p:spPr bwMode="auto">
              <a:xfrm>
                <a:off x="3472" y="2073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  <a:gd name="T3" fmla="*/ 1 h 1"/>
                  <a:gd name="T4" fmla="*/ 1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2" name="Freeform 378"/>
              <p:cNvSpPr/>
              <p:nvPr>
                <p:custDataLst>
                  <p:tags r:id="rId223"/>
                </p:custDataLst>
              </p:nvPr>
            </p:nvSpPr>
            <p:spPr bwMode="auto">
              <a:xfrm>
                <a:off x="3472" y="20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3" name="Freeform 379"/>
              <p:cNvSpPr/>
              <p:nvPr>
                <p:custDataLst>
                  <p:tags r:id="rId224"/>
                </p:custDataLst>
              </p:nvPr>
            </p:nvSpPr>
            <p:spPr bwMode="auto">
              <a:xfrm>
                <a:off x="4219" y="2510"/>
                <a:ext cx="5" cy="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1" y="1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4" name="Freeform 380"/>
              <p:cNvSpPr/>
              <p:nvPr>
                <p:custDataLst>
                  <p:tags r:id="rId225"/>
                </p:custDataLst>
              </p:nvPr>
            </p:nvSpPr>
            <p:spPr bwMode="auto">
              <a:xfrm>
                <a:off x="4221" y="2514"/>
                <a:ext cx="3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5" name="Oval 381"/>
              <p:cNvSpPr>
                <a:spLocks noChangeArrowheads="1"/>
              </p:cNvSpPr>
              <p:nvPr>
                <p:custDataLst>
                  <p:tags r:id="rId226"/>
                </p:custDataLst>
              </p:nvPr>
            </p:nvSpPr>
            <p:spPr bwMode="auto">
              <a:xfrm>
                <a:off x="3905" y="22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6" name="Freeform 382"/>
              <p:cNvSpPr/>
              <p:nvPr>
                <p:custDataLst>
                  <p:tags r:id="rId227"/>
                </p:custDataLst>
              </p:nvPr>
            </p:nvSpPr>
            <p:spPr bwMode="auto">
              <a:xfrm>
                <a:off x="4217" y="2510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7" name="Freeform 383"/>
              <p:cNvSpPr/>
              <p:nvPr>
                <p:custDataLst>
                  <p:tags r:id="rId228"/>
                </p:custDataLst>
              </p:nvPr>
            </p:nvSpPr>
            <p:spPr bwMode="auto">
              <a:xfrm>
                <a:off x="4296" y="2552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8" name="Freeform 384"/>
              <p:cNvSpPr/>
              <p:nvPr>
                <p:custDataLst>
                  <p:tags r:id="rId229"/>
                </p:custDataLst>
              </p:nvPr>
            </p:nvSpPr>
            <p:spPr bwMode="auto">
              <a:xfrm>
                <a:off x="4289" y="25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9" name="Freeform 385"/>
              <p:cNvSpPr/>
              <p:nvPr>
                <p:custDataLst>
                  <p:tags r:id="rId230"/>
                </p:custDataLst>
              </p:nvPr>
            </p:nvSpPr>
            <p:spPr bwMode="auto">
              <a:xfrm>
                <a:off x="4296" y="2552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0" name="Freeform 386"/>
              <p:cNvSpPr/>
              <p:nvPr>
                <p:custDataLst>
                  <p:tags r:id="rId231"/>
                </p:custDataLst>
              </p:nvPr>
            </p:nvSpPr>
            <p:spPr bwMode="auto">
              <a:xfrm>
                <a:off x="4306" y="2555"/>
                <a:ext cx="2" cy="4"/>
              </a:xfrm>
              <a:custGeom>
                <a:avLst/>
                <a:gdLst>
                  <a:gd name="T0" fmla="*/ 0 w 2"/>
                  <a:gd name="T1" fmla="*/ 4 h 4"/>
                  <a:gd name="T2" fmla="*/ 0 w 2"/>
                  <a:gd name="T3" fmla="*/ 4 h 4"/>
                  <a:gd name="T4" fmla="*/ 2 w 2"/>
                  <a:gd name="T5" fmla="*/ 0 h 4"/>
                  <a:gd name="T6" fmla="*/ 0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1" name="Freeform 387"/>
              <p:cNvSpPr/>
              <p:nvPr>
                <p:custDataLst>
                  <p:tags r:id="rId232"/>
                </p:custDataLst>
              </p:nvPr>
            </p:nvSpPr>
            <p:spPr bwMode="auto">
              <a:xfrm>
                <a:off x="3903" y="227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2" name="Freeform 388"/>
              <p:cNvSpPr/>
              <p:nvPr>
                <p:custDataLst>
                  <p:tags r:id="rId233"/>
                </p:custDataLst>
              </p:nvPr>
            </p:nvSpPr>
            <p:spPr bwMode="auto">
              <a:xfrm>
                <a:off x="3901" y="257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3" name="Freeform 389"/>
              <p:cNvSpPr/>
              <p:nvPr>
                <p:custDataLst>
                  <p:tags r:id="rId234"/>
                </p:custDataLst>
              </p:nvPr>
            </p:nvSpPr>
            <p:spPr bwMode="auto">
              <a:xfrm>
                <a:off x="4285" y="255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4" name="Freeform 390"/>
              <p:cNvSpPr/>
              <p:nvPr>
                <p:custDataLst>
                  <p:tags r:id="rId235"/>
                </p:custDataLst>
              </p:nvPr>
            </p:nvSpPr>
            <p:spPr bwMode="auto">
              <a:xfrm>
                <a:off x="3472" y="207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5" name="Rectangle 391"/>
              <p:cNvSpPr>
                <a:spLocks noChangeArrowheads="1"/>
              </p:cNvSpPr>
              <p:nvPr>
                <p:custDataLst>
                  <p:tags r:id="rId236"/>
                </p:custDataLst>
              </p:nvPr>
            </p:nvSpPr>
            <p:spPr bwMode="auto">
              <a:xfrm>
                <a:off x="3472" y="2079"/>
                <a:ext cx="1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6" name="Freeform 392"/>
              <p:cNvSpPr/>
              <p:nvPr>
                <p:custDataLst>
                  <p:tags r:id="rId237"/>
                </p:custDataLst>
              </p:nvPr>
            </p:nvSpPr>
            <p:spPr bwMode="auto">
              <a:xfrm>
                <a:off x="4277" y="249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7" name="Freeform 393"/>
              <p:cNvSpPr/>
              <p:nvPr>
                <p:custDataLst>
                  <p:tags r:id="rId238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8" name="Freeform 394"/>
              <p:cNvSpPr/>
              <p:nvPr>
                <p:custDataLst>
                  <p:tags r:id="rId239"/>
                </p:custDataLst>
              </p:nvPr>
            </p:nvSpPr>
            <p:spPr bwMode="auto">
              <a:xfrm>
                <a:off x="4255" y="25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9" name="Freeform 395"/>
              <p:cNvSpPr/>
              <p:nvPr>
                <p:custDataLst>
                  <p:tags r:id="rId240"/>
                </p:custDataLst>
              </p:nvPr>
            </p:nvSpPr>
            <p:spPr bwMode="auto">
              <a:xfrm>
                <a:off x="3678" y="2461"/>
                <a:ext cx="19" cy="13"/>
              </a:xfrm>
              <a:custGeom>
                <a:avLst/>
                <a:gdLst>
                  <a:gd name="T0" fmla="*/ 0 w 9"/>
                  <a:gd name="T1" fmla="*/ 0 h 6"/>
                  <a:gd name="T2" fmla="*/ 9 w 9"/>
                  <a:gd name="T3" fmla="*/ 6 h 6"/>
                  <a:gd name="T4" fmla="*/ 0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cubicBezTo>
                      <a:pt x="9" y="6"/>
                      <a:pt x="9" y="6"/>
                      <a:pt x="9" y="6"/>
                    </a:cubicBezTo>
                    <a:cubicBezTo>
                      <a:pt x="6" y="3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0" name="Freeform 396"/>
              <p:cNvSpPr/>
              <p:nvPr>
                <p:custDataLst>
                  <p:tags r:id="rId241"/>
                </p:custDataLst>
              </p:nvPr>
            </p:nvSpPr>
            <p:spPr bwMode="auto">
              <a:xfrm>
                <a:off x="3496" y="2319"/>
                <a:ext cx="4" cy="6"/>
              </a:xfrm>
              <a:custGeom>
                <a:avLst/>
                <a:gdLst>
                  <a:gd name="T0" fmla="*/ 1 w 2"/>
                  <a:gd name="T1" fmla="*/ 1 h 3"/>
                  <a:gd name="T2" fmla="*/ 2 w 2"/>
                  <a:gd name="T3" fmla="*/ 3 h 3"/>
                  <a:gd name="T4" fmla="*/ 2 w 2"/>
                  <a:gd name="T5" fmla="*/ 1 h 3"/>
                  <a:gd name="T6" fmla="*/ 1 w 2"/>
                  <a:gd name="T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2" y="2"/>
                      <a:pt x="2" y="2"/>
                      <a:pt x="2" y="3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1" name="Freeform 397"/>
              <p:cNvSpPr/>
              <p:nvPr>
                <p:custDataLst>
                  <p:tags r:id="rId242"/>
                </p:custDataLst>
              </p:nvPr>
            </p:nvSpPr>
            <p:spPr bwMode="auto">
              <a:xfrm>
                <a:off x="3483" y="2156"/>
                <a:ext cx="6" cy="4"/>
              </a:xfrm>
              <a:custGeom>
                <a:avLst/>
                <a:gdLst>
                  <a:gd name="T0" fmla="*/ 2 w 3"/>
                  <a:gd name="T1" fmla="*/ 1 h 2"/>
                  <a:gd name="T2" fmla="*/ 1 w 3"/>
                  <a:gd name="T3" fmla="*/ 2 h 2"/>
                  <a:gd name="T4" fmla="*/ 2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1"/>
                    </a:moveTo>
                    <a:cubicBezTo>
                      <a:pt x="0" y="0"/>
                      <a:pt x="3" y="1"/>
                      <a:pt x="1" y="2"/>
                    </a:cubicBezTo>
                    <a:cubicBezTo>
                      <a:pt x="2" y="2"/>
                      <a:pt x="2" y="2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2" name="Freeform 398"/>
              <p:cNvSpPr/>
              <p:nvPr>
                <p:custDataLst>
                  <p:tags r:id="rId243"/>
                </p:custDataLst>
              </p:nvPr>
            </p:nvSpPr>
            <p:spPr bwMode="auto">
              <a:xfrm>
                <a:off x="3534" y="2347"/>
                <a:ext cx="13" cy="6"/>
              </a:xfrm>
              <a:custGeom>
                <a:avLst/>
                <a:gdLst>
                  <a:gd name="T0" fmla="*/ 0 w 6"/>
                  <a:gd name="T1" fmla="*/ 0 h 3"/>
                  <a:gd name="T2" fmla="*/ 4 w 6"/>
                  <a:gd name="T3" fmla="*/ 3 h 3"/>
                  <a:gd name="T4" fmla="*/ 0 w 6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cubicBezTo>
                      <a:pt x="0" y="2"/>
                      <a:pt x="3" y="3"/>
                      <a:pt x="4" y="3"/>
                    </a:cubicBezTo>
                    <a:cubicBezTo>
                      <a:pt x="6" y="3"/>
                      <a:pt x="1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3" name="Freeform 399"/>
              <p:cNvSpPr/>
              <p:nvPr>
                <p:custDataLst>
                  <p:tags r:id="rId244"/>
                </p:custDataLst>
              </p:nvPr>
            </p:nvSpPr>
            <p:spPr bwMode="auto">
              <a:xfrm>
                <a:off x="3466" y="2090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4" name="Freeform 400"/>
              <p:cNvSpPr/>
              <p:nvPr>
                <p:custDataLst>
                  <p:tags r:id="rId245"/>
                </p:custDataLst>
              </p:nvPr>
            </p:nvSpPr>
            <p:spPr bwMode="auto">
              <a:xfrm>
                <a:off x="3466" y="2103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5" name="Freeform 401"/>
              <p:cNvSpPr/>
              <p:nvPr>
                <p:custDataLst>
                  <p:tags r:id="rId246"/>
                </p:custDataLst>
              </p:nvPr>
            </p:nvSpPr>
            <p:spPr bwMode="auto">
              <a:xfrm>
                <a:off x="3477" y="2152"/>
                <a:ext cx="4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1"/>
                      <a:pt x="1" y="0"/>
                    </a:cubicBezTo>
                    <a:cubicBezTo>
                      <a:pt x="0" y="2"/>
                      <a:pt x="1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6" name="Freeform 402"/>
              <p:cNvSpPr/>
              <p:nvPr>
                <p:custDataLst>
                  <p:tags r:id="rId247"/>
                </p:custDataLst>
              </p:nvPr>
            </p:nvSpPr>
            <p:spPr bwMode="auto">
              <a:xfrm>
                <a:off x="3466" y="2096"/>
                <a:ext cx="8" cy="5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2 w 4"/>
                  <a:gd name="T5" fmla="*/ 2 h 2"/>
                  <a:gd name="T6" fmla="*/ 2 w 4"/>
                  <a:gd name="T7" fmla="*/ 1 h 2"/>
                  <a:gd name="T8" fmla="*/ 4 w 4"/>
                  <a:gd name="T9" fmla="*/ 0 h 2"/>
                  <a:gd name="T10" fmla="*/ 0 w 4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2"/>
                      <a:pt x="3" y="1"/>
                      <a:pt x="2" y="1"/>
                    </a:cubicBezTo>
                    <a:cubicBezTo>
                      <a:pt x="3" y="0"/>
                      <a:pt x="4" y="1"/>
                      <a:pt x="4" y="0"/>
                    </a:cubicBezTo>
                    <a:cubicBezTo>
                      <a:pt x="3" y="0"/>
                      <a:pt x="1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7" name="Freeform 403"/>
              <p:cNvSpPr/>
              <p:nvPr>
                <p:custDataLst>
                  <p:tags r:id="rId248"/>
                </p:custDataLst>
              </p:nvPr>
            </p:nvSpPr>
            <p:spPr bwMode="auto">
              <a:xfrm>
                <a:off x="3470" y="2101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8" name="Freeform 404"/>
              <p:cNvSpPr/>
              <p:nvPr>
                <p:custDataLst>
                  <p:tags r:id="rId249"/>
                </p:custDataLst>
              </p:nvPr>
            </p:nvSpPr>
            <p:spPr bwMode="auto">
              <a:xfrm>
                <a:off x="3718" y="2501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2" y="1"/>
                      <a:pt x="2" y="2"/>
                    </a:cubicBezTo>
                    <a:cubicBezTo>
                      <a:pt x="2" y="1"/>
                      <a:pt x="1" y="1"/>
                      <a:pt x="0" y="0"/>
                    </a:cubicBezTo>
                    <a:cubicBezTo>
                      <a:pt x="0" y="0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9" name="Freeform 405"/>
              <p:cNvSpPr/>
              <p:nvPr>
                <p:custDataLst>
                  <p:tags r:id="rId250"/>
                </p:custDataLst>
              </p:nvPr>
            </p:nvSpPr>
            <p:spPr bwMode="auto">
              <a:xfrm>
                <a:off x="3629" y="2417"/>
                <a:ext cx="7" cy="6"/>
              </a:xfrm>
              <a:custGeom>
                <a:avLst/>
                <a:gdLst>
                  <a:gd name="T0" fmla="*/ 2 w 3"/>
                  <a:gd name="T1" fmla="*/ 3 h 3"/>
                  <a:gd name="T2" fmla="*/ 0 w 3"/>
                  <a:gd name="T3" fmla="*/ 0 h 3"/>
                  <a:gd name="T4" fmla="*/ 2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2" y="3"/>
                    </a:moveTo>
                    <a:cubicBezTo>
                      <a:pt x="3" y="2"/>
                      <a:pt x="1" y="1"/>
                      <a:pt x="0" y="0"/>
                    </a:cubicBezTo>
                    <a:cubicBezTo>
                      <a:pt x="0" y="1"/>
                      <a:pt x="1" y="2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sp>
          <p:nvSpPr>
            <p:cNvPr id="59" name="Freeform 407"/>
            <p:cNvSpPr/>
            <p:nvPr>
              <p:custDataLst>
                <p:tags r:id="rId5"/>
              </p:custDataLst>
            </p:nvPr>
          </p:nvSpPr>
          <p:spPr bwMode="auto">
            <a:xfrm>
              <a:off x="3716" y="2495"/>
              <a:ext cx="5" cy="4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1" y="1"/>
                    <a:pt x="1" y="1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0" name="Freeform 408"/>
            <p:cNvSpPr/>
            <p:nvPr>
              <p:custDataLst>
                <p:tags r:id="rId6"/>
              </p:custDataLst>
            </p:nvPr>
          </p:nvSpPr>
          <p:spPr bwMode="auto">
            <a:xfrm>
              <a:off x="3706" y="2480"/>
              <a:ext cx="10" cy="15"/>
            </a:xfrm>
            <a:custGeom>
              <a:avLst/>
              <a:gdLst>
                <a:gd name="T0" fmla="*/ 5 w 5"/>
                <a:gd name="T1" fmla="*/ 7 h 7"/>
                <a:gd name="T2" fmla="*/ 2 w 5"/>
                <a:gd name="T3" fmla="*/ 3 h 7"/>
                <a:gd name="T4" fmla="*/ 2 w 5"/>
                <a:gd name="T5" fmla="*/ 1 h 7"/>
                <a:gd name="T6" fmla="*/ 3 w 5"/>
                <a:gd name="T7" fmla="*/ 7 h 7"/>
                <a:gd name="T8" fmla="*/ 3 w 5"/>
                <a:gd name="T9" fmla="*/ 7 h 7"/>
                <a:gd name="T10" fmla="*/ 5 w 5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7">
                  <a:moveTo>
                    <a:pt x="5" y="7"/>
                  </a:moveTo>
                  <a:cubicBezTo>
                    <a:pt x="4" y="5"/>
                    <a:pt x="4" y="3"/>
                    <a:pt x="2" y="3"/>
                  </a:cubicBezTo>
                  <a:cubicBezTo>
                    <a:pt x="1" y="1"/>
                    <a:pt x="4" y="3"/>
                    <a:pt x="2" y="1"/>
                  </a:cubicBezTo>
                  <a:cubicBezTo>
                    <a:pt x="0" y="0"/>
                    <a:pt x="1" y="4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1" name="Freeform 409"/>
            <p:cNvSpPr/>
            <p:nvPr>
              <p:custDataLst>
                <p:tags r:id="rId7"/>
              </p:custDataLst>
            </p:nvPr>
          </p:nvSpPr>
          <p:spPr bwMode="auto">
            <a:xfrm>
              <a:off x="3782" y="3038"/>
              <a:ext cx="2" cy="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1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2" name="Freeform 410"/>
            <p:cNvSpPr/>
            <p:nvPr>
              <p:custDataLst>
                <p:tags r:id="rId8"/>
              </p:custDataLst>
            </p:nvPr>
          </p:nvSpPr>
          <p:spPr bwMode="auto">
            <a:xfrm>
              <a:off x="3631" y="2249"/>
              <a:ext cx="3" cy="2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0 h 2"/>
                <a:gd name="T4" fmla="*/ 0 w 3"/>
                <a:gd name="T5" fmla="*/ 2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3" name="Freeform 411"/>
            <p:cNvSpPr/>
            <p:nvPr>
              <p:custDataLst>
                <p:tags r:id="rId9"/>
              </p:custDataLst>
            </p:nvPr>
          </p:nvSpPr>
          <p:spPr bwMode="auto">
            <a:xfrm>
              <a:off x="3988" y="3019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4" name="Freeform 412"/>
            <p:cNvSpPr/>
            <p:nvPr>
              <p:custDataLst>
                <p:tags r:id="rId10"/>
              </p:custDataLst>
            </p:nvPr>
          </p:nvSpPr>
          <p:spPr bwMode="auto">
            <a:xfrm>
              <a:off x="3856" y="3002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5" name="Freeform 413"/>
            <p:cNvSpPr/>
            <p:nvPr>
              <p:custDataLst>
                <p:tags r:id="rId11"/>
              </p:custDataLst>
            </p:nvPr>
          </p:nvSpPr>
          <p:spPr bwMode="auto">
            <a:xfrm>
              <a:off x="3924" y="2998"/>
              <a:ext cx="2" cy="2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6" name="Freeform 414"/>
            <p:cNvSpPr/>
            <p:nvPr>
              <p:custDataLst>
                <p:tags r:id="rId12"/>
              </p:custDataLst>
            </p:nvPr>
          </p:nvSpPr>
          <p:spPr bwMode="auto">
            <a:xfrm>
              <a:off x="3561" y="1990"/>
              <a:ext cx="3" cy="9"/>
            </a:xfrm>
            <a:custGeom>
              <a:avLst/>
              <a:gdLst>
                <a:gd name="T0" fmla="*/ 1 w 1"/>
                <a:gd name="T1" fmla="*/ 1 h 4"/>
                <a:gd name="T2" fmla="*/ 0 w 1"/>
                <a:gd name="T3" fmla="*/ 0 h 4"/>
                <a:gd name="T4" fmla="*/ 1 w 1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3"/>
                    <a:pt x="0" y="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7" name="Freeform 415"/>
            <p:cNvSpPr/>
            <p:nvPr>
              <p:custDataLst>
                <p:tags r:id="rId13"/>
              </p:custDataLst>
            </p:nvPr>
          </p:nvSpPr>
          <p:spPr bwMode="auto">
            <a:xfrm>
              <a:off x="3795" y="3040"/>
              <a:ext cx="2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8" name="Freeform 416"/>
            <p:cNvSpPr/>
            <p:nvPr>
              <p:custDataLst>
                <p:tags r:id="rId14"/>
              </p:custDataLst>
            </p:nvPr>
          </p:nvSpPr>
          <p:spPr bwMode="auto">
            <a:xfrm>
              <a:off x="3958" y="30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9" name="Freeform 417"/>
            <p:cNvSpPr/>
            <p:nvPr>
              <p:custDataLst>
                <p:tags r:id="rId15"/>
              </p:custDataLst>
            </p:nvPr>
          </p:nvSpPr>
          <p:spPr bwMode="auto">
            <a:xfrm>
              <a:off x="3982" y="3027"/>
              <a:ext cx="0" cy="3"/>
            </a:xfrm>
            <a:custGeom>
              <a:avLst/>
              <a:gdLst>
                <a:gd name="T0" fmla="*/ 0 h 1"/>
                <a:gd name="T1" fmla="*/ 0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3" name="Freeform 418"/>
            <p:cNvSpPr/>
            <p:nvPr>
              <p:custDataLst>
                <p:tags r:id="rId16"/>
              </p:custDataLst>
            </p:nvPr>
          </p:nvSpPr>
          <p:spPr bwMode="auto">
            <a:xfrm>
              <a:off x="3595" y="1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4" name="Freeform 419"/>
            <p:cNvSpPr/>
            <p:nvPr>
              <p:custDataLst>
                <p:tags r:id="rId17"/>
              </p:custDataLst>
            </p:nvPr>
          </p:nvSpPr>
          <p:spPr bwMode="auto">
            <a:xfrm>
              <a:off x="3757" y="2981"/>
              <a:ext cx="2" cy="2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5" name="Freeform 420"/>
            <p:cNvSpPr/>
            <p:nvPr>
              <p:custDataLst>
                <p:tags r:id="rId18"/>
              </p:custDataLst>
            </p:nvPr>
          </p:nvSpPr>
          <p:spPr bwMode="auto">
            <a:xfrm>
              <a:off x="3627" y="1789"/>
              <a:ext cx="2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" name="Freeform 421"/>
            <p:cNvSpPr/>
            <p:nvPr>
              <p:custDataLst>
                <p:tags r:id="rId19"/>
              </p:custDataLst>
            </p:nvPr>
          </p:nvSpPr>
          <p:spPr bwMode="auto">
            <a:xfrm>
              <a:off x="3578" y="179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" name="Rectangle 422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593" y="1825"/>
              <a:ext cx="1" cy="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" name="Freeform 423"/>
            <p:cNvSpPr/>
            <p:nvPr>
              <p:custDataLst>
                <p:tags r:id="rId21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" name="Freeform 424"/>
            <p:cNvSpPr/>
            <p:nvPr>
              <p:custDataLst>
                <p:tags r:id="rId22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" name="Freeform 425"/>
            <p:cNvSpPr/>
            <p:nvPr>
              <p:custDataLst>
                <p:tags r:id="rId23"/>
              </p:custDataLst>
            </p:nvPr>
          </p:nvSpPr>
          <p:spPr bwMode="auto">
            <a:xfrm>
              <a:off x="3638" y="2417"/>
              <a:ext cx="6" cy="6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1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0" y="0"/>
                    <a:pt x="0" y="0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1" name="Freeform 426"/>
            <p:cNvSpPr/>
            <p:nvPr>
              <p:custDataLst>
                <p:tags r:id="rId24"/>
              </p:custDataLst>
            </p:nvPr>
          </p:nvSpPr>
          <p:spPr bwMode="auto">
            <a:xfrm>
              <a:off x="3708" y="2743"/>
              <a:ext cx="2" cy="7"/>
            </a:xfrm>
            <a:custGeom>
              <a:avLst/>
              <a:gdLst>
                <a:gd name="T0" fmla="*/ 1 w 1"/>
                <a:gd name="T1" fmla="*/ 3 h 3"/>
                <a:gd name="T2" fmla="*/ 0 w 1"/>
                <a:gd name="T3" fmla="*/ 0 h 3"/>
                <a:gd name="T4" fmla="*/ 1 w 1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3"/>
                    <a:pt x="1" y="0"/>
                    <a:pt x="0" y="0"/>
                  </a:cubicBezTo>
                  <a:cubicBezTo>
                    <a:pt x="0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2" name="Freeform 427"/>
            <p:cNvSpPr/>
            <p:nvPr>
              <p:custDataLst>
                <p:tags r:id="rId25"/>
              </p:custDataLst>
            </p:nvPr>
          </p:nvSpPr>
          <p:spPr bwMode="auto">
            <a:xfrm>
              <a:off x="3714" y="2737"/>
              <a:ext cx="4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1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1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3" name="Freeform 428"/>
            <p:cNvSpPr/>
            <p:nvPr>
              <p:custDataLst>
                <p:tags r:id="rId26"/>
              </p:custDataLst>
            </p:nvPr>
          </p:nvSpPr>
          <p:spPr bwMode="auto">
            <a:xfrm>
              <a:off x="3706" y="2737"/>
              <a:ext cx="10" cy="4"/>
            </a:xfrm>
            <a:custGeom>
              <a:avLst/>
              <a:gdLst>
                <a:gd name="T0" fmla="*/ 0 w 5"/>
                <a:gd name="T1" fmla="*/ 1 h 2"/>
                <a:gd name="T2" fmla="*/ 4 w 5"/>
                <a:gd name="T3" fmla="*/ 1 h 2"/>
                <a:gd name="T4" fmla="*/ 5 w 5"/>
                <a:gd name="T5" fmla="*/ 2 h 2"/>
                <a:gd name="T6" fmla="*/ 3 w 5"/>
                <a:gd name="T7" fmla="*/ 1 h 2"/>
                <a:gd name="T8" fmla="*/ 2 w 5"/>
                <a:gd name="T9" fmla="*/ 1 h 2"/>
                <a:gd name="T10" fmla="*/ 0 w 5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1" y="2"/>
                    <a:pt x="3" y="2"/>
                    <a:pt x="4" y="1"/>
                  </a:cubicBezTo>
                  <a:cubicBezTo>
                    <a:pt x="4" y="1"/>
                    <a:pt x="5" y="2"/>
                    <a:pt x="5" y="2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1" y="0"/>
                    <a:pt x="2" y="1"/>
                  </a:cubicBezTo>
                  <a:cubicBezTo>
                    <a:pt x="2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4" name="Freeform 429"/>
            <p:cNvSpPr/>
            <p:nvPr>
              <p:custDataLst>
                <p:tags r:id="rId27"/>
              </p:custDataLst>
            </p:nvPr>
          </p:nvSpPr>
          <p:spPr bwMode="auto">
            <a:xfrm>
              <a:off x="3755" y="2718"/>
              <a:ext cx="4" cy="6"/>
            </a:xfrm>
            <a:custGeom>
              <a:avLst/>
              <a:gdLst>
                <a:gd name="T0" fmla="*/ 2 w 2"/>
                <a:gd name="T1" fmla="*/ 3 h 3"/>
                <a:gd name="T2" fmla="*/ 0 w 2"/>
                <a:gd name="T3" fmla="*/ 0 h 3"/>
                <a:gd name="T4" fmla="*/ 2 w 2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5" name="Freeform 430"/>
            <p:cNvSpPr/>
            <p:nvPr>
              <p:custDataLst>
                <p:tags r:id="rId28"/>
              </p:custDataLst>
            </p:nvPr>
          </p:nvSpPr>
          <p:spPr bwMode="auto">
            <a:xfrm>
              <a:off x="3761" y="2733"/>
              <a:ext cx="4" cy="17"/>
            </a:xfrm>
            <a:custGeom>
              <a:avLst/>
              <a:gdLst>
                <a:gd name="T0" fmla="*/ 1 w 2"/>
                <a:gd name="T1" fmla="*/ 7 h 8"/>
                <a:gd name="T2" fmla="*/ 0 w 2"/>
                <a:gd name="T3" fmla="*/ 3 h 8"/>
                <a:gd name="T4" fmla="*/ 1 w 2"/>
                <a:gd name="T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">
                  <a:moveTo>
                    <a:pt x="1" y="7"/>
                  </a:moveTo>
                  <a:cubicBezTo>
                    <a:pt x="2" y="0"/>
                    <a:pt x="1" y="8"/>
                    <a:pt x="0" y="3"/>
                  </a:cubicBezTo>
                  <a:cubicBezTo>
                    <a:pt x="0" y="5"/>
                    <a:pt x="0" y="6"/>
                    <a:pt x="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6" name="Freeform 431"/>
            <p:cNvSpPr/>
            <p:nvPr>
              <p:custDataLst>
                <p:tags r:id="rId29"/>
              </p:custDataLst>
            </p:nvPr>
          </p:nvSpPr>
          <p:spPr bwMode="auto">
            <a:xfrm>
              <a:off x="3759" y="2720"/>
              <a:ext cx="2" cy="2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0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7" name="Freeform 432"/>
            <p:cNvSpPr/>
            <p:nvPr>
              <p:custDataLst>
                <p:tags r:id="rId30"/>
              </p:custDataLst>
            </p:nvPr>
          </p:nvSpPr>
          <p:spPr bwMode="auto">
            <a:xfrm>
              <a:off x="3761" y="2714"/>
              <a:ext cx="6" cy="12"/>
            </a:xfrm>
            <a:custGeom>
              <a:avLst/>
              <a:gdLst>
                <a:gd name="T0" fmla="*/ 0 w 3"/>
                <a:gd name="T1" fmla="*/ 5 h 6"/>
                <a:gd name="T2" fmla="*/ 3 w 3"/>
                <a:gd name="T3" fmla="*/ 3 h 6"/>
                <a:gd name="T4" fmla="*/ 0 w 3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6">
                  <a:moveTo>
                    <a:pt x="0" y="5"/>
                  </a:moveTo>
                  <a:cubicBezTo>
                    <a:pt x="1" y="6"/>
                    <a:pt x="2" y="3"/>
                    <a:pt x="3" y="3"/>
                  </a:cubicBezTo>
                  <a:cubicBezTo>
                    <a:pt x="2" y="0"/>
                    <a:pt x="1" y="4"/>
                    <a:pt x="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8" name="Freeform 433"/>
            <p:cNvSpPr/>
            <p:nvPr>
              <p:custDataLst>
                <p:tags r:id="rId31"/>
              </p:custDataLst>
            </p:nvPr>
          </p:nvSpPr>
          <p:spPr bwMode="auto">
            <a:xfrm>
              <a:off x="3712" y="2737"/>
              <a:ext cx="0" cy="2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9" name="Freeform 434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3742" y="2907"/>
              <a:ext cx="384" cy="146"/>
            </a:xfrm>
            <a:custGeom>
              <a:avLst/>
              <a:gdLst>
                <a:gd name="T0" fmla="*/ 150 w 181"/>
                <a:gd name="T1" fmla="*/ 21 h 69"/>
                <a:gd name="T2" fmla="*/ 144 w 181"/>
                <a:gd name="T3" fmla="*/ 25 h 69"/>
                <a:gd name="T4" fmla="*/ 103 w 181"/>
                <a:gd name="T5" fmla="*/ 42 h 69"/>
                <a:gd name="T6" fmla="*/ 91 w 181"/>
                <a:gd name="T7" fmla="*/ 45 h 69"/>
                <a:gd name="T8" fmla="*/ 79 w 181"/>
                <a:gd name="T9" fmla="*/ 44 h 69"/>
                <a:gd name="T10" fmla="*/ 60 w 181"/>
                <a:gd name="T11" fmla="*/ 44 h 69"/>
                <a:gd name="T12" fmla="*/ 50 w 181"/>
                <a:gd name="T13" fmla="*/ 47 h 69"/>
                <a:gd name="T14" fmla="*/ 32 w 181"/>
                <a:gd name="T15" fmla="*/ 47 h 69"/>
                <a:gd name="T16" fmla="*/ 22 w 181"/>
                <a:gd name="T17" fmla="*/ 44 h 69"/>
                <a:gd name="T18" fmla="*/ 10 w 181"/>
                <a:gd name="T19" fmla="*/ 39 h 69"/>
                <a:gd name="T20" fmla="*/ 10 w 181"/>
                <a:gd name="T21" fmla="*/ 37 h 69"/>
                <a:gd name="T22" fmla="*/ 10 w 181"/>
                <a:gd name="T23" fmla="*/ 35 h 69"/>
                <a:gd name="T24" fmla="*/ 10 w 181"/>
                <a:gd name="T25" fmla="*/ 34 h 69"/>
                <a:gd name="T26" fmla="*/ 10 w 181"/>
                <a:gd name="T27" fmla="*/ 30 h 69"/>
                <a:gd name="T28" fmla="*/ 2 w 181"/>
                <a:gd name="T29" fmla="*/ 32 h 69"/>
                <a:gd name="T30" fmla="*/ 6 w 181"/>
                <a:gd name="T31" fmla="*/ 44 h 69"/>
                <a:gd name="T32" fmla="*/ 10 w 181"/>
                <a:gd name="T33" fmla="*/ 51 h 69"/>
                <a:gd name="T34" fmla="*/ 4 w 181"/>
                <a:gd name="T35" fmla="*/ 55 h 69"/>
                <a:gd name="T36" fmla="*/ 8 w 181"/>
                <a:gd name="T37" fmla="*/ 58 h 69"/>
                <a:gd name="T38" fmla="*/ 13 w 181"/>
                <a:gd name="T39" fmla="*/ 57 h 69"/>
                <a:gd name="T40" fmla="*/ 13 w 181"/>
                <a:gd name="T41" fmla="*/ 60 h 69"/>
                <a:gd name="T42" fmla="*/ 19 w 181"/>
                <a:gd name="T43" fmla="*/ 57 h 69"/>
                <a:gd name="T44" fmla="*/ 20 w 181"/>
                <a:gd name="T45" fmla="*/ 63 h 69"/>
                <a:gd name="T46" fmla="*/ 22 w 181"/>
                <a:gd name="T47" fmla="*/ 66 h 69"/>
                <a:gd name="T48" fmla="*/ 24 w 181"/>
                <a:gd name="T49" fmla="*/ 64 h 69"/>
                <a:gd name="T50" fmla="*/ 28 w 181"/>
                <a:gd name="T51" fmla="*/ 64 h 69"/>
                <a:gd name="T52" fmla="*/ 31 w 181"/>
                <a:gd name="T53" fmla="*/ 66 h 69"/>
                <a:gd name="T54" fmla="*/ 36 w 181"/>
                <a:gd name="T55" fmla="*/ 58 h 69"/>
                <a:gd name="T56" fmla="*/ 36 w 181"/>
                <a:gd name="T57" fmla="*/ 65 h 69"/>
                <a:gd name="T58" fmla="*/ 46 w 181"/>
                <a:gd name="T59" fmla="*/ 67 h 69"/>
                <a:gd name="T60" fmla="*/ 50 w 181"/>
                <a:gd name="T61" fmla="*/ 66 h 69"/>
                <a:gd name="T62" fmla="*/ 55 w 181"/>
                <a:gd name="T63" fmla="*/ 62 h 69"/>
                <a:gd name="T64" fmla="*/ 65 w 181"/>
                <a:gd name="T65" fmla="*/ 66 h 69"/>
                <a:gd name="T66" fmla="*/ 69 w 181"/>
                <a:gd name="T67" fmla="*/ 63 h 69"/>
                <a:gd name="T68" fmla="*/ 71 w 181"/>
                <a:gd name="T69" fmla="*/ 63 h 69"/>
                <a:gd name="T70" fmla="*/ 72 w 181"/>
                <a:gd name="T71" fmla="*/ 61 h 69"/>
                <a:gd name="T72" fmla="*/ 76 w 181"/>
                <a:gd name="T73" fmla="*/ 65 h 69"/>
                <a:gd name="T74" fmla="*/ 79 w 181"/>
                <a:gd name="T75" fmla="*/ 63 h 69"/>
                <a:gd name="T76" fmla="*/ 88 w 181"/>
                <a:gd name="T77" fmla="*/ 60 h 69"/>
                <a:gd name="T78" fmla="*/ 92 w 181"/>
                <a:gd name="T79" fmla="*/ 62 h 69"/>
                <a:gd name="T80" fmla="*/ 98 w 181"/>
                <a:gd name="T81" fmla="*/ 60 h 69"/>
                <a:gd name="T82" fmla="*/ 102 w 181"/>
                <a:gd name="T83" fmla="*/ 59 h 69"/>
                <a:gd name="T84" fmla="*/ 103 w 181"/>
                <a:gd name="T85" fmla="*/ 59 h 69"/>
                <a:gd name="T86" fmla="*/ 108 w 181"/>
                <a:gd name="T87" fmla="*/ 58 h 69"/>
                <a:gd name="T88" fmla="*/ 115 w 181"/>
                <a:gd name="T89" fmla="*/ 53 h 69"/>
                <a:gd name="T90" fmla="*/ 117 w 181"/>
                <a:gd name="T91" fmla="*/ 52 h 69"/>
                <a:gd name="T92" fmla="*/ 122 w 181"/>
                <a:gd name="T93" fmla="*/ 45 h 69"/>
                <a:gd name="T94" fmla="*/ 127 w 181"/>
                <a:gd name="T95" fmla="*/ 45 h 69"/>
                <a:gd name="T96" fmla="*/ 134 w 181"/>
                <a:gd name="T97" fmla="*/ 43 h 69"/>
                <a:gd name="T98" fmla="*/ 139 w 181"/>
                <a:gd name="T99" fmla="*/ 41 h 69"/>
                <a:gd name="T100" fmla="*/ 152 w 181"/>
                <a:gd name="T101" fmla="*/ 37 h 69"/>
                <a:gd name="T102" fmla="*/ 156 w 181"/>
                <a:gd name="T103" fmla="*/ 35 h 69"/>
                <a:gd name="T104" fmla="*/ 163 w 181"/>
                <a:gd name="T105" fmla="*/ 27 h 69"/>
                <a:gd name="T106" fmla="*/ 167 w 181"/>
                <a:gd name="T107" fmla="*/ 19 h 69"/>
                <a:gd name="T108" fmla="*/ 10 w 181"/>
                <a:gd name="T109" fmla="*/ 31 h 69"/>
                <a:gd name="T110" fmla="*/ 10 w 181"/>
                <a:gd name="T111" fmla="*/ 35 h 69"/>
                <a:gd name="T112" fmla="*/ 9 w 181"/>
                <a:gd name="T113" fmla="*/ 34 h 69"/>
                <a:gd name="T114" fmla="*/ 7 w 181"/>
                <a:gd name="T115" fmla="*/ 35 h 69"/>
                <a:gd name="T116" fmla="*/ 8 w 181"/>
                <a:gd name="T117" fmla="*/ 36 h 69"/>
                <a:gd name="T118" fmla="*/ 10 w 181"/>
                <a:gd name="T119" fmla="*/ 3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" h="69">
                  <a:moveTo>
                    <a:pt x="177" y="5"/>
                  </a:moveTo>
                  <a:cubicBezTo>
                    <a:pt x="177" y="2"/>
                    <a:pt x="172" y="0"/>
                    <a:pt x="172" y="0"/>
                  </a:cubicBezTo>
                  <a:cubicBezTo>
                    <a:pt x="172" y="4"/>
                    <a:pt x="169" y="7"/>
                    <a:pt x="164" y="8"/>
                  </a:cubicBezTo>
                  <a:cubicBezTo>
                    <a:pt x="163" y="9"/>
                    <a:pt x="163" y="11"/>
                    <a:pt x="162" y="11"/>
                  </a:cubicBezTo>
                  <a:cubicBezTo>
                    <a:pt x="159" y="15"/>
                    <a:pt x="152" y="15"/>
                    <a:pt x="149" y="19"/>
                  </a:cubicBezTo>
                  <a:cubicBezTo>
                    <a:pt x="150" y="19"/>
                    <a:pt x="150" y="20"/>
                    <a:pt x="150" y="21"/>
                  </a:cubicBezTo>
                  <a:cubicBezTo>
                    <a:pt x="150" y="20"/>
                    <a:pt x="150" y="20"/>
                    <a:pt x="150" y="20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0" y="22"/>
                    <a:pt x="149" y="21"/>
                    <a:pt x="149" y="20"/>
                  </a:cubicBezTo>
                  <a:cubicBezTo>
                    <a:pt x="147" y="21"/>
                    <a:pt x="146" y="23"/>
                    <a:pt x="144" y="24"/>
                  </a:cubicBezTo>
                  <a:cubicBezTo>
                    <a:pt x="145" y="26"/>
                    <a:pt x="143" y="24"/>
                    <a:pt x="144" y="2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3" y="27"/>
                    <a:pt x="143" y="27"/>
                    <a:pt x="141" y="25"/>
                  </a:cubicBezTo>
                  <a:cubicBezTo>
                    <a:pt x="135" y="26"/>
                    <a:pt x="130" y="30"/>
                    <a:pt x="125" y="31"/>
                  </a:cubicBezTo>
                  <a:cubicBezTo>
                    <a:pt x="119" y="33"/>
                    <a:pt x="114" y="37"/>
                    <a:pt x="108" y="39"/>
                  </a:cubicBezTo>
                  <a:cubicBezTo>
                    <a:pt x="108" y="42"/>
                    <a:pt x="106" y="41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5"/>
                    <a:pt x="104" y="43"/>
                    <a:pt x="103" y="42"/>
                  </a:cubicBezTo>
                  <a:cubicBezTo>
                    <a:pt x="103" y="44"/>
                    <a:pt x="102" y="43"/>
                    <a:pt x="103" y="45"/>
                  </a:cubicBezTo>
                  <a:cubicBezTo>
                    <a:pt x="103" y="46"/>
                    <a:pt x="102" y="42"/>
                    <a:pt x="101" y="43"/>
                  </a:cubicBezTo>
                  <a:cubicBezTo>
                    <a:pt x="101" y="42"/>
                    <a:pt x="101" y="44"/>
                    <a:pt x="101" y="44"/>
                  </a:cubicBezTo>
                  <a:cubicBezTo>
                    <a:pt x="100" y="46"/>
                    <a:pt x="101" y="42"/>
                    <a:pt x="99" y="41"/>
                  </a:cubicBezTo>
                  <a:cubicBezTo>
                    <a:pt x="96" y="42"/>
                    <a:pt x="94" y="45"/>
                    <a:pt x="91" y="44"/>
                  </a:cubicBezTo>
                  <a:cubicBezTo>
                    <a:pt x="91" y="44"/>
                    <a:pt x="91" y="45"/>
                    <a:pt x="91" y="45"/>
                  </a:cubicBezTo>
                  <a:cubicBezTo>
                    <a:pt x="90" y="42"/>
                    <a:pt x="90" y="46"/>
                    <a:pt x="90" y="45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8" y="43"/>
                    <a:pt x="88" y="45"/>
                    <a:pt x="86" y="44"/>
                  </a:cubicBezTo>
                  <a:cubicBezTo>
                    <a:pt x="85" y="45"/>
                    <a:pt x="84" y="42"/>
                    <a:pt x="83" y="44"/>
                  </a:cubicBezTo>
                  <a:cubicBezTo>
                    <a:pt x="83" y="43"/>
                    <a:pt x="83" y="43"/>
                    <a:pt x="82" y="43"/>
                  </a:cubicBezTo>
                  <a:cubicBezTo>
                    <a:pt x="82" y="47"/>
                    <a:pt x="80" y="42"/>
                    <a:pt x="79" y="44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6" y="44"/>
                    <a:pt x="73" y="43"/>
                    <a:pt x="70" y="46"/>
                  </a:cubicBezTo>
                  <a:cubicBezTo>
                    <a:pt x="68" y="46"/>
                    <a:pt x="66" y="43"/>
                    <a:pt x="64" y="4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3" y="46"/>
                    <a:pt x="64" y="45"/>
                    <a:pt x="64" y="44"/>
                  </a:cubicBezTo>
                  <a:cubicBezTo>
                    <a:pt x="63" y="46"/>
                    <a:pt x="61" y="44"/>
                    <a:pt x="60" y="44"/>
                  </a:cubicBezTo>
                  <a:cubicBezTo>
                    <a:pt x="60" y="45"/>
                    <a:pt x="60" y="45"/>
                    <a:pt x="60" y="46"/>
                  </a:cubicBezTo>
                  <a:cubicBezTo>
                    <a:pt x="59" y="43"/>
                    <a:pt x="57" y="47"/>
                    <a:pt x="55" y="45"/>
                  </a:cubicBezTo>
                  <a:cubicBezTo>
                    <a:pt x="56" y="48"/>
                    <a:pt x="55" y="47"/>
                    <a:pt x="54" y="48"/>
                  </a:cubicBezTo>
                  <a:cubicBezTo>
                    <a:pt x="54" y="47"/>
                    <a:pt x="54" y="46"/>
                    <a:pt x="54" y="46"/>
                  </a:cubicBezTo>
                  <a:cubicBezTo>
                    <a:pt x="53" y="46"/>
                    <a:pt x="52" y="46"/>
                    <a:pt x="51" y="45"/>
                  </a:cubicBezTo>
                  <a:cubicBezTo>
                    <a:pt x="51" y="46"/>
                    <a:pt x="50" y="48"/>
                    <a:pt x="50" y="47"/>
                  </a:cubicBezTo>
                  <a:cubicBezTo>
                    <a:pt x="49" y="45"/>
                    <a:pt x="48" y="47"/>
                    <a:pt x="48" y="46"/>
                  </a:cubicBezTo>
                  <a:cubicBezTo>
                    <a:pt x="48" y="48"/>
                    <a:pt x="47" y="49"/>
                    <a:pt x="46" y="49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4" y="47"/>
                    <a:pt x="42" y="44"/>
                    <a:pt x="39" y="47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6" y="47"/>
                    <a:pt x="35" y="45"/>
                    <a:pt x="32" y="47"/>
                  </a:cubicBezTo>
                  <a:cubicBezTo>
                    <a:pt x="33" y="46"/>
                    <a:pt x="30" y="45"/>
                    <a:pt x="30" y="45"/>
                  </a:cubicBezTo>
                  <a:cubicBezTo>
                    <a:pt x="29" y="46"/>
                    <a:pt x="28" y="46"/>
                    <a:pt x="27" y="48"/>
                  </a:cubicBezTo>
                  <a:cubicBezTo>
                    <a:pt x="27" y="48"/>
                    <a:pt x="27" y="46"/>
                    <a:pt x="27" y="46"/>
                  </a:cubicBezTo>
                  <a:cubicBezTo>
                    <a:pt x="26" y="45"/>
                    <a:pt x="26" y="43"/>
                    <a:pt x="25" y="45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4"/>
                    <a:pt x="22" y="46"/>
                    <a:pt x="22" y="44"/>
                  </a:cubicBezTo>
                  <a:cubicBezTo>
                    <a:pt x="21" y="45"/>
                    <a:pt x="20" y="45"/>
                    <a:pt x="20" y="46"/>
                  </a:cubicBezTo>
                  <a:cubicBezTo>
                    <a:pt x="19" y="46"/>
                    <a:pt x="20" y="44"/>
                    <a:pt x="19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9" y="42"/>
                    <a:pt x="17" y="42"/>
                    <a:pt x="15" y="42"/>
                  </a:cubicBezTo>
                  <a:cubicBezTo>
                    <a:pt x="16" y="40"/>
                    <a:pt x="13" y="41"/>
                    <a:pt x="13" y="39"/>
                  </a:cubicBezTo>
                  <a:cubicBezTo>
                    <a:pt x="12" y="40"/>
                    <a:pt x="13" y="38"/>
                    <a:pt x="10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8"/>
                    <a:pt x="11" y="37"/>
                    <a:pt x="12" y="37"/>
                  </a:cubicBezTo>
                  <a:cubicBezTo>
                    <a:pt x="12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1" y="36"/>
                    <a:pt x="11" y="36"/>
                  </a:cubicBezTo>
                  <a:cubicBezTo>
                    <a:pt x="11" y="36"/>
                    <a:pt x="11" y="36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9" y="35"/>
                    <a:pt x="12" y="34"/>
                    <a:pt x="10" y="34"/>
                  </a:cubicBezTo>
                  <a:cubicBezTo>
                    <a:pt x="10" y="34"/>
                    <a:pt x="10" y="33"/>
                    <a:pt x="11" y="32"/>
                  </a:cubicBezTo>
                  <a:cubicBezTo>
                    <a:pt x="10" y="34"/>
                    <a:pt x="10" y="32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9" y="30"/>
                    <a:pt x="5" y="31"/>
                  </a:cubicBezTo>
                  <a:cubicBezTo>
                    <a:pt x="4" y="32"/>
                    <a:pt x="9" y="31"/>
                    <a:pt x="8" y="32"/>
                  </a:cubicBezTo>
                  <a:cubicBezTo>
                    <a:pt x="5" y="32"/>
                    <a:pt x="9" y="34"/>
                    <a:pt x="6" y="3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5" y="33"/>
                    <a:pt x="5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5" y="34"/>
                    <a:pt x="3" y="35"/>
                    <a:pt x="3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1" y="36"/>
                    <a:pt x="4" y="35"/>
                    <a:pt x="4" y="36"/>
                  </a:cubicBezTo>
                  <a:cubicBezTo>
                    <a:pt x="4" y="36"/>
                    <a:pt x="1" y="36"/>
                    <a:pt x="0" y="37"/>
                  </a:cubicBezTo>
                  <a:cubicBezTo>
                    <a:pt x="1" y="38"/>
                    <a:pt x="3" y="40"/>
                    <a:pt x="2" y="42"/>
                  </a:cubicBezTo>
                  <a:cubicBezTo>
                    <a:pt x="3" y="43"/>
                    <a:pt x="4" y="44"/>
                    <a:pt x="6" y="44"/>
                  </a:cubicBezTo>
                  <a:cubicBezTo>
                    <a:pt x="6" y="44"/>
                    <a:pt x="3" y="45"/>
                    <a:pt x="5" y="45"/>
                  </a:cubicBezTo>
                  <a:cubicBezTo>
                    <a:pt x="4" y="46"/>
                    <a:pt x="3" y="47"/>
                    <a:pt x="3" y="47"/>
                  </a:cubicBezTo>
                  <a:cubicBezTo>
                    <a:pt x="4" y="47"/>
                    <a:pt x="4" y="49"/>
                    <a:pt x="5" y="46"/>
                  </a:cubicBezTo>
                  <a:cubicBezTo>
                    <a:pt x="6" y="48"/>
                    <a:pt x="7" y="49"/>
                    <a:pt x="8" y="49"/>
                  </a:cubicBezTo>
                  <a:cubicBezTo>
                    <a:pt x="8" y="49"/>
                    <a:pt x="6" y="50"/>
                    <a:pt x="6" y="51"/>
                  </a:cubicBezTo>
                  <a:cubicBezTo>
                    <a:pt x="8" y="50"/>
                    <a:pt x="9" y="50"/>
                    <a:pt x="10" y="51"/>
                  </a:cubicBezTo>
                  <a:cubicBezTo>
                    <a:pt x="11" y="50"/>
                    <a:pt x="10" y="50"/>
                    <a:pt x="11" y="48"/>
                  </a:cubicBezTo>
                  <a:cubicBezTo>
                    <a:pt x="12" y="48"/>
                    <a:pt x="12" y="48"/>
                    <a:pt x="13" y="48"/>
                  </a:cubicBezTo>
                  <a:cubicBezTo>
                    <a:pt x="12" y="49"/>
                    <a:pt x="10" y="52"/>
                    <a:pt x="11" y="52"/>
                  </a:cubicBezTo>
                  <a:cubicBezTo>
                    <a:pt x="9" y="55"/>
                    <a:pt x="10" y="51"/>
                    <a:pt x="8" y="54"/>
                  </a:cubicBezTo>
                  <a:cubicBezTo>
                    <a:pt x="7" y="55"/>
                    <a:pt x="5" y="54"/>
                    <a:pt x="6" y="53"/>
                  </a:cubicBezTo>
                  <a:cubicBezTo>
                    <a:pt x="3" y="54"/>
                    <a:pt x="6" y="54"/>
                    <a:pt x="4" y="55"/>
                  </a:cubicBezTo>
                  <a:cubicBezTo>
                    <a:pt x="5" y="56"/>
                    <a:pt x="6" y="55"/>
                    <a:pt x="8" y="55"/>
                  </a:cubicBezTo>
                  <a:cubicBezTo>
                    <a:pt x="8" y="54"/>
                    <a:pt x="8" y="54"/>
                    <a:pt x="9" y="53"/>
                  </a:cubicBezTo>
                  <a:cubicBezTo>
                    <a:pt x="11" y="52"/>
                    <a:pt x="9" y="56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7"/>
                    <a:pt x="10" y="56"/>
                    <a:pt x="11" y="57"/>
                  </a:cubicBezTo>
                  <a:cubicBezTo>
                    <a:pt x="9" y="60"/>
                    <a:pt x="9" y="56"/>
                    <a:pt x="8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1"/>
                    <a:pt x="9" y="58"/>
                    <a:pt x="10" y="59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1" y="59"/>
                    <a:pt x="11" y="57"/>
                    <a:pt x="11" y="57"/>
                  </a:cubicBezTo>
                  <a:cubicBezTo>
                    <a:pt x="13" y="55"/>
                    <a:pt x="11" y="57"/>
                    <a:pt x="13" y="57"/>
                  </a:cubicBezTo>
                  <a:cubicBezTo>
                    <a:pt x="14" y="56"/>
                    <a:pt x="12" y="57"/>
                    <a:pt x="13" y="56"/>
                  </a:cubicBezTo>
                  <a:cubicBezTo>
                    <a:pt x="14" y="54"/>
                    <a:pt x="14" y="54"/>
                    <a:pt x="15" y="54"/>
                  </a:cubicBezTo>
                  <a:cubicBezTo>
                    <a:pt x="15" y="55"/>
                    <a:pt x="14" y="56"/>
                    <a:pt x="14" y="57"/>
                  </a:cubicBezTo>
                  <a:cubicBezTo>
                    <a:pt x="14" y="58"/>
                    <a:pt x="13" y="57"/>
                    <a:pt x="14" y="57"/>
                  </a:cubicBezTo>
                  <a:cubicBezTo>
                    <a:pt x="12" y="58"/>
                    <a:pt x="12" y="60"/>
                    <a:pt x="11" y="61"/>
                  </a:cubicBezTo>
                  <a:cubicBezTo>
                    <a:pt x="11" y="62"/>
                    <a:pt x="12" y="60"/>
                    <a:pt x="13" y="60"/>
                  </a:cubicBezTo>
                  <a:cubicBezTo>
                    <a:pt x="13" y="60"/>
                    <a:pt x="14" y="58"/>
                    <a:pt x="14" y="58"/>
                  </a:cubicBezTo>
                  <a:cubicBezTo>
                    <a:pt x="17" y="54"/>
                    <a:pt x="13" y="61"/>
                    <a:pt x="15" y="61"/>
                  </a:cubicBezTo>
                  <a:cubicBezTo>
                    <a:pt x="16" y="58"/>
                    <a:pt x="18" y="58"/>
                    <a:pt x="19" y="54"/>
                  </a:cubicBezTo>
                  <a:cubicBezTo>
                    <a:pt x="19" y="54"/>
                    <a:pt x="20" y="53"/>
                    <a:pt x="20" y="54"/>
                  </a:cubicBezTo>
                  <a:cubicBezTo>
                    <a:pt x="19" y="56"/>
                    <a:pt x="20" y="56"/>
                    <a:pt x="18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7" y="61"/>
                    <a:pt x="17" y="63"/>
                    <a:pt x="17" y="64"/>
                  </a:cubicBezTo>
                  <a:cubicBezTo>
                    <a:pt x="18" y="63"/>
                    <a:pt x="18" y="62"/>
                    <a:pt x="19" y="62"/>
                  </a:cubicBezTo>
                  <a:cubicBezTo>
                    <a:pt x="18" y="62"/>
                    <a:pt x="18" y="63"/>
                    <a:pt x="19" y="64"/>
                  </a:cubicBezTo>
                  <a:cubicBezTo>
                    <a:pt x="18" y="63"/>
                    <a:pt x="20" y="61"/>
                    <a:pt x="20" y="60"/>
                  </a:cubicBezTo>
                  <a:cubicBezTo>
                    <a:pt x="21" y="61"/>
                    <a:pt x="21" y="63"/>
                    <a:pt x="20" y="63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3"/>
                    <a:pt x="19" y="65"/>
                    <a:pt x="20" y="65"/>
                  </a:cubicBezTo>
                  <a:cubicBezTo>
                    <a:pt x="20" y="64"/>
                    <a:pt x="21" y="62"/>
                    <a:pt x="22" y="61"/>
                  </a:cubicBezTo>
                  <a:cubicBezTo>
                    <a:pt x="22" y="61"/>
                    <a:pt x="22" y="62"/>
                    <a:pt x="23" y="62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2" y="63"/>
                    <a:pt x="21" y="66"/>
                    <a:pt x="22" y="66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3" y="65"/>
                    <a:pt x="23" y="65"/>
                    <a:pt x="24" y="65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4" y="65"/>
                    <a:pt x="25" y="63"/>
                    <a:pt x="25" y="65"/>
                  </a:cubicBezTo>
                  <a:cubicBezTo>
                    <a:pt x="25" y="63"/>
                    <a:pt x="24" y="65"/>
                    <a:pt x="24" y="64"/>
                  </a:cubicBezTo>
                  <a:cubicBezTo>
                    <a:pt x="24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3"/>
                    <a:pt x="26" y="64"/>
                    <a:pt x="26" y="65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6"/>
                    <a:pt x="28" y="62"/>
                    <a:pt x="28" y="64"/>
                  </a:cubicBezTo>
                  <a:cubicBezTo>
                    <a:pt x="28" y="65"/>
                    <a:pt x="27" y="66"/>
                    <a:pt x="27" y="67"/>
                  </a:cubicBezTo>
                  <a:cubicBezTo>
                    <a:pt x="28" y="64"/>
                    <a:pt x="29" y="64"/>
                    <a:pt x="30" y="62"/>
                  </a:cubicBezTo>
                  <a:cubicBezTo>
                    <a:pt x="30" y="63"/>
                    <a:pt x="28" y="65"/>
                    <a:pt x="28" y="67"/>
                  </a:cubicBezTo>
                  <a:cubicBezTo>
                    <a:pt x="29" y="65"/>
                    <a:pt x="29" y="69"/>
                    <a:pt x="30" y="66"/>
                  </a:cubicBezTo>
                  <a:cubicBezTo>
                    <a:pt x="30" y="65"/>
                    <a:pt x="31" y="64"/>
                    <a:pt x="31" y="63"/>
                  </a:cubicBezTo>
                  <a:cubicBezTo>
                    <a:pt x="32" y="64"/>
                    <a:pt x="31" y="64"/>
                    <a:pt x="31" y="66"/>
                  </a:cubicBezTo>
                  <a:cubicBezTo>
                    <a:pt x="32" y="65"/>
                    <a:pt x="32" y="63"/>
                    <a:pt x="32" y="62"/>
                  </a:cubicBezTo>
                  <a:cubicBezTo>
                    <a:pt x="32" y="63"/>
                    <a:pt x="33" y="61"/>
                    <a:pt x="34" y="62"/>
                  </a:cubicBezTo>
                  <a:cubicBezTo>
                    <a:pt x="33" y="64"/>
                    <a:pt x="32" y="63"/>
                    <a:pt x="33" y="64"/>
                  </a:cubicBezTo>
                  <a:cubicBezTo>
                    <a:pt x="34" y="65"/>
                    <a:pt x="34" y="60"/>
                    <a:pt x="35" y="60"/>
                  </a:cubicBezTo>
                  <a:cubicBezTo>
                    <a:pt x="35" y="59"/>
                    <a:pt x="36" y="56"/>
                    <a:pt x="36" y="55"/>
                  </a:cubicBezTo>
                  <a:cubicBezTo>
                    <a:pt x="37" y="56"/>
                    <a:pt x="36" y="56"/>
                    <a:pt x="36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6" y="61"/>
                    <a:pt x="34" y="63"/>
                    <a:pt x="34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65"/>
                    <a:pt x="34" y="66"/>
                    <a:pt x="34" y="67"/>
                  </a:cubicBezTo>
                  <a:cubicBezTo>
                    <a:pt x="35" y="65"/>
                    <a:pt x="36" y="67"/>
                    <a:pt x="36" y="66"/>
                  </a:cubicBezTo>
                  <a:cubicBezTo>
                    <a:pt x="36" y="65"/>
                    <a:pt x="35" y="67"/>
                    <a:pt x="36" y="65"/>
                  </a:cubicBezTo>
                  <a:cubicBezTo>
                    <a:pt x="36" y="65"/>
                    <a:pt x="37" y="62"/>
                    <a:pt x="37" y="63"/>
                  </a:cubicBezTo>
                  <a:cubicBezTo>
                    <a:pt x="37" y="65"/>
                    <a:pt x="37" y="66"/>
                    <a:pt x="37" y="67"/>
                  </a:cubicBezTo>
                  <a:cubicBezTo>
                    <a:pt x="37" y="68"/>
                    <a:pt x="37" y="65"/>
                    <a:pt x="38" y="66"/>
                  </a:cubicBezTo>
                  <a:cubicBezTo>
                    <a:pt x="38" y="67"/>
                    <a:pt x="38" y="67"/>
                    <a:pt x="38" y="67"/>
                  </a:cubicBezTo>
                  <a:cubicBezTo>
                    <a:pt x="40" y="68"/>
                    <a:pt x="42" y="67"/>
                    <a:pt x="45" y="63"/>
                  </a:cubicBezTo>
                  <a:cubicBezTo>
                    <a:pt x="45" y="65"/>
                    <a:pt x="45" y="65"/>
                    <a:pt x="46" y="67"/>
                  </a:cubicBezTo>
                  <a:cubicBezTo>
                    <a:pt x="46" y="66"/>
                    <a:pt x="46" y="65"/>
                    <a:pt x="47" y="6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8" y="68"/>
                    <a:pt x="49" y="66"/>
                    <a:pt x="49" y="65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50" y="68"/>
                    <a:pt x="50" y="65"/>
                    <a:pt x="50" y="65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4"/>
                    <a:pt x="52" y="65"/>
                    <a:pt x="52" y="67"/>
                  </a:cubicBezTo>
                  <a:cubicBezTo>
                    <a:pt x="52" y="66"/>
                    <a:pt x="52" y="66"/>
                    <a:pt x="52" y="65"/>
                  </a:cubicBezTo>
                  <a:cubicBezTo>
                    <a:pt x="52" y="67"/>
                    <a:pt x="54" y="67"/>
                    <a:pt x="55" y="66"/>
                  </a:cubicBezTo>
                  <a:cubicBezTo>
                    <a:pt x="54" y="65"/>
                    <a:pt x="54" y="65"/>
                    <a:pt x="54" y="63"/>
                  </a:cubicBezTo>
                  <a:cubicBezTo>
                    <a:pt x="54" y="61"/>
                    <a:pt x="55" y="64"/>
                    <a:pt x="55" y="62"/>
                  </a:cubicBezTo>
                  <a:cubicBezTo>
                    <a:pt x="55" y="63"/>
                    <a:pt x="55" y="64"/>
                    <a:pt x="55" y="65"/>
                  </a:cubicBezTo>
                  <a:cubicBezTo>
                    <a:pt x="56" y="68"/>
                    <a:pt x="58" y="65"/>
                    <a:pt x="59" y="66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61" y="67"/>
                    <a:pt x="62" y="64"/>
                    <a:pt x="63" y="65"/>
                  </a:cubicBezTo>
                  <a:cubicBezTo>
                    <a:pt x="63" y="65"/>
                    <a:pt x="63" y="62"/>
                    <a:pt x="64" y="62"/>
                  </a:cubicBezTo>
                  <a:cubicBezTo>
                    <a:pt x="64" y="60"/>
                    <a:pt x="64" y="64"/>
                    <a:pt x="65" y="66"/>
                  </a:cubicBezTo>
                  <a:cubicBezTo>
                    <a:pt x="65" y="65"/>
                    <a:pt x="65" y="64"/>
                    <a:pt x="66" y="64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6" y="64"/>
                    <a:pt x="67" y="63"/>
                    <a:pt x="67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7" y="64"/>
                    <a:pt x="68" y="66"/>
                    <a:pt x="68" y="65"/>
                  </a:cubicBezTo>
                  <a:cubicBezTo>
                    <a:pt x="68" y="64"/>
                    <a:pt x="69" y="65"/>
                    <a:pt x="69" y="63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9" y="62"/>
                    <a:pt x="69" y="62"/>
                    <a:pt x="69" y="62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71" y="66"/>
                    <a:pt x="70" y="63"/>
                    <a:pt x="70" y="62"/>
                  </a:cubicBezTo>
                  <a:cubicBezTo>
                    <a:pt x="71" y="61"/>
                    <a:pt x="71" y="63"/>
                    <a:pt x="71" y="63"/>
                  </a:cubicBezTo>
                  <a:cubicBezTo>
                    <a:pt x="71" y="64"/>
                    <a:pt x="71" y="63"/>
                    <a:pt x="71" y="63"/>
                  </a:cubicBezTo>
                  <a:cubicBezTo>
                    <a:pt x="70" y="65"/>
                    <a:pt x="71" y="64"/>
                    <a:pt x="71" y="65"/>
                  </a:cubicBezTo>
                  <a:cubicBezTo>
                    <a:pt x="71" y="65"/>
                    <a:pt x="71" y="63"/>
                    <a:pt x="72" y="63"/>
                  </a:cubicBezTo>
                  <a:cubicBezTo>
                    <a:pt x="72" y="63"/>
                    <a:pt x="73" y="63"/>
                    <a:pt x="73" y="65"/>
                  </a:cubicBezTo>
                  <a:cubicBezTo>
                    <a:pt x="73" y="64"/>
                    <a:pt x="73" y="64"/>
                    <a:pt x="73" y="63"/>
                  </a:cubicBezTo>
                  <a:cubicBezTo>
                    <a:pt x="73" y="63"/>
                    <a:pt x="73" y="62"/>
                    <a:pt x="72" y="6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1"/>
                    <a:pt x="74" y="62"/>
                    <a:pt x="74" y="60"/>
                  </a:cubicBezTo>
                  <a:cubicBezTo>
                    <a:pt x="74" y="62"/>
                    <a:pt x="74" y="62"/>
                    <a:pt x="74" y="62"/>
                  </a:cubicBezTo>
                  <a:cubicBezTo>
                    <a:pt x="74" y="61"/>
                    <a:pt x="75" y="61"/>
                    <a:pt x="75" y="61"/>
                  </a:cubicBezTo>
                  <a:cubicBezTo>
                    <a:pt x="75" y="62"/>
                    <a:pt x="75" y="64"/>
                    <a:pt x="76" y="65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7" y="63"/>
                    <a:pt x="77" y="63"/>
                    <a:pt x="77" y="64"/>
                  </a:cubicBezTo>
                  <a:cubicBezTo>
                    <a:pt x="78" y="65"/>
                    <a:pt x="78" y="59"/>
                    <a:pt x="79" y="61"/>
                  </a:cubicBezTo>
                  <a:cubicBezTo>
                    <a:pt x="79" y="63"/>
                    <a:pt x="79" y="63"/>
                    <a:pt x="80" y="64"/>
                  </a:cubicBezTo>
                  <a:cubicBezTo>
                    <a:pt x="80" y="63"/>
                    <a:pt x="80" y="63"/>
                    <a:pt x="80" y="62"/>
                  </a:cubicBezTo>
                  <a:cubicBezTo>
                    <a:pt x="80" y="61"/>
                    <a:pt x="80" y="64"/>
                    <a:pt x="79" y="63"/>
                  </a:cubicBezTo>
                  <a:cubicBezTo>
                    <a:pt x="79" y="61"/>
                    <a:pt x="80" y="62"/>
                    <a:pt x="80" y="61"/>
                  </a:cubicBezTo>
                  <a:cubicBezTo>
                    <a:pt x="81" y="66"/>
                    <a:pt x="83" y="62"/>
                    <a:pt x="84" y="64"/>
                  </a:cubicBezTo>
                  <a:cubicBezTo>
                    <a:pt x="84" y="61"/>
                    <a:pt x="85" y="63"/>
                    <a:pt x="85" y="62"/>
                  </a:cubicBezTo>
                  <a:cubicBezTo>
                    <a:pt x="85" y="65"/>
                    <a:pt x="86" y="62"/>
                    <a:pt x="86" y="63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7" y="62"/>
                    <a:pt x="87" y="57"/>
                    <a:pt x="88" y="60"/>
                  </a:cubicBezTo>
                  <a:cubicBezTo>
                    <a:pt x="88" y="60"/>
                    <a:pt x="88" y="61"/>
                    <a:pt x="88" y="62"/>
                  </a:cubicBezTo>
                  <a:cubicBezTo>
                    <a:pt x="89" y="65"/>
                    <a:pt x="89" y="59"/>
                    <a:pt x="90" y="62"/>
                  </a:cubicBezTo>
                  <a:cubicBezTo>
                    <a:pt x="90" y="61"/>
                    <a:pt x="89" y="60"/>
                    <a:pt x="90" y="59"/>
                  </a:cubicBezTo>
                  <a:cubicBezTo>
                    <a:pt x="91" y="60"/>
                    <a:pt x="92" y="61"/>
                    <a:pt x="92" y="62"/>
                  </a:cubicBezTo>
                  <a:cubicBezTo>
                    <a:pt x="92" y="61"/>
                    <a:pt x="92" y="60"/>
                    <a:pt x="92" y="61"/>
                  </a:cubicBezTo>
                  <a:cubicBezTo>
                    <a:pt x="93" y="62"/>
                    <a:pt x="92" y="62"/>
                    <a:pt x="92" y="62"/>
                  </a:cubicBezTo>
                  <a:cubicBezTo>
                    <a:pt x="93" y="63"/>
                    <a:pt x="93" y="61"/>
                    <a:pt x="94" y="60"/>
                  </a:cubicBezTo>
                  <a:cubicBezTo>
                    <a:pt x="94" y="62"/>
                    <a:pt x="95" y="61"/>
                    <a:pt x="96" y="62"/>
                  </a:cubicBezTo>
                  <a:cubicBezTo>
                    <a:pt x="96" y="60"/>
                    <a:pt x="98" y="63"/>
                    <a:pt x="97" y="60"/>
                  </a:cubicBezTo>
                  <a:cubicBezTo>
                    <a:pt x="98" y="61"/>
                    <a:pt x="98" y="61"/>
                    <a:pt x="98" y="61"/>
                  </a:cubicBezTo>
                  <a:cubicBezTo>
                    <a:pt x="98" y="60"/>
                    <a:pt x="98" y="58"/>
                    <a:pt x="98" y="58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99" y="62"/>
                    <a:pt x="99" y="60"/>
                    <a:pt x="100" y="61"/>
                  </a:cubicBezTo>
                  <a:cubicBezTo>
                    <a:pt x="99" y="59"/>
                    <a:pt x="100" y="61"/>
                    <a:pt x="100" y="60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1" y="58"/>
                    <a:pt x="100" y="58"/>
                    <a:pt x="101" y="57"/>
                  </a:cubicBezTo>
                  <a:cubicBezTo>
                    <a:pt x="101" y="57"/>
                    <a:pt x="101" y="60"/>
                    <a:pt x="101" y="59"/>
                  </a:cubicBezTo>
                  <a:cubicBezTo>
                    <a:pt x="102" y="60"/>
                    <a:pt x="102" y="60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60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59"/>
                    <a:pt x="104" y="59"/>
                  </a:cubicBezTo>
                  <a:cubicBezTo>
                    <a:pt x="106" y="60"/>
                    <a:pt x="108" y="58"/>
                    <a:pt x="108" y="57"/>
                  </a:cubicBezTo>
                  <a:cubicBezTo>
                    <a:pt x="108" y="57"/>
                    <a:pt x="108" y="58"/>
                    <a:pt x="108" y="58"/>
                  </a:cubicBezTo>
                  <a:cubicBezTo>
                    <a:pt x="108" y="57"/>
                    <a:pt x="108" y="56"/>
                    <a:pt x="109" y="57"/>
                  </a:cubicBezTo>
                  <a:cubicBezTo>
                    <a:pt x="109" y="56"/>
                    <a:pt x="109" y="58"/>
                    <a:pt x="110" y="58"/>
                  </a:cubicBezTo>
                  <a:cubicBezTo>
                    <a:pt x="110" y="58"/>
                    <a:pt x="110" y="56"/>
                    <a:pt x="109" y="56"/>
                  </a:cubicBezTo>
                  <a:cubicBezTo>
                    <a:pt x="111" y="59"/>
                    <a:pt x="111" y="55"/>
                    <a:pt x="113" y="56"/>
                  </a:cubicBezTo>
                  <a:cubicBezTo>
                    <a:pt x="113" y="56"/>
                    <a:pt x="113" y="57"/>
                    <a:pt x="113" y="57"/>
                  </a:cubicBezTo>
                  <a:cubicBezTo>
                    <a:pt x="114" y="56"/>
                    <a:pt x="114" y="55"/>
                    <a:pt x="115" y="53"/>
                  </a:cubicBezTo>
                  <a:cubicBezTo>
                    <a:pt x="115" y="55"/>
                    <a:pt x="115" y="55"/>
                    <a:pt x="115" y="55"/>
                  </a:cubicBezTo>
                  <a:cubicBezTo>
                    <a:pt x="115" y="55"/>
                    <a:pt x="116" y="55"/>
                    <a:pt x="116" y="54"/>
                  </a:cubicBezTo>
                  <a:cubicBezTo>
                    <a:pt x="115" y="52"/>
                    <a:pt x="116" y="51"/>
                    <a:pt x="116" y="51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8" y="51"/>
                    <a:pt x="117" y="51"/>
                    <a:pt x="117" y="52"/>
                  </a:cubicBezTo>
                  <a:cubicBezTo>
                    <a:pt x="118" y="54"/>
                    <a:pt x="119" y="53"/>
                    <a:pt x="119" y="53"/>
                  </a:cubicBezTo>
                  <a:cubicBezTo>
                    <a:pt x="119" y="51"/>
                    <a:pt x="119" y="51"/>
                    <a:pt x="119" y="51"/>
                  </a:cubicBezTo>
                  <a:cubicBezTo>
                    <a:pt x="120" y="51"/>
                    <a:pt x="120" y="53"/>
                    <a:pt x="120" y="53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8"/>
                    <a:pt x="121" y="50"/>
                    <a:pt x="121" y="51"/>
                  </a:cubicBezTo>
                  <a:cubicBezTo>
                    <a:pt x="122" y="50"/>
                    <a:pt x="122" y="47"/>
                    <a:pt x="122" y="45"/>
                  </a:cubicBezTo>
                  <a:cubicBezTo>
                    <a:pt x="122" y="46"/>
                    <a:pt x="123" y="44"/>
                    <a:pt x="123" y="44"/>
                  </a:cubicBezTo>
                  <a:cubicBezTo>
                    <a:pt x="124" y="45"/>
                    <a:pt x="123" y="44"/>
                    <a:pt x="123" y="45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3" y="47"/>
                    <a:pt x="125" y="49"/>
                    <a:pt x="125" y="50"/>
                  </a:cubicBezTo>
                  <a:cubicBezTo>
                    <a:pt x="125" y="49"/>
                    <a:pt x="126" y="49"/>
                    <a:pt x="127" y="50"/>
                  </a:cubicBezTo>
                  <a:cubicBezTo>
                    <a:pt x="126" y="47"/>
                    <a:pt x="128" y="48"/>
                    <a:pt x="127" y="45"/>
                  </a:cubicBezTo>
                  <a:cubicBezTo>
                    <a:pt x="128" y="45"/>
                    <a:pt x="128" y="47"/>
                    <a:pt x="129" y="48"/>
                  </a:cubicBezTo>
                  <a:cubicBezTo>
                    <a:pt x="129" y="46"/>
                    <a:pt x="131" y="47"/>
                    <a:pt x="131" y="46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2" y="46"/>
                    <a:pt x="134" y="46"/>
                    <a:pt x="133" y="43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5" y="45"/>
                    <a:pt x="133" y="42"/>
                    <a:pt x="134" y="43"/>
                  </a:cubicBezTo>
                  <a:cubicBezTo>
                    <a:pt x="135" y="44"/>
                    <a:pt x="135" y="44"/>
                    <a:pt x="135" y="44"/>
                  </a:cubicBezTo>
                  <a:cubicBezTo>
                    <a:pt x="135" y="43"/>
                    <a:pt x="136" y="45"/>
                    <a:pt x="136" y="43"/>
                  </a:cubicBezTo>
                  <a:cubicBezTo>
                    <a:pt x="136" y="44"/>
                    <a:pt x="136" y="44"/>
                    <a:pt x="136" y="44"/>
                  </a:cubicBezTo>
                  <a:cubicBezTo>
                    <a:pt x="137" y="43"/>
                    <a:pt x="138" y="43"/>
                    <a:pt x="137" y="41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139" y="44"/>
                    <a:pt x="138" y="41"/>
                    <a:pt x="139" y="41"/>
                  </a:cubicBezTo>
                  <a:cubicBezTo>
                    <a:pt x="139" y="42"/>
                    <a:pt x="140" y="42"/>
                    <a:pt x="139" y="42"/>
                  </a:cubicBezTo>
                  <a:cubicBezTo>
                    <a:pt x="139" y="41"/>
                    <a:pt x="140" y="41"/>
                    <a:pt x="140" y="40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5" y="41"/>
                    <a:pt x="148" y="39"/>
                    <a:pt x="150" y="36"/>
                  </a:cubicBezTo>
                  <a:cubicBezTo>
                    <a:pt x="152" y="38"/>
                    <a:pt x="150" y="38"/>
                    <a:pt x="151" y="39"/>
                  </a:cubicBezTo>
                  <a:cubicBezTo>
                    <a:pt x="150" y="37"/>
                    <a:pt x="151" y="38"/>
                    <a:pt x="152" y="37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52" y="37"/>
                    <a:pt x="153" y="38"/>
                    <a:pt x="153" y="37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53" y="35"/>
                    <a:pt x="155" y="38"/>
                    <a:pt x="154" y="36"/>
                  </a:cubicBezTo>
                  <a:cubicBezTo>
                    <a:pt x="155" y="37"/>
                    <a:pt x="155" y="37"/>
                    <a:pt x="155" y="37"/>
                  </a:cubicBezTo>
                  <a:cubicBezTo>
                    <a:pt x="154" y="35"/>
                    <a:pt x="156" y="37"/>
                    <a:pt x="156" y="35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57" y="36"/>
                    <a:pt x="156" y="32"/>
                    <a:pt x="157" y="34"/>
                  </a:cubicBezTo>
                  <a:cubicBezTo>
                    <a:pt x="157" y="33"/>
                    <a:pt x="158" y="32"/>
                    <a:pt x="157" y="31"/>
                  </a:cubicBezTo>
                  <a:cubicBezTo>
                    <a:pt x="158" y="33"/>
                    <a:pt x="158" y="33"/>
                    <a:pt x="158" y="33"/>
                  </a:cubicBezTo>
                  <a:cubicBezTo>
                    <a:pt x="160" y="30"/>
                    <a:pt x="163" y="29"/>
                    <a:pt x="162" y="26"/>
                  </a:cubicBezTo>
                  <a:cubicBezTo>
                    <a:pt x="163" y="27"/>
                    <a:pt x="163" y="27"/>
                    <a:pt x="163" y="27"/>
                  </a:cubicBezTo>
                  <a:cubicBezTo>
                    <a:pt x="163" y="24"/>
                    <a:pt x="167" y="27"/>
                    <a:pt x="165" y="23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5" y="21"/>
                    <a:pt x="167" y="21"/>
                    <a:pt x="166" y="20"/>
                  </a:cubicBezTo>
                  <a:cubicBezTo>
                    <a:pt x="166" y="21"/>
                    <a:pt x="166" y="21"/>
                    <a:pt x="167" y="21"/>
                  </a:cubicBezTo>
                  <a:cubicBezTo>
                    <a:pt x="167" y="21"/>
                    <a:pt x="166" y="19"/>
                    <a:pt x="167" y="19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71" y="20"/>
                    <a:pt x="176" y="17"/>
                    <a:pt x="174" y="13"/>
                  </a:cubicBezTo>
                  <a:cubicBezTo>
                    <a:pt x="174" y="12"/>
                    <a:pt x="177" y="14"/>
                    <a:pt x="177" y="14"/>
                  </a:cubicBezTo>
                  <a:cubicBezTo>
                    <a:pt x="175" y="10"/>
                    <a:pt x="181" y="9"/>
                    <a:pt x="177" y="5"/>
                  </a:cubicBezTo>
                  <a:close/>
                  <a:moveTo>
                    <a:pt x="10" y="32"/>
                  </a:moveTo>
                  <a:cubicBezTo>
                    <a:pt x="10" y="32"/>
                    <a:pt x="10" y="32"/>
                    <a:pt x="10" y="31"/>
                  </a:cubicBezTo>
                  <a:cubicBezTo>
                    <a:pt x="10" y="32"/>
                    <a:pt x="10" y="32"/>
                    <a:pt x="10" y="32"/>
                  </a:cubicBezTo>
                  <a:close/>
                  <a:moveTo>
                    <a:pt x="6" y="35"/>
                  </a:moveTo>
                  <a:cubicBezTo>
                    <a:pt x="6" y="35"/>
                    <a:pt x="6" y="35"/>
                    <a:pt x="5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6" y="35"/>
                    <a:pt x="6" y="35"/>
                  </a:cubicBezTo>
                  <a:close/>
                  <a:moveTo>
                    <a:pt x="10" y="35"/>
                  </a:moveTo>
                  <a:cubicBezTo>
                    <a:pt x="10" y="35"/>
                    <a:pt x="10" y="35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lose/>
                  <a:moveTo>
                    <a:pt x="9" y="32"/>
                  </a:moveTo>
                  <a:cubicBezTo>
                    <a:pt x="9" y="33"/>
                    <a:pt x="8" y="33"/>
                    <a:pt x="8" y="33"/>
                  </a:cubicBezTo>
                  <a:cubicBezTo>
                    <a:pt x="9" y="31"/>
                    <a:pt x="10" y="31"/>
                    <a:pt x="10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9" y="34"/>
                    <a:pt x="9" y="32"/>
                  </a:cubicBezTo>
                  <a:close/>
                  <a:moveTo>
                    <a:pt x="7" y="35"/>
                  </a:moveTo>
                  <a:cubicBezTo>
                    <a:pt x="7" y="35"/>
                    <a:pt x="7" y="34"/>
                    <a:pt x="7" y="34"/>
                  </a:cubicBezTo>
                  <a:cubicBezTo>
                    <a:pt x="7" y="34"/>
                    <a:pt x="7" y="34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lose/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6"/>
                    <a:pt x="9" y="35"/>
                    <a:pt x="9" y="35"/>
                  </a:cubicBezTo>
                  <a:cubicBezTo>
                    <a:pt x="9" y="35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6"/>
                    <a:pt x="8" y="36"/>
                    <a:pt x="7" y="35"/>
                  </a:cubicBezTo>
                  <a:close/>
                  <a:moveTo>
                    <a:pt x="9" y="36"/>
                  </a:move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7"/>
                  </a:cubicBezTo>
                  <a:cubicBezTo>
                    <a:pt x="10" y="36"/>
                    <a:pt x="9" y="36"/>
                    <a:pt x="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0" name="Freeform 435"/>
            <p:cNvSpPr/>
            <p:nvPr>
              <p:custDataLst>
                <p:tags r:id="rId33"/>
              </p:custDataLst>
            </p:nvPr>
          </p:nvSpPr>
          <p:spPr bwMode="auto">
            <a:xfrm>
              <a:off x="3712" y="2809"/>
              <a:ext cx="4" cy="2"/>
            </a:xfrm>
            <a:custGeom>
              <a:avLst/>
              <a:gdLst>
                <a:gd name="T0" fmla="*/ 1 w 2"/>
                <a:gd name="T1" fmla="*/ 0 h 1"/>
                <a:gd name="T2" fmla="*/ 0 w 2"/>
                <a:gd name="T3" fmla="*/ 1 h 1"/>
                <a:gd name="T4" fmla="*/ 2 w 2"/>
                <a:gd name="T5" fmla="*/ 0 h 1"/>
                <a:gd name="T6" fmla="*/ 1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1" name="Freeform 436"/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3434" y="1624"/>
              <a:ext cx="862" cy="1213"/>
            </a:xfrm>
            <a:custGeom>
              <a:avLst/>
              <a:gdLst>
                <a:gd name="T0" fmla="*/ 172 w 406"/>
                <a:gd name="T1" fmla="*/ 570 h 572"/>
                <a:gd name="T2" fmla="*/ 205 w 406"/>
                <a:gd name="T3" fmla="*/ 568 h 572"/>
                <a:gd name="T4" fmla="*/ 239 w 406"/>
                <a:gd name="T5" fmla="*/ 564 h 572"/>
                <a:gd name="T6" fmla="*/ 281 w 406"/>
                <a:gd name="T7" fmla="*/ 547 h 572"/>
                <a:gd name="T8" fmla="*/ 300 w 406"/>
                <a:gd name="T9" fmla="*/ 522 h 572"/>
                <a:gd name="T10" fmla="*/ 204 w 406"/>
                <a:gd name="T11" fmla="*/ 395 h 572"/>
                <a:gd name="T12" fmla="*/ 207 w 406"/>
                <a:gd name="T13" fmla="*/ 339 h 572"/>
                <a:gd name="T14" fmla="*/ 214 w 406"/>
                <a:gd name="T15" fmla="*/ 279 h 572"/>
                <a:gd name="T16" fmla="*/ 177 w 406"/>
                <a:gd name="T17" fmla="*/ 304 h 572"/>
                <a:gd name="T18" fmla="*/ 184 w 406"/>
                <a:gd name="T19" fmla="*/ 298 h 572"/>
                <a:gd name="T20" fmla="*/ 197 w 406"/>
                <a:gd name="T21" fmla="*/ 321 h 572"/>
                <a:gd name="T22" fmla="*/ 186 w 406"/>
                <a:gd name="T23" fmla="*/ 337 h 572"/>
                <a:gd name="T24" fmla="*/ 190 w 406"/>
                <a:gd name="T25" fmla="*/ 347 h 572"/>
                <a:gd name="T26" fmla="*/ 189 w 406"/>
                <a:gd name="T27" fmla="*/ 365 h 572"/>
                <a:gd name="T28" fmla="*/ 189 w 406"/>
                <a:gd name="T29" fmla="*/ 382 h 572"/>
                <a:gd name="T30" fmla="*/ 194 w 406"/>
                <a:gd name="T31" fmla="*/ 401 h 572"/>
                <a:gd name="T32" fmla="*/ 198 w 406"/>
                <a:gd name="T33" fmla="*/ 426 h 572"/>
                <a:gd name="T34" fmla="*/ 92 w 406"/>
                <a:gd name="T35" fmla="*/ 277 h 572"/>
                <a:gd name="T36" fmla="*/ 68 w 406"/>
                <a:gd name="T37" fmla="*/ 218 h 572"/>
                <a:gd name="T38" fmla="*/ 189 w 406"/>
                <a:gd name="T39" fmla="*/ 198 h 572"/>
                <a:gd name="T40" fmla="*/ 299 w 406"/>
                <a:gd name="T41" fmla="*/ 279 h 572"/>
                <a:gd name="T42" fmla="*/ 240 w 406"/>
                <a:gd name="T43" fmla="*/ 425 h 572"/>
                <a:gd name="T44" fmla="*/ 250 w 406"/>
                <a:gd name="T45" fmla="*/ 401 h 572"/>
                <a:gd name="T46" fmla="*/ 257 w 406"/>
                <a:gd name="T47" fmla="*/ 380 h 572"/>
                <a:gd name="T48" fmla="*/ 262 w 406"/>
                <a:gd name="T49" fmla="*/ 342 h 572"/>
                <a:gd name="T50" fmla="*/ 279 w 406"/>
                <a:gd name="T51" fmla="*/ 305 h 572"/>
                <a:gd name="T52" fmla="*/ 323 w 406"/>
                <a:gd name="T53" fmla="*/ 287 h 572"/>
                <a:gd name="T54" fmla="*/ 345 w 406"/>
                <a:gd name="T55" fmla="*/ 231 h 572"/>
                <a:gd name="T56" fmla="*/ 313 w 406"/>
                <a:gd name="T57" fmla="*/ 163 h 572"/>
                <a:gd name="T58" fmla="*/ 199 w 406"/>
                <a:gd name="T59" fmla="*/ 120 h 572"/>
                <a:gd name="T60" fmla="*/ 99 w 406"/>
                <a:gd name="T61" fmla="*/ 189 h 572"/>
                <a:gd name="T62" fmla="*/ 67 w 406"/>
                <a:gd name="T63" fmla="*/ 156 h 572"/>
                <a:gd name="T64" fmla="*/ 18 w 406"/>
                <a:gd name="T65" fmla="*/ 247 h 572"/>
                <a:gd name="T66" fmla="*/ 17 w 406"/>
                <a:gd name="T67" fmla="*/ 216 h 572"/>
                <a:gd name="T68" fmla="*/ 18 w 406"/>
                <a:gd name="T69" fmla="*/ 212 h 572"/>
                <a:gd name="T70" fmla="*/ 18 w 406"/>
                <a:gd name="T71" fmla="*/ 213 h 572"/>
                <a:gd name="T72" fmla="*/ 20 w 406"/>
                <a:gd name="T73" fmla="*/ 216 h 572"/>
                <a:gd name="T74" fmla="*/ 36 w 406"/>
                <a:gd name="T75" fmla="*/ 256 h 572"/>
                <a:gd name="T76" fmla="*/ 80 w 406"/>
                <a:gd name="T77" fmla="*/ 293 h 572"/>
                <a:gd name="T78" fmla="*/ 143 w 406"/>
                <a:gd name="T79" fmla="*/ 304 h 572"/>
                <a:gd name="T80" fmla="*/ 162 w 406"/>
                <a:gd name="T81" fmla="*/ 375 h 572"/>
                <a:gd name="T82" fmla="*/ 177 w 406"/>
                <a:gd name="T83" fmla="*/ 504 h 572"/>
                <a:gd name="T84" fmla="*/ 192 w 406"/>
                <a:gd name="T85" fmla="*/ 530 h 572"/>
                <a:gd name="T86" fmla="*/ 191 w 406"/>
                <a:gd name="T87" fmla="*/ 504 h 572"/>
                <a:gd name="T88" fmla="*/ 192 w 406"/>
                <a:gd name="T89" fmla="*/ 486 h 572"/>
                <a:gd name="T90" fmla="*/ 194 w 406"/>
                <a:gd name="T91" fmla="*/ 451 h 572"/>
                <a:gd name="T92" fmla="*/ 220 w 406"/>
                <a:gd name="T93" fmla="*/ 447 h 572"/>
                <a:gd name="T94" fmla="*/ 240 w 406"/>
                <a:gd name="T95" fmla="*/ 469 h 572"/>
                <a:gd name="T96" fmla="*/ 247 w 406"/>
                <a:gd name="T97" fmla="*/ 543 h 572"/>
                <a:gd name="T98" fmla="*/ 146 w 406"/>
                <a:gd name="T99" fmla="*/ 545 h 572"/>
                <a:gd name="T100" fmla="*/ 137 w 406"/>
                <a:gd name="T101" fmla="*/ 524 h 572"/>
                <a:gd name="T102" fmla="*/ 130 w 406"/>
                <a:gd name="T103" fmla="*/ 553 h 572"/>
                <a:gd name="T104" fmla="*/ 193 w 406"/>
                <a:gd name="T105" fmla="*/ 309 h 572"/>
                <a:gd name="T106" fmla="*/ 196 w 406"/>
                <a:gd name="T107" fmla="*/ 303 h 572"/>
                <a:gd name="T108" fmla="*/ 209 w 406"/>
                <a:gd name="T109" fmla="*/ 295 h 572"/>
                <a:gd name="T110" fmla="*/ 218 w 406"/>
                <a:gd name="T111" fmla="*/ 301 h 572"/>
                <a:gd name="T112" fmla="*/ 221 w 406"/>
                <a:gd name="T113" fmla="*/ 307 h 572"/>
                <a:gd name="T114" fmla="*/ 211 w 406"/>
                <a:gd name="T115" fmla="*/ 310 h 572"/>
                <a:gd name="T116" fmla="*/ 222 w 406"/>
                <a:gd name="T117" fmla="*/ 307 h 572"/>
                <a:gd name="T118" fmla="*/ 191 w 406"/>
                <a:gd name="T119" fmla="*/ 185 h 572"/>
                <a:gd name="T120" fmla="*/ 63 w 406"/>
                <a:gd name="T121" fmla="*/ 186 h 572"/>
                <a:gd name="T122" fmla="*/ 22 w 406"/>
                <a:gd name="T123" fmla="*/ 214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6" h="572">
                  <a:moveTo>
                    <a:pt x="135" y="564"/>
                  </a:moveTo>
                  <a:cubicBezTo>
                    <a:pt x="136" y="564"/>
                    <a:pt x="137" y="565"/>
                    <a:pt x="137" y="564"/>
                  </a:cubicBezTo>
                  <a:cubicBezTo>
                    <a:pt x="137" y="565"/>
                    <a:pt x="137" y="565"/>
                    <a:pt x="137" y="565"/>
                  </a:cubicBezTo>
                  <a:cubicBezTo>
                    <a:pt x="138" y="565"/>
                    <a:pt x="140" y="563"/>
                    <a:pt x="139" y="566"/>
                  </a:cubicBezTo>
                  <a:cubicBezTo>
                    <a:pt x="140" y="563"/>
                    <a:pt x="139" y="565"/>
                    <a:pt x="138" y="564"/>
                  </a:cubicBezTo>
                  <a:cubicBezTo>
                    <a:pt x="139" y="562"/>
                    <a:pt x="140" y="563"/>
                    <a:pt x="141" y="562"/>
                  </a:cubicBezTo>
                  <a:cubicBezTo>
                    <a:pt x="139" y="565"/>
                    <a:pt x="142" y="563"/>
                    <a:pt x="142" y="564"/>
                  </a:cubicBezTo>
                  <a:cubicBezTo>
                    <a:pt x="142" y="565"/>
                    <a:pt x="142" y="565"/>
                    <a:pt x="142" y="566"/>
                  </a:cubicBezTo>
                  <a:cubicBezTo>
                    <a:pt x="143" y="564"/>
                    <a:pt x="143" y="564"/>
                    <a:pt x="143" y="564"/>
                  </a:cubicBezTo>
                  <a:cubicBezTo>
                    <a:pt x="142" y="568"/>
                    <a:pt x="145" y="564"/>
                    <a:pt x="145" y="566"/>
                  </a:cubicBezTo>
                  <a:cubicBezTo>
                    <a:pt x="144" y="566"/>
                    <a:pt x="144" y="568"/>
                    <a:pt x="144" y="569"/>
                  </a:cubicBezTo>
                  <a:cubicBezTo>
                    <a:pt x="144" y="566"/>
                    <a:pt x="146" y="566"/>
                    <a:pt x="147" y="564"/>
                  </a:cubicBezTo>
                  <a:cubicBezTo>
                    <a:pt x="148" y="565"/>
                    <a:pt x="145" y="567"/>
                    <a:pt x="145" y="569"/>
                  </a:cubicBezTo>
                  <a:cubicBezTo>
                    <a:pt x="146" y="567"/>
                    <a:pt x="146" y="571"/>
                    <a:pt x="147" y="568"/>
                  </a:cubicBezTo>
                  <a:cubicBezTo>
                    <a:pt x="147" y="567"/>
                    <a:pt x="148" y="567"/>
                    <a:pt x="149" y="566"/>
                  </a:cubicBezTo>
                  <a:cubicBezTo>
                    <a:pt x="150" y="566"/>
                    <a:pt x="148" y="567"/>
                    <a:pt x="148" y="568"/>
                  </a:cubicBezTo>
                  <a:cubicBezTo>
                    <a:pt x="149" y="568"/>
                    <a:pt x="150" y="566"/>
                    <a:pt x="150" y="565"/>
                  </a:cubicBezTo>
                  <a:cubicBezTo>
                    <a:pt x="150" y="566"/>
                    <a:pt x="152" y="564"/>
                    <a:pt x="152" y="565"/>
                  </a:cubicBezTo>
                  <a:cubicBezTo>
                    <a:pt x="152" y="567"/>
                    <a:pt x="150" y="566"/>
                    <a:pt x="150" y="567"/>
                  </a:cubicBezTo>
                  <a:cubicBezTo>
                    <a:pt x="152" y="568"/>
                    <a:pt x="152" y="563"/>
                    <a:pt x="154" y="563"/>
                  </a:cubicBezTo>
                  <a:cubicBezTo>
                    <a:pt x="153" y="562"/>
                    <a:pt x="155" y="559"/>
                    <a:pt x="155" y="558"/>
                  </a:cubicBezTo>
                  <a:cubicBezTo>
                    <a:pt x="157" y="560"/>
                    <a:pt x="155" y="559"/>
                    <a:pt x="155" y="561"/>
                  </a:cubicBezTo>
                  <a:cubicBezTo>
                    <a:pt x="155" y="561"/>
                    <a:pt x="155" y="561"/>
                    <a:pt x="155" y="561"/>
                  </a:cubicBezTo>
                  <a:cubicBezTo>
                    <a:pt x="155" y="564"/>
                    <a:pt x="152" y="566"/>
                    <a:pt x="153" y="568"/>
                  </a:cubicBezTo>
                  <a:cubicBezTo>
                    <a:pt x="154" y="567"/>
                    <a:pt x="154" y="567"/>
                    <a:pt x="154" y="567"/>
                  </a:cubicBezTo>
                  <a:cubicBezTo>
                    <a:pt x="153" y="568"/>
                    <a:pt x="153" y="569"/>
                    <a:pt x="153" y="570"/>
                  </a:cubicBezTo>
                  <a:cubicBezTo>
                    <a:pt x="153" y="568"/>
                    <a:pt x="154" y="570"/>
                    <a:pt x="155" y="570"/>
                  </a:cubicBezTo>
                  <a:cubicBezTo>
                    <a:pt x="155" y="568"/>
                    <a:pt x="154" y="570"/>
                    <a:pt x="154" y="569"/>
                  </a:cubicBezTo>
                  <a:cubicBezTo>
                    <a:pt x="155" y="568"/>
                    <a:pt x="156" y="566"/>
                    <a:pt x="157" y="567"/>
                  </a:cubicBezTo>
                  <a:cubicBezTo>
                    <a:pt x="156" y="568"/>
                    <a:pt x="157" y="569"/>
                    <a:pt x="156" y="570"/>
                  </a:cubicBezTo>
                  <a:cubicBezTo>
                    <a:pt x="157" y="571"/>
                    <a:pt x="157" y="568"/>
                    <a:pt x="157" y="569"/>
                  </a:cubicBezTo>
                  <a:cubicBezTo>
                    <a:pt x="157" y="570"/>
                    <a:pt x="157" y="570"/>
                    <a:pt x="157" y="570"/>
                  </a:cubicBezTo>
                  <a:cubicBezTo>
                    <a:pt x="160" y="571"/>
                    <a:pt x="164" y="571"/>
                    <a:pt x="166" y="567"/>
                  </a:cubicBezTo>
                  <a:cubicBezTo>
                    <a:pt x="166" y="569"/>
                    <a:pt x="167" y="569"/>
                    <a:pt x="169" y="570"/>
                  </a:cubicBezTo>
                  <a:cubicBezTo>
                    <a:pt x="168" y="570"/>
                    <a:pt x="169" y="569"/>
                    <a:pt x="169" y="568"/>
                  </a:cubicBezTo>
                  <a:cubicBezTo>
                    <a:pt x="170" y="570"/>
                    <a:pt x="170" y="570"/>
                    <a:pt x="170" y="570"/>
                  </a:cubicBezTo>
                  <a:cubicBezTo>
                    <a:pt x="170" y="572"/>
                    <a:pt x="172" y="570"/>
                    <a:pt x="172" y="569"/>
                  </a:cubicBezTo>
                  <a:cubicBezTo>
                    <a:pt x="172" y="570"/>
                    <a:pt x="172" y="570"/>
                    <a:pt x="172" y="570"/>
                  </a:cubicBezTo>
                  <a:cubicBezTo>
                    <a:pt x="173" y="571"/>
                    <a:pt x="173" y="569"/>
                    <a:pt x="173" y="568"/>
                  </a:cubicBezTo>
                  <a:cubicBezTo>
                    <a:pt x="174" y="570"/>
                    <a:pt x="174" y="570"/>
                    <a:pt x="174" y="570"/>
                  </a:cubicBezTo>
                  <a:cubicBezTo>
                    <a:pt x="174" y="569"/>
                    <a:pt x="174" y="569"/>
                    <a:pt x="174" y="569"/>
                  </a:cubicBezTo>
                  <a:cubicBezTo>
                    <a:pt x="174" y="568"/>
                    <a:pt x="175" y="568"/>
                    <a:pt x="175" y="570"/>
                  </a:cubicBezTo>
                  <a:cubicBezTo>
                    <a:pt x="175" y="570"/>
                    <a:pt x="176" y="569"/>
                    <a:pt x="175" y="569"/>
                  </a:cubicBezTo>
                  <a:cubicBezTo>
                    <a:pt x="176" y="570"/>
                    <a:pt x="178" y="570"/>
                    <a:pt x="179" y="569"/>
                  </a:cubicBezTo>
                  <a:cubicBezTo>
                    <a:pt x="178" y="569"/>
                    <a:pt x="178" y="568"/>
                    <a:pt x="178" y="567"/>
                  </a:cubicBezTo>
                  <a:cubicBezTo>
                    <a:pt x="178" y="564"/>
                    <a:pt x="179" y="567"/>
                    <a:pt x="179" y="566"/>
                  </a:cubicBezTo>
                  <a:cubicBezTo>
                    <a:pt x="179" y="567"/>
                    <a:pt x="180" y="567"/>
                    <a:pt x="179" y="568"/>
                  </a:cubicBezTo>
                  <a:cubicBezTo>
                    <a:pt x="181" y="571"/>
                    <a:pt x="183" y="569"/>
                    <a:pt x="184" y="569"/>
                  </a:cubicBezTo>
                  <a:cubicBezTo>
                    <a:pt x="185" y="568"/>
                    <a:pt x="185" y="568"/>
                    <a:pt x="185" y="568"/>
                  </a:cubicBezTo>
                  <a:cubicBezTo>
                    <a:pt x="186" y="570"/>
                    <a:pt x="188" y="568"/>
                    <a:pt x="189" y="569"/>
                  </a:cubicBezTo>
                  <a:cubicBezTo>
                    <a:pt x="189" y="568"/>
                    <a:pt x="189" y="565"/>
                    <a:pt x="190" y="565"/>
                  </a:cubicBezTo>
                  <a:cubicBezTo>
                    <a:pt x="190" y="563"/>
                    <a:pt x="190" y="567"/>
                    <a:pt x="191" y="569"/>
                  </a:cubicBezTo>
                  <a:cubicBezTo>
                    <a:pt x="191" y="568"/>
                    <a:pt x="192" y="567"/>
                    <a:pt x="192" y="567"/>
                  </a:cubicBezTo>
                  <a:cubicBezTo>
                    <a:pt x="192" y="568"/>
                    <a:pt x="192" y="568"/>
                    <a:pt x="192" y="568"/>
                  </a:cubicBezTo>
                  <a:cubicBezTo>
                    <a:pt x="192" y="567"/>
                    <a:pt x="193" y="566"/>
                    <a:pt x="194" y="567"/>
                  </a:cubicBezTo>
                  <a:cubicBezTo>
                    <a:pt x="194" y="567"/>
                    <a:pt x="194" y="567"/>
                    <a:pt x="194" y="567"/>
                  </a:cubicBezTo>
                  <a:cubicBezTo>
                    <a:pt x="194" y="567"/>
                    <a:pt x="195" y="569"/>
                    <a:pt x="195" y="568"/>
                  </a:cubicBezTo>
                  <a:cubicBezTo>
                    <a:pt x="195" y="567"/>
                    <a:pt x="196" y="568"/>
                    <a:pt x="196" y="566"/>
                  </a:cubicBezTo>
                  <a:cubicBezTo>
                    <a:pt x="197" y="567"/>
                    <a:pt x="197" y="567"/>
                    <a:pt x="197" y="567"/>
                  </a:cubicBezTo>
                  <a:cubicBezTo>
                    <a:pt x="197" y="565"/>
                    <a:pt x="197" y="565"/>
                    <a:pt x="197" y="565"/>
                  </a:cubicBezTo>
                  <a:cubicBezTo>
                    <a:pt x="197" y="566"/>
                    <a:pt x="197" y="566"/>
                    <a:pt x="197" y="566"/>
                  </a:cubicBezTo>
                  <a:cubicBezTo>
                    <a:pt x="197" y="568"/>
                    <a:pt x="197" y="568"/>
                    <a:pt x="197" y="568"/>
                  </a:cubicBezTo>
                  <a:cubicBezTo>
                    <a:pt x="198" y="569"/>
                    <a:pt x="197" y="566"/>
                    <a:pt x="198" y="565"/>
                  </a:cubicBezTo>
                  <a:cubicBezTo>
                    <a:pt x="198" y="564"/>
                    <a:pt x="198" y="566"/>
                    <a:pt x="199" y="566"/>
                  </a:cubicBezTo>
                  <a:cubicBezTo>
                    <a:pt x="198" y="567"/>
                    <a:pt x="198" y="566"/>
                    <a:pt x="198" y="566"/>
                  </a:cubicBezTo>
                  <a:cubicBezTo>
                    <a:pt x="198" y="568"/>
                    <a:pt x="198" y="567"/>
                    <a:pt x="199" y="568"/>
                  </a:cubicBezTo>
                  <a:cubicBezTo>
                    <a:pt x="199" y="568"/>
                    <a:pt x="199" y="566"/>
                    <a:pt x="199" y="566"/>
                  </a:cubicBezTo>
                  <a:cubicBezTo>
                    <a:pt x="200" y="566"/>
                    <a:pt x="201" y="566"/>
                    <a:pt x="200" y="568"/>
                  </a:cubicBezTo>
                  <a:cubicBezTo>
                    <a:pt x="201" y="567"/>
                    <a:pt x="201" y="567"/>
                    <a:pt x="201" y="566"/>
                  </a:cubicBezTo>
                  <a:cubicBezTo>
                    <a:pt x="201" y="566"/>
                    <a:pt x="200" y="565"/>
                    <a:pt x="200" y="564"/>
                  </a:cubicBezTo>
                  <a:cubicBezTo>
                    <a:pt x="201" y="564"/>
                    <a:pt x="201" y="564"/>
                    <a:pt x="201" y="564"/>
                  </a:cubicBezTo>
                  <a:cubicBezTo>
                    <a:pt x="201" y="565"/>
                    <a:pt x="201" y="565"/>
                    <a:pt x="201" y="565"/>
                  </a:cubicBezTo>
                  <a:cubicBezTo>
                    <a:pt x="201" y="564"/>
                    <a:pt x="202" y="565"/>
                    <a:pt x="202" y="563"/>
                  </a:cubicBezTo>
                  <a:cubicBezTo>
                    <a:pt x="202" y="565"/>
                    <a:pt x="202" y="565"/>
                    <a:pt x="202" y="565"/>
                  </a:cubicBezTo>
                  <a:cubicBezTo>
                    <a:pt x="203" y="564"/>
                    <a:pt x="203" y="564"/>
                    <a:pt x="204" y="564"/>
                  </a:cubicBezTo>
                  <a:cubicBezTo>
                    <a:pt x="204" y="566"/>
                    <a:pt x="204" y="568"/>
                    <a:pt x="205" y="568"/>
                  </a:cubicBezTo>
                  <a:cubicBezTo>
                    <a:pt x="205" y="566"/>
                    <a:pt x="205" y="566"/>
                    <a:pt x="205" y="566"/>
                  </a:cubicBezTo>
                  <a:cubicBezTo>
                    <a:pt x="206" y="566"/>
                    <a:pt x="206" y="566"/>
                    <a:pt x="206" y="567"/>
                  </a:cubicBezTo>
                  <a:cubicBezTo>
                    <a:pt x="207" y="568"/>
                    <a:pt x="207" y="562"/>
                    <a:pt x="209" y="564"/>
                  </a:cubicBezTo>
                  <a:cubicBezTo>
                    <a:pt x="208" y="566"/>
                    <a:pt x="209" y="566"/>
                    <a:pt x="209" y="567"/>
                  </a:cubicBezTo>
                  <a:cubicBezTo>
                    <a:pt x="209" y="566"/>
                    <a:pt x="209" y="566"/>
                    <a:pt x="209" y="566"/>
                  </a:cubicBezTo>
                  <a:cubicBezTo>
                    <a:pt x="209" y="565"/>
                    <a:pt x="209" y="567"/>
                    <a:pt x="209" y="566"/>
                  </a:cubicBezTo>
                  <a:cubicBezTo>
                    <a:pt x="208" y="564"/>
                    <a:pt x="209" y="565"/>
                    <a:pt x="209" y="564"/>
                  </a:cubicBezTo>
                  <a:cubicBezTo>
                    <a:pt x="211" y="569"/>
                    <a:pt x="213" y="565"/>
                    <a:pt x="215" y="567"/>
                  </a:cubicBezTo>
                  <a:cubicBezTo>
                    <a:pt x="215" y="565"/>
                    <a:pt x="216" y="567"/>
                    <a:pt x="216" y="566"/>
                  </a:cubicBezTo>
                  <a:cubicBezTo>
                    <a:pt x="216" y="568"/>
                    <a:pt x="217" y="565"/>
                    <a:pt x="217" y="567"/>
                  </a:cubicBezTo>
                  <a:cubicBezTo>
                    <a:pt x="217" y="564"/>
                    <a:pt x="217" y="564"/>
                    <a:pt x="217" y="564"/>
                  </a:cubicBezTo>
                  <a:cubicBezTo>
                    <a:pt x="218" y="566"/>
                    <a:pt x="218" y="560"/>
                    <a:pt x="219" y="563"/>
                  </a:cubicBezTo>
                  <a:cubicBezTo>
                    <a:pt x="220" y="564"/>
                    <a:pt x="219" y="565"/>
                    <a:pt x="219" y="565"/>
                  </a:cubicBezTo>
                  <a:cubicBezTo>
                    <a:pt x="220" y="568"/>
                    <a:pt x="221" y="563"/>
                    <a:pt x="222" y="566"/>
                  </a:cubicBezTo>
                  <a:cubicBezTo>
                    <a:pt x="222" y="565"/>
                    <a:pt x="221" y="563"/>
                    <a:pt x="222" y="562"/>
                  </a:cubicBezTo>
                  <a:cubicBezTo>
                    <a:pt x="223" y="563"/>
                    <a:pt x="224" y="565"/>
                    <a:pt x="224" y="565"/>
                  </a:cubicBezTo>
                  <a:cubicBezTo>
                    <a:pt x="224" y="565"/>
                    <a:pt x="224" y="564"/>
                    <a:pt x="225" y="565"/>
                  </a:cubicBezTo>
                  <a:cubicBezTo>
                    <a:pt x="225" y="565"/>
                    <a:pt x="225" y="565"/>
                    <a:pt x="225" y="566"/>
                  </a:cubicBezTo>
                  <a:cubicBezTo>
                    <a:pt x="226" y="566"/>
                    <a:pt x="226" y="565"/>
                    <a:pt x="227" y="564"/>
                  </a:cubicBezTo>
                  <a:cubicBezTo>
                    <a:pt x="227" y="566"/>
                    <a:pt x="229" y="565"/>
                    <a:pt x="230" y="566"/>
                  </a:cubicBezTo>
                  <a:cubicBezTo>
                    <a:pt x="230" y="563"/>
                    <a:pt x="231" y="567"/>
                    <a:pt x="231" y="564"/>
                  </a:cubicBezTo>
                  <a:cubicBezTo>
                    <a:pt x="231" y="564"/>
                    <a:pt x="231" y="564"/>
                    <a:pt x="231" y="564"/>
                  </a:cubicBezTo>
                  <a:cubicBezTo>
                    <a:pt x="232" y="564"/>
                    <a:pt x="232" y="562"/>
                    <a:pt x="232" y="561"/>
                  </a:cubicBezTo>
                  <a:cubicBezTo>
                    <a:pt x="232" y="563"/>
                    <a:pt x="232" y="563"/>
                    <a:pt x="232" y="563"/>
                  </a:cubicBezTo>
                  <a:cubicBezTo>
                    <a:pt x="232" y="566"/>
                    <a:pt x="234" y="564"/>
                    <a:pt x="234" y="565"/>
                  </a:cubicBezTo>
                  <a:cubicBezTo>
                    <a:pt x="233" y="563"/>
                    <a:pt x="234" y="565"/>
                    <a:pt x="234" y="563"/>
                  </a:cubicBezTo>
                  <a:cubicBezTo>
                    <a:pt x="235" y="563"/>
                    <a:pt x="235" y="563"/>
                    <a:pt x="235" y="563"/>
                  </a:cubicBezTo>
                  <a:cubicBezTo>
                    <a:pt x="235" y="562"/>
                    <a:pt x="235" y="562"/>
                    <a:pt x="236" y="561"/>
                  </a:cubicBezTo>
                  <a:cubicBezTo>
                    <a:pt x="236" y="561"/>
                    <a:pt x="236" y="564"/>
                    <a:pt x="236" y="563"/>
                  </a:cubicBezTo>
                  <a:cubicBezTo>
                    <a:pt x="237" y="564"/>
                    <a:pt x="237" y="564"/>
                    <a:pt x="237" y="563"/>
                  </a:cubicBezTo>
                  <a:cubicBezTo>
                    <a:pt x="237" y="563"/>
                    <a:pt x="237" y="563"/>
                    <a:pt x="237" y="563"/>
                  </a:cubicBezTo>
                  <a:cubicBezTo>
                    <a:pt x="237" y="563"/>
                    <a:pt x="237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4"/>
                    <a:pt x="238" y="563"/>
                    <a:pt x="238" y="563"/>
                  </a:cubicBezTo>
                  <a:cubicBezTo>
                    <a:pt x="238" y="563"/>
                    <a:pt x="239" y="563"/>
                    <a:pt x="239" y="564"/>
                  </a:cubicBezTo>
                  <a:cubicBezTo>
                    <a:pt x="239" y="565"/>
                    <a:pt x="239" y="565"/>
                    <a:pt x="239" y="565"/>
                  </a:cubicBezTo>
                  <a:cubicBezTo>
                    <a:pt x="239" y="565"/>
                    <a:pt x="240" y="563"/>
                    <a:pt x="240" y="563"/>
                  </a:cubicBezTo>
                  <a:cubicBezTo>
                    <a:pt x="242" y="564"/>
                    <a:pt x="244" y="562"/>
                    <a:pt x="245" y="561"/>
                  </a:cubicBezTo>
                  <a:cubicBezTo>
                    <a:pt x="244" y="561"/>
                    <a:pt x="244" y="562"/>
                    <a:pt x="244" y="562"/>
                  </a:cubicBezTo>
                  <a:cubicBezTo>
                    <a:pt x="245" y="561"/>
                    <a:pt x="245" y="560"/>
                    <a:pt x="245" y="561"/>
                  </a:cubicBezTo>
                  <a:cubicBezTo>
                    <a:pt x="246" y="560"/>
                    <a:pt x="246" y="562"/>
                    <a:pt x="247" y="562"/>
                  </a:cubicBezTo>
                  <a:cubicBezTo>
                    <a:pt x="247" y="562"/>
                    <a:pt x="247" y="560"/>
                    <a:pt x="247" y="561"/>
                  </a:cubicBezTo>
                  <a:cubicBezTo>
                    <a:pt x="248" y="563"/>
                    <a:pt x="249" y="559"/>
                    <a:pt x="251" y="560"/>
                  </a:cubicBezTo>
                  <a:cubicBezTo>
                    <a:pt x="251" y="560"/>
                    <a:pt x="251" y="561"/>
                    <a:pt x="251" y="561"/>
                  </a:cubicBezTo>
                  <a:cubicBezTo>
                    <a:pt x="252" y="560"/>
                    <a:pt x="253" y="560"/>
                    <a:pt x="253" y="558"/>
                  </a:cubicBezTo>
                  <a:cubicBezTo>
                    <a:pt x="253" y="559"/>
                    <a:pt x="253" y="559"/>
                    <a:pt x="253" y="559"/>
                  </a:cubicBezTo>
                  <a:cubicBezTo>
                    <a:pt x="254" y="559"/>
                    <a:pt x="255" y="559"/>
                    <a:pt x="255" y="557"/>
                  </a:cubicBezTo>
                  <a:cubicBezTo>
                    <a:pt x="254" y="557"/>
                    <a:pt x="255" y="558"/>
                    <a:pt x="255" y="558"/>
                  </a:cubicBezTo>
                  <a:cubicBezTo>
                    <a:pt x="254" y="557"/>
                    <a:pt x="255" y="555"/>
                    <a:pt x="255" y="555"/>
                  </a:cubicBezTo>
                  <a:cubicBezTo>
                    <a:pt x="255" y="556"/>
                    <a:pt x="255" y="556"/>
                    <a:pt x="255" y="556"/>
                  </a:cubicBezTo>
                  <a:cubicBezTo>
                    <a:pt x="256" y="555"/>
                    <a:pt x="256" y="555"/>
                    <a:pt x="257" y="554"/>
                  </a:cubicBezTo>
                  <a:cubicBezTo>
                    <a:pt x="257" y="555"/>
                    <a:pt x="256" y="555"/>
                    <a:pt x="257" y="556"/>
                  </a:cubicBezTo>
                  <a:cubicBezTo>
                    <a:pt x="257" y="558"/>
                    <a:pt x="259" y="557"/>
                    <a:pt x="259" y="557"/>
                  </a:cubicBezTo>
                  <a:cubicBezTo>
                    <a:pt x="259" y="555"/>
                    <a:pt x="259" y="555"/>
                    <a:pt x="259" y="555"/>
                  </a:cubicBezTo>
                  <a:cubicBezTo>
                    <a:pt x="260" y="555"/>
                    <a:pt x="260" y="557"/>
                    <a:pt x="260" y="557"/>
                  </a:cubicBezTo>
                  <a:cubicBezTo>
                    <a:pt x="261" y="551"/>
                    <a:pt x="261" y="551"/>
                    <a:pt x="261" y="551"/>
                  </a:cubicBezTo>
                  <a:cubicBezTo>
                    <a:pt x="260" y="552"/>
                    <a:pt x="262" y="553"/>
                    <a:pt x="261" y="555"/>
                  </a:cubicBezTo>
                  <a:cubicBezTo>
                    <a:pt x="263" y="554"/>
                    <a:pt x="263" y="551"/>
                    <a:pt x="263" y="549"/>
                  </a:cubicBezTo>
                  <a:cubicBezTo>
                    <a:pt x="263" y="550"/>
                    <a:pt x="264" y="548"/>
                    <a:pt x="265" y="548"/>
                  </a:cubicBezTo>
                  <a:cubicBezTo>
                    <a:pt x="265" y="549"/>
                    <a:pt x="264" y="548"/>
                    <a:pt x="264" y="549"/>
                  </a:cubicBezTo>
                  <a:cubicBezTo>
                    <a:pt x="266" y="550"/>
                    <a:pt x="266" y="550"/>
                    <a:pt x="266" y="550"/>
                  </a:cubicBezTo>
                  <a:cubicBezTo>
                    <a:pt x="265" y="551"/>
                    <a:pt x="266" y="553"/>
                    <a:pt x="266" y="554"/>
                  </a:cubicBezTo>
                  <a:cubicBezTo>
                    <a:pt x="266" y="553"/>
                    <a:pt x="268" y="553"/>
                    <a:pt x="269" y="553"/>
                  </a:cubicBezTo>
                  <a:cubicBezTo>
                    <a:pt x="268" y="551"/>
                    <a:pt x="270" y="552"/>
                    <a:pt x="270" y="549"/>
                  </a:cubicBezTo>
                  <a:cubicBezTo>
                    <a:pt x="271" y="549"/>
                    <a:pt x="271" y="551"/>
                    <a:pt x="271" y="552"/>
                  </a:cubicBezTo>
                  <a:cubicBezTo>
                    <a:pt x="272" y="550"/>
                    <a:pt x="274" y="550"/>
                    <a:pt x="275" y="550"/>
                  </a:cubicBezTo>
                  <a:cubicBezTo>
                    <a:pt x="275" y="550"/>
                    <a:pt x="275" y="550"/>
                    <a:pt x="275" y="550"/>
                  </a:cubicBezTo>
                  <a:cubicBezTo>
                    <a:pt x="275" y="549"/>
                    <a:pt x="277" y="549"/>
                    <a:pt x="277" y="547"/>
                  </a:cubicBezTo>
                  <a:cubicBezTo>
                    <a:pt x="278" y="548"/>
                    <a:pt x="278" y="548"/>
                    <a:pt x="278" y="548"/>
                  </a:cubicBezTo>
                  <a:cubicBezTo>
                    <a:pt x="279" y="549"/>
                    <a:pt x="277" y="545"/>
                    <a:pt x="278" y="546"/>
                  </a:cubicBezTo>
                  <a:cubicBezTo>
                    <a:pt x="279" y="547"/>
                    <a:pt x="279" y="547"/>
                    <a:pt x="279" y="547"/>
                  </a:cubicBezTo>
                  <a:cubicBezTo>
                    <a:pt x="279" y="546"/>
                    <a:pt x="281" y="548"/>
                    <a:pt x="281" y="546"/>
                  </a:cubicBezTo>
                  <a:cubicBezTo>
                    <a:pt x="281" y="547"/>
                    <a:pt x="281" y="547"/>
                    <a:pt x="281" y="547"/>
                  </a:cubicBezTo>
                  <a:cubicBezTo>
                    <a:pt x="281" y="546"/>
                    <a:pt x="282" y="546"/>
                    <a:pt x="282" y="544"/>
                  </a:cubicBezTo>
                  <a:cubicBezTo>
                    <a:pt x="283" y="546"/>
                    <a:pt x="283" y="546"/>
                    <a:pt x="283" y="546"/>
                  </a:cubicBezTo>
                  <a:cubicBezTo>
                    <a:pt x="284" y="547"/>
                    <a:pt x="283" y="544"/>
                    <a:pt x="284" y="544"/>
                  </a:cubicBezTo>
                  <a:cubicBezTo>
                    <a:pt x="284" y="544"/>
                    <a:pt x="285" y="545"/>
                    <a:pt x="285" y="545"/>
                  </a:cubicBezTo>
                  <a:cubicBezTo>
                    <a:pt x="285" y="544"/>
                    <a:pt x="286" y="544"/>
                    <a:pt x="286" y="543"/>
                  </a:cubicBezTo>
                  <a:cubicBezTo>
                    <a:pt x="288" y="545"/>
                    <a:pt x="288" y="545"/>
                    <a:pt x="288" y="545"/>
                  </a:cubicBezTo>
                  <a:cubicBezTo>
                    <a:pt x="291" y="543"/>
                    <a:pt x="295" y="541"/>
                    <a:pt x="298" y="537"/>
                  </a:cubicBezTo>
                  <a:cubicBezTo>
                    <a:pt x="300" y="539"/>
                    <a:pt x="298" y="539"/>
                    <a:pt x="299" y="540"/>
                  </a:cubicBezTo>
                  <a:cubicBezTo>
                    <a:pt x="298" y="538"/>
                    <a:pt x="299" y="539"/>
                    <a:pt x="300" y="538"/>
                  </a:cubicBezTo>
                  <a:cubicBezTo>
                    <a:pt x="300" y="538"/>
                    <a:pt x="300" y="538"/>
                    <a:pt x="300" y="538"/>
                  </a:cubicBezTo>
                  <a:cubicBezTo>
                    <a:pt x="300" y="538"/>
                    <a:pt x="301" y="539"/>
                    <a:pt x="302" y="538"/>
                  </a:cubicBezTo>
                  <a:cubicBezTo>
                    <a:pt x="301" y="537"/>
                    <a:pt x="301" y="537"/>
                    <a:pt x="301" y="537"/>
                  </a:cubicBezTo>
                  <a:cubicBezTo>
                    <a:pt x="301" y="536"/>
                    <a:pt x="304" y="539"/>
                    <a:pt x="303" y="536"/>
                  </a:cubicBezTo>
                  <a:cubicBezTo>
                    <a:pt x="304" y="537"/>
                    <a:pt x="304" y="537"/>
                    <a:pt x="304" y="537"/>
                  </a:cubicBezTo>
                  <a:cubicBezTo>
                    <a:pt x="303" y="535"/>
                    <a:pt x="305" y="538"/>
                    <a:pt x="305" y="535"/>
                  </a:cubicBezTo>
                  <a:cubicBezTo>
                    <a:pt x="305" y="536"/>
                    <a:pt x="305" y="536"/>
                    <a:pt x="305" y="536"/>
                  </a:cubicBezTo>
                  <a:cubicBezTo>
                    <a:pt x="306" y="536"/>
                    <a:pt x="305" y="532"/>
                    <a:pt x="306" y="534"/>
                  </a:cubicBezTo>
                  <a:cubicBezTo>
                    <a:pt x="307" y="533"/>
                    <a:pt x="307" y="532"/>
                    <a:pt x="306" y="530"/>
                  </a:cubicBezTo>
                  <a:cubicBezTo>
                    <a:pt x="308" y="533"/>
                    <a:pt x="308" y="533"/>
                    <a:pt x="308" y="533"/>
                  </a:cubicBezTo>
                  <a:cubicBezTo>
                    <a:pt x="310" y="530"/>
                    <a:pt x="313" y="528"/>
                    <a:pt x="314" y="524"/>
                  </a:cubicBezTo>
                  <a:cubicBezTo>
                    <a:pt x="314" y="525"/>
                    <a:pt x="314" y="525"/>
                    <a:pt x="314" y="525"/>
                  </a:cubicBezTo>
                  <a:cubicBezTo>
                    <a:pt x="314" y="522"/>
                    <a:pt x="319" y="525"/>
                    <a:pt x="317" y="521"/>
                  </a:cubicBezTo>
                  <a:cubicBezTo>
                    <a:pt x="316" y="519"/>
                    <a:pt x="316" y="519"/>
                    <a:pt x="316" y="519"/>
                  </a:cubicBezTo>
                  <a:cubicBezTo>
                    <a:pt x="318" y="520"/>
                    <a:pt x="318" y="520"/>
                    <a:pt x="318" y="520"/>
                  </a:cubicBezTo>
                  <a:cubicBezTo>
                    <a:pt x="317" y="519"/>
                    <a:pt x="319" y="519"/>
                    <a:pt x="318" y="518"/>
                  </a:cubicBezTo>
                  <a:cubicBezTo>
                    <a:pt x="318" y="518"/>
                    <a:pt x="318" y="519"/>
                    <a:pt x="319" y="519"/>
                  </a:cubicBezTo>
                  <a:cubicBezTo>
                    <a:pt x="320" y="519"/>
                    <a:pt x="318" y="516"/>
                    <a:pt x="319" y="516"/>
                  </a:cubicBezTo>
                  <a:cubicBezTo>
                    <a:pt x="320" y="517"/>
                    <a:pt x="320" y="517"/>
                    <a:pt x="320" y="517"/>
                  </a:cubicBezTo>
                  <a:cubicBezTo>
                    <a:pt x="324" y="517"/>
                    <a:pt x="329" y="511"/>
                    <a:pt x="325" y="508"/>
                  </a:cubicBezTo>
                  <a:cubicBezTo>
                    <a:pt x="324" y="507"/>
                    <a:pt x="327" y="507"/>
                    <a:pt x="327" y="507"/>
                  </a:cubicBezTo>
                  <a:cubicBezTo>
                    <a:pt x="323" y="505"/>
                    <a:pt x="324" y="499"/>
                    <a:pt x="317" y="501"/>
                  </a:cubicBezTo>
                  <a:cubicBezTo>
                    <a:pt x="315" y="501"/>
                    <a:pt x="312" y="506"/>
                    <a:pt x="312" y="506"/>
                  </a:cubicBezTo>
                  <a:cubicBezTo>
                    <a:pt x="318" y="506"/>
                    <a:pt x="315" y="512"/>
                    <a:pt x="315" y="509"/>
                  </a:cubicBezTo>
                  <a:cubicBezTo>
                    <a:pt x="313" y="508"/>
                    <a:pt x="315" y="509"/>
                    <a:pt x="313" y="509"/>
                  </a:cubicBezTo>
                  <a:cubicBezTo>
                    <a:pt x="312" y="512"/>
                    <a:pt x="303" y="513"/>
                    <a:pt x="299" y="519"/>
                  </a:cubicBezTo>
                  <a:cubicBezTo>
                    <a:pt x="300" y="519"/>
                    <a:pt x="300" y="520"/>
                    <a:pt x="300" y="521"/>
                  </a:cubicBezTo>
                  <a:cubicBezTo>
                    <a:pt x="299" y="520"/>
                    <a:pt x="299" y="520"/>
                    <a:pt x="299" y="520"/>
                  </a:cubicBezTo>
                  <a:cubicBezTo>
                    <a:pt x="300" y="522"/>
                    <a:pt x="300" y="522"/>
                    <a:pt x="300" y="522"/>
                  </a:cubicBezTo>
                  <a:cubicBezTo>
                    <a:pt x="299" y="522"/>
                    <a:pt x="298" y="521"/>
                    <a:pt x="299" y="520"/>
                  </a:cubicBezTo>
                  <a:cubicBezTo>
                    <a:pt x="296" y="522"/>
                    <a:pt x="294" y="524"/>
                    <a:pt x="292" y="525"/>
                  </a:cubicBezTo>
                  <a:cubicBezTo>
                    <a:pt x="293" y="527"/>
                    <a:pt x="291" y="526"/>
                    <a:pt x="292" y="528"/>
                  </a:cubicBezTo>
                  <a:cubicBezTo>
                    <a:pt x="291" y="527"/>
                    <a:pt x="291" y="527"/>
                    <a:pt x="291" y="527"/>
                  </a:cubicBezTo>
                  <a:cubicBezTo>
                    <a:pt x="290" y="529"/>
                    <a:pt x="290" y="529"/>
                    <a:pt x="287" y="527"/>
                  </a:cubicBezTo>
                  <a:cubicBezTo>
                    <a:pt x="280" y="529"/>
                    <a:pt x="275" y="533"/>
                    <a:pt x="268" y="535"/>
                  </a:cubicBezTo>
                  <a:cubicBezTo>
                    <a:pt x="263" y="536"/>
                    <a:pt x="259" y="538"/>
                    <a:pt x="255" y="540"/>
                  </a:cubicBezTo>
                  <a:cubicBezTo>
                    <a:pt x="255" y="537"/>
                    <a:pt x="256" y="534"/>
                    <a:pt x="257" y="531"/>
                  </a:cubicBezTo>
                  <a:cubicBezTo>
                    <a:pt x="257" y="529"/>
                    <a:pt x="255" y="527"/>
                    <a:pt x="256" y="525"/>
                  </a:cubicBezTo>
                  <a:cubicBezTo>
                    <a:pt x="255" y="519"/>
                    <a:pt x="260" y="512"/>
                    <a:pt x="257" y="505"/>
                  </a:cubicBezTo>
                  <a:cubicBezTo>
                    <a:pt x="257" y="505"/>
                    <a:pt x="256" y="505"/>
                    <a:pt x="255" y="504"/>
                  </a:cubicBezTo>
                  <a:cubicBezTo>
                    <a:pt x="256" y="504"/>
                    <a:pt x="256" y="504"/>
                    <a:pt x="256" y="504"/>
                  </a:cubicBezTo>
                  <a:cubicBezTo>
                    <a:pt x="254" y="504"/>
                    <a:pt x="254" y="504"/>
                    <a:pt x="254" y="504"/>
                  </a:cubicBezTo>
                  <a:cubicBezTo>
                    <a:pt x="254" y="503"/>
                    <a:pt x="256" y="504"/>
                    <a:pt x="256" y="504"/>
                  </a:cubicBezTo>
                  <a:cubicBezTo>
                    <a:pt x="256" y="501"/>
                    <a:pt x="256" y="499"/>
                    <a:pt x="256" y="496"/>
                  </a:cubicBezTo>
                  <a:cubicBezTo>
                    <a:pt x="254" y="496"/>
                    <a:pt x="256" y="494"/>
                    <a:pt x="254" y="494"/>
                  </a:cubicBezTo>
                  <a:cubicBezTo>
                    <a:pt x="255" y="494"/>
                    <a:pt x="255" y="494"/>
                    <a:pt x="255" y="494"/>
                  </a:cubicBezTo>
                  <a:cubicBezTo>
                    <a:pt x="254" y="492"/>
                    <a:pt x="254" y="492"/>
                    <a:pt x="257" y="491"/>
                  </a:cubicBezTo>
                  <a:cubicBezTo>
                    <a:pt x="259" y="481"/>
                    <a:pt x="257" y="475"/>
                    <a:pt x="256" y="465"/>
                  </a:cubicBezTo>
                  <a:cubicBezTo>
                    <a:pt x="254" y="457"/>
                    <a:pt x="250" y="447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1" y="439"/>
                    <a:pt x="241" y="439"/>
                    <a:pt x="240" y="438"/>
                  </a:cubicBezTo>
                  <a:cubicBezTo>
                    <a:pt x="237" y="440"/>
                    <a:pt x="236" y="437"/>
                    <a:pt x="233" y="438"/>
                  </a:cubicBezTo>
                  <a:cubicBezTo>
                    <a:pt x="234" y="437"/>
                    <a:pt x="234" y="437"/>
                    <a:pt x="234" y="437"/>
                  </a:cubicBezTo>
                  <a:cubicBezTo>
                    <a:pt x="232" y="438"/>
                    <a:pt x="232" y="436"/>
                    <a:pt x="232" y="434"/>
                  </a:cubicBezTo>
                  <a:cubicBezTo>
                    <a:pt x="231" y="435"/>
                    <a:pt x="231" y="434"/>
                    <a:pt x="230" y="436"/>
                  </a:cubicBezTo>
                  <a:cubicBezTo>
                    <a:pt x="228" y="437"/>
                    <a:pt x="230" y="433"/>
                    <a:pt x="229" y="433"/>
                  </a:cubicBezTo>
                  <a:cubicBezTo>
                    <a:pt x="229" y="432"/>
                    <a:pt x="228" y="434"/>
                    <a:pt x="228" y="433"/>
                  </a:cubicBezTo>
                  <a:cubicBezTo>
                    <a:pt x="225" y="435"/>
                    <a:pt x="229" y="433"/>
                    <a:pt x="227" y="429"/>
                  </a:cubicBezTo>
                  <a:cubicBezTo>
                    <a:pt x="223" y="428"/>
                    <a:pt x="219" y="429"/>
                    <a:pt x="215" y="428"/>
                  </a:cubicBezTo>
                  <a:cubicBezTo>
                    <a:pt x="214" y="427"/>
                    <a:pt x="214" y="425"/>
                    <a:pt x="214" y="424"/>
                  </a:cubicBezTo>
                  <a:cubicBezTo>
                    <a:pt x="212" y="424"/>
                    <a:pt x="214" y="423"/>
                    <a:pt x="212" y="424"/>
                  </a:cubicBezTo>
                  <a:cubicBezTo>
                    <a:pt x="213" y="424"/>
                    <a:pt x="213" y="424"/>
                    <a:pt x="213" y="424"/>
                  </a:cubicBezTo>
                  <a:cubicBezTo>
                    <a:pt x="212" y="423"/>
                    <a:pt x="211" y="423"/>
                    <a:pt x="214" y="421"/>
                  </a:cubicBezTo>
                  <a:cubicBezTo>
                    <a:pt x="216" y="417"/>
                    <a:pt x="214" y="413"/>
                    <a:pt x="214" y="409"/>
                  </a:cubicBezTo>
                  <a:cubicBezTo>
                    <a:pt x="213" y="405"/>
                    <a:pt x="211" y="401"/>
                    <a:pt x="210" y="397"/>
                  </a:cubicBezTo>
                  <a:cubicBezTo>
                    <a:pt x="206" y="397"/>
                    <a:pt x="207" y="396"/>
                    <a:pt x="204" y="395"/>
                  </a:cubicBezTo>
                  <a:cubicBezTo>
                    <a:pt x="206" y="395"/>
                    <a:pt x="206" y="395"/>
                    <a:pt x="206" y="395"/>
                  </a:cubicBezTo>
                  <a:cubicBezTo>
                    <a:pt x="204" y="395"/>
                    <a:pt x="206" y="394"/>
                    <a:pt x="207" y="394"/>
                  </a:cubicBezTo>
                  <a:cubicBezTo>
                    <a:pt x="206" y="394"/>
                    <a:pt x="207" y="393"/>
                    <a:pt x="205" y="394"/>
                  </a:cubicBezTo>
                  <a:cubicBezTo>
                    <a:pt x="203" y="393"/>
                    <a:pt x="207" y="393"/>
                    <a:pt x="206" y="393"/>
                  </a:cubicBezTo>
                  <a:cubicBezTo>
                    <a:pt x="207" y="392"/>
                    <a:pt x="205" y="393"/>
                    <a:pt x="206" y="393"/>
                  </a:cubicBezTo>
                  <a:cubicBezTo>
                    <a:pt x="203" y="392"/>
                    <a:pt x="207" y="393"/>
                    <a:pt x="209" y="391"/>
                  </a:cubicBezTo>
                  <a:cubicBezTo>
                    <a:pt x="208" y="390"/>
                    <a:pt x="206" y="388"/>
                    <a:pt x="207" y="387"/>
                  </a:cubicBezTo>
                  <a:cubicBezTo>
                    <a:pt x="207" y="387"/>
                    <a:pt x="206" y="387"/>
                    <a:pt x="206" y="387"/>
                  </a:cubicBezTo>
                  <a:cubicBezTo>
                    <a:pt x="209" y="386"/>
                    <a:pt x="205" y="386"/>
                    <a:pt x="206" y="386"/>
                  </a:cubicBezTo>
                  <a:cubicBezTo>
                    <a:pt x="207" y="386"/>
                    <a:pt x="207" y="386"/>
                    <a:pt x="207" y="386"/>
                  </a:cubicBezTo>
                  <a:cubicBezTo>
                    <a:pt x="209" y="385"/>
                    <a:pt x="207" y="385"/>
                    <a:pt x="208" y="384"/>
                  </a:cubicBezTo>
                  <a:cubicBezTo>
                    <a:pt x="207" y="383"/>
                    <a:pt x="210" y="382"/>
                    <a:pt x="208" y="382"/>
                  </a:cubicBezTo>
                  <a:cubicBezTo>
                    <a:pt x="209" y="382"/>
                    <a:pt x="209" y="382"/>
                    <a:pt x="210" y="382"/>
                  </a:cubicBezTo>
                  <a:cubicBezTo>
                    <a:pt x="206" y="381"/>
                    <a:pt x="211" y="380"/>
                    <a:pt x="209" y="379"/>
                  </a:cubicBezTo>
                  <a:cubicBezTo>
                    <a:pt x="209" y="380"/>
                    <a:pt x="209" y="380"/>
                    <a:pt x="209" y="380"/>
                  </a:cubicBezTo>
                  <a:cubicBezTo>
                    <a:pt x="209" y="378"/>
                    <a:pt x="210" y="376"/>
                    <a:pt x="208" y="374"/>
                  </a:cubicBezTo>
                  <a:cubicBezTo>
                    <a:pt x="208" y="372"/>
                    <a:pt x="212" y="371"/>
                    <a:pt x="210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9" y="369"/>
                    <a:pt x="210" y="370"/>
                    <a:pt x="210" y="370"/>
                  </a:cubicBezTo>
                  <a:cubicBezTo>
                    <a:pt x="209" y="369"/>
                    <a:pt x="211" y="368"/>
                    <a:pt x="211" y="367"/>
                  </a:cubicBezTo>
                  <a:cubicBezTo>
                    <a:pt x="210" y="367"/>
                    <a:pt x="210" y="367"/>
                    <a:pt x="209" y="367"/>
                  </a:cubicBezTo>
                  <a:cubicBezTo>
                    <a:pt x="212" y="366"/>
                    <a:pt x="208" y="365"/>
                    <a:pt x="210" y="364"/>
                  </a:cubicBezTo>
                  <a:cubicBezTo>
                    <a:pt x="207" y="364"/>
                    <a:pt x="209" y="363"/>
                    <a:pt x="208" y="363"/>
                  </a:cubicBezTo>
                  <a:cubicBezTo>
                    <a:pt x="208" y="363"/>
                    <a:pt x="209" y="363"/>
                    <a:pt x="209" y="363"/>
                  </a:cubicBezTo>
                  <a:cubicBezTo>
                    <a:pt x="209" y="362"/>
                    <a:pt x="209" y="362"/>
                    <a:pt x="210" y="361"/>
                  </a:cubicBezTo>
                  <a:cubicBezTo>
                    <a:pt x="210" y="361"/>
                    <a:pt x="208" y="360"/>
                    <a:pt x="209" y="360"/>
                  </a:cubicBezTo>
                  <a:cubicBezTo>
                    <a:pt x="211" y="360"/>
                    <a:pt x="209" y="359"/>
                    <a:pt x="210" y="359"/>
                  </a:cubicBezTo>
                  <a:cubicBezTo>
                    <a:pt x="208" y="359"/>
                    <a:pt x="206" y="358"/>
                    <a:pt x="207" y="358"/>
                  </a:cubicBezTo>
                  <a:cubicBezTo>
                    <a:pt x="210" y="358"/>
                    <a:pt x="210" y="358"/>
                    <a:pt x="210" y="358"/>
                  </a:cubicBezTo>
                  <a:cubicBezTo>
                    <a:pt x="208" y="357"/>
                    <a:pt x="212" y="355"/>
                    <a:pt x="208" y="353"/>
                  </a:cubicBezTo>
                  <a:cubicBezTo>
                    <a:pt x="210" y="353"/>
                    <a:pt x="210" y="353"/>
                    <a:pt x="210" y="353"/>
                  </a:cubicBezTo>
                  <a:cubicBezTo>
                    <a:pt x="208" y="351"/>
                    <a:pt x="210" y="349"/>
                    <a:pt x="207" y="347"/>
                  </a:cubicBezTo>
                  <a:cubicBezTo>
                    <a:pt x="208" y="347"/>
                    <a:pt x="209" y="346"/>
                    <a:pt x="209" y="346"/>
                  </a:cubicBezTo>
                  <a:cubicBezTo>
                    <a:pt x="207" y="345"/>
                    <a:pt x="207" y="345"/>
                    <a:pt x="205" y="344"/>
                  </a:cubicBezTo>
                  <a:cubicBezTo>
                    <a:pt x="205" y="344"/>
                    <a:pt x="206" y="344"/>
                    <a:pt x="207" y="344"/>
                  </a:cubicBezTo>
                  <a:cubicBezTo>
                    <a:pt x="207" y="343"/>
                    <a:pt x="210" y="342"/>
                    <a:pt x="207" y="342"/>
                  </a:cubicBezTo>
                  <a:cubicBezTo>
                    <a:pt x="209" y="342"/>
                    <a:pt x="209" y="342"/>
                    <a:pt x="209" y="342"/>
                  </a:cubicBezTo>
                  <a:cubicBezTo>
                    <a:pt x="207" y="341"/>
                    <a:pt x="205" y="340"/>
                    <a:pt x="207" y="339"/>
                  </a:cubicBezTo>
                  <a:cubicBezTo>
                    <a:pt x="206" y="339"/>
                    <a:pt x="205" y="339"/>
                    <a:pt x="204" y="339"/>
                  </a:cubicBezTo>
                  <a:cubicBezTo>
                    <a:pt x="203" y="339"/>
                    <a:pt x="206" y="339"/>
                    <a:pt x="205" y="338"/>
                  </a:cubicBezTo>
                  <a:cubicBezTo>
                    <a:pt x="207" y="339"/>
                    <a:pt x="207" y="339"/>
                    <a:pt x="207" y="339"/>
                  </a:cubicBezTo>
                  <a:cubicBezTo>
                    <a:pt x="207" y="337"/>
                    <a:pt x="206" y="336"/>
                    <a:pt x="205" y="334"/>
                  </a:cubicBezTo>
                  <a:cubicBezTo>
                    <a:pt x="207" y="334"/>
                    <a:pt x="204" y="333"/>
                    <a:pt x="206" y="332"/>
                  </a:cubicBezTo>
                  <a:cubicBezTo>
                    <a:pt x="204" y="331"/>
                    <a:pt x="206" y="330"/>
                    <a:pt x="203" y="330"/>
                  </a:cubicBezTo>
                  <a:cubicBezTo>
                    <a:pt x="204" y="330"/>
                    <a:pt x="204" y="330"/>
                    <a:pt x="204" y="330"/>
                  </a:cubicBezTo>
                  <a:cubicBezTo>
                    <a:pt x="205" y="329"/>
                    <a:pt x="205" y="329"/>
                    <a:pt x="205" y="328"/>
                  </a:cubicBezTo>
                  <a:cubicBezTo>
                    <a:pt x="205" y="327"/>
                    <a:pt x="203" y="327"/>
                    <a:pt x="203" y="327"/>
                  </a:cubicBezTo>
                  <a:cubicBezTo>
                    <a:pt x="204" y="327"/>
                    <a:pt x="204" y="327"/>
                    <a:pt x="204" y="327"/>
                  </a:cubicBezTo>
                  <a:cubicBezTo>
                    <a:pt x="203" y="326"/>
                    <a:pt x="201" y="327"/>
                    <a:pt x="200" y="327"/>
                  </a:cubicBezTo>
                  <a:cubicBezTo>
                    <a:pt x="200" y="326"/>
                    <a:pt x="199" y="326"/>
                    <a:pt x="200" y="326"/>
                  </a:cubicBezTo>
                  <a:cubicBezTo>
                    <a:pt x="201" y="326"/>
                    <a:pt x="203" y="326"/>
                    <a:pt x="205" y="326"/>
                  </a:cubicBezTo>
                  <a:cubicBezTo>
                    <a:pt x="205" y="325"/>
                    <a:pt x="202" y="325"/>
                    <a:pt x="203" y="325"/>
                  </a:cubicBezTo>
                  <a:cubicBezTo>
                    <a:pt x="206" y="325"/>
                    <a:pt x="208" y="326"/>
                    <a:pt x="209" y="326"/>
                  </a:cubicBezTo>
                  <a:cubicBezTo>
                    <a:pt x="214" y="327"/>
                    <a:pt x="220" y="328"/>
                    <a:pt x="231" y="322"/>
                  </a:cubicBezTo>
                  <a:cubicBezTo>
                    <a:pt x="231" y="319"/>
                    <a:pt x="234" y="318"/>
                    <a:pt x="233" y="315"/>
                  </a:cubicBezTo>
                  <a:cubicBezTo>
                    <a:pt x="233" y="316"/>
                    <a:pt x="233" y="316"/>
                    <a:pt x="233" y="316"/>
                  </a:cubicBezTo>
                  <a:cubicBezTo>
                    <a:pt x="233" y="314"/>
                    <a:pt x="234" y="314"/>
                    <a:pt x="236" y="313"/>
                  </a:cubicBezTo>
                  <a:cubicBezTo>
                    <a:pt x="235" y="313"/>
                    <a:pt x="236" y="312"/>
                    <a:pt x="234" y="312"/>
                  </a:cubicBezTo>
                  <a:cubicBezTo>
                    <a:pt x="233" y="311"/>
                    <a:pt x="238" y="312"/>
                    <a:pt x="237" y="310"/>
                  </a:cubicBezTo>
                  <a:cubicBezTo>
                    <a:pt x="238" y="311"/>
                    <a:pt x="236" y="310"/>
                    <a:pt x="236" y="310"/>
                  </a:cubicBezTo>
                  <a:cubicBezTo>
                    <a:pt x="235" y="308"/>
                    <a:pt x="238" y="311"/>
                    <a:pt x="240" y="308"/>
                  </a:cubicBezTo>
                  <a:cubicBezTo>
                    <a:pt x="239" y="305"/>
                    <a:pt x="237" y="302"/>
                    <a:pt x="238" y="299"/>
                  </a:cubicBezTo>
                  <a:cubicBezTo>
                    <a:pt x="238" y="299"/>
                    <a:pt x="236" y="300"/>
                    <a:pt x="236" y="299"/>
                  </a:cubicBezTo>
                  <a:cubicBezTo>
                    <a:pt x="239" y="298"/>
                    <a:pt x="235" y="299"/>
                    <a:pt x="236" y="298"/>
                  </a:cubicBezTo>
                  <a:cubicBezTo>
                    <a:pt x="237" y="298"/>
                    <a:pt x="237" y="298"/>
                    <a:pt x="237" y="298"/>
                  </a:cubicBezTo>
                  <a:cubicBezTo>
                    <a:pt x="238" y="296"/>
                    <a:pt x="236" y="296"/>
                    <a:pt x="236" y="294"/>
                  </a:cubicBezTo>
                  <a:cubicBezTo>
                    <a:pt x="235" y="293"/>
                    <a:pt x="236" y="291"/>
                    <a:pt x="234" y="291"/>
                  </a:cubicBezTo>
                  <a:cubicBezTo>
                    <a:pt x="236" y="290"/>
                    <a:pt x="235" y="290"/>
                    <a:pt x="235" y="289"/>
                  </a:cubicBezTo>
                  <a:cubicBezTo>
                    <a:pt x="232" y="291"/>
                    <a:pt x="235" y="286"/>
                    <a:pt x="232" y="287"/>
                  </a:cubicBezTo>
                  <a:cubicBezTo>
                    <a:pt x="233" y="286"/>
                    <a:pt x="233" y="286"/>
                    <a:pt x="233" y="286"/>
                  </a:cubicBezTo>
                  <a:cubicBezTo>
                    <a:pt x="230" y="284"/>
                    <a:pt x="227" y="281"/>
                    <a:pt x="223" y="281"/>
                  </a:cubicBezTo>
                  <a:cubicBezTo>
                    <a:pt x="221" y="281"/>
                    <a:pt x="220" y="277"/>
                    <a:pt x="218" y="278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8" y="279"/>
                    <a:pt x="218" y="278"/>
                  </a:cubicBezTo>
                  <a:cubicBezTo>
                    <a:pt x="216" y="280"/>
                    <a:pt x="216" y="277"/>
                    <a:pt x="214" y="277"/>
                  </a:cubicBezTo>
                  <a:cubicBezTo>
                    <a:pt x="214" y="278"/>
                    <a:pt x="214" y="278"/>
                    <a:pt x="214" y="279"/>
                  </a:cubicBezTo>
                  <a:cubicBezTo>
                    <a:pt x="213" y="276"/>
                    <a:pt x="211" y="280"/>
                    <a:pt x="210" y="277"/>
                  </a:cubicBezTo>
                  <a:cubicBezTo>
                    <a:pt x="210" y="281"/>
                    <a:pt x="209" y="279"/>
                    <a:pt x="209" y="280"/>
                  </a:cubicBezTo>
                  <a:cubicBezTo>
                    <a:pt x="208" y="280"/>
                    <a:pt x="208" y="279"/>
                    <a:pt x="208" y="278"/>
                  </a:cubicBezTo>
                  <a:cubicBezTo>
                    <a:pt x="208" y="279"/>
                    <a:pt x="207" y="279"/>
                    <a:pt x="206" y="278"/>
                  </a:cubicBezTo>
                  <a:cubicBezTo>
                    <a:pt x="206" y="278"/>
                    <a:pt x="206" y="280"/>
                    <a:pt x="205" y="280"/>
                  </a:cubicBezTo>
                  <a:cubicBezTo>
                    <a:pt x="205" y="277"/>
                    <a:pt x="204" y="280"/>
                    <a:pt x="203" y="279"/>
                  </a:cubicBezTo>
                  <a:cubicBezTo>
                    <a:pt x="204" y="281"/>
                    <a:pt x="203" y="283"/>
                    <a:pt x="202" y="282"/>
                  </a:cubicBezTo>
                  <a:cubicBezTo>
                    <a:pt x="202" y="279"/>
                    <a:pt x="202" y="279"/>
                    <a:pt x="202" y="279"/>
                  </a:cubicBezTo>
                  <a:cubicBezTo>
                    <a:pt x="201" y="281"/>
                    <a:pt x="198" y="278"/>
                    <a:pt x="197" y="282"/>
                  </a:cubicBezTo>
                  <a:cubicBezTo>
                    <a:pt x="196" y="280"/>
                    <a:pt x="196" y="280"/>
                    <a:pt x="196" y="280"/>
                  </a:cubicBezTo>
                  <a:cubicBezTo>
                    <a:pt x="195" y="283"/>
                    <a:pt x="192" y="281"/>
                    <a:pt x="191" y="285"/>
                  </a:cubicBezTo>
                  <a:cubicBezTo>
                    <a:pt x="191" y="284"/>
                    <a:pt x="190" y="284"/>
                    <a:pt x="189" y="284"/>
                  </a:cubicBezTo>
                  <a:cubicBezTo>
                    <a:pt x="189" y="286"/>
                    <a:pt x="189" y="285"/>
                    <a:pt x="189" y="288"/>
                  </a:cubicBezTo>
                  <a:cubicBezTo>
                    <a:pt x="189" y="288"/>
                    <a:pt x="188" y="287"/>
                    <a:pt x="188" y="286"/>
                  </a:cubicBezTo>
                  <a:cubicBezTo>
                    <a:pt x="187" y="286"/>
                    <a:pt x="185" y="284"/>
                    <a:pt x="186" y="287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7"/>
                    <a:pt x="185" y="289"/>
                    <a:pt x="183" y="288"/>
                  </a:cubicBezTo>
                  <a:cubicBezTo>
                    <a:pt x="184" y="289"/>
                    <a:pt x="183" y="290"/>
                    <a:pt x="184" y="291"/>
                  </a:cubicBezTo>
                  <a:cubicBezTo>
                    <a:pt x="184" y="292"/>
                    <a:pt x="183" y="289"/>
                    <a:pt x="183" y="291"/>
                  </a:cubicBezTo>
                  <a:cubicBezTo>
                    <a:pt x="183" y="289"/>
                    <a:pt x="183" y="289"/>
                    <a:pt x="183" y="289"/>
                  </a:cubicBezTo>
                  <a:cubicBezTo>
                    <a:pt x="181" y="289"/>
                    <a:pt x="180" y="291"/>
                    <a:pt x="179" y="293"/>
                  </a:cubicBezTo>
                  <a:cubicBezTo>
                    <a:pt x="178" y="291"/>
                    <a:pt x="178" y="294"/>
                    <a:pt x="176" y="293"/>
                  </a:cubicBezTo>
                  <a:cubicBezTo>
                    <a:pt x="177" y="295"/>
                    <a:pt x="175" y="294"/>
                    <a:pt x="176" y="29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5" y="296"/>
                    <a:pt x="174" y="297"/>
                    <a:pt x="172" y="297"/>
                  </a:cubicBezTo>
                  <a:cubicBezTo>
                    <a:pt x="172" y="298"/>
                    <a:pt x="173" y="299"/>
                    <a:pt x="174" y="300"/>
                  </a:cubicBezTo>
                  <a:cubicBezTo>
                    <a:pt x="172" y="299"/>
                    <a:pt x="172" y="299"/>
                    <a:pt x="172" y="299"/>
                  </a:cubicBezTo>
                  <a:cubicBezTo>
                    <a:pt x="173" y="300"/>
                    <a:pt x="175" y="301"/>
                    <a:pt x="176" y="302"/>
                  </a:cubicBezTo>
                  <a:cubicBezTo>
                    <a:pt x="175" y="302"/>
                    <a:pt x="176" y="302"/>
                    <a:pt x="175" y="302"/>
                  </a:cubicBezTo>
                  <a:cubicBezTo>
                    <a:pt x="175" y="302"/>
                    <a:pt x="173" y="301"/>
                    <a:pt x="172" y="300"/>
                  </a:cubicBezTo>
                  <a:cubicBezTo>
                    <a:pt x="171" y="301"/>
                    <a:pt x="174" y="303"/>
                    <a:pt x="172" y="303"/>
                  </a:cubicBezTo>
                  <a:cubicBezTo>
                    <a:pt x="172" y="304"/>
                    <a:pt x="172" y="305"/>
                    <a:pt x="174" y="305"/>
                  </a:cubicBezTo>
                  <a:cubicBezTo>
                    <a:pt x="173" y="305"/>
                    <a:pt x="173" y="305"/>
                    <a:pt x="172" y="305"/>
                  </a:cubicBezTo>
                  <a:cubicBezTo>
                    <a:pt x="172" y="306"/>
                    <a:pt x="173" y="306"/>
                    <a:pt x="173" y="306"/>
                  </a:cubicBezTo>
                  <a:cubicBezTo>
                    <a:pt x="173" y="306"/>
                    <a:pt x="174" y="306"/>
                    <a:pt x="174" y="306"/>
                  </a:cubicBezTo>
                  <a:cubicBezTo>
                    <a:pt x="175" y="305"/>
                    <a:pt x="175" y="306"/>
                    <a:pt x="176" y="305"/>
                  </a:cubicBezTo>
                  <a:cubicBezTo>
                    <a:pt x="177" y="305"/>
                    <a:pt x="178" y="306"/>
                    <a:pt x="179" y="306"/>
                  </a:cubicBezTo>
                  <a:cubicBezTo>
                    <a:pt x="178" y="306"/>
                    <a:pt x="177" y="305"/>
                    <a:pt x="177" y="304"/>
                  </a:cubicBezTo>
                  <a:cubicBezTo>
                    <a:pt x="178" y="304"/>
                    <a:pt x="177" y="304"/>
                    <a:pt x="176" y="304"/>
                  </a:cubicBezTo>
                  <a:cubicBezTo>
                    <a:pt x="176" y="304"/>
                    <a:pt x="176" y="304"/>
                    <a:pt x="176" y="304"/>
                  </a:cubicBezTo>
                  <a:cubicBezTo>
                    <a:pt x="176" y="304"/>
                    <a:pt x="175" y="304"/>
                    <a:pt x="174" y="303"/>
                  </a:cubicBezTo>
                  <a:cubicBezTo>
                    <a:pt x="175" y="304"/>
                    <a:pt x="175" y="304"/>
                    <a:pt x="175" y="304"/>
                  </a:cubicBezTo>
                  <a:cubicBezTo>
                    <a:pt x="174" y="303"/>
                    <a:pt x="174" y="303"/>
                    <a:pt x="174" y="303"/>
                  </a:cubicBezTo>
                  <a:cubicBezTo>
                    <a:pt x="175" y="303"/>
                    <a:pt x="176" y="303"/>
                    <a:pt x="176" y="303"/>
                  </a:cubicBezTo>
                  <a:cubicBezTo>
                    <a:pt x="176" y="303"/>
                    <a:pt x="175" y="303"/>
                    <a:pt x="177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8" y="303"/>
                    <a:pt x="178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9" y="302"/>
                    <a:pt x="179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80" y="303"/>
                    <a:pt x="181" y="304"/>
                    <a:pt x="181" y="304"/>
                  </a:cubicBezTo>
                  <a:cubicBezTo>
                    <a:pt x="181" y="304"/>
                    <a:pt x="180" y="302"/>
                    <a:pt x="182" y="303"/>
                  </a:cubicBezTo>
                  <a:cubicBezTo>
                    <a:pt x="182" y="303"/>
                    <a:pt x="182" y="302"/>
                    <a:pt x="181" y="301"/>
                  </a:cubicBezTo>
                  <a:cubicBezTo>
                    <a:pt x="181" y="300"/>
                    <a:pt x="183" y="303"/>
                    <a:pt x="182" y="302"/>
                  </a:cubicBezTo>
                  <a:cubicBezTo>
                    <a:pt x="183" y="303"/>
                    <a:pt x="185" y="304"/>
                    <a:pt x="186" y="305"/>
                  </a:cubicBezTo>
                  <a:cubicBezTo>
                    <a:pt x="186" y="305"/>
                    <a:pt x="187" y="306"/>
                    <a:pt x="186" y="306"/>
                  </a:cubicBezTo>
                  <a:cubicBezTo>
                    <a:pt x="187" y="306"/>
                    <a:pt x="187" y="307"/>
                    <a:pt x="187" y="307"/>
                  </a:cubicBezTo>
                  <a:cubicBezTo>
                    <a:pt x="187" y="306"/>
                    <a:pt x="185" y="305"/>
                    <a:pt x="185" y="304"/>
                  </a:cubicBezTo>
                  <a:cubicBezTo>
                    <a:pt x="183" y="303"/>
                    <a:pt x="185" y="304"/>
                    <a:pt x="183" y="302"/>
                  </a:cubicBezTo>
                  <a:cubicBezTo>
                    <a:pt x="184" y="302"/>
                    <a:pt x="184" y="302"/>
                    <a:pt x="184" y="301"/>
                  </a:cubicBezTo>
                  <a:cubicBezTo>
                    <a:pt x="184" y="301"/>
                    <a:pt x="185" y="303"/>
                    <a:pt x="186" y="303"/>
                  </a:cubicBezTo>
                  <a:cubicBezTo>
                    <a:pt x="185" y="302"/>
                    <a:pt x="185" y="301"/>
                    <a:pt x="185" y="301"/>
                  </a:cubicBezTo>
                  <a:cubicBezTo>
                    <a:pt x="185" y="300"/>
                    <a:pt x="184" y="300"/>
                    <a:pt x="184" y="298"/>
                  </a:cubicBezTo>
                  <a:cubicBezTo>
                    <a:pt x="183" y="298"/>
                    <a:pt x="183" y="297"/>
                    <a:pt x="183" y="297"/>
                  </a:cubicBezTo>
                  <a:cubicBezTo>
                    <a:pt x="184" y="299"/>
                    <a:pt x="186" y="301"/>
                    <a:pt x="186" y="301"/>
                  </a:cubicBezTo>
                  <a:cubicBezTo>
                    <a:pt x="188" y="304"/>
                    <a:pt x="185" y="301"/>
                    <a:pt x="187" y="303"/>
                  </a:cubicBezTo>
                  <a:cubicBezTo>
                    <a:pt x="188" y="305"/>
                    <a:pt x="187" y="306"/>
                    <a:pt x="187" y="305"/>
                  </a:cubicBezTo>
                  <a:cubicBezTo>
                    <a:pt x="188" y="307"/>
                    <a:pt x="187" y="305"/>
                    <a:pt x="188" y="307"/>
                  </a:cubicBezTo>
                  <a:cubicBezTo>
                    <a:pt x="188" y="307"/>
                    <a:pt x="188" y="305"/>
                    <a:pt x="188" y="305"/>
                  </a:cubicBezTo>
                  <a:cubicBezTo>
                    <a:pt x="187" y="304"/>
                    <a:pt x="187" y="304"/>
                    <a:pt x="187" y="303"/>
                  </a:cubicBezTo>
                  <a:cubicBezTo>
                    <a:pt x="186" y="300"/>
                    <a:pt x="188" y="304"/>
                    <a:pt x="188" y="304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89" y="306"/>
                    <a:pt x="188" y="304"/>
                    <a:pt x="189" y="304"/>
                  </a:cubicBezTo>
                  <a:cubicBezTo>
                    <a:pt x="190" y="307"/>
                    <a:pt x="189" y="305"/>
                    <a:pt x="189" y="306"/>
                  </a:cubicBezTo>
                  <a:cubicBezTo>
                    <a:pt x="190" y="308"/>
                    <a:pt x="190" y="308"/>
                    <a:pt x="190" y="308"/>
                  </a:cubicBezTo>
                  <a:cubicBezTo>
                    <a:pt x="190" y="308"/>
                    <a:pt x="189" y="309"/>
                    <a:pt x="188" y="310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7" y="311"/>
                    <a:pt x="186" y="306"/>
                    <a:pt x="186" y="311"/>
                  </a:cubicBezTo>
                  <a:cubicBezTo>
                    <a:pt x="186" y="312"/>
                    <a:pt x="186" y="312"/>
                    <a:pt x="186" y="312"/>
                  </a:cubicBezTo>
                  <a:cubicBezTo>
                    <a:pt x="185" y="310"/>
                    <a:pt x="185" y="310"/>
                    <a:pt x="185" y="310"/>
                  </a:cubicBezTo>
                  <a:cubicBezTo>
                    <a:pt x="185" y="311"/>
                    <a:pt x="184" y="310"/>
                    <a:pt x="184" y="312"/>
                  </a:cubicBezTo>
                  <a:cubicBezTo>
                    <a:pt x="184" y="310"/>
                    <a:pt x="184" y="310"/>
                    <a:pt x="184" y="310"/>
                  </a:cubicBezTo>
                  <a:cubicBezTo>
                    <a:pt x="184" y="310"/>
                    <a:pt x="184" y="313"/>
                    <a:pt x="183" y="312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2" y="311"/>
                    <a:pt x="182" y="312"/>
                    <a:pt x="181" y="312"/>
                  </a:cubicBezTo>
                  <a:cubicBezTo>
                    <a:pt x="182" y="311"/>
                    <a:pt x="182" y="311"/>
                    <a:pt x="183" y="310"/>
                  </a:cubicBezTo>
                  <a:cubicBezTo>
                    <a:pt x="181" y="308"/>
                    <a:pt x="177" y="307"/>
                    <a:pt x="178" y="311"/>
                  </a:cubicBezTo>
                  <a:cubicBezTo>
                    <a:pt x="178" y="312"/>
                    <a:pt x="176" y="309"/>
                    <a:pt x="176" y="309"/>
                  </a:cubicBezTo>
                  <a:cubicBezTo>
                    <a:pt x="177" y="312"/>
                    <a:pt x="172" y="313"/>
                    <a:pt x="178" y="313"/>
                  </a:cubicBezTo>
                  <a:cubicBezTo>
                    <a:pt x="178" y="313"/>
                    <a:pt x="179" y="313"/>
                    <a:pt x="179" y="313"/>
                  </a:cubicBezTo>
                  <a:cubicBezTo>
                    <a:pt x="179" y="314"/>
                    <a:pt x="180" y="316"/>
                    <a:pt x="183" y="321"/>
                  </a:cubicBezTo>
                  <a:cubicBezTo>
                    <a:pt x="183" y="321"/>
                    <a:pt x="183" y="321"/>
                    <a:pt x="183" y="321"/>
                  </a:cubicBezTo>
                  <a:cubicBezTo>
                    <a:pt x="185" y="320"/>
                    <a:pt x="189" y="325"/>
                    <a:pt x="192" y="323"/>
                  </a:cubicBezTo>
                  <a:cubicBezTo>
                    <a:pt x="192" y="322"/>
                    <a:pt x="192" y="321"/>
                    <a:pt x="192" y="321"/>
                  </a:cubicBezTo>
                  <a:cubicBezTo>
                    <a:pt x="192" y="322"/>
                    <a:pt x="192" y="322"/>
                    <a:pt x="192" y="322"/>
                  </a:cubicBezTo>
                  <a:cubicBezTo>
                    <a:pt x="193" y="320"/>
                    <a:pt x="193" y="320"/>
                    <a:pt x="193" y="320"/>
                  </a:cubicBezTo>
                  <a:cubicBezTo>
                    <a:pt x="193" y="320"/>
                    <a:pt x="193" y="322"/>
                    <a:pt x="192" y="322"/>
                  </a:cubicBezTo>
                  <a:cubicBezTo>
                    <a:pt x="194" y="322"/>
                    <a:pt x="195" y="322"/>
                    <a:pt x="196" y="322"/>
                  </a:cubicBezTo>
                  <a:cubicBezTo>
                    <a:pt x="197" y="320"/>
                    <a:pt x="197" y="322"/>
                    <a:pt x="197" y="320"/>
                  </a:cubicBezTo>
                  <a:cubicBezTo>
                    <a:pt x="197" y="321"/>
                    <a:pt x="197" y="321"/>
                    <a:pt x="197" y="321"/>
                  </a:cubicBezTo>
                  <a:cubicBezTo>
                    <a:pt x="198" y="320"/>
                    <a:pt x="198" y="320"/>
                    <a:pt x="199" y="322"/>
                  </a:cubicBezTo>
                  <a:cubicBezTo>
                    <a:pt x="199" y="323"/>
                    <a:pt x="199" y="323"/>
                    <a:pt x="199" y="323"/>
                  </a:cubicBezTo>
                  <a:cubicBezTo>
                    <a:pt x="198" y="323"/>
                    <a:pt x="198" y="323"/>
                    <a:pt x="197" y="323"/>
                  </a:cubicBezTo>
                  <a:cubicBezTo>
                    <a:pt x="198" y="323"/>
                    <a:pt x="198" y="323"/>
                    <a:pt x="198" y="323"/>
                  </a:cubicBezTo>
                  <a:cubicBezTo>
                    <a:pt x="197" y="324"/>
                    <a:pt x="197" y="324"/>
                    <a:pt x="197" y="324"/>
                  </a:cubicBezTo>
                  <a:cubicBezTo>
                    <a:pt x="197" y="324"/>
                    <a:pt x="196" y="325"/>
                    <a:pt x="197" y="325"/>
                  </a:cubicBezTo>
                  <a:cubicBezTo>
                    <a:pt x="199" y="325"/>
                    <a:pt x="199" y="325"/>
                    <a:pt x="199" y="325"/>
                  </a:cubicBezTo>
                  <a:cubicBezTo>
                    <a:pt x="199" y="325"/>
                    <a:pt x="201" y="325"/>
                    <a:pt x="199" y="326"/>
                  </a:cubicBezTo>
                  <a:cubicBezTo>
                    <a:pt x="197" y="326"/>
                    <a:pt x="197" y="326"/>
                    <a:pt x="197" y="326"/>
                  </a:cubicBezTo>
                  <a:cubicBezTo>
                    <a:pt x="197" y="326"/>
                    <a:pt x="198" y="326"/>
                    <a:pt x="198" y="326"/>
                  </a:cubicBezTo>
                  <a:cubicBezTo>
                    <a:pt x="195" y="326"/>
                    <a:pt x="195" y="326"/>
                    <a:pt x="195" y="326"/>
                  </a:cubicBezTo>
                  <a:cubicBezTo>
                    <a:pt x="199" y="326"/>
                    <a:pt x="196" y="327"/>
                    <a:pt x="197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5" y="328"/>
                    <a:pt x="198" y="327"/>
                    <a:pt x="198" y="327"/>
                  </a:cubicBezTo>
                  <a:cubicBezTo>
                    <a:pt x="198" y="328"/>
                    <a:pt x="195" y="328"/>
                    <a:pt x="194" y="328"/>
                  </a:cubicBezTo>
                  <a:cubicBezTo>
                    <a:pt x="194" y="329"/>
                    <a:pt x="196" y="329"/>
                    <a:pt x="194" y="330"/>
                  </a:cubicBezTo>
                  <a:cubicBezTo>
                    <a:pt x="195" y="330"/>
                    <a:pt x="196" y="331"/>
                    <a:pt x="197" y="331"/>
                  </a:cubicBezTo>
                  <a:cubicBezTo>
                    <a:pt x="197" y="332"/>
                    <a:pt x="194" y="331"/>
                    <a:pt x="195" y="332"/>
                  </a:cubicBezTo>
                  <a:cubicBezTo>
                    <a:pt x="195" y="332"/>
                    <a:pt x="194" y="332"/>
                    <a:pt x="193" y="332"/>
                  </a:cubicBezTo>
                  <a:cubicBezTo>
                    <a:pt x="194" y="332"/>
                    <a:pt x="193" y="333"/>
                    <a:pt x="195" y="332"/>
                  </a:cubicBezTo>
                  <a:cubicBezTo>
                    <a:pt x="194" y="333"/>
                    <a:pt x="194" y="334"/>
                    <a:pt x="195" y="334"/>
                  </a:cubicBezTo>
                  <a:cubicBezTo>
                    <a:pt x="195" y="334"/>
                    <a:pt x="193" y="334"/>
                    <a:pt x="192" y="334"/>
                  </a:cubicBezTo>
                  <a:cubicBezTo>
                    <a:pt x="194" y="334"/>
                    <a:pt x="195" y="335"/>
                    <a:pt x="194" y="335"/>
                  </a:cubicBezTo>
                  <a:cubicBezTo>
                    <a:pt x="196" y="335"/>
                    <a:pt x="196" y="335"/>
                    <a:pt x="198" y="335"/>
                  </a:cubicBezTo>
                  <a:cubicBezTo>
                    <a:pt x="198" y="335"/>
                    <a:pt x="199" y="335"/>
                    <a:pt x="199" y="335"/>
                  </a:cubicBezTo>
                  <a:cubicBezTo>
                    <a:pt x="197" y="336"/>
                    <a:pt x="194" y="336"/>
                    <a:pt x="194" y="336"/>
                  </a:cubicBezTo>
                  <a:cubicBezTo>
                    <a:pt x="191" y="336"/>
                    <a:pt x="194" y="335"/>
                    <a:pt x="192" y="336"/>
                  </a:cubicBezTo>
                  <a:cubicBezTo>
                    <a:pt x="189" y="335"/>
                    <a:pt x="189" y="335"/>
                    <a:pt x="191" y="334"/>
                  </a:cubicBezTo>
                  <a:cubicBezTo>
                    <a:pt x="188" y="334"/>
                    <a:pt x="190" y="335"/>
                    <a:pt x="188" y="335"/>
                  </a:cubicBezTo>
                  <a:cubicBezTo>
                    <a:pt x="188" y="335"/>
                    <a:pt x="189" y="335"/>
                    <a:pt x="190" y="336"/>
                  </a:cubicBezTo>
                  <a:cubicBezTo>
                    <a:pt x="191" y="336"/>
                    <a:pt x="191" y="336"/>
                    <a:pt x="192" y="336"/>
                  </a:cubicBezTo>
                  <a:cubicBezTo>
                    <a:pt x="195" y="336"/>
                    <a:pt x="190" y="336"/>
                    <a:pt x="190" y="337"/>
                  </a:cubicBezTo>
                  <a:cubicBezTo>
                    <a:pt x="190" y="336"/>
                    <a:pt x="190" y="336"/>
                    <a:pt x="190" y="336"/>
                  </a:cubicBezTo>
                  <a:cubicBezTo>
                    <a:pt x="189" y="337"/>
                    <a:pt x="191" y="337"/>
                    <a:pt x="190" y="337"/>
                  </a:cubicBezTo>
                  <a:cubicBezTo>
                    <a:pt x="187" y="337"/>
                    <a:pt x="190" y="337"/>
                    <a:pt x="188" y="336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5" y="337"/>
                    <a:pt x="188" y="337"/>
                    <a:pt x="188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7" y="338"/>
                    <a:pt x="187" y="338"/>
                    <a:pt x="187" y="338"/>
                  </a:cubicBezTo>
                  <a:cubicBezTo>
                    <a:pt x="188" y="338"/>
                    <a:pt x="190" y="338"/>
                    <a:pt x="190" y="337"/>
                  </a:cubicBezTo>
                  <a:cubicBezTo>
                    <a:pt x="193" y="337"/>
                    <a:pt x="190" y="338"/>
                    <a:pt x="191" y="338"/>
                  </a:cubicBezTo>
                  <a:cubicBezTo>
                    <a:pt x="193" y="338"/>
                    <a:pt x="191" y="338"/>
                    <a:pt x="193" y="338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9"/>
                    <a:pt x="193" y="339"/>
                    <a:pt x="191" y="339"/>
                  </a:cubicBezTo>
                  <a:cubicBezTo>
                    <a:pt x="191" y="339"/>
                    <a:pt x="191" y="338"/>
                    <a:pt x="192" y="338"/>
                  </a:cubicBezTo>
                  <a:cubicBezTo>
                    <a:pt x="190" y="338"/>
                    <a:pt x="188" y="339"/>
                    <a:pt x="187" y="338"/>
                  </a:cubicBezTo>
                  <a:cubicBezTo>
                    <a:pt x="186" y="339"/>
                    <a:pt x="188" y="339"/>
                    <a:pt x="189" y="339"/>
                  </a:cubicBezTo>
                  <a:cubicBezTo>
                    <a:pt x="189" y="339"/>
                    <a:pt x="190" y="339"/>
                    <a:pt x="191" y="339"/>
                  </a:cubicBezTo>
                  <a:cubicBezTo>
                    <a:pt x="196" y="340"/>
                    <a:pt x="187" y="339"/>
                    <a:pt x="188" y="340"/>
                  </a:cubicBezTo>
                  <a:cubicBezTo>
                    <a:pt x="191" y="340"/>
                    <a:pt x="193" y="341"/>
                    <a:pt x="196" y="340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5" y="341"/>
                    <a:pt x="195" y="341"/>
                    <a:pt x="193" y="341"/>
                  </a:cubicBezTo>
                  <a:cubicBezTo>
                    <a:pt x="193" y="341"/>
                    <a:pt x="193" y="341"/>
                    <a:pt x="193" y="341"/>
                  </a:cubicBezTo>
                  <a:cubicBezTo>
                    <a:pt x="191" y="341"/>
                    <a:pt x="191" y="341"/>
                    <a:pt x="191" y="341"/>
                  </a:cubicBezTo>
                  <a:cubicBezTo>
                    <a:pt x="189" y="341"/>
                    <a:pt x="188" y="341"/>
                    <a:pt x="187" y="341"/>
                  </a:cubicBezTo>
                  <a:cubicBezTo>
                    <a:pt x="188" y="342"/>
                    <a:pt x="189" y="341"/>
                    <a:pt x="189" y="342"/>
                  </a:cubicBezTo>
                  <a:cubicBezTo>
                    <a:pt x="188" y="342"/>
                    <a:pt x="187" y="342"/>
                    <a:pt x="187" y="342"/>
                  </a:cubicBezTo>
                  <a:cubicBezTo>
                    <a:pt x="188" y="342"/>
                    <a:pt x="190" y="342"/>
                    <a:pt x="191" y="342"/>
                  </a:cubicBezTo>
                  <a:cubicBezTo>
                    <a:pt x="191" y="343"/>
                    <a:pt x="189" y="343"/>
                    <a:pt x="188" y="343"/>
                  </a:cubicBezTo>
                  <a:cubicBezTo>
                    <a:pt x="187" y="342"/>
                    <a:pt x="187" y="342"/>
                    <a:pt x="187" y="342"/>
                  </a:cubicBezTo>
                  <a:cubicBezTo>
                    <a:pt x="188" y="343"/>
                    <a:pt x="186" y="342"/>
                    <a:pt x="186" y="343"/>
                  </a:cubicBezTo>
                  <a:cubicBezTo>
                    <a:pt x="188" y="343"/>
                    <a:pt x="189" y="343"/>
                    <a:pt x="191" y="343"/>
                  </a:cubicBezTo>
                  <a:cubicBezTo>
                    <a:pt x="191" y="343"/>
                    <a:pt x="190" y="344"/>
                    <a:pt x="190" y="344"/>
                  </a:cubicBezTo>
                  <a:cubicBezTo>
                    <a:pt x="189" y="343"/>
                    <a:pt x="189" y="343"/>
                    <a:pt x="189" y="343"/>
                  </a:cubicBezTo>
                  <a:cubicBezTo>
                    <a:pt x="189" y="344"/>
                    <a:pt x="186" y="343"/>
                    <a:pt x="186" y="344"/>
                  </a:cubicBezTo>
                  <a:cubicBezTo>
                    <a:pt x="188" y="344"/>
                    <a:pt x="188" y="344"/>
                    <a:pt x="188" y="344"/>
                  </a:cubicBezTo>
                  <a:cubicBezTo>
                    <a:pt x="186" y="344"/>
                    <a:pt x="186" y="344"/>
                    <a:pt x="186" y="344"/>
                  </a:cubicBezTo>
                  <a:cubicBezTo>
                    <a:pt x="188" y="344"/>
                    <a:pt x="187" y="344"/>
                    <a:pt x="188" y="344"/>
                  </a:cubicBezTo>
                  <a:cubicBezTo>
                    <a:pt x="187" y="344"/>
                    <a:pt x="187" y="344"/>
                    <a:pt x="187" y="344"/>
                  </a:cubicBezTo>
                  <a:cubicBezTo>
                    <a:pt x="187" y="345"/>
                    <a:pt x="190" y="345"/>
                    <a:pt x="188" y="345"/>
                  </a:cubicBezTo>
                  <a:cubicBezTo>
                    <a:pt x="190" y="345"/>
                    <a:pt x="188" y="345"/>
                    <a:pt x="189" y="345"/>
                  </a:cubicBezTo>
                  <a:cubicBezTo>
                    <a:pt x="191" y="344"/>
                    <a:pt x="191" y="345"/>
                    <a:pt x="191" y="345"/>
                  </a:cubicBezTo>
                  <a:cubicBezTo>
                    <a:pt x="188" y="345"/>
                    <a:pt x="191" y="346"/>
                    <a:pt x="191" y="346"/>
                  </a:cubicBezTo>
                  <a:cubicBezTo>
                    <a:pt x="190" y="346"/>
                    <a:pt x="189" y="346"/>
                    <a:pt x="188" y="346"/>
                  </a:cubicBezTo>
                  <a:cubicBezTo>
                    <a:pt x="190" y="346"/>
                    <a:pt x="190" y="346"/>
                    <a:pt x="190" y="346"/>
                  </a:cubicBezTo>
                  <a:cubicBezTo>
                    <a:pt x="187" y="346"/>
                    <a:pt x="191" y="347"/>
                    <a:pt x="190" y="347"/>
                  </a:cubicBezTo>
                  <a:cubicBezTo>
                    <a:pt x="189" y="347"/>
                    <a:pt x="187" y="347"/>
                    <a:pt x="187" y="347"/>
                  </a:cubicBezTo>
                  <a:cubicBezTo>
                    <a:pt x="190" y="347"/>
                    <a:pt x="190" y="347"/>
                    <a:pt x="192" y="347"/>
                  </a:cubicBezTo>
                  <a:cubicBezTo>
                    <a:pt x="191" y="348"/>
                    <a:pt x="189" y="347"/>
                    <a:pt x="187" y="347"/>
                  </a:cubicBezTo>
                  <a:cubicBezTo>
                    <a:pt x="189" y="348"/>
                    <a:pt x="185" y="348"/>
                    <a:pt x="188" y="348"/>
                  </a:cubicBezTo>
                  <a:cubicBezTo>
                    <a:pt x="189" y="348"/>
                    <a:pt x="190" y="348"/>
                    <a:pt x="191" y="348"/>
                  </a:cubicBezTo>
                  <a:cubicBezTo>
                    <a:pt x="191" y="349"/>
                    <a:pt x="190" y="348"/>
                    <a:pt x="189" y="348"/>
                  </a:cubicBezTo>
                  <a:cubicBezTo>
                    <a:pt x="189" y="349"/>
                    <a:pt x="191" y="349"/>
                    <a:pt x="192" y="349"/>
                  </a:cubicBezTo>
                  <a:cubicBezTo>
                    <a:pt x="191" y="349"/>
                    <a:pt x="194" y="349"/>
                    <a:pt x="192" y="350"/>
                  </a:cubicBezTo>
                  <a:cubicBezTo>
                    <a:pt x="191" y="350"/>
                    <a:pt x="191" y="349"/>
                    <a:pt x="190" y="349"/>
                  </a:cubicBezTo>
                  <a:cubicBezTo>
                    <a:pt x="190" y="350"/>
                    <a:pt x="194" y="350"/>
                    <a:pt x="195" y="350"/>
                  </a:cubicBezTo>
                  <a:cubicBezTo>
                    <a:pt x="196" y="350"/>
                    <a:pt x="199" y="351"/>
                    <a:pt x="200" y="351"/>
                  </a:cubicBezTo>
                  <a:cubicBezTo>
                    <a:pt x="199" y="352"/>
                    <a:pt x="199" y="351"/>
                    <a:pt x="197" y="351"/>
                  </a:cubicBezTo>
                  <a:cubicBezTo>
                    <a:pt x="197" y="351"/>
                    <a:pt x="197" y="351"/>
                    <a:pt x="197" y="351"/>
                  </a:cubicBezTo>
                  <a:cubicBezTo>
                    <a:pt x="194" y="351"/>
                    <a:pt x="192" y="350"/>
                    <a:pt x="190" y="350"/>
                  </a:cubicBezTo>
                  <a:cubicBezTo>
                    <a:pt x="191" y="350"/>
                    <a:pt x="191" y="350"/>
                    <a:pt x="191" y="350"/>
                  </a:cubicBezTo>
                  <a:cubicBezTo>
                    <a:pt x="188" y="350"/>
                    <a:pt x="188" y="350"/>
                    <a:pt x="188" y="350"/>
                  </a:cubicBezTo>
                  <a:cubicBezTo>
                    <a:pt x="190" y="350"/>
                    <a:pt x="188" y="351"/>
                    <a:pt x="189" y="351"/>
                  </a:cubicBezTo>
                  <a:cubicBezTo>
                    <a:pt x="190" y="351"/>
                    <a:pt x="188" y="351"/>
                    <a:pt x="189" y="351"/>
                  </a:cubicBezTo>
                  <a:cubicBezTo>
                    <a:pt x="190" y="351"/>
                    <a:pt x="193" y="351"/>
                    <a:pt x="192" y="352"/>
                  </a:cubicBezTo>
                  <a:cubicBezTo>
                    <a:pt x="188" y="351"/>
                    <a:pt x="188" y="351"/>
                    <a:pt x="188" y="351"/>
                  </a:cubicBezTo>
                  <a:cubicBezTo>
                    <a:pt x="188" y="352"/>
                    <a:pt x="190" y="352"/>
                    <a:pt x="189" y="352"/>
                  </a:cubicBezTo>
                  <a:cubicBezTo>
                    <a:pt x="188" y="352"/>
                    <a:pt x="188" y="352"/>
                    <a:pt x="188" y="352"/>
                  </a:cubicBezTo>
                  <a:cubicBezTo>
                    <a:pt x="188" y="353"/>
                    <a:pt x="188" y="354"/>
                    <a:pt x="192" y="356"/>
                  </a:cubicBezTo>
                  <a:cubicBezTo>
                    <a:pt x="190" y="356"/>
                    <a:pt x="190" y="356"/>
                    <a:pt x="189" y="357"/>
                  </a:cubicBezTo>
                  <a:cubicBezTo>
                    <a:pt x="189" y="357"/>
                    <a:pt x="191" y="357"/>
                    <a:pt x="191" y="357"/>
                  </a:cubicBezTo>
                  <a:cubicBezTo>
                    <a:pt x="189" y="357"/>
                    <a:pt x="189" y="357"/>
                    <a:pt x="189" y="357"/>
                  </a:cubicBezTo>
                  <a:cubicBezTo>
                    <a:pt x="188" y="357"/>
                    <a:pt x="189" y="358"/>
                    <a:pt x="191" y="359"/>
                  </a:cubicBezTo>
                  <a:cubicBezTo>
                    <a:pt x="189" y="358"/>
                    <a:pt x="189" y="358"/>
                    <a:pt x="189" y="358"/>
                  </a:cubicBezTo>
                  <a:cubicBezTo>
                    <a:pt x="188" y="359"/>
                    <a:pt x="190" y="359"/>
                    <a:pt x="191" y="359"/>
                  </a:cubicBezTo>
                  <a:cubicBezTo>
                    <a:pt x="189" y="359"/>
                    <a:pt x="189" y="359"/>
                    <a:pt x="189" y="359"/>
                  </a:cubicBezTo>
                  <a:cubicBezTo>
                    <a:pt x="191" y="359"/>
                    <a:pt x="191" y="359"/>
                    <a:pt x="191" y="359"/>
                  </a:cubicBezTo>
                  <a:cubicBezTo>
                    <a:pt x="191" y="360"/>
                    <a:pt x="191" y="360"/>
                    <a:pt x="189" y="360"/>
                  </a:cubicBezTo>
                  <a:cubicBezTo>
                    <a:pt x="190" y="360"/>
                    <a:pt x="190" y="360"/>
                    <a:pt x="190" y="360"/>
                  </a:cubicBezTo>
                  <a:cubicBezTo>
                    <a:pt x="189" y="360"/>
                    <a:pt x="189" y="361"/>
                    <a:pt x="189" y="362"/>
                  </a:cubicBezTo>
                  <a:cubicBezTo>
                    <a:pt x="190" y="362"/>
                    <a:pt x="191" y="362"/>
                    <a:pt x="192" y="362"/>
                  </a:cubicBezTo>
                  <a:cubicBezTo>
                    <a:pt x="194" y="362"/>
                    <a:pt x="192" y="362"/>
                    <a:pt x="193" y="362"/>
                  </a:cubicBezTo>
                  <a:cubicBezTo>
                    <a:pt x="191" y="362"/>
                    <a:pt x="191" y="362"/>
                    <a:pt x="191" y="362"/>
                  </a:cubicBezTo>
                  <a:cubicBezTo>
                    <a:pt x="187" y="362"/>
                    <a:pt x="190" y="364"/>
                    <a:pt x="189" y="365"/>
                  </a:cubicBezTo>
                  <a:cubicBezTo>
                    <a:pt x="190" y="365"/>
                    <a:pt x="190" y="365"/>
                    <a:pt x="190" y="365"/>
                  </a:cubicBezTo>
                  <a:cubicBezTo>
                    <a:pt x="188" y="365"/>
                    <a:pt x="190" y="366"/>
                    <a:pt x="189" y="367"/>
                  </a:cubicBezTo>
                  <a:cubicBezTo>
                    <a:pt x="190" y="367"/>
                    <a:pt x="193" y="367"/>
                    <a:pt x="193" y="368"/>
                  </a:cubicBezTo>
                  <a:cubicBezTo>
                    <a:pt x="195" y="368"/>
                    <a:pt x="190" y="368"/>
                    <a:pt x="189" y="368"/>
                  </a:cubicBezTo>
                  <a:cubicBezTo>
                    <a:pt x="190" y="368"/>
                    <a:pt x="190" y="368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1" y="369"/>
                    <a:pt x="191" y="369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0" y="370"/>
                    <a:pt x="189" y="370"/>
                    <a:pt x="189" y="370"/>
                  </a:cubicBezTo>
                  <a:cubicBezTo>
                    <a:pt x="191" y="370"/>
                    <a:pt x="190" y="371"/>
                    <a:pt x="191" y="371"/>
                  </a:cubicBezTo>
                  <a:cubicBezTo>
                    <a:pt x="190" y="371"/>
                    <a:pt x="190" y="371"/>
                    <a:pt x="190" y="371"/>
                  </a:cubicBezTo>
                  <a:cubicBezTo>
                    <a:pt x="192" y="371"/>
                    <a:pt x="192" y="371"/>
                    <a:pt x="192" y="371"/>
                  </a:cubicBezTo>
                  <a:cubicBezTo>
                    <a:pt x="191" y="371"/>
                    <a:pt x="191" y="371"/>
                    <a:pt x="191" y="371"/>
                  </a:cubicBezTo>
                  <a:cubicBezTo>
                    <a:pt x="189" y="371"/>
                    <a:pt x="189" y="371"/>
                    <a:pt x="189" y="371"/>
                  </a:cubicBezTo>
                  <a:cubicBezTo>
                    <a:pt x="188" y="371"/>
                    <a:pt x="191" y="371"/>
                    <a:pt x="192" y="372"/>
                  </a:cubicBezTo>
                  <a:cubicBezTo>
                    <a:pt x="193" y="372"/>
                    <a:pt x="191" y="372"/>
                    <a:pt x="191" y="372"/>
                  </a:cubicBezTo>
                  <a:cubicBezTo>
                    <a:pt x="190" y="372"/>
                    <a:pt x="191" y="372"/>
                    <a:pt x="191" y="372"/>
                  </a:cubicBezTo>
                  <a:cubicBezTo>
                    <a:pt x="189" y="371"/>
                    <a:pt x="190" y="372"/>
                    <a:pt x="189" y="372"/>
                  </a:cubicBezTo>
                  <a:cubicBezTo>
                    <a:pt x="189" y="372"/>
                    <a:pt x="191" y="372"/>
                    <a:pt x="191" y="372"/>
                  </a:cubicBezTo>
                  <a:cubicBezTo>
                    <a:pt x="190" y="373"/>
                    <a:pt x="191" y="373"/>
                    <a:pt x="189" y="373"/>
                  </a:cubicBezTo>
                  <a:cubicBezTo>
                    <a:pt x="190" y="373"/>
                    <a:pt x="190" y="373"/>
                    <a:pt x="191" y="374"/>
                  </a:cubicBezTo>
                  <a:cubicBezTo>
                    <a:pt x="191" y="373"/>
                    <a:pt x="191" y="373"/>
                    <a:pt x="193" y="373"/>
                  </a:cubicBezTo>
                  <a:cubicBezTo>
                    <a:pt x="193" y="373"/>
                    <a:pt x="193" y="374"/>
                    <a:pt x="192" y="374"/>
                  </a:cubicBezTo>
                  <a:cubicBezTo>
                    <a:pt x="192" y="374"/>
                    <a:pt x="192" y="374"/>
                    <a:pt x="192" y="374"/>
                  </a:cubicBezTo>
                  <a:cubicBezTo>
                    <a:pt x="192" y="374"/>
                    <a:pt x="192" y="374"/>
                    <a:pt x="193" y="374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3" y="374"/>
                    <a:pt x="192" y="375"/>
                    <a:pt x="193" y="375"/>
                  </a:cubicBezTo>
                  <a:cubicBezTo>
                    <a:pt x="191" y="375"/>
                    <a:pt x="189" y="375"/>
                    <a:pt x="189" y="375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1" y="376"/>
                    <a:pt x="190" y="376"/>
                    <a:pt x="189" y="376"/>
                  </a:cubicBezTo>
                  <a:cubicBezTo>
                    <a:pt x="188" y="376"/>
                    <a:pt x="194" y="377"/>
                    <a:pt x="192" y="377"/>
                  </a:cubicBezTo>
                  <a:cubicBezTo>
                    <a:pt x="190" y="377"/>
                    <a:pt x="190" y="377"/>
                    <a:pt x="189" y="377"/>
                  </a:cubicBezTo>
                  <a:cubicBezTo>
                    <a:pt x="190" y="378"/>
                    <a:pt x="191" y="378"/>
                    <a:pt x="191" y="378"/>
                  </a:cubicBezTo>
                  <a:cubicBezTo>
                    <a:pt x="192" y="378"/>
                    <a:pt x="189" y="377"/>
                    <a:pt x="191" y="377"/>
                  </a:cubicBezTo>
                  <a:cubicBezTo>
                    <a:pt x="192" y="377"/>
                    <a:pt x="191" y="378"/>
                    <a:pt x="192" y="378"/>
                  </a:cubicBezTo>
                  <a:cubicBezTo>
                    <a:pt x="187" y="378"/>
                    <a:pt x="191" y="380"/>
                    <a:pt x="188" y="380"/>
                  </a:cubicBezTo>
                  <a:cubicBezTo>
                    <a:pt x="191" y="380"/>
                    <a:pt x="189" y="381"/>
                    <a:pt x="190" y="381"/>
                  </a:cubicBezTo>
                  <a:cubicBezTo>
                    <a:pt x="187" y="381"/>
                    <a:pt x="190" y="382"/>
                    <a:pt x="189" y="382"/>
                  </a:cubicBezTo>
                  <a:cubicBezTo>
                    <a:pt x="191" y="382"/>
                    <a:pt x="191" y="382"/>
                    <a:pt x="191" y="382"/>
                  </a:cubicBezTo>
                  <a:cubicBezTo>
                    <a:pt x="190" y="382"/>
                    <a:pt x="195" y="383"/>
                    <a:pt x="192" y="383"/>
                  </a:cubicBezTo>
                  <a:cubicBezTo>
                    <a:pt x="191" y="383"/>
                    <a:pt x="190" y="383"/>
                    <a:pt x="190" y="383"/>
                  </a:cubicBezTo>
                  <a:cubicBezTo>
                    <a:pt x="187" y="383"/>
                    <a:pt x="192" y="384"/>
                    <a:pt x="189" y="384"/>
                  </a:cubicBezTo>
                  <a:cubicBezTo>
                    <a:pt x="190" y="384"/>
                    <a:pt x="192" y="384"/>
                    <a:pt x="193" y="385"/>
                  </a:cubicBezTo>
                  <a:cubicBezTo>
                    <a:pt x="192" y="385"/>
                    <a:pt x="190" y="385"/>
                    <a:pt x="190" y="385"/>
                  </a:cubicBezTo>
                  <a:cubicBezTo>
                    <a:pt x="190" y="386"/>
                    <a:pt x="191" y="386"/>
                    <a:pt x="190" y="386"/>
                  </a:cubicBezTo>
                  <a:cubicBezTo>
                    <a:pt x="189" y="386"/>
                    <a:pt x="189" y="386"/>
                    <a:pt x="189" y="386"/>
                  </a:cubicBezTo>
                  <a:cubicBezTo>
                    <a:pt x="188" y="386"/>
                    <a:pt x="189" y="386"/>
                    <a:pt x="190" y="387"/>
                  </a:cubicBezTo>
                  <a:cubicBezTo>
                    <a:pt x="188" y="387"/>
                    <a:pt x="189" y="388"/>
                    <a:pt x="188" y="388"/>
                  </a:cubicBezTo>
                  <a:cubicBezTo>
                    <a:pt x="191" y="389"/>
                    <a:pt x="187" y="389"/>
                    <a:pt x="190" y="389"/>
                  </a:cubicBezTo>
                  <a:cubicBezTo>
                    <a:pt x="189" y="389"/>
                    <a:pt x="189" y="389"/>
                    <a:pt x="189" y="389"/>
                  </a:cubicBezTo>
                  <a:cubicBezTo>
                    <a:pt x="190" y="389"/>
                    <a:pt x="192" y="390"/>
                    <a:pt x="192" y="390"/>
                  </a:cubicBezTo>
                  <a:cubicBezTo>
                    <a:pt x="190" y="390"/>
                    <a:pt x="190" y="390"/>
                    <a:pt x="190" y="390"/>
                  </a:cubicBezTo>
                  <a:cubicBezTo>
                    <a:pt x="188" y="390"/>
                    <a:pt x="190" y="390"/>
                    <a:pt x="189" y="391"/>
                  </a:cubicBezTo>
                  <a:cubicBezTo>
                    <a:pt x="190" y="390"/>
                    <a:pt x="189" y="391"/>
                    <a:pt x="190" y="391"/>
                  </a:cubicBezTo>
                  <a:cubicBezTo>
                    <a:pt x="191" y="391"/>
                    <a:pt x="191" y="391"/>
                    <a:pt x="191" y="391"/>
                  </a:cubicBezTo>
                  <a:cubicBezTo>
                    <a:pt x="192" y="392"/>
                    <a:pt x="192" y="391"/>
                    <a:pt x="192" y="392"/>
                  </a:cubicBezTo>
                  <a:cubicBezTo>
                    <a:pt x="192" y="392"/>
                    <a:pt x="190" y="392"/>
                    <a:pt x="190" y="392"/>
                  </a:cubicBezTo>
                  <a:cubicBezTo>
                    <a:pt x="189" y="392"/>
                    <a:pt x="190" y="392"/>
                    <a:pt x="190" y="393"/>
                  </a:cubicBezTo>
                  <a:cubicBezTo>
                    <a:pt x="190" y="393"/>
                    <a:pt x="190" y="392"/>
                    <a:pt x="191" y="393"/>
                  </a:cubicBezTo>
                  <a:cubicBezTo>
                    <a:pt x="191" y="393"/>
                    <a:pt x="190" y="393"/>
                    <a:pt x="190" y="393"/>
                  </a:cubicBezTo>
                  <a:cubicBezTo>
                    <a:pt x="190" y="393"/>
                    <a:pt x="191" y="393"/>
                    <a:pt x="191" y="393"/>
                  </a:cubicBezTo>
                  <a:cubicBezTo>
                    <a:pt x="191" y="393"/>
                    <a:pt x="191" y="393"/>
                    <a:pt x="191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88" y="393"/>
                    <a:pt x="188" y="393"/>
                    <a:pt x="188" y="393"/>
                  </a:cubicBezTo>
                  <a:cubicBezTo>
                    <a:pt x="188" y="394"/>
                    <a:pt x="190" y="394"/>
                    <a:pt x="191" y="394"/>
                  </a:cubicBezTo>
                  <a:cubicBezTo>
                    <a:pt x="189" y="395"/>
                    <a:pt x="191" y="396"/>
                    <a:pt x="192" y="396"/>
                  </a:cubicBezTo>
                  <a:cubicBezTo>
                    <a:pt x="192" y="396"/>
                    <a:pt x="190" y="396"/>
                    <a:pt x="191" y="396"/>
                  </a:cubicBezTo>
                  <a:cubicBezTo>
                    <a:pt x="191" y="397"/>
                    <a:pt x="193" y="397"/>
                    <a:pt x="192" y="397"/>
                  </a:cubicBezTo>
                  <a:cubicBezTo>
                    <a:pt x="192" y="397"/>
                    <a:pt x="191" y="397"/>
                    <a:pt x="191" y="398"/>
                  </a:cubicBezTo>
                  <a:cubicBezTo>
                    <a:pt x="190" y="398"/>
                    <a:pt x="192" y="397"/>
                    <a:pt x="192" y="397"/>
                  </a:cubicBezTo>
                  <a:cubicBezTo>
                    <a:pt x="190" y="398"/>
                    <a:pt x="194" y="399"/>
                    <a:pt x="192" y="400"/>
                  </a:cubicBezTo>
                  <a:cubicBezTo>
                    <a:pt x="192" y="399"/>
                    <a:pt x="191" y="399"/>
                    <a:pt x="191" y="399"/>
                  </a:cubicBezTo>
                  <a:cubicBezTo>
                    <a:pt x="191" y="400"/>
                    <a:pt x="192" y="400"/>
                    <a:pt x="194" y="401"/>
                  </a:cubicBezTo>
                  <a:cubicBezTo>
                    <a:pt x="192" y="401"/>
                    <a:pt x="192" y="401"/>
                    <a:pt x="192" y="401"/>
                  </a:cubicBezTo>
                  <a:cubicBezTo>
                    <a:pt x="192" y="401"/>
                    <a:pt x="193" y="401"/>
                    <a:pt x="194" y="401"/>
                  </a:cubicBezTo>
                  <a:cubicBezTo>
                    <a:pt x="195" y="401"/>
                    <a:pt x="196" y="401"/>
                    <a:pt x="196" y="402"/>
                  </a:cubicBezTo>
                  <a:cubicBezTo>
                    <a:pt x="196" y="402"/>
                    <a:pt x="196" y="402"/>
                    <a:pt x="196" y="402"/>
                  </a:cubicBezTo>
                  <a:cubicBezTo>
                    <a:pt x="196" y="402"/>
                    <a:pt x="197" y="402"/>
                    <a:pt x="197" y="402"/>
                  </a:cubicBezTo>
                  <a:cubicBezTo>
                    <a:pt x="196" y="403"/>
                    <a:pt x="196" y="402"/>
                    <a:pt x="195" y="402"/>
                  </a:cubicBezTo>
                  <a:cubicBezTo>
                    <a:pt x="193" y="403"/>
                    <a:pt x="194" y="404"/>
                    <a:pt x="194" y="404"/>
                  </a:cubicBezTo>
                  <a:cubicBezTo>
                    <a:pt x="195" y="404"/>
                    <a:pt x="195" y="404"/>
                    <a:pt x="195" y="404"/>
                  </a:cubicBezTo>
                  <a:cubicBezTo>
                    <a:pt x="196" y="404"/>
                    <a:pt x="194" y="404"/>
                    <a:pt x="194" y="404"/>
                  </a:cubicBezTo>
                  <a:cubicBezTo>
                    <a:pt x="199" y="405"/>
                    <a:pt x="199" y="405"/>
                    <a:pt x="199" y="405"/>
                  </a:cubicBezTo>
                  <a:cubicBezTo>
                    <a:pt x="198" y="404"/>
                    <a:pt x="197" y="405"/>
                    <a:pt x="196" y="405"/>
                  </a:cubicBezTo>
                  <a:cubicBezTo>
                    <a:pt x="196" y="405"/>
                    <a:pt x="199" y="406"/>
                    <a:pt x="201" y="406"/>
                  </a:cubicBezTo>
                  <a:cubicBezTo>
                    <a:pt x="200" y="406"/>
                    <a:pt x="201" y="406"/>
                    <a:pt x="201" y="407"/>
                  </a:cubicBezTo>
                  <a:cubicBezTo>
                    <a:pt x="200" y="407"/>
                    <a:pt x="202" y="407"/>
                    <a:pt x="200" y="407"/>
                  </a:cubicBezTo>
                  <a:cubicBezTo>
                    <a:pt x="199" y="407"/>
                    <a:pt x="199" y="407"/>
                    <a:pt x="199" y="407"/>
                  </a:cubicBezTo>
                  <a:cubicBezTo>
                    <a:pt x="199" y="407"/>
                    <a:pt x="197" y="407"/>
                    <a:pt x="196" y="407"/>
                  </a:cubicBezTo>
                  <a:cubicBezTo>
                    <a:pt x="196" y="407"/>
                    <a:pt x="196" y="408"/>
                    <a:pt x="195" y="409"/>
                  </a:cubicBezTo>
                  <a:cubicBezTo>
                    <a:pt x="198" y="408"/>
                    <a:pt x="197" y="410"/>
                    <a:pt x="199" y="409"/>
                  </a:cubicBezTo>
                  <a:cubicBezTo>
                    <a:pt x="200" y="410"/>
                    <a:pt x="197" y="410"/>
                    <a:pt x="197" y="410"/>
                  </a:cubicBezTo>
                  <a:cubicBezTo>
                    <a:pt x="198" y="411"/>
                    <a:pt x="197" y="411"/>
                    <a:pt x="197" y="412"/>
                  </a:cubicBezTo>
                  <a:cubicBezTo>
                    <a:pt x="197" y="412"/>
                    <a:pt x="197" y="412"/>
                    <a:pt x="197" y="412"/>
                  </a:cubicBezTo>
                  <a:cubicBezTo>
                    <a:pt x="198" y="412"/>
                    <a:pt x="197" y="413"/>
                    <a:pt x="199" y="413"/>
                  </a:cubicBezTo>
                  <a:cubicBezTo>
                    <a:pt x="198" y="413"/>
                    <a:pt x="198" y="413"/>
                    <a:pt x="198" y="413"/>
                  </a:cubicBezTo>
                  <a:cubicBezTo>
                    <a:pt x="197" y="414"/>
                    <a:pt x="201" y="413"/>
                    <a:pt x="200" y="414"/>
                  </a:cubicBezTo>
                  <a:cubicBezTo>
                    <a:pt x="199" y="414"/>
                    <a:pt x="199" y="414"/>
                    <a:pt x="199" y="414"/>
                  </a:cubicBezTo>
                  <a:cubicBezTo>
                    <a:pt x="200" y="414"/>
                    <a:pt x="198" y="415"/>
                    <a:pt x="200" y="415"/>
                  </a:cubicBezTo>
                  <a:cubicBezTo>
                    <a:pt x="199" y="415"/>
                    <a:pt x="199" y="415"/>
                    <a:pt x="198" y="415"/>
                  </a:cubicBezTo>
                  <a:cubicBezTo>
                    <a:pt x="199" y="415"/>
                    <a:pt x="199" y="416"/>
                    <a:pt x="200" y="416"/>
                  </a:cubicBezTo>
                  <a:cubicBezTo>
                    <a:pt x="198" y="416"/>
                    <a:pt x="198" y="416"/>
                    <a:pt x="198" y="416"/>
                  </a:cubicBezTo>
                  <a:cubicBezTo>
                    <a:pt x="197" y="417"/>
                    <a:pt x="201" y="416"/>
                    <a:pt x="200" y="417"/>
                  </a:cubicBezTo>
                  <a:cubicBezTo>
                    <a:pt x="200" y="417"/>
                    <a:pt x="199" y="417"/>
                    <a:pt x="199" y="417"/>
                  </a:cubicBezTo>
                  <a:cubicBezTo>
                    <a:pt x="200" y="417"/>
                    <a:pt x="200" y="418"/>
                    <a:pt x="200" y="418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21"/>
                    <a:pt x="198" y="423"/>
                    <a:pt x="201" y="425"/>
                  </a:cubicBezTo>
                  <a:cubicBezTo>
                    <a:pt x="198" y="425"/>
                    <a:pt x="199" y="424"/>
                    <a:pt x="197" y="425"/>
                  </a:cubicBezTo>
                  <a:cubicBezTo>
                    <a:pt x="200" y="425"/>
                    <a:pt x="198" y="425"/>
                    <a:pt x="199" y="426"/>
                  </a:cubicBezTo>
                  <a:cubicBezTo>
                    <a:pt x="198" y="426"/>
                    <a:pt x="198" y="426"/>
                    <a:pt x="198" y="426"/>
                  </a:cubicBezTo>
                  <a:cubicBezTo>
                    <a:pt x="199" y="426"/>
                    <a:pt x="198" y="426"/>
                    <a:pt x="198" y="426"/>
                  </a:cubicBezTo>
                  <a:cubicBezTo>
                    <a:pt x="199" y="426"/>
                    <a:pt x="199" y="426"/>
                    <a:pt x="199" y="426"/>
                  </a:cubicBezTo>
                  <a:cubicBezTo>
                    <a:pt x="199" y="426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8" y="427"/>
                    <a:pt x="197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7" y="428"/>
                    <a:pt x="197" y="428"/>
                    <a:pt x="197" y="428"/>
                  </a:cubicBezTo>
                  <a:cubicBezTo>
                    <a:pt x="200" y="428"/>
                    <a:pt x="198" y="428"/>
                    <a:pt x="198" y="428"/>
                  </a:cubicBezTo>
                  <a:cubicBezTo>
                    <a:pt x="197" y="429"/>
                    <a:pt x="194" y="427"/>
                    <a:pt x="194" y="429"/>
                  </a:cubicBezTo>
                  <a:cubicBezTo>
                    <a:pt x="194" y="429"/>
                    <a:pt x="194" y="429"/>
                    <a:pt x="194" y="429"/>
                  </a:cubicBezTo>
                  <a:cubicBezTo>
                    <a:pt x="189" y="432"/>
                    <a:pt x="183" y="435"/>
                    <a:pt x="180" y="441"/>
                  </a:cubicBezTo>
                  <a:cubicBezTo>
                    <a:pt x="180" y="442"/>
                    <a:pt x="179" y="443"/>
                    <a:pt x="178" y="444"/>
                  </a:cubicBezTo>
                  <a:cubicBezTo>
                    <a:pt x="178" y="441"/>
                    <a:pt x="178" y="437"/>
                    <a:pt x="180" y="434"/>
                  </a:cubicBezTo>
                  <a:cubicBezTo>
                    <a:pt x="179" y="431"/>
                    <a:pt x="178" y="427"/>
                    <a:pt x="179" y="425"/>
                  </a:cubicBezTo>
                  <a:cubicBezTo>
                    <a:pt x="178" y="412"/>
                    <a:pt x="182" y="402"/>
                    <a:pt x="179" y="389"/>
                  </a:cubicBezTo>
                  <a:cubicBezTo>
                    <a:pt x="179" y="390"/>
                    <a:pt x="178" y="389"/>
                    <a:pt x="177" y="389"/>
                  </a:cubicBezTo>
                  <a:cubicBezTo>
                    <a:pt x="178" y="389"/>
                    <a:pt x="178" y="389"/>
                    <a:pt x="178" y="389"/>
                  </a:cubicBezTo>
                  <a:cubicBezTo>
                    <a:pt x="176" y="388"/>
                    <a:pt x="176" y="388"/>
                    <a:pt x="176" y="388"/>
                  </a:cubicBezTo>
                  <a:cubicBezTo>
                    <a:pt x="176" y="387"/>
                    <a:pt x="178" y="387"/>
                    <a:pt x="178" y="388"/>
                  </a:cubicBezTo>
                  <a:cubicBezTo>
                    <a:pt x="178" y="383"/>
                    <a:pt x="177" y="379"/>
                    <a:pt x="178" y="374"/>
                  </a:cubicBezTo>
                  <a:cubicBezTo>
                    <a:pt x="175" y="374"/>
                    <a:pt x="177" y="371"/>
                    <a:pt x="175" y="371"/>
                  </a:cubicBezTo>
                  <a:cubicBezTo>
                    <a:pt x="176" y="371"/>
                    <a:pt x="176" y="371"/>
                    <a:pt x="176" y="371"/>
                  </a:cubicBezTo>
                  <a:cubicBezTo>
                    <a:pt x="175" y="368"/>
                    <a:pt x="175" y="368"/>
                    <a:pt x="177" y="365"/>
                  </a:cubicBezTo>
                  <a:cubicBezTo>
                    <a:pt x="178" y="353"/>
                    <a:pt x="176" y="340"/>
                    <a:pt x="174" y="326"/>
                  </a:cubicBezTo>
                  <a:cubicBezTo>
                    <a:pt x="170" y="313"/>
                    <a:pt x="162" y="297"/>
                    <a:pt x="148" y="288"/>
                  </a:cubicBezTo>
                  <a:cubicBezTo>
                    <a:pt x="143" y="290"/>
                    <a:pt x="142" y="286"/>
                    <a:pt x="138" y="288"/>
                  </a:cubicBezTo>
                  <a:cubicBezTo>
                    <a:pt x="138" y="287"/>
                    <a:pt x="138" y="287"/>
                    <a:pt x="138" y="287"/>
                  </a:cubicBezTo>
                  <a:cubicBezTo>
                    <a:pt x="136" y="288"/>
                    <a:pt x="136" y="286"/>
                    <a:pt x="133" y="284"/>
                  </a:cubicBezTo>
                  <a:cubicBezTo>
                    <a:pt x="133" y="285"/>
                    <a:pt x="132" y="284"/>
                    <a:pt x="132" y="286"/>
                  </a:cubicBezTo>
                  <a:cubicBezTo>
                    <a:pt x="131" y="287"/>
                    <a:pt x="131" y="282"/>
                    <a:pt x="129" y="283"/>
                  </a:cubicBezTo>
                  <a:cubicBezTo>
                    <a:pt x="129" y="282"/>
                    <a:pt x="129" y="284"/>
                    <a:pt x="129" y="283"/>
                  </a:cubicBezTo>
                  <a:cubicBezTo>
                    <a:pt x="125" y="285"/>
                    <a:pt x="129" y="282"/>
                    <a:pt x="127" y="279"/>
                  </a:cubicBezTo>
                  <a:cubicBezTo>
                    <a:pt x="120" y="278"/>
                    <a:pt x="113" y="280"/>
                    <a:pt x="107" y="278"/>
                  </a:cubicBezTo>
                  <a:cubicBezTo>
                    <a:pt x="108" y="278"/>
                    <a:pt x="108" y="280"/>
                    <a:pt x="107" y="280"/>
                  </a:cubicBezTo>
                  <a:cubicBezTo>
                    <a:pt x="107" y="276"/>
                    <a:pt x="105" y="280"/>
                    <a:pt x="104" y="279"/>
                  </a:cubicBezTo>
                  <a:cubicBezTo>
                    <a:pt x="104" y="278"/>
                    <a:pt x="105" y="278"/>
                    <a:pt x="105" y="278"/>
                  </a:cubicBezTo>
                  <a:cubicBezTo>
                    <a:pt x="103" y="276"/>
                    <a:pt x="101" y="278"/>
                    <a:pt x="98" y="277"/>
                  </a:cubicBezTo>
                  <a:cubicBezTo>
                    <a:pt x="96" y="278"/>
                    <a:pt x="94" y="275"/>
                    <a:pt x="92" y="277"/>
                  </a:cubicBezTo>
                  <a:cubicBezTo>
                    <a:pt x="93" y="275"/>
                    <a:pt x="91" y="276"/>
                    <a:pt x="91" y="275"/>
                  </a:cubicBezTo>
                  <a:cubicBezTo>
                    <a:pt x="89" y="279"/>
                    <a:pt x="88" y="273"/>
                    <a:pt x="85" y="275"/>
                  </a:cubicBezTo>
                  <a:cubicBezTo>
                    <a:pt x="86" y="275"/>
                    <a:pt x="86" y="275"/>
                    <a:pt x="86" y="275"/>
                  </a:cubicBezTo>
                  <a:cubicBezTo>
                    <a:pt x="80" y="274"/>
                    <a:pt x="77" y="272"/>
                    <a:pt x="72" y="271"/>
                  </a:cubicBezTo>
                  <a:cubicBezTo>
                    <a:pt x="69" y="270"/>
                    <a:pt x="69" y="264"/>
                    <a:pt x="66" y="264"/>
                  </a:cubicBezTo>
                  <a:cubicBezTo>
                    <a:pt x="65" y="265"/>
                    <a:pt x="65" y="265"/>
                    <a:pt x="64" y="265"/>
                  </a:cubicBezTo>
                  <a:cubicBezTo>
                    <a:pt x="64" y="264"/>
                    <a:pt x="65" y="264"/>
                    <a:pt x="65" y="264"/>
                  </a:cubicBezTo>
                  <a:cubicBezTo>
                    <a:pt x="63" y="263"/>
                    <a:pt x="63" y="260"/>
                    <a:pt x="62" y="259"/>
                  </a:cubicBezTo>
                  <a:cubicBezTo>
                    <a:pt x="62" y="259"/>
                    <a:pt x="61" y="258"/>
                    <a:pt x="60" y="259"/>
                  </a:cubicBezTo>
                  <a:cubicBezTo>
                    <a:pt x="61" y="256"/>
                    <a:pt x="56" y="255"/>
                    <a:pt x="57" y="252"/>
                  </a:cubicBezTo>
                  <a:cubicBezTo>
                    <a:pt x="54" y="254"/>
                    <a:pt x="54" y="252"/>
                    <a:pt x="53" y="251"/>
                  </a:cubicBezTo>
                  <a:cubicBezTo>
                    <a:pt x="53" y="251"/>
                    <a:pt x="54" y="250"/>
                    <a:pt x="54" y="250"/>
                  </a:cubicBezTo>
                  <a:cubicBezTo>
                    <a:pt x="53" y="249"/>
                    <a:pt x="53" y="248"/>
                    <a:pt x="53" y="245"/>
                  </a:cubicBezTo>
                  <a:cubicBezTo>
                    <a:pt x="52" y="245"/>
                    <a:pt x="50" y="245"/>
                    <a:pt x="50" y="244"/>
                  </a:cubicBezTo>
                  <a:cubicBezTo>
                    <a:pt x="52" y="242"/>
                    <a:pt x="50" y="241"/>
                    <a:pt x="50" y="240"/>
                  </a:cubicBezTo>
                  <a:cubicBezTo>
                    <a:pt x="48" y="241"/>
                    <a:pt x="46" y="240"/>
                    <a:pt x="47" y="239"/>
                  </a:cubicBezTo>
                  <a:cubicBezTo>
                    <a:pt x="49" y="238"/>
                    <a:pt x="49" y="238"/>
                    <a:pt x="49" y="238"/>
                  </a:cubicBezTo>
                  <a:cubicBezTo>
                    <a:pt x="46" y="235"/>
                    <a:pt x="48" y="230"/>
                    <a:pt x="44" y="225"/>
                  </a:cubicBezTo>
                  <a:cubicBezTo>
                    <a:pt x="45" y="224"/>
                    <a:pt x="45" y="224"/>
                    <a:pt x="45" y="224"/>
                  </a:cubicBezTo>
                  <a:cubicBezTo>
                    <a:pt x="42" y="219"/>
                    <a:pt x="42" y="213"/>
                    <a:pt x="37" y="209"/>
                  </a:cubicBezTo>
                  <a:cubicBezTo>
                    <a:pt x="37" y="208"/>
                    <a:pt x="37" y="207"/>
                    <a:pt x="36" y="205"/>
                  </a:cubicBezTo>
                  <a:cubicBezTo>
                    <a:pt x="37" y="205"/>
                    <a:pt x="39" y="204"/>
                    <a:pt x="40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41" y="201"/>
                    <a:pt x="44" y="197"/>
                    <a:pt x="48" y="196"/>
                  </a:cubicBezTo>
                  <a:cubicBezTo>
                    <a:pt x="47" y="198"/>
                    <a:pt x="49" y="198"/>
                    <a:pt x="49" y="199"/>
                  </a:cubicBezTo>
                  <a:cubicBezTo>
                    <a:pt x="50" y="198"/>
                    <a:pt x="50" y="196"/>
                    <a:pt x="52" y="196"/>
                  </a:cubicBezTo>
                  <a:cubicBezTo>
                    <a:pt x="51" y="199"/>
                    <a:pt x="51" y="199"/>
                    <a:pt x="51" y="199"/>
                  </a:cubicBezTo>
                  <a:cubicBezTo>
                    <a:pt x="52" y="197"/>
                    <a:pt x="56" y="193"/>
                    <a:pt x="59" y="190"/>
                  </a:cubicBezTo>
                  <a:cubicBezTo>
                    <a:pt x="59" y="197"/>
                    <a:pt x="61" y="192"/>
                    <a:pt x="62" y="201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1" y="202"/>
                    <a:pt x="61" y="203"/>
                    <a:pt x="62" y="206"/>
                  </a:cubicBezTo>
                  <a:cubicBezTo>
                    <a:pt x="64" y="206"/>
                    <a:pt x="65" y="204"/>
                    <a:pt x="64" y="199"/>
                  </a:cubicBezTo>
                  <a:cubicBezTo>
                    <a:pt x="68" y="202"/>
                    <a:pt x="65" y="203"/>
                    <a:pt x="68" y="212"/>
                  </a:cubicBezTo>
                  <a:cubicBezTo>
                    <a:pt x="71" y="214"/>
                    <a:pt x="66" y="208"/>
                    <a:pt x="69" y="207"/>
                  </a:cubicBezTo>
                  <a:cubicBezTo>
                    <a:pt x="70" y="206"/>
                    <a:pt x="71" y="211"/>
                    <a:pt x="75" y="215"/>
                  </a:cubicBezTo>
                  <a:cubicBezTo>
                    <a:pt x="82" y="221"/>
                    <a:pt x="78" y="220"/>
                    <a:pt x="81" y="223"/>
                  </a:cubicBezTo>
                  <a:cubicBezTo>
                    <a:pt x="79" y="223"/>
                    <a:pt x="71" y="217"/>
                    <a:pt x="73" y="217"/>
                  </a:cubicBezTo>
                  <a:cubicBezTo>
                    <a:pt x="65" y="209"/>
                    <a:pt x="73" y="224"/>
                    <a:pt x="68" y="218"/>
                  </a:cubicBezTo>
                  <a:cubicBezTo>
                    <a:pt x="75" y="226"/>
                    <a:pt x="76" y="226"/>
                    <a:pt x="82" y="226"/>
                  </a:cubicBezTo>
                  <a:cubicBezTo>
                    <a:pt x="79" y="225"/>
                    <a:pt x="85" y="224"/>
                    <a:pt x="82" y="223"/>
                  </a:cubicBezTo>
                  <a:cubicBezTo>
                    <a:pt x="98" y="219"/>
                    <a:pt x="96" y="225"/>
                    <a:pt x="106" y="216"/>
                  </a:cubicBezTo>
                  <a:cubicBezTo>
                    <a:pt x="103" y="216"/>
                    <a:pt x="111" y="202"/>
                    <a:pt x="104" y="206"/>
                  </a:cubicBezTo>
                  <a:cubicBezTo>
                    <a:pt x="104" y="204"/>
                    <a:pt x="105" y="201"/>
                    <a:pt x="107" y="200"/>
                  </a:cubicBezTo>
                  <a:cubicBezTo>
                    <a:pt x="107" y="203"/>
                    <a:pt x="110" y="197"/>
                    <a:pt x="110" y="201"/>
                  </a:cubicBezTo>
                  <a:cubicBezTo>
                    <a:pt x="111" y="198"/>
                    <a:pt x="111" y="198"/>
                    <a:pt x="111" y="198"/>
                  </a:cubicBezTo>
                  <a:cubicBezTo>
                    <a:pt x="111" y="204"/>
                    <a:pt x="111" y="204"/>
                    <a:pt x="111" y="204"/>
                  </a:cubicBezTo>
                  <a:cubicBezTo>
                    <a:pt x="114" y="201"/>
                    <a:pt x="118" y="196"/>
                    <a:pt x="120" y="194"/>
                  </a:cubicBezTo>
                  <a:cubicBezTo>
                    <a:pt x="121" y="189"/>
                    <a:pt x="117" y="195"/>
                    <a:pt x="119" y="190"/>
                  </a:cubicBezTo>
                  <a:cubicBezTo>
                    <a:pt x="119" y="192"/>
                    <a:pt x="121" y="189"/>
                    <a:pt x="122" y="186"/>
                  </a:cubicBezTo>
                  <a:cubicBezTo>
                    <a:pt x="120" y="191"/>
                    <a:pt x="119" y="186"/>
                    <a:pt x="120" y="182"/>
                  </a:cubicBezTo>
                  <a:cubicBezTo>
                    <a:pt x="120" y="181"/>
                    <a:pt x="121" y="180"/>
                    <a:pt x="121" y="179"/>
                  </a:cubicBezTo>
                  <a:cubicBezTo>
                    <a:pt x="122" y="180"/>
                    <a:pt x="122" y="180"/>
                    <a:pt x="122" y="181"/>
                  </a:cubicBezTo>
                  <a:cubicBezTo>
                    <a:pt x="122" y="182"/>
                    <a:pt x="122" y="182"/>
                    <a:pt x="122" y="183"/>
                  </a:cubicBezTo>
                  <a:cubicBezTo>
                    <a:pt x="123" y="183"/>
                    <a:pt x="123" y="183"/>
                    <a:pt x="123" y="183"/>
                  </a:cubicBezTo>
                  <a:cubicBezTo>
                    <a:pt x="123" y="183"/>
                    <a:pt x="122" y="183"/>
                    <a:pt x="122" y="183"/>
                  </a:cubicBezTo>
                  <a:cubicBezTo>
                    <a:pt x="122" y="188"/>
                    <a:pt x="125" y="188"/>
                    <a:pt x="126" y="189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27" y="193"/>
                    <a:pt x="127" y="193"/>
                    <a:pt x="127" y="193"/>
                  </a:cubicBezTo>
                  <a:cubicBezTo>
                    <a:pt x="130" y="197"/>
                    <a:pt x="134" y="202"/>
                    <a:pt x="132" y="203"/>
                  </a:cubicBezTo>
                  <a:cubicBezTo>
                    <a:pt x="134" y="205"/>
                    <a:pt x="136" y="206"/>
                    <a:pt x="135" y="203"/>
                  </a:cubicBezTo>
                  <a:cubicBezTo>
                    <a:pt x="136" y="205"/>
                    <a:pt x="140" y="212"/>
                    <a:pt x="151" y="211"/>
                  </a:cubicBezTo>
                  <a:cubicBezTo>
                    <a:pt x="161" y="208"/>
                    <a:pt x="165" y="201"/>
                    <a:pt x="167" y="197"/>
                  </a:cubicBezTo>
                  <a:cubicBezTo>
                    <a:pt x="164" y="201"/>
                    <a:pt x="163" y="200"/>
                    <a:pt x="162" y="200"/>
                  </a:cubicBezTo>
                  <a:cubicBezTo>
                    <a:pt x="161" y="197"/>
                    <a:pt x="164" y="198"/>
                    <a:pt x="164" y="194"/>
                  </a:cubicBezTo>
                  <a:cubicBezTo>
                    <a:pt x="165" y="195"/>
                    <a:pt x="167" y="192"/>
                    <a:pt x="166" y="196"/>
                  </a:cubicBezTo>
                  <a:cubicBezTo>
                    <a:pt x="170" y="191"/>
                    <a:pt x="171" y="185"/>
                    <a:pt x="173" y="179"/>
                  </a:cubicBezTo>
                  <a:cubicBezTo>
                    <a:pt x="173" y="180"/>
                    <a:pt x="173" y="180"/>
                    <a:pt x="174" y="181"/>
                  </a:cubicBezTo>
                  <a:cubicBezTo>
                    <a:pt x="174" y="181"/>
                    <a:pt x="174" y="181"/>
                    <a:pt x="174" y="182"/>
                  </a:cubicBezTo>
                  <a:cubicBezTo>
                    <a:pt x="174" y="182"/>
                    <a:pt x="174" y="182"/>
                    <a:pt x="174" y="183"/>
                  </a:cubicBezTo>
                  <a:cubicBezTo>
                    <a:pt x="175" y="184"/>
                    <a:pt x="175" y="185"/>
                    <a:pt x="176" y="186"/>
                  </a:cubicBezTo>
                  <a:cubicBezTo>
                    <a:pt x="175" y="185"/>
                    <a:pt x="175" y="185"/>
                    <a:pt x="175" y="184"/>
                  </a:cubicBezTo>
                  <a:cubicBezTo>
                    <a:pt x="175" y="185"/>
                    <a:pt x="175" y="186"/>
                    <a:pt x="176" y="187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7" y="189"/>
                    <a:pt x="177" y="190"/>
                    <a:pt x="178" y="191"/>
                  </a:cubicBezTo>
                  <a:cubicBezTo>
                    <a:pt x="176" y="191"/>
                    <a:pt x="176" y="191"/>
                    <a:pt x="176" y="191"/>
                  </a:cubicBezTo>
                  <a:cubicBezTo>
                    <a:pt x="176" y="194"/>
                    <a:pt x="188" y="201"/>
                    <a:pt x="189" y="198"/>
                  </a:cubicBezTo>
                  <a:cubicBezTo>
                    <a:pt x="205" y="196"/>
                    <a:pt x="210" y="186"/>
                    <a:pt x="213" y="179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7"/>
                    <a:pt x="214" y="177"/>
                  </a:cubicBezTo>
                  <a:cubicBezTo>
                    <a:pt x="214" y="177"/>
                    <a:pt x="215" y="177"/>
                    <a:pt x="215" y="177"/>
                  </a:cubicBezTo>
                  <a:cubicBezTo>
                    <a:pt x="219" y="183"/>
                    <a:pt x="215" y="181"/>
                    <a:pt x="216" y="184"/>
                  </a:cubicBezTo>
                  <a:cubicBezTo>
                    <a:pt x="224" y="191"/>
                    <a:pt x="234" y="187"/>
                    <a:pt x="239" y="182"/>
                  </a:cubicBezTo>
                  <a:cubicBezTo>
                    <a:pt x="239" y="182"/>
                    <a:pt x="240" y="183"/>
                    <a:pt x="239" y="183"/>
                  </a:cubicBezTo>
                  <a:cubicBezTo>
                    <a:pt x="244" y="179"/>
                    <a:pt x="250" y="173"/>
                    <a:pt x="253" y="167"/>
                  </a:cubicBezTo>
                  <a:cubicBezTo>
                    <a:pt x="255" y="173"/>
                    <a:pt x="258" y="178"/>
                    <a:pt x="262" y="183"/>
                  </a:cubicBezTo>
                  <a:cubicBezTo>
                    <a:pt x="272" y="194"/>
                    <a:pt x="282" y="179"/>
                    <a:pt x="282" y="172"/>
                  </a:cubicBezTo>
                  <a:cubicBezTo>
                    <a:pt x="282" y="171"/>
                    <a:pt x="283" y="172"/>
                    <a:pt x="283" y="173"/>
                  </a:cubicBezTo>
                  <a:cubicBezTo>
                    <a:pt x="283" y="162"/>
                    <a:pt x="288" y="150"/>
                    <a:pt x="283" y="141"/>
                  </a:cubicBezTo>
                  <a:cubicBezTo>
                    <a:pt x="281" y="138"/>
                    <a:pt x="281" y="138"/>
                    <a:pt x="281" y="138"/>
                  </a:cubicBezTo>
                  <a:cubicBezTo>
                    <a:pt x="282" y="136"/>
                    <a:pt x="283" y="136"/>
                    <a:pt x="284" y="134"/>
                  </a:cubicBezTo>
                  <a:cubicBezTo>
                    <a:pt x="283" y="132"/>
                    <a:pt x="283" y="124"/>
                    <a:pt x="282" y="122"/>
                  </a:cubicBezTo>
                  <a:cubicBezTo>
                    <a:pt x="283" y="121"/>
                    <a:pt x="283" y="123"/>
                    <a:pt x="283" y="123"/>
                  </a:cubicBezTo>
                  <a:cubicBezTo>
                    <a:pt x="284" y="122"/>
                    <a:pt x="284" y="121"/>
                    <a:pt x="284" y="120"/>
                  </a:cubicBezTo>
                  <a:cubicBezTo>
                    <a:pt x="285" y="120"/>
                    <a:pt x="286" y="120"/>
                    <a:pt x="287" y="120"/>
                  </a:cubicBezTo>
                  <a:cubicBezTo>
                    <a:pt x="293" y="141"/>
                    <a:pt x="294" y="171"/>
                    <a:pt x="312" y="180"/>
                  </a:cubicBezTo>
                  <a:cubicBezTo>
                    <a:pt x="316" y="182"/>
                    <a:pt x="313" y="183"/>
                    <a:pt x="315" y="184"/>
                  </a:cubicBezTo>
                  <a:cubicBezTo>
                    <a:pt x="325" y="187"/>
                    <a:pt x="336" y="188"/>
                    <a:pt x="347" y="188"/>
                  </a:cubicBezTo>
                  <a:cubicBezTo>
                    <a:pt x="346" y="189"/>
                    <a:pt x="345" y="190"/>
                    <a:pt x="344" y="191"/>
                  </a:cubicBezTo>
                  <a:cubicBezTo>
                    <a:pt x="346" y="193"/>
                    <a:pt x="342" y="195"/>
                    <a:pt x="343" y="196"/>
                  </a:cubicBezTo>
                  <a:cubicBezTo>
                    <a:pt x="343" y="196"/>
                    <a:pt x="343" y="196"/>
                    <a:pt x="343" y="195"/>
                  </a:cubicBezTo>
                  <a:cubicBezTo>
                    <a:pt x="340" y="201"/>
                    <a:pt x="343" y="196"/>
                    <a:pt x="338" y="200"/>
                  </a:cubicBezTo>
                  <a:cubicBezTo>
                    <a:pt x="327" y="213"/>
                    <a:pt x="329" y="230"/>
                    <a:pt x="329" y="240"/>
                  </a:cubicBezTo>
                  <a:cubicBezTo>
                    <a:pt x="330" y="251"/>
                    <a:pt x="331" y="257"/>
                    <a:pt x="326" y="263"/>
                  </a:cubicBezTo>
                  <a:cubicBezTo>
                    <a:pt x="327" y="267"/>
                    <a:pt x="324" y="267"/>
                    <a:pt x="325" y="270"/>
                  </a:cubicBezTo>
                  <a:cubicBezTo>
                    <a:pt x="324" y="269"/>
                    <a:pt x="324" y="269"/>
                    <a:pt x="324" y="269"/>
                  </a:cubicBezTo>
                  <a:cubicBezTo>
                    <a:pt x="324" y="271"/>
                    <a:pt x="323" y="270"/>
                    <a:pt x="321" y="270"/>
                  </a:cubicBezTo>
                  <a:cubicBezTo>
                    <a:pt x="321" y="271"/>
                    <a:pt x="320" y="271"/>
                    <a:pt x="321" y="272"/>
                  </a:cubicBezTo>
                  <a:cubicBezTo>
                    <a:pt x="322" y="274"/>
                    <a:pt x="319" y="270"/>
                    <a:pt x="318" y="271"/>
                  </a:cubicBezTo>
                  <a:cubicBezTo>
                    <a:pt x="318" y="271"/>
                    <a:pt x="319" y="272"/>
                    <a:pt x="318" y="272"/>
                  </a:cubicBezTo>
                  <a:cubicBezTo>
                    <a:pt x="317" y="275"/>
                    <a:pt x="318" y="271"/>
                    <a:pt x="315" y="270"/>
                  </a:cubicBezTo>
                  <a:cubicBezTo>
                    <a:pt x="311" y="273"/>
                    <a:pt x="306" y="276"/>
                    <a:pt x="302" y="277"/>
                  </a:cubicBezTo>
                  <a:cubicBezTo>
                    <a:pt x="302" y="277"/>
                    <a:pt x="303" y="278"/>
                    <a:pt x="302" y="278"/>
                  </a:cubicBezTo>
                  <a:cubicBezTo>
                    <a:pt x="301" y="275"/>
                    <a:pt x="301" y="280"/>
                    <a:pt x="299" y="279"/>
                  </a:cubicBezTo>
                  <a:cubicBezTo>
                    <a:pt x="300" y="277"/>
                    <a:pt x="300" y="277"/>
                    <a:pt x="300" y="277"/>
                  </a:cubicBezTo>
                  <a:cubicBezTo>
                    <a:pt x="297" y="277"/>
                    <a:pt x="296" y="279"/>
                    <a:pt x="293" y="279"/>
                  </a:cubicBezTo>
                  <a:cubicBezTo>
                    <a:pt x="292" y="280"/>
                    <a:pt x="288" y="279"/>
                    <a:pt x="287" y="281"/>
                  </a:cubicBezTo>
                  <a:cubicBezTo>
                    <a:pt x="287" y="280"/>
                    <a:pt x="286" y="280"/>
                    <a:pt x="285" y="280"/>
                  </a:cubicBezTo>
                  <a:cubicBezTo>
                    <a:pt x="285" y="284"/>
                    <a:pt x="281" y="280"/>
                    <a:pt x="280" y="284"/>
                  </a:cubicBezTo>
                  <a:cubicBezTo>
                    <a:pt x="280" y="283"/>
                    <a:pt x="280" y="283"/>
                    <a:pt x="280" y="283"/>
                  </a:cubicBezTo>
                  <a:cubicBezTo>
                    <a:pt x="274" y="287"/>
                    <a:pt x="267" y="290"/>
                    <a:pt x="263" y="297"/>
                  </a:cubicBezTo>
                  <a:cubicBezTo>
                    <a:pt x="260" y="300"/>
                    <a:pt x="256" y="300"/>
                    <a:pt x="254" y="305"/>
                  </a:cubicBezTo>
                  <a:cubicBezTo>
                    <a:pt x="254" y="306"/>
                    <a:pt x="255" y="306"/>
                    <a:pt x="255" y="307"/>
                  </a:cubicBezTo>
                  <a:cubicBezTo>
                    <a:pt x="255" y="308"/>
                    <a:pt x="254" y="306"/>
                    <a:pt x="254" y="306"/>
                  </a:cubicBezTo>
                  <a:cubicBezTo>
                    <a:pt x="254" y="309"/>
                    <a:pt x="251" y="310"/>
                    <a:pt x="250" y="312"/>
                  </a:cubicBezTo>
                  <a:cubicBezTo>
                    <a:pt x="250" y="313"/>
                    <a:pt x="250" y="314"/>
                    <a:pt x="251" y="314"/>
                  </a:cubicBezTo>
                  <a:cubicBezTo>
                    <a:pt x="247" y="315"/>
                    <a:pt x="248" y="320"/>
                    <a:pt x="245" y="322"/>
                  </a:cubicBezTo>
                  <a:cubicBezTo>
                    <a:pt x="248" y="322"/>
                    <a:pt x="246" y="324"/>
                    <a:pt x="247" y="325"/>
                  </a:cubicBezTo>
                  <a:cubicBezTo>
                    <a:pt x="246" y="326"/>
                    <a:pt x="245" y="326"/>
                    <a:pt x="245" y="325"/>
                  </a:cubicBezTo>
                  <a:cubicBezTo>
                    <a:pt x="245" y="327"/>
                    <a:pt x="244" y="328"/>
                    <a:pt x="243" y="330"/>
                  </a:cubicBezTo>
                  <a:cubicBezTo>
                    <a:pt x="243" y="332"/>
                    <a:pt x="244" y="333"/>
                    <a:pt x="243" y="334"/>
                  </a:cubicBezTo>
                  <a:cubicBezTo>
                    <a:pt x="241" y="334"/>
                    <a:pt x="242" y="336"/>
                    <a:pt x="241" y="338"/>
                  </a:cubicBezTo>
                  <a:cubicBezTo>
                    <a:pt x="243" y="338"/>
                    <a:pt x="244" y="340"/>
                    <a:pt x="243" y="341"/>
                  </a:cubicBezTo>
                  <a:cubicBezTo>
                    <a:pt x="240" y="340"/>
                    <a:pt x="240" y="340"/>
                    <a:pt x="240" y="340"/>
                  </a:cubicBezTo>
                  <a:cubicBezTo>
                    <a:pt x="241" y="344"/>
                    <a:pt x="237" y="350"/>
                    <a:pt x="240" y="355"/>
                  </a:cubicBezTo>
                  <a:cubicBezTo>
                    <a:pt x="238" y="355"/>
                    <a:pt x="238" y="355"/>
                    <a:pt x="238" y="355"/>
                  </a:cubicBezTo>
                  <a:cubicBezTo>
                    <a:pt x="239" y="360"/>
                    <a:pt x="236" y="365"/>
                    <a:pt x="239" y="370"/>
                  </a:cubicBezTo>
                  <a:cubicBezTo>
                    <a:pt x="238" y="371"/>
                    <a:pt x="237" y="373"/>
                    <a:pt x="237" y="374"/>
                  </a:cubicBezTo>
                  <a:cubicBezTo>
                    <a:pt x="239" y="376"/>
                    <a:pt x="238" y="376"/>
                    <a:pt x="241" y="378"/>
                  </a:cubicBezTo>
                  <a:cubicBezTo>
                    <a:pt x="241" y="378"/>
                    <a:pt x="239" y="379"/>
                    <a:pt x="239" y="379"/>
                  </a:cubicBezTo>
                  <a:cubicBezTo>
                    <a:pt x="238" y="381"/>
                    <a:pt x="236" y="383"/>
                    <a:pt x="238" y="385"/>
                  </a:cubicBezTo>
                  <a:cubicBezTo>
                    <a:pt x="237" y="385"/>
                    <a:pt x="237" y="385"/>
                    <a:pt x="237" y="385"/>
                  </a:cubicBezTo>
                  <a:cubicBezTo>
                    <a:pt x="238" y="387"/>
                    <a:pt x="240" y="389"/>
                    <a:pt x="238" y="391"/>
                  </a:cubicBezTo>
                  <a:cubicBezTo>
                    <a:pt x="239" y="391"/>
                    <a:pt x="239" y="393"/>
                    <a:pt x="241" y="393"/>
                  </a:cubicBezTo>
                  <a:cubicBezTo>
                    <a:pt x="241" y="393"/>
                    <a:pt x="239" y="393"/>
                    <a:pt x="240" y="394"/>
                  </a:cubicBezTo>
                  <a:cubicBezTo>
                    <a:pt x="238" y="393"/>
                    <a:pt x="238" y="393"/>
                    <a:pt x="238" y="393"/>
                  </a:cubicBezTo>
                  <a:cubicBezTo>
                    <a:pt x="237" y="397"/>
                    <a:pt x="238" y="401"/>
                    <a:pt x="239" y="405"/>
                  </a:cubicBezTo>
                  <a:cubicBezTo>
                    <a:pt x="236" y="406"/>
                    <a:pt x="239" y="409"/>
                    <a:pt x="237" y="411"/>
                  </a:cubicBezTo>
                  <a:cubicBezTo>
                    <a:pt x="239" y="412"/>
                    <a:pt x="237" y="415"/>
                    <a:pt x="240" y="416"/>
                  </a:cubicBezTo>
                  <a:cubicBezTo>
                    <a:pt x="238" y="416"/>
                    <a:pt x="238" y="416"/>
                    <a:pt x="238" y="416"/>
                  </a:cubicBezTo>
                  <a:cubicBezTo>
                    <a:pt x="238" y="418"/>
                    <a:pt x="238" y="420"/>
                    <a:pt x="237" y="423"/>
                  </a:cubicBezTo>
                  <a:cubicBezTo>
                    <a:pt x="237" y="424"/>
                    <a:pt x="239" y="424"/>
                    <a:pt x="240" y="425"/>
                  </a:cubicBezTo>
                  <a:cubicBezTo>
                    <a:pt x="238" y="425"/>
                    <a:pt x="238" y="425"/>
                    <a:pt x="238" y="425"/>
                  </a:cubicBezTo>
                  <a:cubicBezTo>
                    <a:pt x="239" y="426"/>
                    <a:pt x="241" y="427"/>
                    <a:pt x="243" y="427"/>
                  </a:cubicBezTo>
                  <a:cubicBezTo>
                    <a:pt x="242" y="428"/>
                    <a:pt x="243" y="428"/>
                    <a:pt x="242" y="429"/>
                  </a:cubicBezTo>
                  <a:cubicBezTo>
                    <a:pt x="241" y="428"/>
                    <a:pt x="239" y="428"/>
                    <a:pt x="237" y="427"/>
                  </a:cubicBezTo>
                  <a:cubicBezTo>
                    <a:pt x="237" y="428"/>
                    <a:pt x="240" y="430"/>
                    <a:pt x="238" y="431"/>
                  </a:cubicBezTo>
                  <a:cubicBezTo>
                    <a:pt x="238" y="432"/>
                    <a:pt x="239" y="433"/>
                    <a:pt x="241" y="433"/>
                  </a:cubicBezTo>
                  <a:cubicBezTo>
                    <a:pt x="240" y="433"/>
                    <a:pt x="239" y="434"/>
                    <a:pt x="239" y="433"/>
                  </a:cubicBezTo>
                  <a:cubicBezTo>
                    <a:pt x="239" y="434"/>
                    <a:pt x="239" y="435"/>
                    <a:pt x="240" y="435"/>
                  </a:cubicBezTo>
                  <a:cubicBezTo>
                    <a:pt x="240" y="435"/>
                    <a:pt x="240" y="435"/>
                    <a:pt x="240" y="435"/>
                  </a:cubicBezTo>
                  <a:cubicBezTo>
                    <a:pt x="241" y="435"/>
                    <a:pt x="241" y="436"/>
                    <a:pt x="243" y="436"/>
                  </a:cubicBezTo>
                  <a:cubicBezTo>
                    <a:pt x="243" y="435"/>
                    <a:pt x="243" y="435"/>
                    <a:pt x="243" y="435"/>
                  </a:cubicBezTo>
                  <a:cubicBezTo>
                    <a:pt x="244" y="435"/>
                    <a:pt x="245" y="436"/>
                    <a:pt x="243" y="437"/>
                  </a:cubicBezTo>
                  <a:cubicBezTo>
                    <a:pt x="242" y="437"/>
                    <a:pt x="241" y="436"/>
                    <a:pt x="240" y="437"/>
                  </a:cubicBezTo>
                  <a:cubicBezTo>
                    <a:pt x="244" y="439"/>
                    <a:pt x="244" y="439"/>
                    <a:pt x="244" y="439"/>
                  </a:cubicBezTo>
                  <a:cubicBezTo>
                    <a:pt x="243" y="439"/>
                    <a:pt x="244" y="438"/>
                    <a:pt x="245" y="438"/>
                  </a:cubicBezTo>
                  <a:cubicBezTo>
                    <a:pt x="244" y="437"/>
                    <a:pt x="244" y="437"/>
                    <a:pt x="244" y="437"/>
                  </a:cubicBezTo>
                  <a:cubicBezTo>
                    <a:pt x="246" y="437"/>
                    <a:pt x="246" y="437"/>
                    <a:pt x="246" y="437"/>
                  </a:cubicBezTo>
                  <a:cubicBezTo>
                    <a:pt x="245" y="435"/>
                    <a:pt x="246" y="434"/>
                    <a:pt x="245" y="432"/>
                  </a:cubicBezTo>
                  <a:cubicBezTo>
                    <a:pt x="244" y="433"/>
                    <a:pt x="244" y="433"/>
                    <a:pt x="244" y="433"/>
                  </a:cubicBezTo>
                  <a:cubicBezTo>
                    <a:pt x="243" y="432"/>
                    <a:pt x="241" y="431"/>
                    <a:pt x="243" y="430"/>
                  </a:cubicBezTo>
                  <a:cubicBezTo>
                    <a:pt x="244" y="430"/>
                    <a:pt x="244" y="430"/>
                    <a:pt x="245" y="430"/>
                  </a:cubicBezTo>
                  <a:cubicBezTo>
                    <a:pt x="245" y="430"/>
                    <a:pt x="244" y="430"/>
                    <a:pt x="244" y="429"/>
                  </a:cubicBezTo>
                  <a:cubicBezTo>
                    <a:pt x="247" y="430"/>
                    <a:pt x="247" y="430"/>
                    <a:pt x="247" y="430"/>
                  </a:cubicBezTo>
                  <a:cubicBezTo>
                    <a:pt x="243" y="429"/>
                    <a:pt x="246" y="427"/>
                    <a:pt x="245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7" y="425"/>
                    <a:pt x="244" y="427"/>
                    <a:pt x="244" y="426"/>
                  </a:cubicBezTo>
                  <a:cubicBezTo>
                    <a:pt x="245" y="425"/>
                    <a:pt x="247" y="426"/>
                    <a:pt x="248" y="425"/>
                  </a:cubicBezTo>
                  <a:cubicBezTo>
                    <a:pt x="248" y="423"/>
                    <a:pt x="246" y="421"/>
                    <a:pt x="248" y="419"/>
                  </a:cubicBezTo>
                  <a:cubicBezTo>
                    <a:pt x="248" y="418"/>
                    <a:pt x="247" y="416"/>
                    <a:pt x="246" y="415"/>
                  </a:cubicBezTo>
                  <a:cubicBezTo>
                    <a:pt x="246" y="414"/>
                    <a:pt x="248" y="415"/>
                    <a:pt x="247" y="414"/>
                  </a:cubicBezTo>
                  <a:cubicBezTo>
                    <a:pt x="248" y="414"/>
                    <a:pt x="249" y="414"/>
                    <a:pt x="250" y="414"/>
                  </a:cubicBezTo>
                  <a:cubicBezTo>
                    <a:pt x="249" y="414"/>
                    <a:pt x="250" y="412"/>
                    <a:pt x="248" y="413"/>
                  </a:cubicBezTo>
                  <a:cubicBezTo>
                    <a:pt x="249" y="411"/>
                    <a:pt x="249" y="409"/>
                    <a:pt x="249" y="407"/>
                  </a:cubicBezTo>
                  <a:cubicBezTo>
                    <a:pt x="249" y="408"/>
                    <a:pt x="250" y="408"/>
                    <a:pt x="251" y="407"/>
                  </a:cubicBezTo>
                  <a:cubicBezTo>
                    <a:pt x="250" y="406"/>
                    <a:pt x="249" y="405"/>
                    <a:pt x="249" y="403"/>
                  </a:cubicBezTo>
                  <a:cubicBezTo>
                    <a:pt x="248" y="403"/>
                    <a:pt x="248" y="404"/>
                    <a:pt x="246" y="403"/>
                  </a:cubicBezTo>
                  <a:cubicBezTo>
                    <a:pt x="246" y="403"/>
                    <a:pt x="245" y="403"/>
                    <a:pt x="245" y="402"/>
                  </a:cubicBezTo>
                  <a:cubicBezTo>
                    <a:pt x="247" y="402"/>
                    <a:pt x="250" y="403"/>
                    <a:pt x="250" y="401"/>
                  </a:cubicBezTo>
                  <a:cubicBezTo>
                    <a:pt x="253" y="402"/>
                    <a:pt x="249" y="404"/>
                    <a:pt x="252" y="403"/>
                  </a:cubicBezTo>
                  <a:cubicBezTo>
                    <a:pt x="254" y="404"/>
                    <a:pt x="254" y="406"/>
                    <a:pt x="253" y="407"/>
                  </a:cubicBezTo>
                  <a:cubicBezTo>
                    <a:pt x="255" y="408"/>
                    <a:pt x="253" y="406"/>
                    <a:pt x="256" y="406"/>
                  </a:cubicBezTo>
                  <a:cubicBezTo>
                    <a:pt x="256" y="405"/>
                    <a:pt x="254" y="405"/>
                    <a:pt x="254" y="403"/>
                  </a:cubicBezTo>
                  <a:cubicBezTo>
                    <a:pt x="253" y="403"/>
                    <a:pt x="253" y="403"/>
                    <a:pt x="252" y="402"/>
                  </a:cubicBezTo>
                  <a:cubicBezTo>
                    <a:pt x="249" y="401"/>
                    <a:pt x="254" y="401"/>
                    <a:pt x="254" y="400"/>
                  </a:cubicBezTo>
                  <a:cubicBezTo>
                    <a:pt x="254" y="401"/>
                    <a:pt x="254" y="401"/>
                    <a:pt x="254" y="401"/>
                  </a:cubicBezTo>
                  <a:cubicBezTo>
                    <a:pt x="255" y="400"/>
                    <a:pt x="254" y="400"/>
                    <a:pt x="254" y="399"/>
                  </a:cubicBezTo>
                  <a:cubicBezTo>
                    <a:pt x="257" y="398"/>
                    <a:pt x="254" y="400"/>
                    <a:pt x="256" y="401"/>
                  </a:cubicBezTo>
                  <a:cubicBezTo>
                    <a:pt x="258" y="400"/>
                    <a:pt x="258" y="400"/>
                    <a:pt x="258" y="400"/>
                  </a:cubicBezTo>
                  <a:cubicBezTo>
                    <a:pt x="259" y="399"/>
                    <a:pt x="256" y="400"/>
                    <a:pt x="257" y="398"/>
                  </a:cubicBezTo>
                  <a:cubicBezTo>
                    <a:pt x="258" y="398"/>
                    <a:pt x="258" y="398"/>
                    <a:pt x="258" y="398"/>
                  </a:cubicBezTo>
                  <a:cubicBezTo>
                    <a:pt x="257" y="397"/>
                    <a:pt x="257" y="397"/>
                    <a:pt x="257" y="397"/>
                  </a:cubicBezTo>
                  <a:cubicBezTo>
                    <a:pt x="256" y="397"/>
                    <a:pt x="254" y="397"/>
                    <a:pt x="254" y="398"/>
                  </a:cubicBezTo>
                  <a:cubicBezTo>
                    <a:pt x="251" y="397"/>
                    <a:pt x="254" y="397"/>
                    <a:pt x="254" y="396"/>
                  </a:cubicBezTo>
                  <a:cubicBezTo>
                    <a:pt x="252" y="395"/>
                    <a:pt x="254" y="396"/>
                    <a:pt x="252" y="396"/>
                  </a:cubicBezTo>
                  <a:cubicBezTo>
                    <a:pt x="250" y="396"/>
                    <a:pt x="250" y="395"/>
                    <a:pt x="250" y="394"/>
                  </a:cubicBezTo>
                  <a:cubicBezTo>
                    <a:pt x="250" y="393"/>
                    <a:pt x="252" y="394"/>
                    <a:pt x="253" y="393"/>
                  </a:cubicBezTo>
                  <a:cubicBezTo>
                    <a:pt x="254" y="394"/>
                    <a:pt x="254" y="395"/>
                    <a:pt x="253" y="394"/>
                  </a:cubicBezTo>
                  <a:cubicBezTo>
                    <a:pt x="254" y="396"/>
                    <a:pt x="256" y="394"/>
                    <a:pt x="258" y="395"/>
                  </a:cubicBezTo>
                  <a:cubicBezTo>
                    <a:pt x="259" y="394"/>
                    <a:pt x="257" y="394"/>
                    <a:pt x="256" y="393"/>
                  </a:cubicBezTo>
                  <a:cubicBezTo>
                    <a:pt x="256" y="394"/>
                    <a:pt x="254" y="393"/>
                    <a:pt x="254" y="393"/>
                  </a:cubicBezTo>
                  <a:cubicBezTo>
                    <a:pt x="249" y="391"/>
                    <a:pt x="257" y="392"/>
                    <a:pt x="257" y="390"/>
                  </a:cubicBezTo>
                  <a:cubicBezTo>
                    <a:pt x="253" y="390"/>
                    <a:pt x="252" y="387"/>
                    <a:pt x="249" y="389"/>
                  </a:cubicBezTo>
                  <a:cubicBezTo>
                    <a:pt x="248" y="388"/>
                    <a:pt x="248" y="387"/>
                    <a:pt x="248" y="387"/>
                  </a:cubicBezTo>
                  <a:cubicBezTo>
                    <a:pt x="250" y="388"/>
                    <a:pt x="250" y="386"/>
                    <a:pt x="252" y="387"/>
                  </a:cubicBezTo>
                  <a:cubicBezTo>
                    <a:pt x="252" y="386"/>
                    <a:pt x="252" y="386"/>
                    <a:pt x="252" y="386"/>
                  </a:cubicBezTo>
                  <a:cubicBezTo>
                    <a:pt x="254" y="388"/>
                    <a:pt x="254" y="388"/>
                    <a:pt x="254" y="388"/>
                  </a:cubicBezTo>
                  <a:cubicBezTo>
                    <a:pt x="256" y="387"/>
                    <a:pt x="257" y="385"/>
                    <a:pt x="258" y="386"/>
                  </a:cubicBezTo>
                  <a:cubicBezTo>
                    <a:pt x="257" y="385"/>
                    <a:pt x="256" y="386"/>
                    <a:pt x="256" y="385"/>
                  </a:cubicBezTo>
                  <a:cubicBezTo>
                    <a:pt x="257" y="385"/>
                    <a:pt x="258" y="385"/>
                    <a:pt x="258" y="384"/>
                  </a:cubicBezTo>
                  <a:cubicBezTo>
                    <a:pt x="257" y="385"/>
                    <a:pt x="255" y="384"/>
                    <a:pt x="254" y="383"/>
                  </a:cubicBezTo>
                  <a:cubicBezTo>
                    <a:pt x="255" y="382"/>
                    <a:pt x="257" y="382"/>
                    <a:pt x="257" y="382"/>
                  </a:cubicBezTo>
                  <a:cubicBezTo>
                    <a:pt x="259" y="383"/>
                    <a:pt x="259" y="383"/>
                    <a:pt x="259" y="383"/>
                  </a:cubicBezTo>
                  <a:cubicBezTo>
                    <a:pt x="257" y="382"/>
                    <a:pt x="260" y="383"/>
                    <a:pt x="259" y="382"/>
                  </a:cubicBezTo>
                  <a:cubicBezTo>
                    <a:pt x="258" y="381"/>
                    <a:pt x="256" y="381"/>
                    <a:pt x="255" y="380"/>
                  </a:cubicBezTo>
                  <a:cubicBezTo>
                    <a:pt x="254" y="380"/>
                    <a:pt x="256" y="379"/>
                    <a:pt x="256" y="379"/>
                  </a:cubicBezTo>
                  <a:cubicBezTo>
                    <a:pt x="257" y="380"/>
                    <a:pt x="257" y="380"/>
                    <a:pt x="257" y="380"/>
                  </a:cubicBezTo>
                  <a:cubicBezTo>
                    <a:pt x="256" y="379"/>
                    <a:pt x="260" y="380"/>
                    <a:pt x="259" y="379"/>
                  </a:cubicBezTo>
                  <a:cubicBezTo>
                    <a:pt x="258" y="378"/>
                    <a:pt x="258" y="378"/>
                    <a:pt x="258" y="378"/>
                  </a:cubicBezTo>
                  <a:cubicBezTo>
                    <a:pt x="258" y="378"/>
                    <a:pt x="259" y="378"/>
                    <a:pt x="259" y="378"/>
                  </a:cubicBezTo>
                  <a:cubicBezTo>
                    <a:pt x="258" y="378"/>
                    <a:pt x="258" y="377"/>
                    <a:pt x="258" y="377"/>
                  </a:cubicBezTo>
                  <a:cubicBezTo>
                    <a:pt x="259" y="377"/>
                    <a:pt x="259" y="377"/>
                    <a:pt x="259" y="377"/>
                  </a:cubicBezTo>
                  <a:cubicBezTo>
                    <a:pt x="258" y="376"/>
                    <a:pt x="256" y="375"/>
                    <a:pt x="258" y="375"/>
                  </a:cubicBezTo>
                  <a:cubicBezTo>
                    <a:pt x="256" y="375"/>
                    <a:pt x="258" y="376"/>
                    <a:pt x="257" y="376"/>
                  </a:cubicBezTo>
                  <a:cubicBezTo>
                    <a:pt x="255" y="377"/>
                    <a:pt x="255" y="375"/>
                    <a:pt x="255" y="375"/>
                  </a:cubicBezTo>
                  <a:cubicBezTo>
                    <a:pt x="258" y="375"/>
                    <a:pt x="255" y="374"/>
                    <a:pt x="255" y="373"/>
                  </a:cubicBezTo>
                  <a:cubicBezTo>
                    <a:pt x="256" y="373"/>
                    <a:pt x="257" y="372"/>
                    <a:pt x="258" y="372"/>
                  </a:cubicBezTo>
                  <a:cubicBezTo>
                    <a:pt x="256" y="372"/>
                    <a:pt x="256" y="372"/>
                    <a:pt x="256" y="372"/>
                  </a:cubicBezTo>
                  <a:cubicBezTo>
                    <a:pt x="259" y="372"/>
                    <a:pt x="255" y="370"/>
                    <a:pt x="256" y="370"/>
                  </a:cubicBezTo>
                  <a:cubicBezTo>
                    <a:pt x="257" y="370"/>
                    <a:pt x="259" y="370"/>
                    <a:pt x="259" y="370"/>
                  </a:cubicBezTo>
                  <a:cubicBezTo>
                    <a:pt x="257" y="370"/>
                    <a:pt x="256" y="368"/>
                    <a:pt x="254" y="368"/>
                  </a:cubicBezTo>
                  <a:cubicBezTo>
                    <a:pt x="255" y="367"/>
                    <a:pt x="258" y="369"/>
                    <a:pt x="260" y="369"/>
                  </a:cubicBezTo>
                  <a:cubicBezTo>
                    <a:pt x="258" y="368"/>
                    <a:pt x="261" y="367"/>
                    <a:pt x="258" y="366"/>
                  </a:cubicBezTo>
                  <a:cubicBezTo>
                    <a:pt x="257" y="367"/>
                    <a:pt x="257" y="366"/>
                    <a:pt x="256" y="366"/>
                  </a:cubicBezTo>
                  <a:cubicBezTo>
                    <a:pt x="256" y="365"/>
                    <a:pt x="257" y="366"/>
                    <a:pt x="258" y="365"/>
                  </a:cubicBezTo>
                  <a:cubicBezTo>
                    <a:pt x="258" y="365"/>
                    <a:pt x="256" y="364"/>
                    <a:pt x="255" y="365"/>
                  </a:cubicBezTo>
                  <a:cubicBezTo>
                    <a:pt x="255" y="364"/>
                    <a:pt x="253" y="363"/>
                    <a:pt x="255" y="362"/>
                  </a:cubicBezTo>
                  <a:cubicBezTo>
                    <a:pt x="256" y="362"/>
                    <a:pt x="255" y="364"/>
                    <a:pt x="257" y="363"/>
                  </a:cubicBezTo>
                  <a:cubicBezTo>
                    <a:pt x="257" y="362"/>
                    <a:pt x="253" y="362"/>
                    <a:pt x="252" y="360"/>
                  </a:cubicBezTo>
                  <a:cubicBezTo>
                    <a:pt x="251" y="361"/>
                    <a:pt x="248" y="360"/>
                    <a:pt x="248" y="359"/>
                  </a:cubicBezTo>
                  <a:cubicBezTo>
                    <a:pt x="249" y="357"/>
                    <a:pt x="248" y="360"/>
                    <a:pt x="251" y="360"/>
                  </a:cubicBezTo>
                  <a:cubicBezTo>
                    <a:pt x="250" y="359"/>
                    <a:pt x="250" y="359"/>
                    <a:pt x="250" y="359"/>
                  </a:cubicBezTo>
                  <a:cubicBezTo>
                    <a:pt x="254" y="358"/>
                    <a:pt x="255" y="362"/>
                    <a:pt x="257" y="361"/>
                  </a:cubicBezTo>
                  <a:cubicBezTo>
                    <a:pt x="257" y="360"/>
                    <a:pt x="257" y="360"/>
                    <a:pt x="257" y="360"/>
                  </a:cubicBezTo>
                  <a:cubicBezTo>
                    <a:pt x="257" y="360"/>
                    <a:pt x="259" y="361"/>
                    <a:pt x="260" y="361"/>
                  </a:cubicBezTo>
                  <a:cubicBezTo>
                    <a:pt x="258" y="360"/>
                    <a:pt x="259" y="359"/>
                    <a:pt x="259" y="359"/>
                  </a:cubicBezTo>
                  <a:cubicBezTo>
                    <a:pt x="257" y="358"/>
                    <a:pt x="259" y="359"/>
                    <a:pt x="258" y="359"/>
                  </a:cubicBezTo>
                  <a:cubicBezTo>
                    <a:pt x="258" y="358"/>
                    <a:pt x="255" y="357"/>
                    <a:pt x="256" y="356"/>
                  </a:cubicBezTo>
                  <a:cubicBezTo>
                    <a:pt x="257" y="357"/>
                    <a:pt x="259" y="356"/>
                    <a:pt x="259" y="357"/>
                  </a:cubicBezTo>
                  <a:cubicBezTo>
                    <a:pt x="260" y="356"/>
                    <a:pt x="257" y="356"/>
                    <a:pt x="259" y="356"/>
                  </a:cubicBezTo>
                  <a:cubicBezTo>
                    <a:pt x="260" y="356"/>
                    <a:pt x="260" y="356"/>
                    <a:pt x="260" y="356"/>
                  </a:cubicBezTo>
                  <a:cubicBezTo>
                    <a:pt x="260" y="353"/>
                    <a:pt x="261" y="349"/>
                    <a:pt x="257" y="345"/>
                  </a:cubicBezTo>
                  <a:cubicBezTo>
                    <a:pt x="259" y="345"/>
                    <a:pt x="260" y="344"/>
                    <a:pt x="261" y="343"/>
                  </a:cubicBezTo>
                  <a:cubicBezTo>
                    <a:pt x="261" y="343"/>
                    <a:pt x="260" y="343"/>
                    <a:pt x="260" y="342"/>
                  </a:cubicBezTo>
                  <a:cubicBezTo>
                    <a:pt x="262" y="342"/>
                    <a:pt x="262" y="342"/>
                    <a:pt x="262" y="342"/>
                  </a:cubicBezTo>
                  <a:cubicBezTo>
                    <a:pt x="263" y="341"/>
                    <a:pt x="262" y="340"/>
                    <a:pt x="261" y="339"/>
                  </a:cubicBezTo>
                  <a:cubicBezTo>
                    <a:pt x="262" y="339"/>
                    <a:pt x="262" y="339"/>
                    <a:pt x="262" y="339"/>
                  </a:cubicBezTo>
                  <a:cubicBezTo>
                    <a:pt x="264" y="338"/>
                    <a:pt x="261" y="338"/>
                    <a:pt x="261" y="337"/>
                  </a:cubicBezTo>
                  <a:cubicBezTo>
                    <a:pt x="263" y="337"/>
                    <a:pt x="263" y="337"/>
                    <a:pt x="263" y="337"/>
                  </a:cubicBezTo>
                  <a:cubicBezTo>
                    <a:pt x="261" y="337"/>
                    <a:pt x="261" y="337"/>
                    <a:pt x="261" y="337"/>
                  </a:cubicBezTo>
                  <a:cubicBezTo>
                    <a:pt x="261" y="336"/>
                    <a:pt x="262" y="335"/>
                    <a:pt x="264" y="336"/>
                  </a:cubicBezTo>
                  <a:cubicBezTo>
                    <a:pt x="263" y="335"/>
                    <a:pt x="263" y="335"/>
                    <a:pt x="262" y="335"/>
                  </a:cubicBezTo>
                  <a:cubicBezTo>
                    <a:pt x="264" y="335"/>
                    <a:pt x="264" y="332"/>
                    <a:pt x="264" y="331"/>
                  </a:cubicBezTo>
                  <a:cubicBezTo>
                    <a:pt x="263" y="331"/>
                    <a:pt x="263" y="331"/>
                    <a:pt x="261" y="330"/>
                  </a:cubicBezTo>
                  <a:cubicBezTo>
                    <a:pt x="259" y="329"/>
                    <a:pt x="262" y="330"/>
                    <a:pt x="261" y="329"/>
                  </a:cubicBezTo>
                  <a:cubicBezTo>
                    <a:pt x="262" y="329"/>
                    <a:pt x="263" y="329"/>
                    <a:pt x="263" y="330"/>
                  </a:cubicBezTo>
                  <a:cubicBezTo>
                    <a:pt x="266" y="329"/>
                    <a:pt x="266" y="326"/>
                    <a:pt x="268" y="325"/>
                  </a:cubicBezTo>
                  <a:cubicBezTo>
                    <a:pt x="267" y="324"/>
                    <a:pt x="267" y="324"/>
                    <a:pt x="267" y="324"/>
                  </a:cubicBezTo>
                  <a:cubicBezTo>
                    <a:pt x="270" y="323"/>
                    <a:pt x="268" y="321"/>
                    <a:pt x="270" y="320"/>
                  </a:cubicBezTo>
                  <a:cubicBezTo>
                    <a:pt x="269" y="320"/>
                    <a:pt x="267" y="318"/>
                    <a:pt x="268" y="317"/>
                  </a:cubicBezTo>
                  <a:cubicBezTo>
                    <a:pt x="266" y="315"/>
                    <a:pt x="270" y="318"/>
                    <a:pt x="271" y="318"/>
                  </a:cubicBezTo>
                  <a:cubicBezTo>
                    <a:pt x="271" y="317"/>
                    <a:pt x="271" y="316"/>
                    <a:pt x="271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1" y="315"/>
                    <a:pt x="271" y="314"/>
                    <a:pt x="272" y="314"/>
                  </a:cubicBezTo>
                  <a:cubicBezTo>
                    <a:pt x="272" y="314"/>
                    <a:pt x="272" y="314"/>
                    <a:pt x="272" y="314"/>
                  </a:cubicBezTo>
                  <a:cubicBezTo>
                    <a:pt x="273" y="314"/>
                    <a:pt x="274" y="314"/>
                    <a:pt x="274" y="313"/>
                  </a:cubicBezTo>
                  <a:cubicBezTo>
                    <a:pt x="274" y="311"/>
                    <a:pt x="275" y="312"/>
                    <a:pt x="274" y="310"/>
                  </a:cubicBezTo>
                  <a:cubicBezTo>
                    <a:pt x="275" y="311"/>
                    <a:pt x="275" y="311"/>
                    <a:pt x="275" y="311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5" y="309"/>
                    <a:pt x="275" y="309"/>
                    <a:pt x="275" y="309"/>
                  </a:cubicBezTo>
                  <a:cubicBezTo>
                    <a:pt x="276" y="311"/>
                    <a:pt x="276" y="311"/>
                    <a:pt x="276" y="311"/>
                  </a:cubicBezTo>
                  <a:cubicBezTo>
                    <a:pt x="277" y="311"/>
                    <a:pt x="275" y="310"/>
                    <a:pt x="275" y="309"/>
                  </a:cubicBezTo>
                  <a:cubicBezTo>
                    <a:pt x="274" y="308"/>
                    <a:pt x="275" y="309"/>
                    <a:pt x="276" y="309"/>
                  </a:cubicBezTo>
                  <a:cubicBezTo>
                    <a:pt x="277" y="310"/>
                    <a:pt x="276" y="309"/>
                    <a:pt x="276" y="309"/>
                  </a:cubicBezTo>
                  <a:cubicBezTo>
                    <a:pt x="276" y="310"/>
                    <a:pt x="276" y="309"/>
                    <a:pt x="277" y="310"/>
                  </a:cubicBezTo>
                  <a:cubicBezTo>
                    <a:pt x="277" y="310"/>
                    <a:pt x="276" y="308"/>
                    <a:pt x="276" y="308"/>
                  </a:cubicBezTo>
                  <a:cubicBezTo>
                    <a:pt x="277" y="308"/>
                    <a:pt x="277" y="307"/>
                    <a:pt x="278" y="308"/>
                  </a:cubicBezTo>
                  <a:cubicBezTo>
                    <a:pt x="278" y="307"/>
                    <a:pt x="279" y="307"/>
                    <a:pt x="278" y="306"/>
                  </a:cubicBezTo>
                  <a:cubicBezTo>
                    <a:pt x="278" y="306"/>
                    <a:pt x="277" y="307"/>
                    <a:pt x="276" y="306"/>
                  </a:cubicBezTo>
                  <a:cubicBezTo>
                    <a:pt x="276" y="305"/>
                    <a:pt x="277" y="305"/>
                    <a:pt x="277" y="305"/>
                  </a:cubicBezTo>
                  <a:cubicBezTo>
                    <a:pt x="277" y="306"/>
                    <a:pt x="277" y="306"/>
                    <a:pt x="277" y="306"/>
                  </a:cubicBezTo>
                  <a:cubicBezTo>
                    <a:pt x="277" y="305"/>
                    <a:pt x="278" y="305"/>
                    <a:pt x="277" y="304"/>
                  </a:cubicBezTo>
                  <a:cubicBezTo>
                    <a:pt x="279" y="305"/>
                    <a:pt x="279" y="305"/>
                    <a:pt x="279" y="305"/>
                  </a:cubicBezTo>
                  <a:cubicBezTo>
                    <a:pt x="278" y="304"/>
                    <a:pt x="279" y="303"/>
                    <a:pt x="279" y="303"/>
                  </a:cubicBezTo>
                  <a:cubicBezTo>
                    <a:pt x="280" y="304"/>
                    <a:pt x="281" y="306"/>
                    <a:pt x="282" y="306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3"/>
                    <a:pt x="283" y="304"/>
                    <a:pt x="283" y="304"/>
                  </a:cubicBezTo>
                  <a:cubicBezTo>
                    <a:pt x="285" y="304"/>
                    <a:pt x="282" y="299"/>
                    <a:pt x="284" y="300"/>
                  </a:cubicBezTo>
                  <a:cubicBezTo>
                    <a:pt x="285" y="302"/>
                    <a:pt x="285" y="302"/>
                    <a:pt x="286" y="302"/>
                  </a:cubicBezTo>
                  <a:cubicBezTo>
                    <a:pt x="286" y="301"/>
                    <a:pt x="286" y="301"/>
                    <a:pt x="286" y="301"/>
                  </a:cubicBezTo>
                  <a:cubicBezTo>
                    <a:pt x="285" y="300"/>
                    <a:pt x="286" y="302"/>
                    <a:pt x="285" y="301"/>
                  </a:cubicBezTo>
                  <a:cubicBezTo>
                    <a:pt x="285" y="300"/>
                    <a:pt x="285" y="300"/>
                    <a:pt x="285" y="300"/>
                  </a:cubicBezTo>
                  <a:cubicBezTo>
                    <a:pt x="288" y="303"/>
                    <a:pt x="290" y="299"/>
                    <a:pt x="293" y="300"/>
                  </a:cubicBezTo>
                  <a:cubicBezTo>
                    <a:pt x="292" y="298"/>
                    <a:pt x="294" y="299"/>
                    <a:pt x="294" y="298"/>
                  </a:cubicBezTo>
                  <a:cubicBezTo>
                    <a:pt x="294" y="300"/>
                    <a:pt x="295" y="297"/>
                    <a:pt x="296" y="298"/>
                  </a:cubicBezTo>
                  <a:cubicBezTo>
                    <a:pt x="295" y="296"/>
                    <a:pt x="295" y="296"/>
                    <a:pt x="295" y="296"/>
                  </a:cubicBezTo>
                  <a:cubicBezTo>
                    <a:pt x="296" y="297"/>
                    <a:pt x="295" y="291"/>
                    <a:pt x="297" y="294"/>
                  </a:cubicBezTo>
                  <a:cubicBezTo>
                    <a:pt x="298" y="295"/>
                    <a:pt x="298" y="296"/>
                    <a:pt x="297" y="296"/>
                  </a:cubicBezTo>
                  <a:cubicBezTo>
                    <a:pt x="299" y="299"/>
                    <a:pt x="300" y="293"/>
                    <a:pt x="301" y="296"/>
                  </a:cubicBezTo>
                  <a:cubicBezTo>
                    <a:pt x="301" y="295"/>
                    <a:pt x="300" y="294"/>
                    <a:pt x="301" y="292"/>
                  </a:cubicBezTo>
                  <a:cubicBezTo>
                    <a:pt x="302" y="293"/>
                    <a:pt x="304" y="294"/>
                    <a:pt x="304" y="294"/>
                  </a:cubicBezTo>
                  <a:cubicBezTo>
                    <a:pt x="304" y="294"/>
                    <a:pt x="304" y="293"/>
                    <a:pt x="305" y="294"/>
                  </a:cubicBezTo>
                  <a:cubicBezTo>
                    <a:pt x="305" y="294"/>
                    <a:pt x="305" y="294"/>
                    <a:pt x="305" y="295"/>
                  </a:cubicBezTo>
                  <a:cubicBezTo>
                    <a:pt x="306" y="295"/>
                    <a:pt x="307" y="294"/>
                    <a:pt x="308" y="293"/>
                  </a:cubicBezTo>
                  <a:cubicBezTo>
                    <a:pt x="309" y="294"/>
                    <a:pt x="310" y="293"/>
                    <a:pt x="312" y="293"/>
                  </a:cubicBezTo>
                  <a:cubicBezTo>
                    <a:pt x="312" y="291"/>
                    <a:pt x="315" y="293"/>
                    <a:pt x="314" y="290"/>
                  </a:cubicBezTo>
                  <a:cubicBezTo>
                    <a:pt x="314" y="291"/>
                    <a:pt x="314" y="291"/>
                    <a:pt x="314" y="291"/>
                  </a:cubicBezTo>
                  <a:cubicBezTo>
                    <a:pt x="314" y="290"/>
                    <a:pt x="314" y="288"/>
                    <a:pt x="315" y="288"/>
                  </a:cubicBezTo>
                  <a:cubicBezTo>
                    <a:pt x="315" y="290"/>
                    <a:pt x="315" y="290"/>
                    <a:pt x="315" y="290"/>
                  </a:cubicBezTo>
                  <a:cubicBezTo>
                    <a:pt x="316" y="292"/>
                    <a:pt x="317" y="290"/>
                    <a:pt x="318" y="291"/>
                  </a:cubicBezTo>
                  <a:cubicBezTo>
                    <a:pt x="316" y="289"/>
                    <a:pt x="318" y="291"/>
                    <a:pt x="318" y="289"/>
                  </a:cubicBezTo>
                  <a:cubicBezTo>
                    <a:pt x="318" y="288"/>
                    <a:pt x="318" y="288"/>
                    <a:pt x="318" y="288"/>
                  </a:cubicBezTo>
                  <a:cubicBezTo>
                    <a:pt x="319" y="287"/>
                    <a:pt x="318" y="287"/>
                    <a:pt x="319" y="286"/>
                  </a:cubicBezTo>
                  <a:cubicBezTo>
                    <a:pt x="320" y="286"/>
                    <a:pt x="321" y="288"/>
                    <a:pt x="320" y="288"/>
                  </a:cubicBezTo>
                  <a:cubicBezTo>
                    <a:pt x="321" y="289"/>
                    <a:pt x="322" y="288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4" y="287"/>
                    <a:pt x="324" y="287"/>
                    <a:pt x="324" y="287"/>
                  </a:cubicBezTo>
                  <a:cubicBezTo>
                    <a:pt x="325" y="289"/>
                    <a:pt x="325" y="289"/>
                    <a:pt x="325" y="289"/>
                  </a:cubicBezTo>
                  <a:cubicBezTo>
                    <a:pt x="325" y="289"/>
                    <a:pt x="326" y="286"/>
                    <a:pt x="326" y="286"/>
                  </a:cubicBezTo>
                  <a:cubicBezTo>
                    <a:pt x="328" y="286"/>
                    <a:pt x="331" y="283"/>
                    <a:pt x="332" y="281"/>
                  </a:cubicBezTo>
                  <a:cubicBezTo>
                    <a:pt x="332" y="282"/>
                    <a:pt x="332" y="282"/>
                    <a:pt x="332" y="282"/>
                  </a:cubicBezTo>
                  <a:cubicBezTo>
                    <a:pt x="332" y="281"/>
                    <a:pt x="332" y="279"/>
                    <a:pt x="333" y="280"/>
                  </a:cubicBezTo>
                  <a:cubicBezTo>
                    <a:pt x="333" y="279"/>
                    <a:pt x="334" y="280"/>
                    <a:pt x="335" y="280"/>
                  </a:cubicBezTo>
                  <a:cubicBezTo>
                    <a:pt x="335" y="280"/>
                    <a:pt x="334" y="279"/>
                    <a:pt x="334" y="279"/>
                  </a:cubicBezTo>
                  <a:cubicBezTo>
                    <a:pt x="337" y="279"/>
                    <a:pt x="337" y="275"/>
                    <a:pt x="339" y="274"/>
                  </a:cubicBezTo>
                  <a:cubicBezTo>
                    <a:pt x="339" y="274"/>
                    <a:pt x="340" y="275"/>
                    <a:pt x="340" y="276"/>
                  </a:cubicBezTo>
                  <a:cubicBezTo>
                    <a:pt x="341" y="274"/>
                    <a:pt x="341" y="272"/>
                    <a:pt x="341" y="270"/>
                  </a:cubicBezTo>
                  <a:cubicBezTo>
                    <a:pt x="341" y="270"/>
                    <a:pt x="342" y="270"/>
                    <a:pt x="342" y="271"/>
                  </a:cubicBezTo>
                  <a:cubicBezTo>
                    <a:pt x="342" y="270"/>
                    <a:pt x="343" y="269"/>
                    <a:pt x="342" y="267"/>
                  </a:cubicBezTo>
                  <a:cubicBezTo>
                    <a:pt x="341" y="268"/>
                    <a:pt x="343" y="268"/>
                    <a:pt x="342" y="268"/>
                  </a:cubicBezTo>
                  <a:cubicBezTo>
                    <a:pt x="341" y="268"/>
                    <a:pt x="340" y="266"/>
                    <a:pt x="341" y="266"/>
                  </a:cubicBezTo>
                  <a:cubicBezTo>
                    <a:pt x="341" y="266"/>
                    <a:pt x="341" y="266"/>
                    <a:pt x="341" y="266"/>
                  </a:cubicBezTo>
                  <a:cubicBezTo>
                    <a:pt x="342" y="265"/>
                    <a:pt x="341" y="265"/>
                    <a:pt x="342" y="263"/>
                  </a:cubicBezTo>
                  <a:cubicBezTo>
                    <a:pt x="343" y="263"/>
                    <a:pt x="342" y="264"/>
                    <a:pt x="343" y="264"/>
                  </a:cubicBezTo>
                  <a:cubicBezTo>
                    <a:pt x="345" y="265"/>
                    <a:pt x="345" y="262"/>
                    <a:pt x="346" y="262"/>
                  </a:cubicBezTo>
                  <a:cubicBezTo>
                    <a:pt x="344" y="261"/>
                    <a:pt x="344" y="261"/>
                    <a:pt x="344" y="261"/>
                  </a:cubicBezTo>
                  <a:cubicBezTo>
                    <a:pt x="344" y="260"/>
                    <a:pt x="346" y="261"/>
                    <a:pt x="346" y="260"/>
                  </a:cubicBezTo>
                  <a:cubicBezTo>
                    <a:pt x="342" y="256"/>
                    <a:pt x="342" y="256"/>
                    <a:pt x="342" y="256"/>
                  </a:cubicBezTo>
                  <a:cubicBezTo>
                    <a:pt x="342" y="257"/>
                    <a:pt x="344" y="256"/>
                    <a:pt x="345" y="257"/>
                  </a:cubicBezTo>
                  <a:cubicBezTo>
                    <a:pt x="346" y="255"/>
                    <a:pt x="342" y="254"/>
                    <a:pt x="341" y="253"/>
                  </a:cubicBezTo>
                  <a:cubicBezTo>
                    <a:pt x="342" y="252"/>
                    <a:pt x="341" y="250"/>
                    <a:pt x="341" y="250"/>
                  </a:cubicBezTo>
                  <a:cubicBezTo>
                    <a:pt x="342" y="250"/>
                    <a:pt x="341" y="250"/>
                    <a:pt x="342" y="250"/>
                  </a:cubicBezTo>
                  <a:cubicBezTo>
                    <a:pt x="343" y="250"/>
                    <a:pt x="343" y="250"/>
                    <a:pt x="343" y="250"/>
                  </a:cubicBezTo>
                  <a:cubicBezTo>
                    <a:pt x="343" y="251"/>
                    <a:pt x="346" y="250"/>
                    <a:pt x="347" y="251"/>
                  </a:cubicBezTo>
                  <a:cubicBezTo>
                    <a:pt x="346" y="249"/>
                    <a:pt x="347" y="247"/>
                    <a:pt x="347" y="246"/>
                  </a:cubicBezTo>
                  <a:cubicBezTo>
                    <a:pt x="345" y="247"/>
                    <a:pt x="346" y="244"/>
                    <a:pt x="343" y="244"/>
                  </a:cubicBezTo>
                  <a:cubicBezTo>
                    <a:pt x="343" y="242"/>
                    <a:pt x="346" y="243"/>
                    <a:pt x="346" y="242"/>
                  </a:cubicBezTo>
                  <a:cubicBezTo>
                    <a:pt x="345" y="240"/>
                    <a:pt x="346" y="239"/>
                    <a:pt x="345" y="237"/>
                  </a:cubicBezTo>
                  <a:cubicBezTo>
                    <a:pt x="346" y="237"/>
                    <a:pt x="346" y="237"/>
                    <a:pt x="346" y="237"/>
                  </a:cubicBezTo>
                  <a:cubicBezTo>
                    <a:pt x="345" y="236"/>
                    <a:pt x="346" y="233"/>
                    <a:pt x="344" y="232"/>
                  </a:cubicBezTo>
                  <a:cubicBezTo>
                    <a:pt x="345" y="232"/>
                    <a:pt x="345" y="232"/>
                    <a:pt x="345" y="232"/>
                  </a:cubicBezTo>
                  <a:cubicBezTo>
                    <a:pt x="346" y="231"/>
                    <a:pt x="342" y="232"/>
                    <a:pt x="343" y="230"/>
                  </a:cubicBezTo>
                  <a:cubicBezTo>
                    <a:pt x="345" y="231"/>
                    <a:pt x="345" y="231"/>
                    <a:pt x="345" y="231"/>
                  </a:cubicBezTo>
                  <a:cubicBezTo>
                    <a:pt x="343" y="230"/>
                    <a:pt x="346" y="229"/>
                    <a:pt x="344" y="227"/>
                  </a:cubicBezTo>
                  <a:cubicBezTo>
                    <a:pt x="344" y="227"/>
                    <a:pt x="345" y="227"/>
                    <a:pt x="345" y="228"/>
                  </a:cubicBezTo>
                  <a:cubicBezTo>
                    <a:pt x="344" y="226"/>
                    <a:pt x="345" y="225"/>
                    <a:pt x="343" y="224"/>
                  </a:cubicBezTo>
                  <a:cubicBezTo>
                    <a:pt x="344" y="224"/>
                    <a:pt x="345" y="224"/>
                    <a:pt x="345" y="225"/>
                  </a:cubicBezTo>
                  <a:cubicBezTo>
                    <a:pt x="346" y="224"/>
                    <a:pt x="343" y="223"/>
                    <a:pt x="344" y="222"/>
                  </a:cubicBezTo>
                  <a:cubicBezTo>
                    <a:pt x="344" y="222"/>
                    <a:pt x="345" y="222"/>
                    <a:pt x="346" y="222"/>
                  </a:cubicBezTo>
                  <a:cubicBezTo>
                    <a:pt x="344" y="221"/>
                    <a:pt x="345" y="219"/>
                    <a:pt x="344" y="219"/>
                  </a:cubicBezTo>
                  <a:cubicBezTo>
                    <a:pt x="345" y="219"/>
                    <a:pt x="346" y="218"/>
                    <a:pt x="347" y="218"/>
                  </a:cubicBezTo>
                  <a:cubicBezTo>
                    <a:pt x="348" y="213"/>
                    <a:pt x="351" y="208"/>
                    <a:pt x="353" y="202"/>
                  </a:cubicBezTo>
                  <a:cubicBezTo>
                    <a:pt x="355" y="203"/>
                    <a:pt x="353" y="204"/>
                    <a:pt x="355" y="204"/>
                  </a:cubicBezTo>
                  <a:cubicBezTo>
                    <a:pt x="353" y="203"/>
                    <a:pt x="355" y="203"/>
                    <a:pt x="355" y="202"/>
                  </a:cubicBezTo>
                  <a:cubicBezTo>
                    <a:pt x="356" y="202"/>
                    <a:pt x="356" y="202"/>
                    <a:pt x="356" y="202"/>
                  </a:cubicBezTo>
                  <a:cubicBezTo>
                    <a:pt x="356" y="201"/>
                    <a:pt x="357" y="202"/>
                    <a:pt x="357" y="201"/>
                  </a:cubicBezTo>
                  <a:cubicBezTo>
                    <a:pt x="357" y="200"/>
                    <a:pt x="357" y="200"/>
                    <a:pt x="357" y="200"/>
                  </a:cubicBezTo>
                  <a:cubicBezTo>
                    <a:pt x="356" y="199"/>
                    <a:pt x="360" y="201"/>
                    <a:pt x="358" y="199"/>
                  </a:cubicBezTo>
                  <a:cubicBezTo>
                    <a:pt x="360" y="200"/>
                    <a:pt x="360" y="200"/>
                    <a:pt x="360" y="200"/>
                  </a:cubicBezTo>
                  <a:cubicBezTo>
                    <a:pt x="359" y="197"/>
                    <a:pt x="361" y="199"/>
                    <a:pt x="361" y="197"/>
                  </a:cubicBezTo>
                  <a:cubicBezTo>
                    <a:pt x="361" y="197"/>
                    <a:pt x="361" y="197"/>
                    <a:pt x="361" y="197"/>
                  </a:cubicBezTo>
                  <a:cubicBezTo>
                    <a:pt x="363" y="198"/>
                    <a:pt x="362" y="194"/>
                    <a:pt x="363" y="195"/>
                  </a:cubicBezTo>
                  <a:cubicBezTo>
                    <a:pt x="364" y="194"/>
                    <a:pt x="365" y="193"/>
                    <a:pt x="364" y="191"/>
                  </a:cubicBezTo>
                  <a:cubicBezTo>
                    <a:pt x="365" y="193"/>
                    <a:pt x="365" y="193"/>
                    <a:pt x="365" y="193"/>
                  </a:cubicBezTo>
                  <a:cubicBezTo>
                    <a:pt x="366" y="192"/>
                    <a:pt x="368" y="191"/>
                    <a:pt x="369" y="190"/>
                  </a:cubicBezTo>
                  <a:cubicBezTo>
                    <a:pt x="374" y="190"/>
                    <a:pt x="379" y="190"/>
                    <a:pt x="383" y="191"/>
                  </a:cubicBezTo>
                  <a:cubicBezTo>
                    <a:pt x="386" y="192"/>
                    <a:pt x="388" y="193"/>
                    <a:pt x="390" y="194"/>
                  </a:cubicBezTo>
                  <a:cubicBezTo>
                    <a:pt x="389" y="196"/>
                    <a:pt x="388" y="198"/>
                    <a:pt x="388" y="200"/>
                  </a:cubicBezTo>
                  <a:cubicBezTo>
                    <a:pt x="387" y="201"/>
                    <a:pt x="386" y="199"/>
                    <a:pt x="386" y="199"/>
                  </a:cubicBezTo>
                  <a:cubicBezTo>
                    <a:pt x="384" y="205"/>
                    <a:pt x="377" y="203"/>
                    <a:pt x="373" y="209"/>
                  </a:cubicBezTo>
                  <a:cubicBezTo>
                    <a:pt x="369" y="210"/>
                    <a:pt x="365" y="215"/>
                    <a:pt x="365" y="215"/>
                  </a:cubicBezTo>
                  <a:cubicBezTo>
                    <a:pt x="382" y="216"/>
                    <a:pt x="389" y="211"/>
                    <a:pt x="399" y="205"/>
                  </a:cubicBezTo>
                  <a:cubicBezTo>
                    <a:pt x="401" y="203"/>
                    <a:pt x="402" y="201"/>
                    <a:pt x="403" y="198"/>
                  </a:cubicBezTo>
                  <a:cubicBezTo>
                    <a:pt x="405" y="199"/>
                    <a:pt x="406" y="199"/>
                    <a:pt x="406" y="198"/>
                  </a:cubicBezTo>
                  <a:cubicBezTo>
                    <a:pt x="405" y="197"/>
                    <a:pt x="404" y="197"/>
                    <a:pt x="404" y="196"/>
                  </a:cubicBezTo>
                  <a:cubicBezTo>
                    <a:pt x="404" y="194"/>
                    <a:pt x="405" y="191"/>
                    <a:pt x="406" y="188"/>
                  </a:cubicBezTo>
                  <a:cubicBezTo>
                    <a:pt x="398" y="164"/>
                    <a:pt x="382" y="170"/>
                    <a:pt x="375" y="170"/>
                  </a:cubicBezTo>
                  <a:cubicBezTo>
                    <a:pt x="367" y="172"/>
                    <a:pt x="361" y="175"/>
                    <a:pt x="356" y="179"/>
                  </a:cubicBezTo>
                  <a:cubicBezTo>
                    <a:pt x="356" y="179"/>
                    <a:pt x="356" y="179"/>
                    <a:pt x="357" y="180"/>
                  </a:cubicBezTo>
                  <a:cubicBezTo>
                    <a:pt x="354" y="179"/>
                    <a:pt x="351" y="179"/>
                    <a:pt x="349" y="179"/>
                  </a:cubicBezTo>
                  <a:cubicBezTo>
                    <a:pt x="332" y="177"/>
                    <a:pt x="315" y="175"/>
                    <a:pt x="313" y="163"/>
                  </a:cubicBezTo>
                  <a:cubicBezTo>
                    <a:pt x="308" y="154"/>
                    <a:pt x="303" y="139"/>
                    <a:pt x="301" y="128"/>
                  </a:cubicBezTo>
                  <a:cubicBezTo>
                    <a:pt x="300" y="124"/>
                    <a:pt x="300" y="121"/>
                    <a:pt x="299" y="117"/>
                  </a:cubicBezTo>
                  <a:cubicBezTo>
                    <a:pt x="323" y="112"/>
                    <a:pt x="296" y="118"/>
                    <a:pt x="307" y="115"/>
                  </a:cubicBezTo>
                  <a:cubicBezTo>
                    <a:pt x="307" y="115"/>
                    <a:pt x="307" y="115"/>
                    <a:pt x="307" y="115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6" y="113"/>
                    <a:pt x="306" y="113"/>
                    <a:pt x="306" y="113"/>
                  </a:cubicBezTo>
                  <a:cubicBezTo>
                    <a:pt x="306" y="110"/>
                    <a:pt x="306" y="110"/>
                    <a:pt x="306" y="110"/>
                  </a:cubicBezTo>
                  <a:cubicBezTo>
                    <a:pt x="303" y="103"/>
                    <a:pt x="304" y="96"/>
                    <a:pt x="292" y="85"/>
                  </a:cubicBezTo>
                  <a:cubicBezTo>
                    <a:pt x="277" y="75"/>
                    <a:pt x="266" y="83"/>
                    <a:pt x="261" y="92"/>
                  </a:cubicBezTo>
                  <a:cubicBezTo>
                    <a:pt x="260" y="93"/>
                    <a:pt x="259" y="94"/>
                    <a:pt x="258" y="95"/>
                  </a:cubicBezTo>
                  <a:cubicBezTo>
                    <a:pt x="257" y="95"/>
                    <a:pt x="257" y="95"/>
                    <a:pt x="257" y="95"/>
                  </a:cubicBezTo>
                  <a:cubicBezTo>
                    <a:pt x="255" y="97"/>
                    <a:pt x="253" y="98"/>
                    <a:pt x="251" y="102"/>
                  </a:cubicBezTo>
                  <a:cubicBezTo>
                    <a:pt x="251" y="102"/>
                    <a:pt x="251" y="102"/>
                    <a:pt x="251" y="102"/>
                  </a:cubicBezTo>
                  <a:cubicBezTo>
                    <a:pt x="251" y="106"/>
                    <a:pt x="245" y="110"/>
                    <a:pt x="247" y="113"/>
                  </a:cubicBezTo>
                  <a:cubicBezTo>
                    <a:pt x="245" y="115"/>
                    <a:pt x="245" y="115"/>
                    <a:pt x="245" y="115"/>
                  </a:cubicBezTo>
                  <a:cubicBezTo>
                    <a:pt x="246" y="120"/>
                    <a:pt x="243" y="122"/>
                    <a:pt x="245" y="127"/>
                  </a:cubicBezTo>
                  <a:cubicBezTo>
                    <a:pt x="244" y="126"/>
                    <a:pt x="244" y="126"/>
                    <a:pt x="244" y="126"/>
                  </a:cubicBezTo>
                  <a:cubicBezTo>
                    <a:pt x="243" y="133"/>
                    <a:pt x="248" y="140"/>
                    <a:pt x="246" y="142"/>
                  </a:cubicBezTo>
                  <a:cubicBezTo>
                    <a:pt x="246" y="144"/>
                    <a:pt x="246" y="145"/>
                    <a:pt x="247" y="147"/>
                  </a:cubicBezTo>
                  <a:cubicBezTo>
                    <a:pt x="241" y="158"/>
                    <a:pt x="234" y="167"/>
                    <a:pt x="228" y="171"/>
                  </a:cubicBezTo>
                  <a:cubicBezTo>
                    <a:pt x="228" y="169"/>
                    <a:pt x="226" y="166"/>
                    <a:pt x="223" y="162"/>
                  </a:cubicBezTo>
                  <a:cubicBezTo>
                    <a:pt x="223" y="162"/>
                    <a:pt x="223" y="162"/>
                    <a:pt x="224" y="162"/>
                  </a:cubicBezTo>
                  <a:cubicBezTo>
                    <a:pt x="224" y="162"/>
                    <a:pt x="223" y="161"/>
                    <a:pt x="223" y="161"/>
                  </a:cubicBezTo>
                  <a:cubicBezTo>
                    <a:pt x="223" y="161"/>
                    <a:pt x="223" y="161"/>
                    <a:pt x="223" y="160"/>
                  </a:cubicBezTo>
                  <a:cubicBezTo>
                    <a:pt x="228" y="153"/>
                    <a:pt x="228" y="143"/>
                    <a:pt x="231" y="134"/>
                  </a:cubicBezTo>
                  <a:cubicBezTo>
                    <a:pt x="231" y="134"/>
                    <a:pt x="232" y="136"/>
                    <a:pt x="232" y="137"/>
                  </a:cubicBezTo>
                  <a:cubicBezTo>
                    <a:pt x="233" y="129"/>
                    <a:pt x="233" y="121"/>
                    <a:pt x="230" y="115"/>
                  </a:cubicBezTo>
                  <a:cubicBezTo>
                    <a:pt x="231" y="115"/>
                    <a:pt x="231" y="115"/>
                    <a:pt x="232" y="117"/>
                  </a:cubicBezTo>
                  <a:cubicBezTo>
                    <a:pt x="231" y="111"/>
                    <a:pt x="229" y="105"/>
                    <a:pt x="227" y="103"/>
                  </a:cubicBezTo>
                  <a:cubicBezTo>
                    <a:pt x="227" y="107"/>
                    <a:pt x="228" y="103"/>
                    <a:pt x="228" y="106"/>
                  </a:cubicBezTo>
                  <a:cubicBezTo>
                    <a:pt x="228" y="110"/>
                    <a:pt x="225" y="104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0" y="96"/>
                    <a:pt x="218" y="95"/>
                    <a:pt x="213" y="96"/>
                  </a:cubicBezTo>
                  <a:cubicBezTo>
                    <a:pt x="209" y="95"/>
                    <a:pt x="216" y="95"/>
                    <a:pt x="214" y="94"/>
                  </a:cubicBezTo>
                  <a:cubicBezTo>
                    <a:pt x="211" y="90"/>
                    <a:pt x="201" y="99"/>
                    <a:pt x="201" y="100"/>
                  </a:cubicBezTo>
                  <a:cubicBezTo>
                    <a:pt x="200" y="102"/>
                    <a:pt x="199" y="104"/>
                    <a:pt x="200" y="104"/>
                  </a:cubicBezTo>
                  <a:cubicBezTo>
                    <a:pt x="198" y="108"/>
                    <a:pt x="198" y="105"/>
                    <a:pt x="197" y="108"/>
                  </a:cubicBezTo>
                  <a:cubicBezTo>
                    <a:pt x="196" y="112"/>
                    <a:pt x="197" y="116"/>
                    <a:pt x="199" y="120"/>
                  </a:cubicBezTo>
                  <a:cubicBezTo>
                    <a:pt x="198" y="119"/>
                    <a:pt x="196" y="123"/>
                    <a:pt x="195" y="120"/>
                  </a:cubicBezTo>
                  <a:cubicBezTo>
                    <a:pt x="196" y="129"/>
                    <a:pt x="200" y="133"/>
                    <a:pt x="202" y="137"/>
                  </a:cubicBezTo>
                  <a:cubicBezTo>
                    <a:pt x="202" y="140"/>
                    <a:pt x="205" y="147"/>
                    <a:pt x="207" y="149"/>
                  </a:cubicBezTo>
                  <a:cubicBezTo>
                    <a:pt x="206" y="151"/>
                    <a:pt x="206" y="147"/>
                    <a:pt x="205" y="147"/>
                  </a:cubicBezTo>
                  <a:cubicBezTo>
                    <a:pt x="205" y="151"/>
                    <a:pt x="205" y="151"/>
                    <a:pt x="205" y="151"/>
                  </a:cubicBezTo>
                  <a:cubicBezTo>
                    <a:pt x="202" y="146"/>
                    <a:pt x="203" y="153"/>
                    <a:pt x="201" y="150"/>
                  </a:cubicBezTo>
                  <a:cubicBezTo>
                    <a:pt x="202" y="153"/>
                    <a:pt x="204" y="158"/>
                    <a:pt x="206" y="163"/>
                  </a:cubicBezTo>
                  <a:cubicBezTo>
                    <a:pt x="203" y="170"/>
                    <a:pt x="201" y="172"/>
                    <a:pt x="194" y="178"/>
                  </a:cubicBezTo>
                  <a:cubicBezTo>
                    <a:pt x="195" y="178"/>
                    <a:pt x="192" y="180"/>
                    <a:pt x="194" y="181"/>
                  </a:cubicBezTo>
                  <a:cubicBezTo>
                    <a:pt x="194" y="183"/>
                    <a:pt x="192" y="183"/>
                    <a:pt x="191" y="183"/>
                  </a:cubicBezTo>
                  <a:cubicBezTo>
                    <a:pt x="192" y="182"/>
                    <a:pt x="193" y="182"/>
                    <a:pt x="192" y="176"/>
                  </a:cubicBezTo>
                  <a:cubicBezTo>
                    <a:pt x="186" y="156"/>
                    <a:pt x="180" y="130"/>
                    <a:pt x="179" y="108"/>
                  </a:cubicBezTo>
                  <a:cubicBezTo>
                    <a:pt x="179" y="110"/>
                    <a:pt x="178" y="110"/>
                    <a:pt x="178" y="108"/>
                  </a:cubicBezTo>
                  <a:cubicBezTo>
                    <a:pt x="181" y="106"/>
                    <a:pt x="176" y="101"/>
                    <a:pt x="177" y="97"/>
                  </a:cubicBezTo>
                  <a:cubicBezTo>
                    <a:pt x="178" y="97"/>
                    <a:pt x="178" y="99"/>
                    <a:pt x="178" y="100"/>
                  </a:cubicBezTo>
                  <a:cubicBezTo>
                    <a:pt x="179" y="89"/>
                    <a:pt x="176" y="81"/>
                    <a:pt x="177" y="71"/>
                  </a:cubicBezTo>
                  <a:cubicBezTo>
                    <a:pt x="175" y="62"/>
                    <a:pt x="178" y="51"/>
                    <a:pt x="176" y="45"/>
                  </a:cubicBezTo>
                  <a:cubicBezTo>
                    <a:pt x="177" y="46"/>
                    <a:pt x="176" y="41"/>
                    <a:pt x="177" y="39"/>
                  </a:cubicBezTo>
                  <a:cubicBezTo>
                    <a:pt x="176" y="36"/>
                    <a:pt x="176" y="34"/>
                    <a:pt x="176" y="31"/>
                  </a:cubicBezTo>
                  <a:cubicBezTo>
                    <a:pt x="176" y="30"/>
                    <a:pt x="176" y="29"/>
                    <a:pt x="176" y="28"/>
                  </a:cubicBezTo>
                  <a:cubicBezTo>
                    <a:pt x="176" y="27"/>
                    <a:pt x="176" y="27"/>
                    <a:pt x="176" y="27"/>
                  </a:cubicBezTo>
                  <a:cubicBezTo>
                    <a:pt x="176" y="23"/>
                    <a:pt x="177" y="18"/>
                    <a:pt x="176" y="14"/>
                  </a:cubicBezTo>
                  <a:cubicBezTo>
                    <a:pt x="176" y="13"/>
                    <a:pt x="175" y="2"/>
                    <a:pt x="174" y="1"/>
                  </a:cubicBezTo>
                  <a:cubicBezTo>
                    <a:pt x="173" y="0"/>
                    <a:pt x="172" y="6"/>
                    <a:pt x="170" y="6"/>
                  </a:cubicBezTo>
                  <a:cubicBezTo>
                    <a:pt x="162" y="5"/>
                    <a:pt x="168" y="10"/>
                    <a:pt x="161" y="11"/>
                  </a:cubicBezTo>
                  <a:cubicBezTo>
                    <a:pt x="157" y="12"/>
                    <a:pt x="156" y="13"/>
                    <a:pt x="154" y="16"/>
                  </a:cubicBezTo>
                  <a:cubicBezTo>
                    <a:pt x="155" y="20"/>
                    <a:pt x="155" y="24"/>
                    <a:pt x="155" y="28"/>
                  </a:cubicBezTo>
                  <a:cubicBezTo>
                    <a:pt x="156" y="67"/>
                    <a:pt x="156" y="67"/>
                    <a:pt x="156" y="67"/>
                  </a:cubicBezTo>
                  <a:cubicBezTo>
                    <a:pt x="156" y="75"/>
                    <a:pt x="154" y="84"/>
                    <a:pt x="153" y="92"/>
                  </a:cubicBezTo>
                  <a:cubicBezTo>
                    <a:pt x="148" y="91"/>
                    <a:pt x="142" y="91"/>
                    <a:pt x="139" y="94"/>
                  </a:cubicBezTo>
                  <a:cubicBezTo>
                    <a:pt x="137" y="95"/>
                    <a:pt x="135" y="96"/>
                    <a:pt x="134" y="98"/>
                  </a:cubicBezTo>
                  <a:cubicBezTo>
                    <a:pt x="125" y="103"/>
                    <a:pt x="119" y="113"/>
                    <a:pt x="119" y="118"/>
                  </a:cubicBezTo>
                  <a:cubicBezTo>
                    <a:pt x="118" y="121"/>
                    <a:pt x="118" y="124"/>
                    <a:pt x="118" y="127"/>
                  </a:cubicBezTo>
                  <a:cubicBezTo>
                    <a:pt x="115" y="132"/>
                    <a:pt x="113" y="140"/>
                    <a:pt x="112" y="144"/>
                  </a:cubicBezTo>
                  <a:cubicBezTo>
                    <a:pt x="111" y="152"/>
                    <a:pt x="111" y="155"/>
                    <a:pt x="111" y="160"/>
                  </a:cubicBezTo>
                  <a:cubicBezTo>
                    <a:pt x="111" y="163"/>
                    <a:pt x="109" y="164"/>
                    <a:pt x="108" y="165"/>
                  </a:cubicBezTo>
                  <a:cubicBezTo>
                    <a:pt x="105" y="174"/>
                    <a:pt x="100" y="181"/>
                    <a:pt x="100" y="189"/>
                  </a:cubicBezTo>
                  <a:cubicBezTo>
                    <a:pt x="99" y="189"/>
                    <a:pt x="99" y="189"/>
                    <a:pt x="99" y="189"/>
                  </a:cubicBezTo>
                  <a:cubicBezTo>
                    <a:pt x="98" y="195"/>
                    <a:pt x="93" y="208"/>
                    <a:pt x="88" y="208"/>
                  </a:cubicBezTo>
                  <a:cubicBezTo>
                    <a:pt x="88" y="210"/>
                    <a:pt x="83" y="208"/>
                    <a:pt x="85" y="211"/>
                  </a:cubicBezTo>
                  <a:cubicBezTo>
                    <a:pt x="82" y="210"/>
                    <a:pt x="85" y="209"/>
                    <a:pt x="82" y="208"/>
                  </a:cubicBezTo>
                  <a:cubicBezTo>
                    <a:pt x="83" y="209"/>
                    <a:pt x="84" y="208"/>
                    <a:pt x="85" y="208"/>
                  </a:cubicBezTo>
                  <a:cubicBezTo>
                    <a:pt x="78" y="200"/>
                    <a:pt x="79" y="178"/>
                    <a:pt x="79" y="161"/>
                  </a:cubicBezTo>
                  <a:cubicBezTo>
                    <a:pt x="81" y="156"/>
                    <a:pt x="80" y="144"/>
                    <a:pt x="81" y="133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82" y="131"/>
                    <a:pt x="82" y="131"/>
                    <a:pt x="83" y="131"/>
                  </a:cubicBezTo>
                  <a:cubicBezTo>
                    <a:pt x="83" y="131"/>
                    <a:pt x="83" y="130"/>
                    <a:pt x="83" y="130"/>
                  </a:cubicBezTo>
                  <a:cubicBezTo>
                    <a:pt x="83" y="129"/>
                    <a:pt x="83" y="129"/>
                    <a:pt x="83" y="129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2" y="128"/>
                    <a:pt x="82" y="128"/>
                    <a:pt x="81" y="128"/>
                  </a:cubicBezTo>
                  <a:cubicBezTo>
                    <a:pt x="81" y="127"/>
                    <a:pt x="81" y="127"/>
                    <a:pt x="81" y="127"/>
                  </a:cubicBezTo>
                  <a:cubicBezTo>
                    <a:pt x="82" y="128"/>
                    <a:pt x="82" y="128"/>
                    <a:pt x="83" y="128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2" y="127"/>
                    <a:pt x="81" y="127"/>
                  </a:cubicBezTo>
                  <a:cubicBezTo>
                    <a:pt x="81" y="126"/>
                    <a:pt x="81" y="126"/>
                    <a:pt x="81" y="126"/>
                  </a:cubicBezTo>
                  <a:cubicBezTo>
                    <a:pt x="62" y="125"/>
                    <a:pt x="75" y="126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66" y="126"/>
                    <a:pt x="63" y="126"/>
                    <a:pt x="69" y="126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0" y="127"/>
                    <a:pt x="70" y="127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7"/>
                    <a:pt x="70" y="127"/>
                    <a:pt x="69" y="127"/>
                  </a:cubicBezTo>
                  <a:cubicBezTo>
                    <a:pt x="69" y="129"/>
                    <a:pt x="69" y="131"/>
                    <a:pt x="71" y="129"/>
                  </a:cubicBezTo>
                  <a:cubicBezTo>
                    <a:pt x="71" y="129"/>
                    <a:pt x="71" y="129"/>
                    <a:pt x="71" y="130"/>
                  </a:cubicBezTo>
                  <a:cubicBezTo>
                    <a:pt x="71" y="130"/>
                    <a:pt x="71" y="130"/>
                    <a:pt x="71" y="130"/>
                  </a:cubicBezTo>
                  <a:cubicBezTo>
                    <a:pt x="70" y="132"/>
                    <a:pt x="70" y="134"/>
                    <a:pt x="70" y="136"/>
                  </a:cubicBezTo>
                  <a:cubicBezTo>
                    <a:pt x="70" y="138"/>
                    <a:pt x="70" y="139"/>
                    <a:pt x="70" y="140"/>
                  </a:cubicBezTo>
                  <a:cubicBezTo>
                    <a:pt x="70" y="140"/>
                    <a:pt x="70" y="140"/>
                    <a:pt x="70" y="140"/>
                  </a:cubicBezTo>
                  <a:cubicBezTo>
                    <a:pt x="69" y="144"/>
                    <a:pt x="69" y="147"/>
                    <a:pt x="68" y="151"/>
                  </a:cubicBezTo>
                  <a:cubicBezTo>
                    <a:pt x="68" y="151"/>
                    <a:pt x="67" y="151"/>
                    <a:pt x="67" y="152"/>
                  </a:cubicBezTo>
                  <a:cubicBezTo>
                    <a:pt x="67" y="153"/>
                    <a:pt x="67" y="155"/>
                    <a:pt x="67" y="156"/>
                  </a:cubicBezTo>
                  <a:cubicBezTo>
                    <a:pt x="67" y="160"/>
                    <a:pt x="66" y="164"/>
                    <a:pt x="64" y="168"/>
                  </a:cubicBezTo>
                  <a:cubicBezTo>
                    <a:pt x="64" y="168"/>
                    <a:pt x="64" y="169"/>
                    <a:pt x="64" y="169"/>
                  </a:cubicBezTo>
                  <a:cubicBezTo>
                    <a:pt x="63" y="164"/>
                    <a:pt x="64" y="157"/>
                    <a:pt x="65" y="155"/>
                  </a:cubicBezTo>
                  <a:cubicBezTo>
                    <a:pt x="63" y="149"/>
                    <a:pt x="64" y="160"/>
                    <a:pt x="62" y="159"/>
                  </a:cubicBezTo>
                  <a:cubicBezTo>
                    <a:pt x="62" y="163"/>
                    <a:pt x="62" y="166"/>
                    <a:pt x="63" y="171"/>
                  </a:cubicBezTo>
                  <a:cubicBezTo>
                    <a:pt x="62" y="174"/>
                    <a:pt x="63" y="175"/>
                    <a:pt x="61" y="179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58" y="183"/>
                    <a:pt x="58" y="185"/>
                    <a:pt x="58" y="188"/>
                  </a:cubicBezTo>
                  <a:cubicBezTo>
                    <a:pt x="54" y="190"/>
                    <a:pt x="55" y="191"/>
                    <a:pt x="51" y="193"/>
                  </a:cubicBezTo>
                  <a:cubicBezTo>
                    <a:pt x="54" y="190"/>
                    <a:pt x="55" y="186"/>
                    <a:pt x="55" y="183"/>
                  </a:cubicBezTo>
                  <a:cubicBezTo>
                    <a:pt x="51" y="187"/>
                    <a:pt x="48" y="194"/>
                    <a:pt x="43" y="194"/>
                  </a:cubicBezTo>
                  <a:cubicBezTo>
                    <a:pt x="38" y="196"/>
                    <a:pt x="35" y="199"/>
                    <a:pt x="35" y="201"/>
                  </a:cubicBezTo>
                  <a:cubicBezTo>
                    <a:pt x="36" y="200"/>
                    <a:pt x="31" y="201"/>
                    <a:pt x="34" y="199"/>
                  </a:cubicBezTo>
                  <a:cubicBezTo>
                    <a:pt x="32" y="200"/>
                    <a:pt x="30" y="201"/>
                    <a:pt x="29" y="201"/>
                  </a:cubicBezTo>
                  <a:cubicBezTo>
                    <a:pt x="29" y="201"/>
                    <a:pt x="29" y="201"/>
                    <a:pt x="29" y="201"/>
                  </a:cubicBezTo>
                  <a:cubicBezTo>
                    <a:pt x="28" y="201"/>
                    <a:pt x="28" y="200"/>
                    <a:pt x="28" y="199"/>
                  </a:cubicBezTo>
                  <a:cubicBezTo>
                    <a:pt x="26" y="197"/>
                    <a:pt x="23" y="193"/>
                    <a:pt x="19" y="196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16" y="196"/>
                    <a:pt x="12" y="198"/>
                    <a:pt x="9" y="198"/>
                  </a:cubicBezTo>
                  <a:cubicBezTo>
                    <a:pt x="9" y="200"/>
                    <a:pt x="8" y="202"/>
                    <a:pt x="10" y="203"/>
                  </a:cubicBezTo>
                  <a:cubicBezTo>
                    <a:pt x="9" y="204"/>
                    <a:pt x="7" y="201"/>
                    <a:pt x="8" y="203"/>
                  </a:cubicBezTo>
                  <a:cubicBezTo>
                    <a:pt x="7" y="201"/>
                    <a:pt x="7" y="201"/>
                    <a:pt x="7" y="201"/>
                  </a:cubicBezTo>
                  <a:cubicBezTo>
                    <a:pt x="1" y="206"/>
                    <a:pt x="3" y="212"/>
                    <a:pt x="3" y="217"/>
                  </a:cubicBezTo>
                  <a:cubicBezTo>
                    <a:pt x="0" y="218"/>
                    <a:pt x="3" y="221"/>
                    <a:pt x="2" y="224"/>
                  </a:cubicBezTo>
                  <a:cubicBezTo>
                    <a:pt x="3" y="226"/>
                    <a:pt x="2" y="229"/>
                    <a:pt x="5" y="229"/>
                  </a:cubicBezTo>
                  <a:cubicBezTo>
                    <a:pt x="4" y="230"/>
                    <a:pt x="4" y="230"/>
                    <a:pt x="4" y="230"/>
                  </a:cubicBezTo>
                  <a:cubicBezTo>
                    <a:pt x="4" y="232"/>
                    <a:pt x="4" y="235"/>
                    <a:pt x="5" y="237"/>
                  </a:cubicBezTo>
                  <a:cubicBezTo>
                    <a:pt x="5" y="239"/>
                    <a:pt x="7" y="238"/>
                    <a:pt x="8" y="239"/>
                  </a:cubicBezTo>
                  <a:cubicBezTo>
                    <a:pt x="7" y="240"/>
                    <a:pt x="7" y="240"/>
                    <a:pt x="7" y="240"/>
                  </a:cubicBezTo>
                  <a:cubicBezTo>
                    <a:pt x="8" y="241"/>
                    <a:pt x="10" y="240"/>
                    <a:pt x="12" y="240"/>
                  </a:cubicBezTo>
                  <a:cubicBezTo>
                    <a:pt x="12" y="241"/>
                    <a:pt x="12" y="241"/>
                    <a:pt x="12" y="242"/>
                  </a:cubicBezTo>
                  <a:cubicBezTo>
                    <a:pt x="11" y="242"/>
                    <a:pt x="9" y="242"/>
                    <a:pt x="7" y="242"/>
                  </a:cubicBezTo>
                  <a:cubicBezTo>
                    <a:pt x="8" y="244"/>
                    <a:pt x="11" y="244"/>
                    <a:pt x="10" y="246"/>
                  </a:cubicBezTo>
                  <a:cubicBezTo>
                    <a:pt x="11" y="247"/>
                    <a:pt x="12" y="248"/>
                    <a:pt x="14" y="247"/>
                  </a:cubicBezTo>
                  <a:cubicBezTo>
                    <a:pt x="13" y="247"/>
                    <a:pt x="14" y="248"/>
                    <a:pt x="13" y="248"/>
                  </a:cubicBezTo>
                  <a:cubicBezTo>
                    <a:pt x="13" y="249"/>
                    <a:pt x="14" y="249"/>
                    <a:pt x="15" y="249"/>
                  </a:cubicBezTo>
                  <a:cubicBezTo>
                    <a:pt x="15" y="249"/>
                    <a:pt x="15" y="249"/>
                    <a:pt x="15" y="249"/>
                  </a:cubicBezTo>
                  <a:cubicBezTo>
                    <a:pt x="16" y="248"/>
                    <a:pt x="17" y="249"/>
                    <a:pt x="18" y="247"/>
                  </a:cubicBezTo>
                  <a:cubicBezTo>
                    <a:pt x="17" y="247"/>
                    <a:pt x="17" y="247"/>
                    <a:pt x="17" y="246"/>
                  </a:cubicBezTo>
                  <a:cubicBezTo>
                    <a:pt x="18" y="246"/>
                    <a:pt x="19" y="246"/>
                    <a:pt x="19" y="248"/>
                  </a:cubicBezTo>
                  <a:cubicBezTo>
                    <a:pt x="18" y="249"/>
                    <a:pt x="16" y="249"/>
                    <a:pt x="17" y="250"/>
                  </a:cubicBezTo>
                  <a:cubicBezTo>
                    <a:pt x="18" y="250"/>
                    <a:pt x="20" y="249"/>
                    <a:pt x="21" y="248"/>
                  </a:cubicBezTo>
                  <a:cubicBezTo>
                    <a:pt x="20" y="249"/>
                    <a:pt x="19" y="248"/>
                    <a:pt x="20" y="246"/>
                  </a:cubicBezTo>
                  <a:cubicBezTo>
                    <a:pt x="19" y="247"/>
                    <a:pt x="19" y="247"/>
                    <a:pt x="19" y="247"/>
                  </a:cubicBezTo>
                  <a:cubicBezTo>
                    <a:pt x="20" y="246"/>
                    <a:pt x="20" y="246"/>
                    <a:pt x="20" y="246"/>
                  </a:cubicBezTo>
                  <a:cubicBezTo>
                    <a:pt x="18" y="245"/>
                    <a:pt x="19" y="243"/>
                    <a:pt x="17" y="243"/>
                  </a:cubicBezTo>
                  <a:cubicBezTo>
                    <a:pt x="16" y="245"/>
                    <a:pt x="16" y="245"/>
                    <a:pt x="16" y="245"/>
                  </a:cubicBezTo>
                  <a:cubicBezTo>
                    <a:pt x="15" y="244"/>
                    <a:pt x="13" y="244"/>
                    <a:pt x="13" y="243"/>
                  </a:cubicBezTo>
                  <a:cubicBezTo>
                    <a:pt x="14" y="243"/>
                    <a:pt x="15" y="242"/>
                    <a:pt x="15" y="241"/>
                  </a:cubicBezTo>
                  <a:cubicBezTo>
                    <a:pt x="15" y="241"/>
                    <a:pt x="14" y="241"/>
                    <a:pt x="15" y="241"/>
                  </a:cubicBezTo>
                  <a:cubicBezTo>
                    <a:pt x="17" y="240"/>
                    <a:pt x="17" y="240"/>
                    <a:pt x="17" y="240"/>
                  </a:cubicBezTo>
                  <a:cubicBezTo>
                    <a:pt x="14" y="242"/>
                    <a:pt x="15" y="238"/>
                    <a:pt x="14" y="238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15" y="236"/>
                    <a:pt x="13" y="239"/>
                    <a:pt x="13" y="238"/>
                  </a:cubicBezTo>
                  <a:cubicBezTo>
                    <a:pt x="13" y="237"/>
                    <a:pt x="15" y="237"/>
                    <a:pt x="16" y="235"/>
                  </a:cubicBezTo>
                  <a:cubicBezTo>
                    <a:pt x="15" y="234"/>
                    <a:pt x="12" y="233"/>
                    <a:pt x="14" y="230"/>
                  </a:cubicBezTo>
                  <a:cubicBezTo>
                    <a:pt x="13" y="229"/>
                    <a:pt x="12" y="228"/>
                    <a:pt x="11" y="227"/>
                  </a:cubicBezTo>
                  <a:cubicBezTo>
                    <a:pt x="10" y="226"/>
                    <a:pt x="13" y="227"/>
                    <a:pt x="12" y="226"/>
                  </a:cubicBezTo>
                  <a:cubicBezTo>
                    <a:pt x="13" y="226"/>
                    <a:pt x="14" y="225"/>
                    <a:pt x="15" y="225"/>
                  </a:cubicBezTo>
                  <a:cubicBezTo>
                    <a:pt x="14" y="225"/>
                    <a:pt x="15" y="223"/>
                    <a:pt x="12" y="224"/>
                  </a:cubicBezTo>
                  <a:cubicBezTo>
                    <a:pt x="13" y="222"/>
                    <a:pt x="13" y="221"/>
                    <a:pt x="13" y="219"/>
                  </a:cubicBezTo>
                  <a:cubicBezTo>
                    <a:pt x="13" y="219"/>
                    <a:pt x="14" y="219"/>
                    <a:pt x="15" y="219"/>
                  </a:cubicBezTo>
                  <a:cubicBezTo>
                    <a:pt x="14" y="218"/>
                    <a:pt x="12" y="217"/>
                    <a:pt x="13" y="216"/>
                  </a:cubicBezTo>
                  <a:cubicBezTo>
                    <a:pt x="12" y="215"/>
                    <a:pt x="12" y="216"/>
                    <a:pt x="10" y="215"/>
                  </a:cubicBezTo>
                  <a:cubicBezTo>
                    <a:pt x="10" y="215"/>
                    <a:pt x="9" y="215"/>
                    <a:pt x="9" y="214"/>
                  </a:cubicBezTo>
                  <a:cubicBezTo>
                    <a:pt x="11" y="214"/>
                    <a:pt x="14" y="215"/>
                    <a:pt x="14" y="214"/>
                  </a:cubicBezTo>
                  <a:cubicBezTo>
                    <a:pt x="17" y="215"/>
                    <a:pt x="13" y="216"/>
                    <a:pt x="16" y="216"/>
                  </a:cubicBezTo>
                  <a:cubicBezTo>
                    <a:pt x="18" y="216"/>
                    <a:pt x="18" y="218"/>
                    <a:pt x="17" y="219"/>
                  </a:cubicBezTo>
                  <a:cubicBezTo>
                    <a:pt x="19" y="220"/>
                    <a:pt x="17" y="218"/>
                    <a:pt x="19" y="218"/>
                  </a:cubicBezTo>
                  <a:cubicBezTo>
                    <a:pt x="19" y="217"/>
                    <a:pt x="18" y="217"/>
                    <a:pt x="18" y="216"/>
                  </a:cubicBezTo>
                  <a:cubicBezTo>
                    <a:pt x="18" y="216"/>
                    <a:pt x="17" y="216"/>
                    <a:pt x="17" y="216"/>
                  </a:cubicBezTo>
                  <a:cubicBezTo>
                    <a:pt x="17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5"/>
                    <a:pt x="17" y="215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6" y="216"/>
                    <a:pt x="16" y="215"/>
                    <a:pt x="16" y="215"/>
                  </a:cubicBezTo>
                  <a:cubicBezTo>
                    <a:pt x="14" y="214"/>
                    <a:pt x="17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4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8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20" y="212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8" y="213"/>
                  </a:cubicBezTo>
                  <a:cubicBezTo>
                    <a:pt x="19" y="213"/>
                    <a:pt x="19" y="213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9" y="213"/>
                    <a:pt x="19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3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9" y="216"/>
                    <a:pt x="18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6"/>
                    <a:pt x="19" y="216"/>
                  </a:cubicBezTo>
                  <a:cubicBezTo>
                    <a:pt x="19" y="216"/>
                    <a:pt x="19" y="216"/>
                    <a:pt x="19" y="215"/>
                  </a:cubicBezTo>
                  <a:cubicBezTo>
                    <a:pt x="19" y="216"/>
                    <a:pt x="19" y="216"/>
                    <a:pt x="19" y="216"/>
                  </a:cubicBezTo>
                  <a:cubicBezTo>
                    <a:pt x="19" y="215"/>
                    <a:pt x="20" y="217"/>
                    <a:pt x="20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20" y="215"/>
                    <a:pt x="18" y="215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3"/>
                  </a:cubicBezTo>
                  <a:cubicBezTo>
                    <a:pt x="19" y="213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20" y="214"/>
                    <a:pt x="20" y="214"/>
                  </a:cubicBezTo>
                  <a:cubicBezTo>
                    <a:pt x="20" y="214"/>
                    <a:pt x="19" y="214"/>
                    <a:pt x="20" y="215"/>
                  </a:cubicBezTo>
                  <a:cubicBezTo>
                    <a:pt x="22" y="215"/>
                    <a:pt x="22" y="215"/>
                    <a:pt x="22" y="215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6"/>
                    <a:pt x="20" y="216"/>
                    <a:pt x="20" y="216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7"/>
                    <a:pt x="20" y="217"/>
                    <a:pt x="20" y="217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1" y="217"/>
                    <a:pt x="21" y="217"/>
                    <a:pt x="21" y="217"/>
                  </a:cubicBezTo>
                  <a:cubicBezTo>
                    <a:pt x="20" y="218"/>
                    <a:pt x="23" y="217"/>
                    <a:pt x="22" y="218"/>
                  </a:cubicBezTo>
                  <a:cubicBezTo>
                    <a:pt x="21" y="218"/>
                    <a:pt x="20" y="219"/>
                    <a:pt x="20" y="219"/>
                  </a:cubicBezTo>
                  <a:cubicBezTo>
                    <a:pt x="22" y="218"/>
                    <a:pt x="23" y="219"/>
                    <a:pt x="25" y="218"/>
                  </a:cubicBezTo>
                  <a:cubicBezTo>
                    <a:pt x="24" y="219"/>
                    <a:pt x="21" y="219"/>
                    <a:pt x="20" y="220"/>
                  </a:cubicBezTo>
                  <a:cubicBezTo>
                    <a:pt x="22" y="220"/>
                    <a:pt x="19" y="222"/>
                    <a:pt x="22" y="221"/>
                  </a:cubicBezTo>
                  <a:cubicBezTo>
                    <a:pt x="22" y="220"/>
                    <a:pt x="23" y="221"/>
                    <a:pt x="25" y="220"/>
                  </a:cubicBezTo>
                  <a:cubicBezTo>
                    <a:pt x="25" y="222"/>
                    <a:pt x="23" y="221"/>
                    <a:pt x="23" y="222"/>
                  </a:cubicBezTo>
                  <a:cubicBezTo>
                    <a:pt x="23" y="222"/>
                    <a:pt x="25" y="222"/>
                    <a:pt x="26" y="221"/>
                  </a:cubicBezTo>
                  <a:cubicBezTo>
                    <a:pt x="26" y="222"/>
                    <a:pt x="28" y="222"/>
                    <a:pt x="27" y="223"/>
                  </a:cubicBezTo>
                  <a:cubicBezTo>
                    <a:pt x="25" y="224"/>
                    <a:pt x="26" y="222"/>
                    <a:pt x="25" y="223"/>
                  </a:cubicBezTo>
                  <a:cubicBezTo>
                    <a:pt x="25" y="224"/>
                    <a:pt x="29" y="222"/>
                    <a:pt x="30" y="224"/>
                  </a:cubicBezTo>
                  <a:cubicBezTo>
                    <a:pt x="31" y="223"/>
                    <a:pt x="34" y="223"/>
                    <a:pt x="35" y="224"/>
                  </a:cubicBezTo>
                  <a:cubicBezTo>
                    <a:pt x="35" y="226"/>
                    <a:pt x="34" y="223"/>
                    <a:pt x="32" y="224"/>
                  </a:cubicBezTo>
                  <a:cubicBezTo>
                    <a:pt x="32" y="225"/>
                    <a:pt x="32" y="225"/>
                    <a:pt x="32" y="225"/>
                  </a:cubicBezTo>
                  <a:cubicBezTo>
                    <a:pt x="30" y="227"/>
                    <a:pt x="27" y="224"/>
                    <a:pt x="25" y="225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6"/>
                    <a:pt x="24" y="226"/>
                    <a:pt x="23" y="227"/>
                  </a:cubicBezTo>
                  <a:cubicBezTo>
                    <a:pt x="25" y="226"/>
                    <a:pt x="24" y="228"/>
                    <a:pt x="25" y="228"/>
                  </a:cubicBezTo>
                  <a:cubicBezTo>
                    <a:pt x="26" y="228"/>
                    <a:pt x="24" y="228"/>
                    <a:pt x="25" y="228"/>
                  </a:cubicBezTo>
                  <a:cubicBezTo>
                    <a:pt x="26" y="228"/>
                    <a:pt x="29" y="228"/>
                    <a:pt x="28" y="230"/>
                  </a:cubicBezTo>
                  <a:cubicBezTo>
                    <a:pt x="27" y="229"/>
                    <a:pt x="26" y="230"/>
                    <a:pt x="25" y="230"/>
                  </a:cubicBezTo>
                  <a:cubicBezTo>
                    <a:pt x="24" y="231"/>
                    <a:pt x="27" y="230"/>
                    <a:pt x="26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3"/>
                    <a:pt x="26" y="241"/>
                    <a:pt x="32" y="242"/>
                  </a:cubicBezTo>
                  <a:cubicBezTo>
                    <a:pt x="31" y="243"/>
                    <a:pt x="31" y="245"/>
                    <a:pt x="30" y="247"/>
                  </a:cubicBezTo>
                  <a:cubicBezTo>
                    <a:pt x="31" y="246"/>
                    <a:pt x="32" y="246"/>
                    <a:pt x="33" y="247"/>
                  </a:cubicBezTo>
                  <a:cubicBezTo>
                    <a:pt x="31" y="248"/>
                    <a:pt x="31" y="248"/>
                    <a:pt x="31" y="248"/>
                  </a:cubicBezTo>
                  <a:cubicBezTo>
                    <a:pt x="30" y="250"/>
                    <a:pt x="33" y="251"/>
                    <a:pt x="34" y="251"/>
                  </a:cubicBezTo>
                  <a:cubicBezTo>
                    <a:pt x="33" y="252"/>
                    <a:pt x="33" y="252"/>
                    <a:pt x="33" y="252"/>
                  </a:cubicBezTo>
                  <a:cubicBezTo>
                    <a:pt x="32" y="254"/>
                    <a:pt x="34" y="253"/>
                    <a:pt x="35" y="253"/>
                  </a:cubicBezTo>
                  <a:cubicBezTo>
                    <a:pt x="34" y="254"/>
                    <a:pt x="34" y="254"/>
                    <a:pt x="34" y="254"/>
                  </a:cubicBezTo>
                  <a:cubicBezTo>
                    <a:pt x="35" y="254"/>
                    <a:pt x="35" y="254"/>
                    <a:pt x="35" y="254"/>
                  </a:cubicBezTo>
                  <a:cubicBezTo>
                    <a:pt x="36" y="255"/>
                    <a:pt x="36" y="256"/>
                    <a:pt x="34" y="257"/>
                  </a:cubicBezTo>
                  <a:cubicBezTo>
                    <a:pt x="35" y="257"/>
                    <a:pt x="35" y="257"/>
                    <a:pt x="36" y="256"/>
                  </a:cubicBezTo>
                  <a:cubicBezTo>
                    <a:pt x="35" y="258"/>
                    <a:pt x="36" y="261"/>
                    <a:pt x="38" y="262"/>
                  </a:cubicBezTo>
                  <a:cubicBezTo>
                    <a:pt x="38" y="261"/>
                    <a:pt x="39" y="261"/>
                    <a:pt x="40" y="260"/>
                  </a:cubicBezTo>
                  <a:cubicBezTo>
                    <a:pt x="42" y="259"/>
                    <a:pt x="40" y="260"/>
                    <a:pt x="41" y="260"/>
                  </a:cubicBezTo>
                  <a:cubicBezTo>
                    <a:pt x="41" y="261"/>
                    <a:pt x="40" y="262"/>
                    <a:pt x="39" y="262"/>
                  </a:cubicBezTo>
                  <a:cubicBezTo>
                    <a:pt x="38" y="265"/>
                    <a:pt x="42" y="267"/>
                    <a:pt x="44" y="270"/>
                  </a:cubicBezTo>
                  <a:cubicBezTo>
                    <a:pt x="44" y="270"/>
                    <a:pt x="44" y="270"/>
                    <a:pt x="45" y="270"/>
                  </a:cubicBezTo>
                  <a:cubicBezTo>
                    <a:pt x="44" y="273"/>
                    <a:pt x="48" y="273"/>
                    <a:pt x="48" y="276"/>
                  </a:cubicBezTo>
                  <a:cubicBezTo>
                    <a:pt x="49" y="275"/>
                    <a:pt x="51" y="273"/>
                    <a:pt x="52" y="274"/>
                  </a:cubicBezTo>
                  <a:cubicBezTo>
                    <a:pt x="54" y="274"/>
                    <a:pt x="50" y="276"/>
                    <a:pt x="50" y="279"/>
                  </a:cubicBezTo>
                  <a:cubicBezTo>
                    <a:pt x="51" y="278"/>
                    <a:pt x="52" y="279"/>
                    <a:pt x="53" y="279"/>
                  </a:cubicBezTo>
                  <a:cubicBezTo>
                    <a:pt x="52" y="280"/>
                    <a:pt x="52" y="280"/>
                    <a:pt x="52" y="280"/>
                  </a:cubicBezTo>
                  <a:cubicBezTo>
                    <a:pt x="54" y="279"/>
                    <a:pt x="55" y="280"/>
                    <a:pt x="55" y="281"/>
                  </a:cubicBezTo>
                  <a:cubicBezTo>
                    <a:pt x="55" y="281"/>
                    <a:pt x="55" y="281"/>
                    <a:pt x="55" y="281"/>
                  </a:cubicBezTo>
                  <a:cubicBezTo>
                    <a:pt x="55" y="282"/>
                    <a:pt x="55" y="283"/>
                    <a:pt x="56" y="284"/>
                  </a:cubicBezTo>
                  <a:cubicBezTo>
                    <a:pt x="57" y="282"/>
                    <a:pt x="58" y="284"/>
                    <a:pt x="59" y="283"/>
                  </a:cubicBezTo>
                  <a:cubicBezTo>
                    <a:pt x="59" y="284"/>
                    <a:pt x="59" y="284"/>
                    <a:pt x="59" y="284"/>
                  </a:cubicBezTo>
                  <a:cubicBezTo>
                    <a:pt x="60" y="283"/>
                    <a:pt x="60" y="283"/>
                    <a:pt x="60" y="283"/>
                  </a:cubicBezTo>
                  <a:cubicBezTo>
                    <a:pt x="61" y="285"/>
                    <a:pt x="61" y="285"/>
                    <a:pt x="61" y="285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60" y="287"/>
                    <a:pt x="60" y="285"/>
                    <a:pt x="62" y="284"/>
                  </a:cubicBezTo>
                  <a:cubicBezTo>
                    <a:pt x="63" y="284"/>
                    <a:pt x="62" y="285"/>
                    <a:pt x="62" y="286"/>
                  </a:cubicBezTo>
                  <a:cubicBezTo>
                    <a:pt x="62" y="287"/>
                    <a:pt x="62" y="285"/>
                    <a:pt x="61" y="285"/>
                  </a:cubicBezTo>
                  <a:cubicBezTo>
                    <a:pt x="60" y="286"/>
                    <a:pt x="62" y="286"/>
                    <a:pt x="61" y="287"/>
                  </a:cubicBezTo>
                  <a:cubicBezTo>
                    <a:pt x="62" y="287"/>
                    <a:pt x="63" y="286"/>
                    <a:pt x="63" y="286"/>
                  </a:cubicBezTo>
                  <a:cubicBezTo>
                    <a:pt x="64" y="287"/>
                    <a:pt x="65" y="287"/>
                    <a:pt x="65" y="289"/>
                  </a:cubicBezTo>
                  <a:cubicBezTo>
                    <a:pt x="65" y="288"/>
                    <a:pt x="66" y="289"/>
                    <a:pt x="67" y="288"/>
                  </a:cubicBezTo>
                  <a:cubicBezTo>
                    <a:pt x="66" y="288"/>
                    <a:pt x="66" y="287"/>
                    <a:pt x="66" y="286"/>
                  </a:cubicBezTo>
                  <a:cubicBezTo>
                    <a:pt x="67" y="286"/>
                    <a:pt x="68" y="286"/>
                    <a:pt x="68" y="287"/>
                  </a:cubicBezTo>
                  <a:cubicBezTo>
                    <a:pt x="67" y="287"/>
                    <a:pt x="67" y="287"/>
                    <a:pt x="67" y="287"/>
                  </a:cubicBezTo>
                  <a:cubicBezTo>
                    <a:pt x="68" y="287"/>
                    <a:pt x="69" y="288"/>
                    <a:pt x="69" y="286"/>
                  </a:cubicBezTo>
                  <a:cubicBezTo>
                    <a:pt x="69" y="289"/>
                    <a:pt x="69" y="289"/>
                    <a:pt x="69" y="289"/>
                  </a:cubicBezTo>
                  <a:cubicBezTo>
                    <a:pt x="70" y="288"/>
                    <a:pt x="71" y="288"/>
                    <a:pt x="72" y="288"/>
                  </a:cubicBezTo>
                  <a:cubicBezTo>
                    <a:pt x="71" y="290"/>
                    <a:pt x="69" y="291"/>
                    <a:pt x="71" y="292"/>
                  </a:cubicBezTo>
                  <a:cubicBezTo>
                    <a:pt x="73" y="291"/>
                    <a:pt x="73" y="291"/>
                    <a:pt x="73" y="291"/>
                  </a:cubicBezTo>
                  <a:cubicBezTo>
                    <a:pt x="74" y="291"/>
                    <a:pt x="74" y="292"/>
                    <a:pt x="74" y="293"/>
                  </a:cubicBezTo>
                  <a:cubicBezTo>
                    <a:pt x="76" y="294"/>
                    <a:pt x="77" y="289"/>
                    <a:pt x="79" y="291"/>
                  </a:cubicBezTo>
                  <a:cubicBezTo>
                    <a:pt x="78" y="293"/>
                    <a:pt x="78" y="293"/>
                    <a:pt x="79" y="294"/>
                  </a:cubicBezTo>
                  <a:cubicBezTo>
                    <a:pt x="79" y="293"/>
                    <a:pt x="79" y="293"/>
                    <a:pt x="80" y="293"/>
                  </a:cubicBezTo>
                  <a:cubicBezTo>
                    <a:pt x="80" y="292"/>
                    <a:pt x="79" y="294"/>
                    <a:pt x="79" y="293"/>
                  </a:cubicBezTo>
                  <a:cubicBezTo>
                    <a:pt x="79" y="291"/>
                    <a:pt x="80" y="292"/>
                    <a:pt x="80" y="292"/>
                  </a:cubicBezTo>
                  <a:cubicBezTo>
                    <a:pt x="81" y="296"/>
                    <a:pt x="86" y="294"/>
                    <a:pt x="88" y="296"/>
                  </a:cubicBezTo>
                  <a:cubicBezTo>
                    <a:pt x="88" y="294"/>
                    <a:pt x="90" y="295"/>
                    <a:pt x="90" y="295"/>
                  </a:cubicBezTo>
                  <a:cubicBezTo>
                    <a:pt x="90" y="297"/>
                    <a:pt x="92" y="294"/>
                    <a:pt x="93" y="296"/>
                  </a:cubicBezTo>
                  <a:cubicBezTo>
                    <a:pt x="92" y="293"/>
                    <a:pt x="92" y="293"/>
                    <a:pt x="92" y="293"/>
                  </a:cubicBezTo>
                  <a:cubicBezTo>
                    <a:pt x="94" y="295"/>
                    <a:pt x="95" y="290"/>
                    <a:pt x="96" y="293"/>
                  </a:cubicBezTo>
                  <a:cubicBezTo>
                    <a:pt x="97" y="293"/>
                    <a:pt x="96" y="294"/>
                    <a:pt x="95" y="295"/>
                  </a:cubicBezTo>
                  <a:cubicBezTo>
                    <a:pt x="96" y="298"/>
                    <a:pt x="99" y="293"/>
                    <a:pt x="100" y="296"/>
                  </a:cubicBezTo>
                  <a:cubicBezTo>
                    <a:pt x="100" y="295"/>
                    <a:pt x="99" y="293"/>
                    <a:pt x="101" y="292"/>
                  </a:cubicBezTo>
                  <a:cubicBezTo>
                    <a:pt x="101" y="294"/>
                    <a:pt x="103" y="295"/>
                    <a:pt x="103" y="295"/>
                  </a:cubicBezTo>
                  <a:cubicBezTo>
                    <a:pt x="104" y="295"/>
                    <a:pt x="104" y="294"/>
                    <a:pt x="105" y="295"/>
                  </a:cubicBezTo>
                  <a:cubicBezTo>
                    <a:pt x="104" y="296"/>
                    <a:pt x="104" y="296"/>
                    <a:pt x="104" y="296"/>
                  </a:cubicBezTo>
                  <a:cubicBezTo>
                    <a:pt x="105" y="297"/>
                    <a:pt x="106" y="296"/>
                    <a:pt x="107" y="295"/>
                  </a:cubicBezTo>
                  <a:cubicBezTo>
                    <a:pt x="108" y="297"/>
                    <a:pt x="110" y="296"/>
                    <a:pt x="111" y="297"/>
                  </a:cubicBezTo>
                  <a:cubicBezTo>
                    <a:pt x="112" y="295"/>
                    <a:pt x="113" y="299"/>
                    <a:pt x="113" y="295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14" y="296"/>
                    <a:pt x="115" y="294"/>
                    <a:pt x="115" y="294"/>
                  </a:cubicBezTo>
                  <a:cubicBezTo>
                    <a:pt x="115" y="296"/>
                    <a:pt x="115" y="296"/>
                    <a:pt x="115" y="296"/>
                  </a:cubicBezTo>
                  <a:cubicBezTo>
                    <a:pt x="114" y="298"/>
                    <a:pt x="117" y="296"/>
                    <a:pt x="117" y="298"/>
                  </a:cubicBezTo>
                  <a:cubicBezTo>
                    <a:pt x="116" y="296"/>
                    <a:pt x="117" y="298"/>
                    <a:pt x="118" y="296"/>
                  </a:cubicBezTo>
                  <a:cubicBezTo>
                    <a:pt x="118" y="296"/>
                    <a:pt x="118" y="296"/>
                    <a:pt x="118" y="296"/>
                  </a:cubicBezTo>
                  <a:cubicBezTo>
                    <a:pt x="120" y="296"/>
                    <a:pt x="119" y="295"/>
                    <a:pt x="120" y="295"/>
                  </a:cubicBezTo>
                  <a:cubicBezTo>
                    <a:pt x="121" y="295"/>
                    <a:pt x="120" y="297"/>
                    <a:pt x="120" y="297"/>
                  </a:cubicBezTo>
                  <a:cubicBezTo>
                    <a:pt x="120" y="298"/>
                    <a:pt x="121" y="298"/>
                    <a:pt x="122" y="297"/>
                  </a:cubicBezTo>
                  <a:cubicBezTo>
                    <a:pt x="122" y="298"/>
                    <a:pt x="122" y="298"/>
                    <a:pt x="123" y="298"/>
                  </a:cubicBezTo>
                  <a:cubicBezTo>
                    <a:pt x="123" y="298"/>
                    <a:pt x="123" y="298"/>
                    <a:pt x="123" y="298"/>
                  </a:cubicBezTo>
                  <a:cubicBezTo>
                    <a:pt x="123" y="298"/>
                    <a:pt x="124" y="298"/>
                    <a:pt x="124" y="299"/>
                  </a:cubicBezTo>
                  <a:cubicBezTo>
                    <a:pt x="123" y="300"/>
                    <a:pt x="123" y="300"/>
                    <a:pt x="123" y="300"/>
                  </a:cubicBezTo>
                  <a:cubicBezTo>
                    <a:pt x="124" y="300"/>
                    <a:pt x="125" y="299"/>
                    <a:pt x="125" y="298"/>
                  </a:cubicBezTo>
                  <a:cubicBezTo>
                    <a:pt x="127" y="300"/>
                    <a:pt x="131" y="300"/>
                    <a:pt x="132" y="300"/>
                  </a:cubicBezTo>
                  <a:cubicBezTo>
                    <a:pt x="131" y="299"/>
                    <a:pt x="131" y="301"/>
                    <a:pt x="131" y="300"/>
                  </a:cubicBezTo>
                  <a:cubicBezTo>
                    <a:pt x="132" y="300"/>
                    <a:pt x="133" y="299"/>
                    <a:pt x="133" y="300"/>
                  </a:cubicBezTo>
                  <a:cubicBezTo>
                    <a:pt x="134" y="300"/>
                    <a:pt x="133" y="301"/>
                    <a:pt x="134" y="302"/>
                  </a:cubicBezTo>
                  <a:cubicBezTo>
                    <a:pt x="133" y="302"/>
                    <a:pt x="135" y="300"/>
                    <a:pt x="134" y="300"/>
                  </a:cubicBezTo>
                  <a:cubicBezTo>
                    <a:pt x="134" y="303"/>
                    <a:pt x="138" y="301"/>
                    <a:pt x="139" y="304"/>
                  </a:cubicBezTo>
                  <a:cubicBezTo>
                    <a:pt x="139" y="303"/>
                    <a:pt x="138" y="304"/>
                    <a:pt x="137" y="305"/>
                  </a:cubicBezTo>
                  <a:cubicBezTo>
                    <a:pt x="139" y="305"/>
                    <a:pt x="141" y="305"/>
                    <a:pt x="143" y="304"/>
                  </a:cubicBezTo>
                  <a:cubicBezTo>
                    <a:pt x="142" y="305"/>
                    <a:pt x="142" y="305"/>
                    <a:pt x="141" y="305"/>
                  </a:cubicBezTo>
                  <a:cubicBezTo>
                    <a:pt x="142" y="306"/>
                    <a:pt x="143" y="307"/>
                    <a:pt x="144" y="306"/>
                  </a:cubicBezTo>
                  <a:cubicBezTo>
                    <a:pt x="145" y="305"/>
                    <a:pt x="144" y="307"/>
                    <a:pt x="144" y="306"/>
                  </a:cubicBezTo>
                  <a:cubicBezTo>
                    <a:pt x="144" y="305"/>
                    <a:pt x="146" y="305"/>
                    <a:pt x="146" y="306"/>
                  </a:cubicBezTo>
                  <a:cubicBezTo>
                    <a:pt x="146" y="306"/>
                    <a:pt x="146" y="306"/>
                    <a:pt x="146" y="306"/>
                  </a:cubicBezTo>
                  <a:cubicBezTo>
                    <a:pt x="147" y="307"/>
                    <a:pt x="147" y="306"/>
                    <a:pt x="148" y="307"/>
                  </a:cubicBezTo>
                  <a:cubicBezTo>
                    <a:pt x="148" y="308"/>
                    <a:pt x="147" y="307"/>
                    <a:pt x="147" y="308"/>
                  </a:cubicBezTo>
                  <a:cubicBezTo>
                    <a:pt x="145" y="310"/>
                    <a:pt x="147" y="311"/>
                    <a:pt x="147" y="311"/>
                  </a:cubicBezTo>
                  <a:cubicBezTo>
                    <a:pt x="149" y="311"/>
                    <a:pt x="149" y="311"/>
                    <a:pt x="149" y="311"/>
                  </a:cubicBezTo>
                  <a:cubicBezTo>
                    <a:pt x="150" y="311"/>
                    <a:pt x="148" y="312"/>
                    <a:pt x="148" y="312"/>
                  </a:cubicBezTo>
                  <a:cubicBezTo>
                    <a:pt x="154" y="312"/>
                    <a:pt x="154" y="312"/>
                    <a:pt x="154" y="312"/>
                  </a:cubicBezTo>
                  <a:cubicBezTo>
                    <a:pt x="153" y="312"/>
                    <a:pt x="152" y="314"/>
                    <a:pt x="151" y="314"/>
                  </a:cubicBezTo>
                  <a:cubicBezTo>
                    <a:pt x="152" y="315"/>
                    <a:pt x="155" y="315"/>
                    <a:pt x="157" y="315"/>
                  </a:cubicBezTo>
                  <a:cubicBezTo>
                    <a:pt x="157" y="316"/>
                    <a:pt x="158" y="317"/>
                    <a:pt x="159" y="318"/>
                  </a:cubicBezTo>
                  <a:cubicBezTo>
                    <a:pt x="158" y="319"/>
                    <a:pt x="159" y="317"/>
                    <a:pt x="158" y="318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6" y="318"/>
                    <a:pt x="154" y="320"/>
                    <a:pt x="153" y="320"/>
                  </a:cubicBezTo>
                  <a:cubicBezTo>
                    <a:pt x="155" y="320"/>
                    <a:pt x="154" y="323"/>
                    <a:pt x="154" y="325"/>
                  </a:cubicBezTo>
                  <a:cubicBezTo>
                    <a:pt x="157" y="323"/>
                    <a:pt x="156" y="326"/>
                    <a:pt x="159" y="325"/>
                  </a:cubicBezTo>
                  <a:cubicBezTo>
                    <a:pt x="160" y="327"/>
                    <a:pt x="157" y="327"/>
                    <a:pt x="156" y="328"/>
                  </a:cubicBezTo>
                  <a:cubicBezTo>
                    <a:pt x="158" y="329"/>
                    <a:pt x="158" y="331"/>
                    <a:pt x="158" y="333"/>
                  </a:cubicBezTo>
                  <a:cubicBezTo>
                    <a:pt x="158" y="333"/>
                    <a:pt x="158" y="333"/>
                    <a:pt x="158" y="333"/>
                  </a:cubicBezTo>
                  <a:cubicBezTo>
                    <a:pt x="159" y="334"/>
                    <a:pt x="158" y="337"/>
                    <a:pt x="161" y="338"/>
                  </a:cubicBezTo>
                  <a:cubicBezTo>
                    <a:pt x="160" y="338"/>
                    <a:pt x="160" y="338"/>
                    <a:pt x="159" y="338"/>
                  </a:cubicBezTo>
                  <a:cubicBezTo>
                    <a:pt x="159" y="340"/>
                    <a:pt x="163" y="338"/>
                    <a:pt x="162" y="340"/>
                  </a:cubicBezTo>
                  <a:cubicBezTo>
                    <a:pt x="160" y="339"/>
                    <a:pt x="160" y="339"/>
                    <a:pt x="160" y="339"/>
                  </a:cubicBezTo>
                  <a:cubicBezTo>
                    <a:pt x="162" y="340"/>
                    <a:pt x="160" y="342"/>
                    <a:pt x="162" y="343"/>
                  </a:cubicBezTo>
                  <a:cubicBezTo>
                    <a:pt x="161" y="343"/>
                    <a:pt x="161" y="343"/>
                    <a:pt x="160" y="343"/>
                  </a:cubicBezTo>
                  <a:cubicBezTo>
                    <a:pt x="161" y="344"/>
                    <a:pt x="161" y="345"/>
                    <a:pt x="163" y="346"/>
                  </a:cubicBezTo>
                  <a:cubicBezTo>
                    <a:pt x="162" y="347"/>
                    <a:pt x="161" y="346"/>
                    <a:pt x="160" y="346"/>
                  </a:cubicBezTo>
                  <a:cubicBezTo>
                    <a:pt x="160" y="347"/>
                    <a:pt x="163" y="347"/>
                    <a:pt x="162" y="348"/>
                  </a:cubicBezTo>
                  <a:cubicBezTo>
                    <a:pt x="162" y="349"/>
                    <a:pt x="161" y="349"/>
                    <a:pt x="161" y="349"/>
                  </a:cubicBezTo>
                  <a:cubicBezTo>
                    <a:pt x="162" y="350"/>
                    <a:pt x="162" y="351"/>
                    <a:pt x="163" y="352"/>
                  </a:cubicBezTo>
                  <a:cubicBezTo>
                    <a:pt x="162" y="352"/>
                    <a:pt x="162" y="353"/>
                    <a:pt x="161" y="353"/>
                  </a:cubicBezTo>
                  <a:cubicBezTo>
                    <a:pt x="161" y="360"/>
                    <a:pt x="162" y="366"/>
                    <a:pt x="164" y="372"/>
                  </a:cubicBezTo>
                  <a:cubicBezTo>
                    <a:pt x="161" y="374"/>
                    <a:pt x="162" y="371"/>
                    <a:pt x="161" y="372"/>
                  </a:cubicBezTo>
                  <a:cubicBezTo>
                    <a:pt x="163" y="372"/>
                    <a:pt x="161" y="373"/>
                    <a:pt x="162" y="375"/>
                  </a:cubicBezTo>
                  <a:cubicBezTo>
                    <a:pt x="162" y="375"/>
                    <a:pt x="162" y="375"/>
                    <a:pt x="162" y="375"/>
                  </a:cubicBezTo>
                  <a:cubicBezTo>
                    <a:pt x="162" y="376"/>
                    <a:pt x="161" y="376"/>
                    <a:pt x="162" y="377"/>
                  </a:cubicBezTo>
                  <a:cubicBezTo>
                    <a:pt x="162" y="377"/>
                    <a:pt x="162" y="377"/>
                    <a:pt x="162" y="377"/>
                  </a:cubicBezTo>
                  <a:cubicBezTo>
                    <a:pt x="164" y="378"/>
                    <a:pt x="159" y="379"/>
                    <a:pt x="162" y="379"/>
                  </a:cubicBezTo>
                  <a:cubicBezTo>
                    <a:pt x="161" y="380"/>
                    <a:pt x="161" y="380"/>
                    <a:pt x="161" y="380"/>
                  </a:cubicBezTo>
                  <a:cubicBezTo>
                    <a:pt x="163" y="381"/>
                    <a:pt x="160" y="382"/>
                    <a:pt x="162" y="383"/>
                  </a:cubicBezTo>
                  <a:cubicBezTo>
                    <a:pt x="162" y="383"/>
                    <a:pt x="162" y="383"/>
                    <a:pt x="162" y="383"/>
                  </a:cubicBezTo>
                  <a:cubicBezTo>
                    <a:pt x="161" y="384"/>
                    <a:pt x="165" y="386"/>
                    <a:pt x="163" y="386"/>
                  </a:cubicBezTo>
                  <a:cubicBezTo>
                    <a:pt x="163" y="388"/>
                    <a:pt x="164" y="389"/>
                    <a:pt x="166" y="389"/>
                  </a:cubicBezTo>
                  <a:cubicBezTo>
                    <a:pt x="165" y="390"/>
                    <a:pt x="164" y="389"/>
                    <a:pt x="163" y="389"/>
                  </a:cubicBezTo>
                  <a:cubicBezTo>
                    <a:pt x="164" y="394"/>
                    <a:pt x="164" y="400"/>
                    <a:pt x="167" y="404"/>
                  </a:cubicBezTo>
                  <a:cubicBezTo>
                    <a:pt x="166" y="404"/>
                    <a:pt x="166" y="404"/>
                    <a:pt x="165" y="404"/>
                  </a:cubicBezTo>
                  <a:cubicBezTo>
                    <a:pt x="168" y="406"/>
                    <a:pt x="163" y="409"/>
                    <a:pt x="168" y="411"/>
                  </a:cubicBezTo>
                  <a:cubicBezTo>
                    <a:pt x="170" y="412"/>
                    <a:pt x="170" y="412"/>
                    <a:pt x="170" y="412"/>
                  </a:cubicBezTo>
                  <a:cubicBezTo>
                    <a:pt x="169" y="412"/>
                    <a:pt x="168" y="412"/>
                    <a:pt x="167" y="413"/>
                  </a:cubicBezTo>
                  <a:cubicBezTo>
                    <a:pt x="168" y="413"/>
                    <a:pt x="167" y="415"/>
                    <a:pt x="169" y="416"/>
                  </a:cubicBezTo>
                  <a:cubicBezTo>
                    <a:pt x="168" y="416"/>
                    <a:pt x="168" y="416"/>
                    <a:pt x="168" y="416"/>
                  </a:cubicBezTo>
                  <a:cubicBezTo>
                    <a:pt x="167" y="417"/>
                    <a:pt x="170" y="418"/>
                    <a:pt x="169" y="419"/>
                  </a:cubicBezTo>
                  <a:cubicBezTo>
                    <a:pt x="169" y="419"/>
                    <a:pt x="169" y="419"/>
                    <a:pt x="169" y="419"/>
                  </a:cubicBezTo>
                  <a:cubicBezTo>
                    <a:pt x="166" y="425"/>
                    <a:pt x="163" y="434"/>
                    <a:pt x="168" y="438"/>
                  </a:cubicBezTo>
                  <a:cubicBezTo>
                    <a:pt x="169" y="440"/>
                    <a:pt x="166" y="439"/>
                    <a:pt x="166" y="440"/>
                  </a:cubicBezTo>
                  <a:cubicBezTo>
                    <a:pt x="170" y="444"/>
                    <a:pt x="167" y="452"/>
                    <a:pt x="173" y="453"/>
                  </a:cubicBezTo>
                  <a:cubicBezTo>
                    <a:pt x="173" y="454"/>
                    <a:pt x="173" y="454"/>
                    <a:pt x="173" y="455"/>
                  </a:cubicBezTo>
                  <a:cubicBezTo>
                    <a:pt x="173" y="455"/>
                    <a:pt x="173" y="456"/>
                    <a:pt x="174" y="456"/>
                  </a:cubicBezTo>
                  <a:cubicBezTo>
                    <a:pt x="171" y="457"/>
                    <a:pt x="174" y="460"/>
                    <a:pt x="172" y="462"/>
                  </a:cubicBezTo>
                  <a:cubicBezTo>
                    <a:pt x="175" y="462"/>
                    <a:pt x="174" y="463"/>
                    <a:pt x="174" y="464"/>
                  </a:cubicBezTo>
                  <a:cubicBezTo>
                    <a:pt x="174" y="464"/>
                    <a:pt x="173" y="464"/>
                    <a:pt x="173" y="464"/>
                  </a:cubicBezTo>
                  <a:cubicBezTo>
                    <a:pt x="173" y="466"/>
                    <a:pt x="173" y="466"/>
                    <a:pt x="172" y="468"/>
                  </a:cubicBezTo>
                  <a:cubicBezTo>
                    <a:pt x="172" y="469"/>
                    <a:pt x="174" y="469"/>
                    <a:pt x="173" y="470"/>
                  </a:cubicBezTo>
                  <a:cubicBezTo>
                    <a:pt x="171" y="471"/>
                    <a:pt x="173" y="472"/>
                    <a:pt x="172" y="473"/>
                  </a:cubicBezTo>
                  <a:cubicBezTo>
                    <a:pt x="174" y="473"/>
                    <a:pt x="175" y="474"/>
                    <a:pt x="175" y="475"/>
                  </a:cubicBezTo>
                  <a:cubicBezTo>
                    <a:pt x="172" y="475"/>
                    <a:pt x="172" y="475"/>
                    <a:pt x="172" y="475"/>
                  </a:cubicBezTo>
                  <a:cubicBezTo>
                    <a:pt x="174" y="477"/>
                    <a:pt x="170" y="481"/>
                    <a:pt x="174" y="485"/>
                  </a:cubicBezTo>
                  <a:cubicBezTo>
                    <a:pt x="172" y="485"/>
                    <a:pt x="172" y="485"/>
                    <a:pt x="172" y="485"/>
                  </a:cubicBezTo>
                  <a:cubicBezTo>
                    <a:pt x="174" y="488"/>
                    <a:pt x="173" y="491"/>
                    <a:pt x="176" y="494"/>
                  </a:cubicBezTo>
                  <a:cubicBezTo>
                    <a:pt x="175" y="495"/>
                    <a:pt x="175" y="496"/>
                    <a:pt x="175" y="497"/>
                  </a:cubicBezTo>
                  <a:cubicBezTo>
                    <a:pt x="176" y="498"/>
                    <a:pt x="176" y="499"/>
                    <a:pt x="178" y="499"/>
                  </a:cubicBezTo>
                  <a:cubicBezTo>
                    <a:pt x="178" y="500"/>
                    <a:pt x="177" y="500"/>
                    <a:pt x="177" y="500"/>
                  </a:cubicBezTo>
                  <a:cubicBezTo>
                    <a:pt x="176" y="501"/>
                    <a:pt x="174" y="504"/>
                    <a:pt x="177" y="504"/>
                  </a:cubicBezTo>
                  <a:cubicBezTo>
                    <a:pt x="175" y="505"/>
                    <a:pt x="175" y="505"/>
                    <a:pt x="175" y="505"/>
                  </a:cubicBezTo>
                  <a:cubicBezTo>
                    <a:pt x="177" y="506"/>
                    <a:pt x="179" y="507"/>
                    <a:pt x="177" y="508"/>
                  </a:cubicBezTo>
                  <a:cubicBezTo>
                    <a:pt x="178" y="509"/>
                    <a:pt x="179" y="510"/>
                    <a:pt x="181" y="509"/>
                  </a:cubicBezTo>
                  <a:cubicBezTo>
                    <a:pt x="181" y="510"/>
                    <a:pt x="178" y="510"/>
                    <a:pt x="180" y="510"/>
                  </a:cubicBezTo>
                  <a:cubicBezTo>
                    <a:pt x="178" y="510"/>
                    <a:pt x="178" y="510"/>
                    <a:pt x="178" y="510"/>
                  </a:cubicBezTo>
                  <a:cubicBezTo>
                    <a:pt x="177" y="513"/>
                    <a:pt x="179" y="515"/>
                    <a:pt x="180" y="518"/>
                  </a:cubicBezTo>
                  <a:cubicBezTo>
                    <a:pt x="178" y="519"/>
                    <a:pt x="181" y="520"/>
                    <a:pt x="179" y="522"/>
                  </a:cubicBezTo>
                  <a:cubicBezTo>
                    <a:pt x="181" y="523"/>
                    <a:pt x="179" y="525"/>
                    <a:pt x="182" y="525"/>
                  </a:cubicBezTo>
                  <a:cubicBezTo>
                    <a:pt x="181" y="525"/>
                    <a:pt x="181" y="525"/>
                    <a:pt x="181" y="525"/>
                  </a:cubicBezTo>
                  <a:cubicBezTo>
                    <a:pt x="181" y="526"/>
                    <a:pt x="181" y="528"/>
                    <a:pt x="180" y="530"/>
                  </a:cubicBezTo>
                  <a:cubicBezTo>
                    <a:pt x="180" y="531"/>
                    <a:pt x="182" y="530"/>
                    <a:pt x="183" y="531"/>
                  </a:cubicBezTo>
                  <a:cubicBezTo>
                    <a:pt x="182" y="531"/>
                    <a:pt x="182" y="531"/>
                    <a:pt x="182" y="531"/>
                  </a:cubicBezTo>
                  <a:cubicBezTo>
                    <a:pt x="183" y="532"/>
                    <a:pt x="185" y="532"/>
                    <a:pt x="186" y="532"/>
                  </a:cubicBezTo>
                  <a:cubicBezTo>
                    <a:pt x="185" y="533"/>
                    <a:pt x="186" y="533"/>
                    <a:pt x="185" y="533"/>
                  </a:cubicBezTo>
                  <a:cubicBezTo>
                    <a:pt x="185" y="533"/>
                    <a:pt x="183" y="533"/>
                    <a:pt x="181" y="532"/>
                  </a:cubicBezTo>
                  <a:cubicBezTo>
                    <a:pt x="181" y="534"/>
                    <a:pt x="184" y="534"/>
                    <a:pt x="182" y="535"/>
                  </a:cubicBezTo>
                  <a:cubicBezTo>
                    <a:pt x="182" y="536"/>
                    <a:pt x="182" y="536"/>
                    <a:pt x="184" y="536"/>
                  </a:cubicBezTo>
                  <a:cubicBezTo>
                    <a:pt x="184" y="536"/>
                    <a:pt x="183" y="537"/>
                    <a:pt x="182" y="537"/>
                  </a:cubicBezTo>
                  <a:cubicBezTo>
                    <a:pt x="183" y="537"/>
                    <a:pt x="183" y="538"/>
                    <a:pt x="184" y="538"/>
                  </a:cubicBezTo>
                  <a:cubicBezTo>
                    <a:pt x="184" y="538"/>
                    <a:pt x="184" y="537"/>
                    <a:pt x="184" y="537"/>
                  </a:cubicBezTo>
                  <a:cubicBezTo>
                    <a:pt x="185" y="537"/>
                    <a:pt x="185" y="538"/>
                    <a:pt x="187" y="538"/>
                  </a:cubicBezTo>
                  <a:cubicBezTo>
                    <a:pt x="187" y="537"/>
                    <a:pt x="186" y="537"/>
                    <a:pt x="186" y="537"/>
                  </a:cubicBezTo>
                  <a:cubicBezTo>
                    <a:pt x="188" y="537"/>
                    <a:pt x="188" y="538"/>
                    <a:pt x="187" y="538"/>
                  </a:cubicBezTo>
                  <a:cubicBezTo>
                    <a:pt x="186" y="539"/>
                    <a:pt x="185" y="538"/>
                    <a:pt x="184" y="539"/>
                  </a:cubicBezTo>
                  <a:cubicBezTo>
                    <a:pt x="188" y="540"/>
                    <a:pt x="188" y="540"/>
                    <a:pt x="188" y="540"/>
                  </a:cubicBezTo>
                  <a:cubicBezTo>
                    <a:pt x="186" y="540"/>
                    <a:pt x="187" y="539"/>
                    <a:pt x="189" y="539"/>
                  </a:cubicBezTo>
                  <a:cubicBezTo>
                    <a:pt x="188" y="538"/>
                    <a:pt x="188" y="538"/>
                    <a:pt x="188" y="538"/>
                  </a:cubicBezTo>
                  <a:cubicBezTo>
                    <a:pt x="189" y="538"/>
                    <a:pt x="189" y="538"/>
                    <a:pt x="189" y="538"/>
                  </a:cubicBezTo>
                  <a:cubicBezTo>
                    <a:pt x="189" y="537"/>
                    <a:pt x="190" y="536"/>
                    <a:pt x="189" y="535"/>
                  </a:cubicBezTo>
                  <a:cubicBezTo>
                    <a:pt x="187" y="536"/>
                    <a:pt x="187" y="536"/>
                    <a:pt x="187" y="536"/>
                  </a:cubicBezTo>
                  <a:cubicBezTo>
                    <a:pt x="187" y="535"/>
                    <a:pt x="185" y="535"/>
                    <a:pt x="187" y="534"/>
                  </a:cubicBezTo>
                  <a:cubicBezTo>
                    <a:pt x="187" y="534"/>
                    <a:pt x="188" y="534"/>
                    <a:pt x="189" y="534"/>
                  </a:cubicBezTo>
                  <a:cubicBezTo>
                    <a:pt x="189" y="534"/>
                    <a:pt x="188" y="533"/>
                    <a:pt x="188" y="533"/>
                  </a:cubicBezTo>
                  <a:cubicBezTo>
                    <a:pt x="191" y="533"/>
                    <a:pt x="191" y="533"/>
                    <a:pt x="191" y="533"/>
                  </a:cubicBezTo>
                  <a:cubicBezTo>
                    <a:pt x="187" y="533"/>
                    <a:pt x="189" y="532"/>
                    <a:pt x="189" y="531"/>
                  </a:cubicBezTo>
                  <a:cubicBezTo>
                    <a:pt x="189" y="531"/>
                    <a:pt x="189" y="531"/>
                    <a:pt x="189" y="531"/>
                  </a:cubicBezTo>
                  <a:cubicBezTo>
                    <a:pt x="190" y="530"/>
                    <a:pt x="188" y="532"/>
                    <a:pt x="188" y="531"/>
                  </a:cubicBezTo>
                  <a:cubicBezTo>
                    <a:pt x="188" y="530"/>
                    <a:pt x="191" y="530"/>
                    <a:pt x="192" y="530"/>
                  </a:cubicBezTo>
                  <a:cubicBezTo>
                    <a:pt x="191" y="529"/>
                    <a:pt x="189" y="527"/>
                    <a:pt x="191" y="526"/>
                  </a:cubicBezTo>
                  <a:cubicBezTo>
                    <a:pt x="190" y="525"/>
                    <a:pt x="189" y="524"/>
                    <a:pt x="188" y="524"/>
                  </a:cubicBezTo>
                  <a:cubicBezTo>
                    <a:pt x="188" y="523"/>
                    <a:pt x="191" y="523"/>
                    <a:pt x="190" y="523"/>
                  </a:cubicBezTo>
                  <a:cubicBezTo>
                    <a:pt x="190" y="523"/>
                    <a:pt x="191" y="522"/>
                    <a:pt x="192" y="522"/>
                  </a:cubicBezTo>
                  <a:cubicBezTo>
                    <a:pt x="191" y="522"/>
                    <a:pt x="192" y="521"/>
                    <a:pt x="190" y="522"/>
                  </a:cubicBezTo>
                  <a:cubicBezTo>
                    <a:pt x="190" y="520"/>
                    <a:pt x="191" y="519"/>
                    <a:pt x="190" y="518"/>
                  </a:cubicBezTo>
                  <a:cubicBezTo>
                    <a:pt x="190" y="518"/>
                    <a:pt x="192" y="518"/>
                    <a:pt x="193" y="518"/>
                  </a:cubicBezTo>
                  <a:cubicBezTo>
                    <a:pt x="191" y="517"/>
                    <a:pt x="190" y="516"/>
                    <a:pt x="190" y="515"/>
                  </a:cubicBezTo>
                  <a:cubicBezTo>
                    <a:pt x="189" y="515"/>
                    <a:pt x="189" y="516"/>
                    <a:pt x="187" y="516"/>
                  </a:cubicBezTo>
                  <a:cubicBezTo>
                    <a:pt x="187" y="516"/>
                    <a:pt x="186" y="516"/>
                    <a:pt x="186" y="515"/>
                  </a:cubicBezTo>
                  <a:cubicBezTo>
                    <a:pt x="188" y="515"/>
                    <a:pt x="191" y="515"/>
                    <a:pt x="191" y="514"/>
                  </a:cubicBezTo>
                  <a:cubicBezTo>
                    <a:pt x="193" y="514"/>
                    <a:pt x="190" y="515"/>
                    <a:pt x="193" y="515"/>
                  </a:cubicBezTo>
                  <a:cubicBezTo>
                    <a:pt x="195" y="515"/>
                    <a:pt x="196" y="517"/>
                    <a:pt x="194" y="517"/>
                  </a:cubicBezTo>
                  <a:cubicBezTo>
                    <a:pt x="197" y="518"/>
                    <a:pt x="195" y="516"/>
                    <a:pt x="197" y="516"/>
                  </a:cubicBezTo>
                  <a:cubicBezTo>
                    <a:pt x="197" y="516"/>
                    <a:pt x="195" y="515"/>
                    <a:pt x="195" y="514"/>
                  </a:cubicBezTo>
                  <a:cubicBezTo>
                    <a:pt x="194" y="514"/>
                    <a:pt x="194" y="515"/>
                    <a:pt x="193" y="514"/>
                  </a:cubicBezTo>
                  <a:cubicBezTo>
                    <a:pt x="190" y="514"/>
                    <a:pt x="194" y="513"/>
                    <a:pt x="194" y="513"/>
                  </a:cubicBezTo>
                  <a:cubicBezTo>
                    <a:pt x="195" y="513"/>
                    <a:pt x="195" y="513"/>
                    <a:pt x="195" y="513"/>
                  </a:cubicBezTo>
                  <a:cubicBezTo>
                    <a:pt x="196" y="512"/>
                    <a:pt x="194" y="512"/>
                    <a:pt x="194" y="511"/>
                  </a:cubicBezTo>
                  <a:cubicBezTo>
                    <a:pt x="197" y="511"/>
                    <a:pt x="195" y="513"/>
                    <a:pt x="197" y="513"/>
                  </a:cubicBezTo>
                  <a:cubicBezTo>
                    <a:pt x="199" y="512"/>
                    <a:pt x="199" y="512"/>
                    <a:pt x="199" y="512"/>
                  </a:cubicBezTo>
                  <a:cubicBezTo>
                    <a:pt x="199" y="511"/>
                    <a:pt x="196" y="512"/>
                    <a:pt x="197" y="511"/>
                  </a:cubicBezTo>
                  <a:cubicBezTo>
                    <a:pt x="198" y="511"/>
                    <a:pt x="198" y="511"/>
                    <a:pt x="198" y="511"/>
                  </a:cubicBezTo>
                  <a:cubicBezTo>
                    <a:pt x="197" y="510"/>
                    <a:pt x="197" y="510"/>
                    <a:pt x="197" y="510"/>
                  </a:cubicBezTo>
                  <a:cubicBezTo>
                    <a:pt x="196" y="510"/>
                    <a:pt x="194" y="510"/>
                    <a:pt x="195" y="511"/>
                  </a:cubicBezTo>
                  <a:cubicBezTo>
                    <a:pt x="191" y="511"/>
                    <a:pt x="194" y="511"/>
                    <a:pt x="193" y="510"/>
                  </a:cubicBezTo>
                  <a:cubicBezTo>
                    <a:pt x="192" y="509"/>
                    <a:pt x="194" y="510"/>
                    <a:pt x="192" y="510"/>
                  </a:cubicBezTo>
                  <a:cubicBezTo>
                    <a:pt x="190" y="510"/>
                    <a:pt x="190" y="510"/>
                    <a:pt x="190" y="509"/>
                  </a:cubicBezTo>
                  <a:cubicBezTo>
                    <a:pt x="190" y="508"/>
                    <a:pt x="192" y="509"/>
                    <a:pt x="193" y="508"/>
                  </a:cubicBezTo>
                  <a:cubicBezTo>
                    <a:pt x="193" y="508"/>
                    <a:pt x="193" y="509"/>
                    <a:pt x="192" y="509"/>
                  </a:cubicBezTo>
                  <a:cubicBezTo>
                    <a:pt x="194" y="510"/>
                    <a:pt x="196" y="508"/>
                    <a:pt x="197" y="509"/>
                  </a:cubicBezTo>
                  <a:cubicBezTo>
                    <a:pt x="198" y="508"/>
                    <a:pt x="196" y="508"/>
                    <a:pt x="196" y="508"/>
                  </a:cubicBezTo>
                  <a:cubicBezTo>
                    <a:pt x="195" y="508"/>
                    <a:pt x="194" y="508"/>
                    <a:pt x="193" y="508"/>
                  </a:cubicBezTo>
                  <a:cubicBezTo>
                    <a:pt x="188" y="507"/>
                    <a:pt x="197" y="507"/>
                    <a:pt x="196" y="506"/>
                  </a:cubicBezTo>
                  <a:cubicBezTo>
                    <a:pt x="193" y="506"/>
                    <a:pt x="191" y="504"/>
                    <a:pt x="188" y="506"/>
                  </a:cubicBezTo>
                  <a:cubicBezTo>
                    <a:pt x="187" y="505"/>
                    <a:pt x="187" y="505"/>
                    <a:pt x="187" y="505"/>
                  </a:cubicBezTo>
                  <a:cubicBezTo>
                    <a:pt x="189" y="505"/>
                    <a:pt x="189" y="504"/>
                    <a:pt x="191" y="504"/>
                  </a:cubicBezTo>
                  <a:cubicBezTo>
                    <a:pt x="191" y="504"/>
                    <a:pt x="191" y="504"/>
                    <a:pt x="191" y="504"/>
                  </a:cubicBezTo>
                  <a:cubicBezTo>
                    <a:pt x="193" y="504"/>
                    <a:pt x="193" y="504"/>
                    <a:pt x="193" y="504"/>
                  </a:cubicBezTo>
                  <a:cubicBezTo>
                    <a:pt x="195" y="504"/>
                    <a:pt x="196" y="503"/>
                    <a:pt x="197" y="503"/>
                  </a:cubicBezTo>
                  <a:cubicBezTo>
                    <a:pt x="196" y="502"/>
                    <a:pt x="195" y="503"/>
                    <a:pt x="194" y="502"/>
                  </a:cubicBezTo>
                  <a:cubicBezTo>
                    <a:pt x="195" y="502"/>
                    <a:pt x="195" y="502"/>
                    <a:pt x="196" y="502"/>
                  </a:cubicBezTo>
                  <a:cubicBezTo>
                    <a:pt x="195" y="502"/>
                    <a:pt x="193" y="503"/>
                    <a:pt x="193" y="502"/>
                  </a:cubicBezTo>
                  <a:cubicBezTo>
                    <a:pt x="193" y="501"/>
                    <a:pt x="195" y="500"/>
                    <a:pt x="195" y="501"/>
                  </a:cubicBezTo>
                  <a:cubicBezTo>
                    <a:pt x="197" y="501"/>
                    <a:pt x="197" y="501"/>
                    <a:pt x="197" y="501"/>
                  </a:cubicBezTo>
                  <a:cubicBezTo>
                    <a:pt x="195" y="501"/>
                    <a:pt x="198" y="501"/>
                    <a:pt x="197" y="500"/>
                  </a:cubicBezTo>
                  <a:cubicBezTo>
                    <a:pt x="196" y="500"/>
                    <a:pt x="194" y="500"/>
                    <a:pt x="193" y="500"/>
                  </a:cubicBezTo>
                  <a:cubicBezTo>
                    <a:pt x="192" y="499"/>
                    <a:pt x="194" y="499"/>
                    <a:pt x="193" y="499"/>
                  </a:cubicBezTo>
                  <a:cubicBezTo>
                    <a:pt x="195" y="500"/>
                    <a:pt x="195" y="500"/>
                    <a:pt x="195" y="500"/>
                  </a:cubicBezTo>
                  <a:cubicBezTo>
                    <a:pt x="194" y="499"/>
                    <a:pt x="198" y="499"/>
                    <a:pt x="197" y="498"/>
                  </a:cubicBezTo>
                  <a:cubicBezTo>
                    <a:pt x="195" y="498"/>
                    <a:pt x="195" y="498"/>
                    <a:pt x="195" y="498"/>
                  </a:cubicBezTo>
                  <a:cubicBezTo>
                    <a:pt x="196" y="498"/>
                    <a:pt x="196" y="498"/>
                    <a:pt x="197" y="498"/>
                  </a:cubicBezTo>
                  <a:cubicBezTo>
                    <a:pt x="196" y="498"/>
                    <a:pt x="196" y="497"/>
                    <a:pt x="196" y="497"/>
                  </a:cubicBezTo>
                  <a:cubicBezTo>
                    <a:pt x="197" y="497"/>
                    <a:pt x="197" y="497"/>
                    <a:pt x="197" y="497"/>
                  </a:cubicBezTo>
                  <a:cubicBezTo>
                    <a:pt x="196" y="497"/>
                    <a:pt x="193" y="496"/>
                    <a:pt x="196" y="496"/>
                  </a:cubicBezTo>
                  <a:cubicBezTo>
                    <a:pt x="193" y="496"/>
                    <a:pt x="196" y="496"/>
                    <a:pt x="194" y="497"/>
                  </a:cubicBezTo>
                  <a:cubicBezTo>
                    <a:pt x="192" y="497"/>
                    <a:pt x="193" y="496"/>
                    <a:pt x="192" y="496"/>
                  </a:cubicBezTo>
                  <a:cubicBezTo>
                    <a:pt x="195" y="496"/>
                    <a:pt x="192" y="495"/>
                    <a:pt x="192" y="495"/>
                  </a:cubicBezTo>
                  <a:cubicBezTo>
                    <a:pt x="193" y="494"/>
                    <a:pt x="194" y="494"/>
                    <a:pt x="194" y="494"/>
                  </a:cubicBezTo>
                  <a:cubicBezTo>
                    <a:pt x="193" y="494"/>
                    <a:pt x="193" y="494"/>
                    <a:pt x="193" y="494"/>
                  </a:cubicBezTo>
                  <a:cubicBezTo>
                    <a:pt x="196" y="493"/>
                    <a:pt x="192" y="493"/>
                    <a:pt x="193" y="492"/>
                  </a:cubicBezTo>
                  <a:cubicBezTo>
                    <a:pt x="194" y="492"/>
                    <a:pt x="195" y="492"/>
                    <a:pt x="196" y="492"/>
                  </a:cubicBezTo>
                  <a:cubicBezTo>
                    <a:pt x="193" y="493"/>
                    <a:pt x="193" y="491"/>
                    <a:pt x="191" y="491"/>
                  </a:cubicBezTo>
                  <a:cubicBezTo>
                    <a:pt x="192" y="490"/>
                    <a:pt x="194" y="492"/>
                    <a:pt x="196" y="491"/>
                  </a:cubicBezTo>
                  <a:cubicBezTo>
                    <a:pt x="194" y="491"/>
                    <a:pt x="197" y="490"/>
                    <a:pt x="195" y="490"/>
                  </a:cubicBezTo>
                  <a:cubicBezTo>
                    <a:pt x="194" y="491"/>
                    <a:pt x="193" y="490"/>
                    <a:pt x="192" y="490"/>
                  </a:cubicBezTo>
                  <a:cubicBezTo>
                    <a:pt x="192" y="489"/>
                    <a:pt x="193" y="490"/>
                    <a:pt x="194" y="489"/>
                  </a:cubicBezTo>
                  <a:cubicBezTo>
                    <a:pt x="193" y="489"/>
                    <a:pt x="191" y="488"/>
                    <a:pt x="191" y="489"/>
                  </a:cubicBezTo>
                  <a:cubicBezTo>
                    <a:pt x="191" y="488"/>
                    <a:pt x="189" y="488"/>
                    <a:pt x="190" y="487"/>
                  </a:cubicBezTo>
                  <a:cubicBezTo>
                    <a:pt x="192" y="487"/>
                    <a:pt x="191" y="488"/>
                    <a:pt x="192" y="488"/>
                  </a:cubicBezTo>
                  <a:cubicBezTo>
                    <a:pt x="192" y="487"/>
                    <a:pt x="188" y="488"/>
                    <a:pt x="187" y="487"/>
                  </a:cubicBezTo>
                  <a:cubicBezTo>
                    <a:pt x="187" y="487"/>
                    <a:pt x="184" y="487"/>
                    <a:pt x="183" y="486"/>
                  </a:cubicBezTo>
                  <a:cubicBezTo>
                    <a:pt x="183" y="485"/>
                    <a:pt x="184" y="487"/>
                    <a:pt x="186" y="486"/>
                  </a:cubicBezTo>
                  <a:cubicBezTo>
                    <a:pt x="185" y="486"/>
                    <a:pt x="185" y="486"/>
                    <a:pt x="185" y="486"/>
                  </a:cubicBezTo>
                  <a:cubicBezTo>
                    <a:pt x="188" y="485"/>
                    <a:pt x="190" y="487"/>
                    <a:pt x="193" y="486"/>
                  </a:cubicBezTo>
                  <a:cubicBezTo>
                    <a:pt x="192" y="486"/>
                    <a:pt x="192" y="486"/>
                    <a:pt x="192" y="486"/>
                  </a:cubicBezTo>
                  <a:cubicBezTo>
                    <a:pt x="195" y="486"/>
                    <a:pt x="195" y="486"/>
                    <a:pt x="195" y="486"/>
                  </a:cubicBezTo>
                  <a:cubicBezTo>
                    <a:pt x="193" y="486"/>
                    <a:pt x="194" y="485"/>
                    <a:pt x="194" y="484"/>
                  </a:cubicBezTo>
                  <a:cubicBezTo>
                    <a:pt x="192" y="484"/>
                    <a:pt x="194" y="485"/>
                    <a:pt x="193" y="485"/>
                  </a:cubicBezTo>
                  <a:cubicBezTo>
                    <a:pt x="192" y="484"/>
                    <a:pt x="190" y="484"/>
                    <a:pt x="191" y="483"/>
                  </a:cubicBezTo>
                  <a:cubicBezTo>
                    <a:pt x="192" y="484"/>
                    <a:pt x="193" y="483"/>
                    <a:pt x="194" y="483"/>
                  </a:cubicBezTo>
                  <a:cubicBezTo>
                    <a:pt x="195" y="483"/>
                    <a:pt x="192" y="483"/>
                    <a:pt x="193" y="482"/>
                  </a:cubicBezTo>
                  <a:cubicBezTo>
                    <a:pt x="194" y="483"/>
                    <a:pt x="194" y="483"/>
                    <a:pt x="194" y="483"/>
                  </a:cubicBezTo>
                  <a:cubicBezTo>
                    <a:pt x="194" y="480"/>
                    <a:pt x="194" y="478"/>
                    <a:pt x="190" y="476"/>
                  </a:cubicBezTo>
                  <a:cubicBezTo>
                    <a:pt x="191" y="475"/>
                    <a:pt x="191" y="475"/>
                    <a:pt x="193" y="474"/>
                  </a:cubicBezTo>
                  <a:cubicBezTo>
                    <a:pt x="192" y="474"/>
                    <a:pt x="191" y="474"/>
                    <a:pt x="191" y="473"/>
                  </a:cubicBezTo>
                  <a:cubicBezTo>
                    <a:pt x="193" y="473"/>
                    <a:pt x="193" y="473"/>
                    <a:pt x="193" y="473"/>
                  </a:cubicBezTo>
                  <a:cubicBezTo>
                    <a:pt x="194" y="472"/>
                    <a:pt x="192" y="472"/>
                    <a:pt x="191" y="471"/>
                  </a:cubicBezTo>
                  <a:cubicBezTo>
                    <a:pt x="193" y="471"/>
                    <a:pt x="193" y="471"/>
                    <a:pt x="193" y="471"/>
                  </a:cubicBezTo>
                  <a:cubicBezTo>
                    <a:pt x="194" y="471"/>
                    <a:pt x="192" y="470"/>
                    <a:pt x="191" y="470"/>
                  </a:cubicBezTo>
                  <a:cubicBezTo>
                    <a:pt x="193" y="470"/>
                    <a:pt x="193" y="470"/>
                    <a:pt x="193" y="470"/>
                  </a:cubicBezTo>
                  <a:cubicBezTo>
                    <a:pt x="191" y="470"/>
                    <a:pt x="191" y="470"/>
                    <a:pt x="191" y="470"/>
                  </a:cubicBezTo>
                  <a:cubicBezTo>
                    <a:pt x="191" y="469"/>
                    <a:pt x="191" y="468"/>
                    <a:pt x="193" y="469"/>
                  </a:cubicBezTo>
                  <a:cubicBezTo>
                    <a:pt x="193" y="469"/>
                    <a:pt x="192" y="468"/>
                    <a:pt x="192" y="468"/>
                  </a:cubicBezTo>
                  <a:cubicBezTo>
                    <a:pt x="193" y="468"/>
                    <a:pt x="193" y="467"/>
                    <a:pt x="193" y="466"/>
                  </a:cubicBezTo>
                  <a:cubicBezTo>
                    <a:pt x="192" y="466"/>
                    <a:pt x="191" y="466"/>
                    <a:pt x="190" y="466"/>
                  </a:cubicBezTo>
                  <a:cubicBezTo>
                    <a:pt x="188" y="465"/>
                    <a:pt x="190" y="466"/>
                    <a:pt x="189" y="465"/>
                  </a:cubicBezTo>
                  <a:cubicBezTo>
                    <a:pt x="190" y="465"/>
                    <a:pt x="191" y="465"/>
                    <a:pt x="192" y="465"/>
                  </a:cubicBezTo>
                  <a:cubicBezTo>
                    <a:pt x="195" y="465"/>
                    <a:pt x="192" y="462"/>
                    <a:pt x="193" y="461"/>
                  </a:cubicBezTo>
                  <a:cubicBezTo>
                    <a:pt x="192" y="460"/>
                    <a:pt x="192" y="460"/>
                    <a:pt x="192" y="460"/>
                  </a:cubicBezTo>
                  <a:cubicBezTo>
                    <a:pt x="195" y="460"/>
                    <a:pt x="193" y="459"/>
                    <a:pt x="194" y="458"/>
                  </a:cubicBezTo>
                  <a:cubicBezTo>
                    <a:pt x="193" y="458"/>
                    <a:pt x="191" y="457"/>
                    <a:pt x="191" y="456"/>
                  </a:cubicBezTo>
                  <a:cubicBezTo>
                    <a:pt x="189" y="455"/>
                    <a:pt x="193" y="457"/>
                    <a:pt x="195" y="457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5"/>
                    <a:pt x="193" y="454"/>
                    <a:pt x="194" y="454"/>
                  </a:cubicBezTo>
                  <a:cubicBezTo>
                    <a:pt x="194" y="454"/>
                    <a:pt x="194" y="454"/>
                    <a:pt x="194" y="454"/>
                  </a:cubicBezTo>
                  <a:cubicBezTo>
                    <a:pt x="195" y="454"/>
                    <a:pt x="196" y="455"/>
                    <a:pt x="196" y="454"/>
                  </a:cubicBezTo>
                  <a:cubicBezTo>
                    <a:pt x="194" y="453"/>
                    <a:pt x="196" y="453"/>
                    <a:pt x="194" y="452"/>
                  </a:cubicBezTo>
                  <a:cubicBezTo>
                    <a:pt x="195" y="452"/>
                    <a:pt x="195" y="452"/>
                    <a:pt x="195" y="452"/>
                  </a:cubicBezTo>
                  <a:cubicBezTo>
                    <a:pt x="194" y="451"/>
                    <a:pt x="194" y="451"/>
                    <a:pt x="194" y="451"/>
                  </a:cubicBezTo>
                  <a:cubicBezTo>
                    <a:pt x="195" y="451"/>
                    <a:pt x="195" y="451"/>
                    <a:pt x="195" y="451"/>
                  </a:cubicBezTo>
                  <a:cubicBezTo>
                    <a:pt x="196" y="453"/>
                    <a:pt x="196" y="453"/>
                    <a:pt x="196" y="453"/>
                  </a:cubicBezTo>
                  <a:cubicBezTo>
                    <a:pt x="197" y="452"/>
                    <a:pt x="195" y="452"/>
                    <a:pt x="194" y="451"/>
                  </a:cubicBezTo>
                  <a:cubicBezTo>
                    <a:pt x="193" y="450"/>
                    <a:pt x="195" y="450"/>
                    <a:pt x="195" y="451"/>
                  </a:cubicBezTo>
                  <a:cubicBezTo>
                    <a:pt x="196" y="451"/>
                    <a:pt x="195" y="451"/>
                    <a:pt x="195" y="451"/>
                  </a:cubicBezTo>
                  <a:cubicBezTo>
                    <a:pt x="196" y="452"/>
                    <a:pt x="196" y="451"/>
                    <a:pt x="196" y="452"/>
                  </a:cubicBezTo>
                  <a:cubicBezTo>
                    <a:pt x="196" y="451"/>
                    <a:pt x="195" y="450"/>
                    <a:pt x="195" y="450"/>
                  </a:cubicBezTo>
                  <a:cubicBezTo>
                    <a:pt x="195" y="451"/>
                    <a:pt x="196" y="450"/>
                    <a:pt x="197" y="451"/>
                  </a:cubicBezTo>
                  <a:cubicBezTo>
                    <a:pt x="196" y="450"/>
                    <a:pt x="197" y="450"/>
                    <a:pt x="196" y="450"/>
                  </a:cubicBezTo>
                  <a:cubicBezTo>
                    <a:pt x="196" y="450"/>
                    <a:pt x="195" y="449"/>
                    <a:pt x="194" y="449"/>
                  </a:cubicBezTo>
                  <a:cubicBezTo>
                    <a:pt x="194" y="448"/>
                    <a:pt x="194" y="448"/>
                    <a:pt x="195" y="448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48"/>
                    <a:pt x="196" y="448"/>
                    <a:pt x="194" y="447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48"/>
                    <a:pt x="196" y="448"/>
                    <a:pt x="196" y="447"/>
                  </a:cubicBezTo>
                  <a:cubicBezTo>
                    <a:pt x="197" y="448"/>
                    <a:pt x="198" y="450"/>
                    <a:pt x="199" y="450"/>
                  </a:cubicBezTo>
                  <a:cubicBezTo>
                    <a:pt x="198" y="448"/>
                    <a:pt x="198" y="448"/>
                    <a:pt x="198" y="448"/>
                  </a:cubicBezTo>
                  <a:cubicBezTo>
                    <a:pt x="199" y="448"/>
                    <a:pt x="199" y="448"/>
                    <a:pt x="199" y="449"/>
                  </a:cubicBezTo>
                  <a:cubicBezTo>
                    <a:pt x="200" y="449"/>
                    <a:pt x="198" y="444"/>
                    <a:pt x="199" y="445"/>
                  </a:cubicBezTo>
                  <a:cubicBezTo>
                    <a:pt x="200" y="447"/>
                    <a:pt x="200" y="447"/>
                    <a:pt x="201" y="447"/>
                  </a:cubicBezTo>
                  <a:cubicBezTo>
                    <a:pt x="200" y="446"/>
                    <a:pt x="200" y="446"/>
                    <a:pt x="200" y="446"/>
                  </a:cubicBezTo>
                  <a:cubicBezTo>
                    <a:pt x="200" y="446"/>
                    <a:pt x="201" y="448"/>
                    <a:pt x="200" y="447"/>
                  </a:cubicBezTo>
                  <a:cubicBezTo>
                    <a:pt x="199" y="446"/>
                    <a:pt x="200" y="446"/>
                    <a:pt x="200" y="445"/>
                  </a:cubicBezTo>
                  <a:cubicBezTo>
                    <a:pt x="200" y="446"/>
                    <a:pt x="201" y="447"/>
                    <a:pt x="202" y="447"/>
                  </a:cubicBezTo>
                  <a:cubicBezTo>
                    <a:pt x="202" y="447"/>
                    <a:pt x="202" y="447"/>
                    <a:pt x="202" y="447"/>
                  </a:cubicBezTo>
                  <a:cubicBezTo>
                    <a:pt x="205" y="449"/>
                    <a:pt x="200" y="450"/>
                    <a:pt x="204" y="454"/>
                  </a:cubicBezTo>
                  <a:cubicBezTo>
                    <a:pt x="205" y="456"/>
                    <a:pt x="206" y="463"/>
                    <a:pt x="206" y="463"/>
                  </a:cubicBezTo>
                  <a:cubicBezTo>
                    <a:pt x="214" y="451"/>
                    <a:pt x="212" y="449"/>
                    <a:pt x="214" y="446"/>
                  </a:cubicBezTo>
                  <a:cubicBezTo>
                    <a:pt x="214" y="447"/>
                    <a:pt x="214" y="447"/>
                    <a:pt x="214" y="447"/>
                  </a:cubicBezTo>
                  <a:cubicBezTo>
                    <a:pt x="214" y="446"/>
                    <a:pt x="214" y="446"/>
                    <a:pt x="214" y="446"/>
                  </a:cubicBezTo>
                  <a:cubicBezTo>
                    <a:pt x="214" y="446"/>
                    <a:pt x="215" y="446"/>
                    <a:pt x="215" y="446"/>
                  </a:cubicBezTo>
                  <a:cubicBezTo>
                    <a:pt x="215" y="446"/>
                    <a:pt x="215" y="447"/>
                    <a:pt x="216" y="445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5"/>
                    <a:pt x="217" y="443"/>
                    <a:pt x="217" y="443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7"/>
                    <a:pt x="217" y="446"/>
                    <a:pt x="217" y="447"/>
                  </a:cubicBezTo>
                  <a:cubicBezTo>
                    <a:pt x="217" y="445"/>
                    <a:pt x="217" y="447"/>
                    <a:pt x="218" y="445"/>
                  </a:cubicBezTo>
                  <a:cubicBezTo>
                    <a:pt x="218" y="445"/>
                    <a:pt x="218" y="445"/>
                    <a:pt x="218" y="445"/>
                  </a:cubicBezTo>
                  <a:cubicBezTo>
                    <a:pt x="219" y="445"/>
                    <a:pt x="219" y="444"/>
                    <a:pt x="220" y="444"/>
                  </a:cubicBezTo>
                  <a:cubicBezTo>
                    <a:pt x="220" y="444"/>
                    <a:pt x="219" y="446"/>
                    <a:pt x="219" y="446"/>
                  </a:cubicBezTo>
                  <a:cubicBezTo>
                    <a:pt x="219" y="447"/>
                    <a:pt x="219" y="447"/>
                    <a:pt x="220" y="447"/>
                  </a:cubicBezTo>
                  <a:cubicBezTo>
                    <a:pt x="220" y="447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6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8"/>
                  </a:cubicBezTo>
                  <a:cubicBezTo>
                    <a:pt x="220" y="449"/>
                    <a:pt x="220" y="449"/>
                    <a:pt x="220" y="449"/>
                  </a:cubicBezTo>
                  <a:cubicBezTo>
                    <a:pt x="220" y="449"/>
                    <a:pt x="221" y="448"/>
                    <a:pt x="221" y="447"/>
                  </a:cubicBezTo>
                  <a:cubicBezTo>
                    <a:pt x="222" y="449"/>
                    <a:pt x="224" y="448"/>
                    <a:pt x="225" y="448"/>
                  </a:cubicBezTo>
                  <a:cubicBezTo>
                    <a:pt x="225" y="448"/>
                    <a:pt x="224" y="449"/>
                    <a:pt x="225" y="449"/>
                  </a:cubicBezTo>
                  <a:cubicBezTo>
                    <a:pt x="225" y="449"/>
                    <a:pt x="226" y="448"/>
                    <a:pt x="226" y="449"/>
                  </a:cubicBezTo>
                  <a:cubicBezTo>
                    <a:pt x="226" y="448"/>
                    <a:pt x="225" y="450"/>
                    <a:pt x="225" y="450"/>
                  </a:cubicBezTo>
                  <a:cubicBezTo>
                    <a:pt x="225" y="451"/>
                    <a:pt x="226" y="449"/>
                    <a:pt x="226" y="449"/>
                  </a:cubicBezTo>
                  <a:cubicBezTo>
                    <a:pt x="225" y="452"/>
                    <a:pt x="229" y="450"/>
                    <a:pt x="229" y="452"/>
                  </a:cubicBezTo>
                  <a:cubicBezTo>
                    <a:pt x="229" y="451"/>
                    <a:pt x="228" y="452"/>
                    <a:pt x="227" y="452"/>
                  </a:cubicBezTo>
                  <a:cubicBezTo>
                    <a:pt x="228" y="452"/>
                    <a:pt x="229" y="452"/>
                    <a:pt x="232" y="452"/>
                  </a:cubicBezTo>
                  <a:cubicBezTo>
                    <a:pt x="230" y="453"/>
                    <a:pt x="230" y="453"/>
                    <a:pt x="230" y="453"/>
                  </a:cubicBezTo>
                  <a:cubicBezTo>
                    <a:pt x="230" y="453"/>
                    <a:pt x="231" y="453"/>
                    <a:pt x="232" y="453"/>
                  </a:cubicBezTo>
                  <a:cubicBezTo>
                    <a:pt x="233" y="452"/>
                    <a:pt x="234" y="452"/>
                    <a:pt x="234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5" y="453"/>
                    <a:pt x="235" y="452"/>
                    <a:pt x="236" y="453"/>
                  </a:cubicBezTo>
                  <a:cubicBezTo>
                    <a:pt x="235" y="454"/>
                    <a:pt x="235" y="453"/>
                    <a:pt x="234" y="454"/>
                  </a:cubicBezTo>
                  <a:cubicBezTo>
                    <a:pt x="232" y="455"/>
                    <a:pt x="233" y="456"/>
                    <a:pt x="233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6" y="456"/>
                    <a:pt x="234" y="457"/>
                    <a:pt x="234" y="457"/>
                  </a:cubicBezTo>
                  <a:cubicBezTo>
                    <a:pt x="239" y="456"/>
                    <a:pt x="239" y="456"/>
                    <a:pt x="239" y="456"/>
                  </a:cubicBezTo>
                  <a:cubicBezTo>
                    <a:pt x="238" y="456"/>
                    <a:pt x="237" y="458"/>
                    <a:pt x="236" y="457"/>
                  </a:cubicBezTo>
                  <a:cubicBezTo>
                    <a:pt x="237" y="458"/>
                    <a:pt x="240" y="458"/>
                    <a:pt x="241" y="458"/>
                  </a:cubicBezTo>
                  <a:cubicBezTo>
                    <a:pt x="241" y="459"/>
                    <a:pt x="243" y="459"/>
                    <a:pt x="243" y="460"/>
                  </a:cubicBezTo>
                  <a:cubicBezTo>
                    <a:pt x="242" y="460"/>
                    <a:pt x="243" y="459"/>
                    <a:pt x="242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38" y="461"/>
                    <a:pt x="237" y="461"/>
                  </a:cubicBezTo>
                  <a:cubicBezTo>
                    <a:pt x="238" y="462"/>
                    <a:pt x="238" y="463"/>
                    <a:pt x="237" y="464"/>
                  </a:cubicBezTo>
                  <a:cubicBezTo>
                    <a:pt x="240" y="463"/>
                    <a:pt x="239" y="465"/>
                    <a:pt x="242" y="465"/>
                  </a:cubicBezTo>
                  <a:cubicBezTo>
                    <a:pt x="242" y="466"/>
                    <a:pt x="240" y="466"/>
                    <a:pt x="239" y="466"/>
                  </a:cubicBezTo>
                  <a:cubicBezTo>
                    <a:pt x="240" y="467"/>
                    <a:pt x="240" y="468"/>
                    <a:pt x="240" y="469"/>
                  </a:cubicBezTo>
                  <a:cubicBezTo>
                    <a:pt x="240" y="469"/>
                    <a:pt x="240" y="469"/>
                    <a:pt x="240" y="469"/>
                  </a:cubicBezTo>
                  <a:cubicBezTo>
                    <a:pt x="240" y="470"/>
                    <a:pt x="240" y="472"/>
                    <a:pt x="242" y="472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0" y="473"/>
                    <a:pt x="244" y="472"/>
                    <a:pt x="243" y="474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3" y="474"/>
                    <a:pt x="241" y="475"/>
                    <a:pt x="243" y="476"/>
                  </a:cubicBezTo>
                  <a:cubicBezTo>
                    <a:pt x="242" y="476"/>
                    <a:pt x="242" y="476"/>
                    <a:pt x="241" y="475"/>
                  </a:cubicBezTo>
                  <a:cubicBezTo>
                    <a:pt x="242" y="476"/>
                    <a:pt x="242" y="477"/>
                    <a:pt x="243" y="478"/>
                  </a:cubicBezTo>
                  <a:cubicBezTo>
                    <a:pt x="241" y="478"/>
                    <a:pt x="241" y="478"/>
                    <a:pt x="241" y="478"/>
                  </a:cubicBezTo>
                  <a:cubicBezTo>
                    <a:pt x="240" y="478"/>
                    <a:pt x="244" y="478"/>
                    <a:pt x="243" y="479"/>
                  </a:cubicBezTo>
                  <a:cubicBezTo>
                    <a:pt x="243" y="479"/>
                    <a:pt x="242" y="480"/>
                    <a:pt x="242" y="480"/>
                  </a:cubicBezTo>
                  <a:cubicBezTo>
                    <a:pt x="243" y="480"/>
                    <a:pt x="243" y="481"/>
                    <a:pt x="243" y="481"/>
                  </a:cubicBezTo>
                  <a:cubicBezTo>
                    <a:pt x="241" y="482"/>
                    <a:pt x="241" y="482"/>
                    <a:pt x="241" y="482"/>
                  </a:cubicBezTo>
                  <a:cubicBezTo>
                    <a:pt x="241" y="486"/>
                    <a:pt x="241" y="490"/>
                    <a:pt x="243" y="494"/>
                  </a:cubicBezTo>
                  <a:cubicBezTo>
                    <a:pt x="240" y="494"/>
                    <a:pt x="241" y="493"/>
                    <a:pt x="240" y="493"/>
                  </a:cubicBezTo>
                  <a:cubicBezTo>
                    <a:pt x="242" y="493"/>
                    <a:pt x="240" y="494"/>
                    <a:pt x="241" y="495"/>
                  </a:cubicBezTo>
                  <a:cubicBezTo>
                    <a:pt x="241" y="495"/>
                    <a:pt x="241" y="495"/>
                    <a:pt x="241" y="495"/>
                  </a:cubicBezTo>
                  <a:cubicBezTo>
                    <a:pt x="241" y="496"/>
                    <a:pt x="240" y="496"/>
                    <a:pt x="240" y="497"/>
                  </a:cubicBezTo>
                  <a:cubicBezTo>
                    <a:pt x="241" y="497"/>
                    <a:pt x="241" y="497"/>
                    <a:pt x="241" y="497"/>
                  </a:cubicBezTo>
                  <a:cubicBezTo>
                    <a:pt x="242" y="497"/>
                    <a:pt x="238" y="498"/>
                    <a:pt x="241" y="498"/>
                  </a:cubicBezTo>
                  <a:cubicBezTo>
                    <a:pt x="239" y="499"/>
                    <a:pt x="239" y="499"/>
                    <a:pt x="239" y="499"/>
                  </a:cubicBezTo>
                  <a:cubicBezTo>
                    <a:pt x="242" y="499"/>
                    <a:pt x="238" y="499"/>
                    <a:pt x="240" y="500"/>
                  </a:cubicBezTo>
                  <a:cubicBezTo>
                    <a:pt x="240" y="500"/>
                    <a:pt x="240" y="500"/>
                    <a:pt x="240" y="500"/>
                  </a:cubicBezTo>
                  <a:cubicBezTo>
                    <a:pt x="239" y="501"/>
                    <a:pt x="243" y="502"/>
                    <a:pt x="241" y="502"/>
                  </a:cubicBezTo>
                  <a:cubicBezTo>
                    <a:pt x="241" y="503"/>
                    <a:pt x="242" y="504"/>
                    <a:pt x="244" y="504"/>
                  </a:cubicBezTo>
                  <a:cubicBezTo>
                    <a:pt x="241" y="504"/>
                    <a:pt x="241" y="504"/>
                    <a:pt x="241" y="504"/>
                  </a:cubicBezTo>
                  <a:cubicBezTo>
                    <a:pt x="242" y="507"/>
                    <a:pt x="241" y="511"/>
                    <a:pt x="244" y="513"/>
                  </a:cubicBezTo>
                  <a:cubicBezTo>
                    <a:pt x="243" y="513"/>
                    <a:pt x="243" y="513"/>
                    <a:pt x="243" y="513"/>
                  </a:cubicBezTo>
                  <a:cubicBezTo>
                    <a:pt x="245" y="515"/>
                    <a:pt x="241" y="517"/>
                    <a:pt x="245" y="518"/>
                  </a:cubicBezTo>
                  <a:cubicBezTo>
                    <a:pt x="247" y="518"/>
                    <a:pt x="247" y="518"/>
                    <a:pt x="247" y="518"/>
                  </a:cubicBezTo>
                  <a:cubicBezTo>
                    <a:pt x="244" y="519"/>
                    <a:pt x="244" y="519"/>
                    <a:pt x="244" y="519"/>
                  </a:cubicBezTo>
                  <a:cubicBezTo>
                    <a:pt x="246" y="519"/>
                    <a:pt x="245" y="520"/>
                    <a:pt x="247" y="521"/>
                  </a:cubicBezTo>
                  <a:cubicBezTo>
                    <a:pt x="245" y="521"/>
                    <a:pt x="245" y="521"/>
                    <a:pt x="245" y="521"/>
                  </a:cubicBezTo>
                  <a:cubicBezTo>
                    <a:pt x="245" y="521"/>
                    <a:pt x="247" y="522"/>
                    <a:pt x="247" y="523"/>
                  </a:cubicBezTo>
                  <a:cubicBezTo>
                    <a:pt x="246" y="523"/>
                    <a:pt x="246" y="523"/>
                    <a:pt x="246" y="523"/>
                  </a:cubicBezTo>
                  <a:cubicBezTo>
                    <a:pt x="243" y="527"/>
                    <a:pt x="241" y="532"/>
                    <a:pt x="246" y="534"/>
                  </a:cubicBezTo>
                  <a:cubicBezTo>
                    <a:pt x="247" y="535"/>
                    <a:pt x="243" y="535"/>
                    <a:pt x="244" y="536"/>
                  </a:cubicBezTo>
                  <a:cubicBezTo>
                    <a:pt x="247" y="538"/>
                    <a:pt x="245" y="541"/>
                    <a:pt x="247" y="543"/>
                  </a:cubicBezTo>
                  <a:cubicBezTo>
                    <a:pt x="246" y="546"/>
                    <a:pt x="244" y="545"/>
                    <a:pt x="243" y="548"/>
                  </a:cubicBezTo>
                  <a:cubicBezTo>
                    <a:pt x="243" y="547"/>
                    <a:pt x="243" y="547"/>
                    <a:pt x="243" y="547"/>
                  </a:cubicBezTo>
                  <a:cubicBezTo>
                    <a:pt x="242" y="549"/>
                    <a:pt x="241" y="547"/>
                    <a:pt x="240" y="546"/>
                  </a:cubicBezTo>
                  <a:cubicBezTo>
                    <a:pt x="240" y="547"/>
                    <a:pt x="239" y="547"/>
                    <a:pt x="240" y="549"/>
                  </a:cubicBezTo>
                  <a:cubicBezTo>
                    <a:pt x="239" y="550"/>
                    <a:pt x="238" y="546"/>
                    <a:pt x="238" y="547"/>
                  </a:cubicBezTo>
                  <a:cubicBezTo>
                    <a:pt x="238" y="546"/>
                    <a:pt x="238" y="548"/>
                    <a:pt x="238" y="548"/>
                  </a:cubicBezTo>
                  <a:cubicBezTo>
                    <a:pt x="236" y="550"/>
                    <a:pt x="238" y="546"/>
                    <a:pt x="235" y="545"/>
                  </a:cubicBezTo>
                  <a:cubicBezTo>
                    <a:pt x="232" y="546"/>
                    <a:pt x="228" y="548"/>
                    <a:pt x="225" y="547"/>
                  </a:cubicBezTo>
                  <a:cubicBezTo>
                    <a:pt x="225" y="547"/>
                    <a:pt x="225" y="549"/>
                    <a:pt x="225" y="549"/>
                  </a:cubicBezTo>
                  <a:cubicBezTo>
                    <a:pt x="224" y="546"/>
                    <a:pt x="224" y="550"/>
                    <a:pt x="223" y="549"/>
                  </a:cubicBezTo>
                  <a:cubicBezTo>
                    <a:pt x="223" y="548"/>
                    <a:pt x="223" y="548"/>
                    <a:pt x="223" y="547"/>
                  </a:cubicBezTo>
                  <a:cubicBezTo>
                    <a:pt x="222" y="546"/>
                    <a:pt x="220" y="548"/>
                    <a:pt x="219" y="547"/>
                  </a:cubicBezTo>
                  <a:cubicBezTo>
                    <a:pt x="218" y="549"/>
                    <a:pt x="216" y="546"/>
                    <a:pt x="215" y="548"/>
                  </a:cubicBezTo>
                  <a:cubicBezTo>
                    <a:pt x="215" y="546"/>
                    <a:pt x="214" y="547"/>
                    <a:pt x="214" y="546"/>
                  </a:cubicBezTo>
                  <a:cubicBezTo>
                    <a:pt x="213" y="550"/>
                    <a:pt x="211" y="545"/>
                    <a:pt x="210" y="547"/>
                  </a:cubicBezTo>
                  <a:cubicBezTo>
                    <a:pt x="210" y="547"/>
                    <a:pt x="210" y="547"/>
                    <a:pt x="210" y="547"/>
                  </a:cubicBezTo>
                  <a:cubicBezTo>
                    <a:pt x="206" y="547"/>
                    <a:pt x="202" y="547"/>
                    <a:pt x="198" y="549"/>
                  </a:cubicBezTo>
                  <a:cubicBezTo>
                    <a:pt x="195" y="549"/>
                    <a:pt x="193" y="546"/>
                    <a:pt x="190" y="547"/>
                  </a:cubicBezTo>
                  <a:cubicBezTo>
                    <a:pt x="190" y="548"/>
                    <a:pt x="190" y="549"/>
                    <a:pt x="190" y="549"/>
                  </a:cubicBezTo>
                  <a:cubicBezTo>
                    <a:pt x="189" y="549"/>
                    <a:pt x="190" y="548"/>
                    <a:pt x="190" y="547"/>
                  </a:cubicBezTo>
                  <a:cubicBezTo>
                    <a:pt x="188" y="549"/>
                    <a:pt x="187" y="547"/>
                    <a:pt x="185" y="547"/>
                  </a:cubicBezTo>
                  <a:cubicBezTo>
                    <a:pt x="185" y="548"/>
                    <a:pt x="184" y="548"/>
                    <a:pt x="185" y="549"/>
                  </a:cubicBezTo>
                  <a:cubicBezTo>
                    <a:pt x="183" y="546"/>
                    <a:pt x="181" y="550"/>
                    <a:pt x="179" y="548"/>
                  </a:cubicBezTo>
                  <a:cubicBezTo>
                    <a:pt x="179" y="552"/>
                    <a:pt x="178" y="550"/>
                    <a:pt x="177" y="551"/>
                  </a:cubicBezTo>
                  <a:cubicBezTo>
                    <a:pt x="177" y="551"/>
                    <a:pt x="177" y="550"/>
                    <a:pt x="177" y="549"/>
                  </a:cubicBezTo>
                  <a:cubicBezTo>
                    <a:pt x="175" y="550"/>
                    <a:pt x="175" y="550"/>
                    <a:pt x="173" y="549"/>
                  </a:cubicBezTo>
                  <a:cubicBezTo>
                    <a:pt x="172" y="549"/>
                    <a:pt x="172" y="551"/>
                    <a:pt x="171" y="551"/>
                  </a:cubicBezTo>
                  <a:cubicBezTo>
                    <a:pt x="171" y="548"/>
                    <a:pt x="170" y="550"/>
                    <a:pt x="169" y="550"/>
                  </a:cubicBezTo>
                  <a:cubicBezTo>
                    <a:pt x="169" y="552"/>
                    <a:pt x="168" y="553"/>
                    <a:pt x="167" y="552"/>
                  </a:cubicBezTo>
                  <a:cubicBezTo>
                    <a:pt x="168" y="549"/>
                    <a:pt x="168" y="549"/>
                    <a:pt x="168" y="549"/>
                  </a:cubicBezTo>
                  <a:cubicBezTo>
                    <a:pt x="165" y="551"/>
                    <a:pt x="162" y="548"/>
                    <a:pt x="159" y="551"/>
                  </a:cubicBezTo>
                  <a:cubicBezTo>
                    <a:pt x="159" y="549"/>
                    <a:pt x="159" y="549"/>
                    <a:pt x="159" y="549"/>
                  </a:cubicBezTo>
                  <a:cubicBezTo>
                    <a:pt x="156" y="550"/>
                    <a:pt x="154" y="548"/>
                    <a:pt x="151" y="549"/>
                  </a:cubicBezTo>
                  <a:cubicBezTo>
                    <a:pt x="150" y="548"/>
                    <a:pt x="150" y="547"/>
                    <a:pt x="149" y="547"/>
                  </a:cubicBezTo>
                  <a:cubicBezTo>
                    <a:pt x="148" y="548"/>
                    <a:pt x="148" y="548"/>
                    <a:pt x="146" y="549"/>
                  </a:cubicBezTo>
                  <a:cubicBezTo>
                    <a:pt x="146" y="549"/>
                    <a:pt x="146" y="548"/>
                    <a:pt x="147" y="547"/>
                  </a:cubicBezTo>
                  <a:cubicBezTo>
                    <a:pt x="146" y="546"/>
                    <a:pt x="147" y="544"/>
                    <a:pt x="145" y="545"/>
                  </a:cubicBezTo>
                  <a:cubicBezTo>
                    <a:pt x="146" y="545"/>
                    <a:pt x="146" y="545"/>
                    <a:pt x="146" y="545"/>
                  </a:cubicBezTo>
                  <a:cubicBezTo>
                    <a:pt x="145" y="545"/>
                    <a:pt x="143" y="545"/>
                    <a:pt x="144" y="544"/>
                  </a:cubicBezTo>
                  <a:cubicBezTo>
                    <a:pt x="143" y="544"/>
                    <a:pt x="142" y="543"/>
                    <a:pt x="140" y="544"/>
                  </a:cubicBezTo>
                  <a:cubicBezTo>
                    <a:pt x="140" y="543"/>
                    <a:pt x="143" y="543"/>
                    <a:pt x="141" y="543"/>
                  </a:cubicBezTo>
                  <a:cubicBezTo>
                    <a:pt x="143" y="543"/>
                    <a:pt x="143" y="543"/>
                    <a:pt x="143" y="543"/>
                  </a:cubicBezTo>
                  <a:cubicBezTo>
                    <a:pt x="143" y="541"/>
                    <a:pt x="142" y="539"/>
                    <a:pt x="142" y="537"/>
                  </a:cubicBezTo>
                  <a:cubicBezTo>
                    <a:pt x="145" y="537"/>
                    <a:pt x="142" y="534"/>
                    <a:pt x="144" y="534"/>
                  </a:cubicBezTo>
                  <a:cubicBezTo>
                    <a:pt x="143" y="533"/>
                    <a:pt x="146" y="532"/>
                    <a:pt x="143" y="530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5" y="530"/>
                    <a:pt x="146" y="528"/>
                    <a:pt x="147" y="527"/>
                  </a:cubicBezTo>
                  <a:cubicBezTo>
                    <a:pt x="148" y="527"/>
                    <a:pt x="146" y="526"/>
                    <a:pt x="146" y="525"/>
                  </a:cubicBezTo>
                  <a:cubicBezTo>
                    <a:pt x="147" y="525"/>
                    <a:pt x="147" y="525"/>
                    <a:pt x="147" y="525"/>
                  </a:cubicBezTo>
                  <a:cubicBezTo>
                    <a:pt x="147" y="524"/>
                    <a:pt x="145" y="523"/>
                    <a:pt x="145" y="522"/>
                  </a:cubicBezTo>
                  <a:cubicBezTo>
                    <a:pt x="146" y="522"/>
                    <a:pt x="145" y="521"/>
                    <a:pt x="146" y="521"/>
                  </a:cubicBezTo>
                  <a:cubicBezTo>
                    <a:pt x="146" y="522"/>
                    <a:pt x="147" y="523"/>
                    <a:pt x="149" y="525"/>
                  </a:cubicBezTo>
                  <a:cubicBezTo>
                    <a:pt x="150" y="525"/>
                    <a:pt x="147" y="522"/>
                    <a:pt x="149" y="523"/>
                  </a:cubicBezTo>
                  <a:cubicBezTo>
                    <a:pt x="150" y="522"/>
                    <a:pt x="150" y="521"/>
                    <a:pt x="149" y="520"/>
                  </a:cubicBezTo>
                  <a:cubicBezTo>
                    <a:pt x="149" y="521"/>
                    <a:pt x="150" y="520"/>
                    <a:pt x="150" y="521"/>
                  </a:cubicBezTo>
                  <a:cubicBezTo>
                    <a:pt x="151" y="521"/>
                    <a:pt x="151" y="520"/>
                    <a:pt x="151" y="520"/>
                  </a:cubicBezTo>
                  <a:cubicBezTo>
                    <a:pt x="150" y="520"/>
                    <a:pt x="150" y="520"/>
                    <a:pt x="150" y="520"/>
                  </a:cubicBezTo>
                  <a:cubicBezTo>
                    <a:pt x="149" y="519"/>
                    <a:pt x="150" y="518"/>
                    <a:pt x="148" y="517"/>
                  </a:cubicBezTo>
                  <a:cubicBezTo>
                    <a:pt x="148" y="517"/>
                    <a:pt x="149" y="518"/>
                    <a:pt x="148" y="518"/>
                  </a:cubicBezTo>
                  <a:cubicBezTo>
                    <a:pt x="147" y="517"/>
                    <a:pt x="148" y="516"/>
                    <a:pt x="149" y="516"/>
                  </a:cubicBezTo>
                  <a:cubicBezTo>
                    <a:pt x="150" y="517"/>
                    <a:pt x="150" y="519"/>
                    <a:pt x="151" y="519"/>
                  </a:cubicBezTo>
                  <a:cubicBezTo>
                    <a:pt x="150" y="515"/>
                    <a:pt x="150" y="515"/>
                    <a:pt x="150" y="515"/>
                  </a:cubicBezTo>
                  <a:cubicBezTo>
                    <a:pt x="150" y="516"/>
                    <a:pt x="149" y="516"/>
                    <a:pt x="148" y="515"/>
                  </a:cubicBezTo>
                  <a:cubicBezTo>
                    <a:pt x="148" y="516"/>
                    <a:pt x="148" y="516"/>
                    <a:pt x="148" y="516"/>
                  </a:cubicBezTo>
                  <a:cubicBezTo>
                    <a:pt x="147" y="515"/>
                    <a:pt x="147" y="515"/>
                    <a:pt x="147" y="515"/>
                  </a:cubicBezTo>
                  <a:cubicBezTo>
                    <a:pt x="147" y="516"/>
                    <a:pt x="145" y="516"/>
                    <a:pt x="145" y="517"/>
                  </a:cubicBezTo>
                  <a:cubicBezTo>
                    <a:pt x="147" y="518"/>
                    <a:pt x="147" y="518"/>
                    <a:pt x="147" y="518"/>
                  </a:cubicBezTo>
                  <a:cubicBezTo>
                    <a:pt x="146" y="519"/>
                    <a:pt x="147" y="521"/>
                    <a:pt x="146" y="520"/>
                  </a:cubicBezTo>
                  <a:cubicBezTo>
                    <a:pt x="145" y="519"/>
                    <a:pt x="145" y="519"/>
                    <a:pt x="144" y="519"/>
                  </a:cubicBezTo>
                  <a:cubicBezTo>
                    <a:pt x="144" y="519"/>
                    <a:pt x="144" y="519"/>
                    <a:pt x="144" y="519"/>
                  </a:cubicBezTo>
                  <a:cubicBezTo>
                    <a:pt x="142" y="518"/>
                    <a:pt x="142" y="518"/>
                    <a:pt x="142" y="518"/>
                  </a:cubicBezTo>
                  <a:cubicBezTo>
                    <a:pt x="145" y="520"/>
                    <a:pt x="142" y="520"/>
                    <a:pt x="142" y="521"/>
                  </a:cubicBezTo>
                  <a:cubicBezTo>
                    <a:pt x="142" y="520"/>
                    <a:pt x="142" y="520"/>
                    <a:pt x="142" y="520"/>
                  </a:cubicBezTo>
                  <a:cubicBezTo>
                    <a:pt x="140" y="521"/>
                    <a:pt x="143" y="521"/>
                    <a:pt x="143" y="522"/>
                  </a:cubicBezTo>
                  <a:cubicBezTo>
                    <a:pt x="142" y="522"/>
                    <a:pt x="140" y="520"/>
                    <a:pt x="139" y="520"/>
                  </a:cubicBezTo>
                  <a:cubicBezTo>
                    <a:pt x="138" y="521"/>
                    <a:pt x="139" y="524"/>
                    <a:pt x="137" y="524"/>
                  </a:cubicBezTo>
                  <a:cubicBezTo>
                    <a:pt x="136" y="525"/>
                    <a:pt x="137" y="526"/>
                    <a:pt x="137" y="528"/>
                  </a:cubicBezTo>
                  <a:cubicBezTo>
                    <a:pt x="137" y="529"/>
                    <a:pt x="135" y="527"/>
                    <a:pt x="136" y="528"/>
                  </a:cubicBezTo>
                  <a:cubicBezTo>
                    <a:pt x="135" y="527"/>
                    <a:pt x="134" y="527"/>
                    <a:pt x="133" y="527"/>
                  </a:cubicBezTo>
                  <a:cubicBezTo>
                    <a:pt x="134" y="527"/>
                    <a:pt x="132" y="528"/>
                    <a:pt x="135" y="529"/>
                  </a:cubicBezTo>
                  <a:cubicBezTo>
                    <a:pt x="133" y="529"/>
                    <a:pt x="132" y="532"/>
                    <a:pt x="133" y="533"/>
                  </a:cubicBezTo>
                  <a:cubicBezTo>
                    <a:pt x="133" y="533"/>
                    <a:pt x="131" y="532"/>
                    <a:pt x="130" y="532"/>
                  </a:cubicBezTo>
                  <a:cubicBezTo>
                    <a:pt x="131" y="534"/>
                    <a:pt x="132" y="535"/>
                    <a:pt x="131" y="536"/>
                  </a:cubicBezTo>
                  <a:cubicBezTo>
                    <a:pt x="133" y="537"/>
                    <a:pt x="133" y="536"/>
                    <a:pt x="135" y="537"/>
                  </a:cubicBezTo>
                  <a:cubicBezTo>
                    <a:pt x="135" y="537"/>
                    <a:pt x="136" y="537"/>
                    <a:pt x="136" y="537"/>
                  </a:cubicBezTo>
                  <a:cubicBezTo>
                    <a:pt x="134" y="537"/>
                    <a:pt x="131" y="537"/>
                    <a:pt x="131" y="538"/>
                  </a:cubicBezTo>
                  <a:cubicBezTo>
                    <a:pt x="128" y="538"/>
                    <a:pt x="132" y="536"/>
                    <a:pt x="129" y="536"/>
                  </a:cubicBezTo>
                  <a:cubicBezTo>
                    <a:pt x="126" y="535"/>
                    <a:pt x="127" y="533"/>
                    <a:pt x="128" y="533"/>
                  </a:cubicBezTo>
                  <a:cubicBezTo>
                    <a:pt x="126" y="531"/>
                    <a:pt x="128" y="533"/>
                    <a:pt x="126" y="533"/>
                  </a:cubicBezTo>
                  <a:cubicBezTo>
                    <a:pt x="126" y="534"/>
                    <a:pt x="127" y="535"/>
                    <a:pt x="127" y="536"/>
                  </a:cubicBezTo>
                  <a:cubicBezTo>
                    <a:pt x="128" y="537"/>
                    <a:pt x="128" y="536"/>
                    <a:pt x="129" y="537"/>
                  </a:cubicBezTo>
                  <a:cubicBezTo>
                    <a:pt x="131" y="539"/>
                    <a:pt x="127" y="539"/>
                    <a:pt x="127" y="539"/>
                  </a:cubicBezTo>
                  <a:cubicBezTo>
                    <a:pt x="126" y="538"/>
                    <a:pt x="126" y="538"/>
                    <a:pt x="126" y="538"/>
                  </a:cubicBezTo>
                  <a:cubicBezTo>
                    <a:pt x="125" y="539"/>
                    <a:pt x="127" y="540"/>
                    <a:pt x="127" y="541"/>
                  </a:cubicBezTo>
                  <a:cubicBezTo>
                    <a:pt x="124" y="541"/>
                    <a:pt x="126" y="539"/>
                    <a:pt x="124" y="538"/>
                  </a:cubicBezTo>
                  <a:cubicBezTo>
                    <a:pt x="122" y="539"/>
                    <a:pt x="122" y="539"/>
                    <a:pt x="122" y="539"/>
                  </a:cubicBezTo>
                  <a:cubicBezTo>
                    <a:pt x="122" y="542"/>
                    <a:pt x="125" y="540"/>
                    <a:pt x="124" y="542"/>
                  </a:cubicBezTo>
                  <a:cubicBezTo>
                    <a:pt x="123" y="542"/>
                    <a:pt x="123" y="542"/>
                    <a:pt x="123" y="542"/>
                  </a:cubicBezTo>
                  <a:cubicBezTo>
                    <a:pt x="124" y="543"/>
                    <a:pt x="124" y="543"/>
                    <a:pt x="124" y="543"/>
                  </a:cubicBezTo>
                  <a:cubicBezTo>
                    <a:pt x="125" y="543"/>
                    <a:pt x="127" y="543"/>
                    <a:pt x="126" y="542"/>
                  </a:cubicBezTo>
                  <a:cubicBezTo>
                    <a:pt x="130" y="542"/>
                    <a:pt x="127" y="543"/>
                    <a:pt x="128" y="544"/>
                  </a:cubicBezTo>
                  <a:cubicBezTo>
                    <a:pt x="130" y="545"/>
                    <a:pt x="127" y="544"/>
                    <a:pt x="129" y="543"/>
                  </a:cubicBezTo>
                  <a:cubicBezTo>
                    <a:pt x="131" y="543"/>
                    <a:pt x="131" y="544"/>
                    <a:pt x="131" y="545"/>
                  </a:cubicBezTo>
                  <a:cubicBezTo>
                    <a:pt x="132" y="546"/>
                    <a:pt x="130" y="546"/>
                    <a:pt x="129" y="547"/>
                  </a:cubicBezTo>
                  <a:cubicBezTo>
                    <a:pt x="128" y="546"/>
                    <a:pt x="128" y="545"/>
                    <a:pt x="129" y="545"/>
                  </a:cubicBezTo>
                  <a:cubicBezTo>
                    <a:pt x="127" y="544"/>
                    <a:pt x="125" y="547"/>
                    <a:pt x="124" y="546"/>
                  </a:cubicBezTo>
                  <a:cubicBezTo>
                    <a:pt x="123" y="548"/>
                    <a:pt x="125" y="547"/>
                    <a:pt x="126" y="548"/>
                  </a:cubicBezTo>
                  <a:cubicBezTo>
                    <a:pt x="126" y="547"/>
                    <a:pt x="128" y="547"/>
                    <a:pt x="128" y="547"/>
                  </a:cubicBezTo>
                  <a:cubicBezTo>
                    <a:pt x="133" y="548"/>
                    <a:pt x="125" y="549"/>
                    <a:pt x="127" y="551"/>
                  </a:cubicBezTo>
                  <a:cubicBezTo>
                    <a:pt x="130" y="550"/>
                    <a:pt x="132" y="552"/>
                    <a:pt x="134" y="549"/>
                  </a:cubicBezTo>
                  <a:cubicBezTo>
                    <a:pt x="135" y="549"/>
                    <a:pt x="136" y="550"/>
                    <a:pt x="136" y="550"/>
                  </a:cubicBezTo>
                  <a:cubicBezTo>
                    <a:pt x="134" y="551"/>
                    <a:pt x="135" y="552"/>
                    <a:pt x="133" y="552"/>
                  </a:cubicBezTo>
                  <a:cubicBezTo>
                    <a:pt x="133" y="553"/>
                    <a:pt x="133" y="553"/>
                    <a:pt x="133" y="553"/>
                  </a:cubicBezTo>
                  <a:cubicBezTo>
                    <a:pt x="130" y="553"/>
                    <a:pt x="130" y="553"/>
                    <a:pt x="130" y="553"/>
                  </a:cubicBezTo>
                  <a:cubicBezTo>
                    <a:pt x="130" y="554"/>
                    <a:pt x="129" y="557"/>
                    <a:pt x="129" y="558"/>
                  </a:cubicBezTo>
                  <a:cubicBezTo>
                    <a:pt x="130" y="558"/>
                    <a:pt x="130" y="556"/>
                    <a:pt x="131" y="557"/>
                  </a:cubicBezTo>
                  <a:cubicBezTo>
                    <a:pt x="130" y="557"/>
                    <a:pt x="130" y="559"/>
                    <a:pt x="131" y="559"/>
                  </a:cubicBezTo>
                  <a:cubicBezTo>
                    <a:pt x="130" y="558"/>
                    <a:pt x="133" y="557"/>
                    <a:pt x="134" y="557"/>
                  </a:cubicBezTo>
                  <a:cubicBezTo>
                    <a:pt x="134" y="558"/>
                    <a:pt x="134" y="560"/>
                    <a:pt x="133" y="560"/>
                  </a:cubicBezTo>
                  <a:cubicBezTo>
                    <a:pt x="131" y="561"/>
                    <a:pt x="131" y="561"/>
                    <a:pt x="131" y="561"/>
                  </a:cubicBezTo>
                  <a:cubicBezTo>
                    <a:pt x="133" y="560"/>
                    <a:pt x="131" y="562"/>
                    <a:pt x="132" y="562"/>
                  </a:cubicBezTo>
                  <a:cubicBezTo>
                    <a:pt x="133" y="561"/>
                    <a:pt x="135" y="560"/>
                    <a:pt x="136" y="559"/>
                  </a:cubicBezTo>
                  <a:cubicBezTo>
                    <a:pt x="137" y="559"/>
                    <a:pt x="136" y="561"/>
                    <a:pt x="137" y="561"/>
                  </a:cubicBezTo>
                  <a:cubicBezTo>
                    <a:pt x="135" y="561"/>
                    <a:pt x="135" y="561"/>
                    <a:pt x="135" y="561"/>
                  </a:cubicBezTo>
                  <a:cubicBezTo>
                    <a:pt x="136" y="562"/>
                    <a:pt x="133" y="564"/>
                    <a:pt x="135" y="564"/>
                  </a:cubicBezTo>
                  <a:cubicBezTo>
                    <a:pt x="136" y="563"/>
                    <a:pt x="136" y="563"/>
                    <a:pt x="136" y="563"/>
                  </a:cubicBezTo>
                  <a:cubicBezTo>
                    <a:pt x="136" y="564"/>
                    <a:pt x="136" y="564"/>
                    <a:pt x="135" y="564"/>
                  </a:cubicBezTo>
                  <a:close/>
                  <a:moveTo>
                    <a:pt x="181" y="303"/>
                  </a:move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lose/>
                  <a:moveTo>
                    <a:pt x="191" y="308"/>
                  </a:moveTo>
                  <a:cubicBezTo>
                    <a:pt x="190" y="307"/>
                    <a:pt x="190" y="306"/>
                    <a:pt x="190" y="306"/>
                  </a:cubicBezTo>
                  <a:cubicBezTo>
                    <a:pt x="191" y="308"/>
                    <a:pt x="191" y="308"/>
                    <a:pt x="191" y="308"/>
                  </a:cubicBezTo>
                  <a:cubicBezTo>
                    <a:pt x="191" y="308"/>
                    <a:pt x="191" y="308"/>
                    <a:pt x="191" y="308"/>
                  </a:cubicBezTo>
                  <a:close/>
                  <a:moveTo>
                    <a:pt x="199" y="323"/>
                  </a:moveTo>
                  <a:cubicBezTo>
                    <a:pt x="199" y="323"/>
                    <a:pt x="199" y="323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200" y="324"/>
                    <a:pt x="200" y="324"/>
                  </a:cubicBezTo>
                  <a:cubicBezTo>
                    <a:pt x="200" y="324"/>
                    <a:pt x="200" y="324"/>
                    <a:pt x="200" y="324"/>
                  </a:cubicBezTo>
                  <a:cubicBezTo>
                    <a:pt x="198" y="324"/>
                    <a:pt x="198" y="324"/>
                    <a:pt x="199" y="323"/>
                  </a:cubicBezTo>
                  <a:close/>
                  <a:moveTo>
                    <a:pt x="198" y="307"/>
                  </a:move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6"/>
                    <a:pt x="198" y="306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7" y="308"/>
                    <a:pt x="197" y="304"/>
                    <a:pt x="197" y="307"/>
                  </a:cubicBezTo>
                  <a:cubicBezTo>
                    <a:pt x="197" y="305"/>
                    <a:pt x="197" y="305"/>
                    <a:pt x="197" y="305"/>
                  </a:cubicBezTo>
                  <a:cubicBezTo>
                    <a:pt x="196" y="308"/>
                    <a:pt x="196" y="304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5" y="305"/>
                    <a:pt x="194" y="309"/>
                    <a:pt x="194" y="307"/>
                  </a:cubicBezTo>
                  <a:cubicBezTo>
                    <a:pt x="194" y="307"/>
                    <a:pt x="193" y="307"/>
                    <a:pt x="193" y="309"/>
                  </a:cubicBezTo>
                  <a:cubicBezTo>
                    <a:pt x="193" y="307"/>
                    <a:pt x="193" y="307"/>
                    <a:pt x="193" y="307"/>
                  </a:cubicBezTo>
                  <a:cubicBezTo>
                    <a:pt x="192" y="307"/>
                    <a:pt x="192" y="307"/>
                    <a:pt x="191" y="308"/>
                  </a:cubicBezTo>
                  <a:cubicBezTo>
                    <a:pt x="191" y="307"/>
                    <a:pt x="191" y="307"/>
                    <a:pt x="191" y="307"/>
                  </a:cubicBezTo>
                  <a:cubicBezTo>
                    <a:pt x="190" y="306"/>
                    <a:pt x="189" y="304"/>
                    <a:pt x="189" y="304"/>
                  </a:cubicBezTo>
                  <a:cubicBezTo>
                    <a:pt x="188" y="302"/>
                    <a:pt x="189" y="304"/>
                    <a:pt x="189" y="303"/>
                  </a:cubicBezTo>
                  <a:cubicBezTo>
                    <a:pt x="189" y="302"/>
                    <a:pt x="189" y="303"/>
                    <a:pt x="188" y="302"/>
                  </a:cubicBezTo>
                  <a:cubicBezTo>
                    <a:pt x="188" y="300"/>
                    <a:pt x="188" y="300"/>
                    <a:pt x="188" y="300"/>
                  </a:cubicBezTo>
                  <a:cubicBezTo>
                    <a:pt x="188" y="300"/>
                    <a:pt x="189" y="302"/>
                    <a:pt x="190" y="303"/>
                  </a:cubicBezTo>
                  <a:cubicBezTo>
                    <a:pt x="190" y="303"/>
                    <a:pt x="190" y="303"/>
                    <a:pt x="189" y="302"/>
                  </a:cubicBezTo>
                  <a:cubicBezTo>
                    <a:pt x="190" y="304"/>
                    <a:pt x="191" y="305"/>
                    <a:pt x="191" y="307"/>
                  </a:cubicBezTo>
                  <a:cubicBezTo>
                    <a:pt x="192" y="308"/>
                    <a:pt x="190" y="305"/>
                    <a:pt x="191" y="305"/>
                  </a:cubicBezTo>
                  <a:cubicBezTo>
                    <a:pt x="191" y="306"/>
                    <a:pt x="190" y="304"/>
                    <a:pt x="190" y="303"/>
                  </a:cubicBezTo>
                  <a:cubicBezTo>
                    <a:pt x="188" y="298"/>
                    <a:pt x="192" y="306"/>
                    <a:pt x="192" y="305"/>
                  </a:cubicBezTo>
                  <a:cubicBezTo>
                    <a:pt x="190" y="302"/>
                    <a:pt x="191" y="301"/>
                    <a:pt x="189" y="298"/>
                  </a:cubicBezTo>
                  <a:cubicBezTo>
                    <a:pt x="189" y="297"/>
                    <a:pt x="189" y="296"/>
                    <a:pt x="189" y="297"/>
                  </a:cubicBezTo>
                  <a:cubicBezTo>
                    <a:pt x="190" y="299"/>
                    <a:pt x="190" y="298"/>
                    <a:pt x="190" y="300"/>
                  </a:cubicBezTo>
                  <a:cubicBezTo>
                    <a:pt x="191" y="300"/>
                    <a:pt x="191" y="300"/>
                    <a:pt x="191" y="300"/>
                  </a:cubicBezTo>
                  <a:cubicBezTo>
                    <a:pt x="191" y="302"/>
                    <a:pt x="191" y="302"/>
                    <a:pt x="191" y="302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5"/>
                    <a:pt x="192" y="304"/>
                    <a:pt x="193" y="303"/>
                  </a:cubicBezTo>
                  <a:cubicBezTo>
                    <a:pt x="193" y="304"/>
                    <a:pt x="193" y="305"/>
                    <a:pt x="193" y="305"/>
                  </a:cubicBezTo>
                  <a:cubicBezTo>
                    <a:pt x="193" y="304"/>
                    <a:pt x="192" y="302"/>
                    <a:pt x="192" y="302"/>
                  </a:cubicBezTo>
                  <a:cubicBezTo>
                    <a:pt x="193" y="301"/>
                    <a:pt x="194" y="303"/>
                    <a:pt x="194" y="304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4"/>
                    <a:pt x="194" y="306"/>
                    <a:pt x="194" y="306"/>
                  </a:cubicBezTo>
                  <a:cubicBezTo>
                    <a:pt x="194" y="304"/>
                    <a:pt x="194" y="303"/>
                    <a:pt x="193" y="301"/>
                  </a:cubicBezTo>
                  <a:cubicBezTo>
                    <a:pt x="193" y="301"/>
                    <a:pt x="194" y="302"/>
                    <a:pt x="194" y="302"/>
                  </a:cubicBezTo>
                  <a:cubicBezTo>
                    <a:pt x="194" y="303"/>
                    <a:pt x="194" y="303"/>
                    <a:pt x="194" y="303"/>
                  </a:cubicBezTo>
                  <a:cubicBezTo>
                    <a:pt x="194" y="303"/>
                    <a:pt x="195" y="306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5" y="304"/>
                    <a:pt x="195" y="305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6" y="305"/>
                    <a:pt x="196" y="305"/>
                    <a:pt x="196" y="305"/>
                  </a:cubicBezTo>
                  <a:cubicBezTo>
                    <a:pt x="196" y="304"/>
                    <a:pt x="195" y="302"/>
                    <a:pt x="196" y="304"/>
                  </a:cubicBezTo>
                  <a:cubicBezTo>
                    <a:pt x="195" y="301"/>
                    <a:pt x="196" y="304"/>
                    <a:pt x="195" y="303"/>
                  </a:cubicBezTo>
                  <a:cubicBezTo>
                    <a:pt x="194" y="301"/>
                    <a:pt x="195" y="301"/>
                    <a:pt x="195" y="301"/>
                  </a:cubicBezTo>
                  <a:cubicBezTo>
                    <a:pt x="196" y="303"/>
                    <a:pt x="195" y="301"/>
                    <a:pt x="196" y="301"/>
                  </a:cubicBezTo>
                  <a:cubicBezTo>
                    <a:pt x="196" y="302"/>
                    <a:pt x="196" y="302"/>
                    <a:pt x="196" y="303"/>
                  </a:cubicBezTo>
                  <a:cubicBezTo>
                    <a:pt x="196" y="301"/>
                    <a:pt x="196" y="301"/>
                    <a:pt x="196" y="301"/>
                  </a:cubicBezTo>
                  <a:cubicBezTo>
                    <a:pt x="197" y="304"/>
                    <a:pt x="196" y="300"/>
                    <a:pt x="197" y="301"/>
                  </a:cubicBezTo>
                  <a:cubicBezTo>
                    <a:pt x="197" y="302"/>
                    <a:pt x="197" y="303"/>
                    <a:pt x="198" y="304"/>
                  </a:cubicBezTo>
                  <a:cubicBezTo>
                    <a:pt x="197" y="301"/>
                    <a:pt x="197" y="301"/>
                    <a:pt x="196" y="299"/>
                  </a:cubicBezTo>
                  <a:cubicBezTo>
                    <a:pt x="197" y="300"/>
                    <a:pt x="197" y="302"/>
                    <a:pt x="198" y="304"/>
                  </a:cubicBezTo>
                  <a:cubicBezTo>
                    <a:pt x="198" y="302"/>
                    <a:pt x="199" y="305"/>
                    <a:pt x="198" y="302"/>
                  </a:cubicBezTo>
                  <a:cubicBezTo>
                    <a:pt x="198" y="302"/>
                    <a:pt x="198" y="301"/>
                    <a:pt x="197" y="300"/>
                  </a:cubicBezTo>
                  <a:cubicBezTo>
                    <a:pt x="198" y="300"/>
                    <a:pt x="198" y="301"/>
                    <a:pt x="198" y="302"/>
                  </a:cubicBezTo>
                  <a:cubicBezTo>
                    <a:pt x="198" y="301"/>
                    <a:pt x="198" y="299"/>
                    <a:pt x="198" y="299"/>
                  </a:cubicBezTo>
                  <a:cubicBezTo>
                    <a:pt x="198" y="299"/>
                    <a:pt x="198" y="296"/>
                    <a:pt x="198" y="298"/>
                  </a:cubicBezTo>
                  <a:cubicBezTo>
                    <a:pt x="199" y="300"/>
                    <a:pt x="198" y="299"/>
                    <a:pt x="198" y="300"/>
                  </a:cubicBezTo>
                  <a:cubicBezTo>
                    <a:pt x="199" y="300"/>
                    <a:pt x="198" y="296"/>
                    <a:pt x="198" y="295"/>
                  </a:cubicBezTo>
                  <a:cubicBezTo>
                    <a:pt x="198" y="294"/>
                    <a:pt x="197" y="291"/>
                    <a:pt x="197" y="290"/>
                  </a:cubicBezTo>
                  <a:cubicBezTo>
                    <a:pt x="198" y="291"/>
                    <a:pt x="197" y="291"/>
                    <a:pt x="198" y="293"/>
                  </a:cubicBezTo>
                  <a:cubicBezTo>
                    <a:pt x="198" y="293"/>
                    <a:pt x="198" y="293"/>
                    <a:pt x="198" y="293"/>
                  </a:cubicBezTo>
                  <a:cubicBezTo>
                    <a:pt x="199" y="296"/>
                    <a:pt x="198" y="298"/>
                    <a:pt x="199" y="300"/>
                  </a:cubicBezTo>
                  <a:cubicBezTo>
                    <a:pt x="199" y="299"/>
                    <a:pt x="199" y="299"/>
                    <a:pt x="199" y="299"/>
                  </a:cubicBezTo>
                  <a:cubicBezTo>
                    <a:pt x="200" y="302"/>
                    <a:pt x="200" y="302"/>
                    <a:pt x="200" y="302"/>
                  </a:cubicBezTo>
                  <a:cubicBezTo>
                    <a:pt x="200" y="300"/>
                    <a:pt x="200" y="301"/>
                    <a:pt x="200" y="301"/>
                  </a:cubicBezTo>
                  <a:cubicBezTo>
                    <a:pt x="200" y="299"/>
                    <a:pt x="200" y="302"/>
                    <a:pt x="200" y="300"/>
                  </a:cubicBezTo>
                  <a:cubicBezTo>
                    <a:pt x="200" y="300"/>
                    <a:pt x="200" y="297"/>
                    <a:pt x="200" y="298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1" y="302"/>
                    <a:pt x="201" y="299"/>
                    <a:pt x="201" y="300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2" y="301"/>
                    <a:pt x="203" y="301"/>
                    <a:pt x="204" y="297"/>
                  </a:cubicBezTo>
                  <a:cubicBezTo>
                    <a:pt x="204" y="298"/>
                    <a:pt x="204" y="299"/>
                    <a:pt x="205" y="300"/>
                  </a:cubicBezTo>
                  <a:cubicBezTo>
                    <a:pt x="205" y="299"/>
                    <a:pt x="205" y="298"/>
                    <a:pt x="205" y="298"/>
                  </a:cubicBezTo>
                  <a:cubicBezTo>
                    <a:pt x="205" y="300"/>
                    <a:pt x="205" y="300"/>
                    <a:pt x="205" y="300"/>
                  </a:cubicBezTo>
                  <a:cubicBezTo>
                    <a:pt x="206" y="301"/>
                    <a:pt x="206" y="299"/>
                    <a:pt x="206" y="298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7" y="300"/>
                    <a:pt x="207" y="298"/>
                    <a:pt x="207" y="298"/>
                  </a:cubicBezTo>
                  <a:cubicBezTo>
                    <a:pt x="207" y="299"/>
                    <a:pt x="207" y="299"/>
                    <a:pt x="207" y="299"/>
                  </a:cubicBezTo>
                  <a:cubicBezTo>
                    <a:pt x="207" y="298"/>
                    <a:pt x="207" y="298"/>
                    <a:pt x="207" y="298"/>
                  </a:cubicBezTo>
                  <a:cubicBezTo>
                    <a:pt x="207" y="297"/>
                    <a:pt x="207" y="297"/>
                    <a:pt x="207" y="299"/>
                  </a:cubicBezTo>
                  <a:cubicBezTo>
                    <a:pt x="208" y="298"/>
                    <a:pt x="208" y="298"/>
                    <a:pt x="208" y="298"/>
                  </a:cubicBezTo>
                  <a:cubicBezTo>
                    <a:pt x="208" y="299"/>
                    <a:pt x="208" y="299"/>
                    <a:pt x="209" y="298"/>
                  </a:cubicBezTo>
                  <a:cubicBezTo>
                    <a:pt x="209" y="298"/>
                    <a:pt x="209" y="297"/>
                    <a:pt x="209" y="296"/>
                  </a:cubicBezTo>
                  <a:cubicBezTo>
                    <a:pt x="209" y="293"/>
                    <a:pt x="209" y="296"/>
                    <a:pt x="209" y="295"/>
                  </a:cubicBezTo>
                  <a:cubicBezTo>
                    <a:pt x="209" y="297"/>
                    <a:pt x="209" y="297"/>
                    <a:pt x="209" y="297"/>
                  </a:cubicBezTo>
                  <a:cubicBezTo>
                    <a:pt x="209" y="300"/>
                    <a:pt x="210" y="298"/>
                    <a:pt x="211" y="299"/>
                  </a:cubicBezTo>
                  <a:cubicBezTo>
                    <a:pt x="211" y="297"/>
                    <a:pt x="211" y="297"/>
                    <a:pt x="211" y="297"/>
                  </a:cubicBezTo>
                  <a:cubicBezTo>
                    <a:pt x="211" y="300"/>
                    <a:pt x="212" y="297"/>
                    <a:pt x="212" y="299"/>
                  </a:cubicBezTo>
                  <a:cubicBezTo>
                    <a:pt x="213" y="298"/>
                    <a:pt x="213" y="295"/>
                    <a:pt x="214" y="295"/>
                  </a:cubicBezTo>
                  <a:cubicBezTo>
                    <a:pt x="214" y="293"/>
                    <a:pt x="213" y="298"/>
                    <a:pt x="213" y="299"/>
                  </a:cubicBezTo>
                  <a:cubicBezTo>
                    <a:pt x="213" y="298"/>
                    <a:pt x="214" y="298"/>
                    <a:pt x="214" y="298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4" y="297"/>
                    <a:pt x="215" y="296"/>
                    <a:pt x="215" y="297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5" y="298"/>
                    <a:pt x="214" y="299"/>
                    <a:pt x="215" y="299"/>
                  </a:cubicBezTo>
                  <a:cubicBezTo>
                    <a:pt x="215" y="297"/>
                    <a:pt x="215" y="298"/>
                    <a:pt x="216" y="297"/>
                  </a:cubicBezTo>
                  <a:cubicBezTo>
                    <a:pt x="215" y="298"/>
                    <a:pt x="215" y="298"/>
                    <a:pt x="215" y="298"/>
                  </a:cubicBezTo>
                  <a:cubicBezTo>
                    <a:pt x="216" y="296"/>
                    <a:pt x="216" y="296"/>
                    <a:pt x="216" y="296"/>
                  </a:cubicBezTo>
                  <a:cubicBezTo>
                    <a:pt x="216" y="297"/>
                    <a:pt x="216" y="297"/>
                    <a:pt x="216" y="297"/>
                  </a:cubicBezTo>
                  <a:cubicBezTo>
                    <a:pt x="215" y="299"/>
                    <a:pt x="215" y="299"/>
                    <a:pt x="215" y="299"/>
                  </a:cubicBezTo>
                  <a:cubicBezTo>
                    <a:pt x="215" y="300"/>
                    <a:pt x="216" y="297"/>
                    <a:pt x="216" y="297"/>
                  </a:cubicBezTo>
                  <a:cubicBezTo>
                    <a:pt x="217" y="296"/>
                    <a:pt x="216" y="297"/>
                    <a:pt x="216" y="298"/>
                  </a:cubicBezTo>
                  <a:cubicBezTo>
                    <a:pt x="216" y="298"/>
                    <a:pt x="216" y="297"/>
                    <a:pt x="216" y="298"/>
                  </a:cubicBezTo>
                  <a:cubicBezTo>
                    <a:pt x="215" y="299"/>
                    <a:pt x="216" y="298"/>
                    <a:pt x="215" y="299"/>
                  </a:cubicBezTo>
                  <a:cubicBezTo>
                    <a:pt x="215" y="299"/>
                    <a:pt x="216" y="297"/>
                    <a:pt x="216" y="298"/>
                  </a:cubicBezTo>
                  <a:cubicBezTo>
                    <a:pt x="216" y="298"/>
                    <a:pt x="217" y="298"/>
                    <a:pt x="216" y="299"/>
                  </a:cubicBezTo>
                  <a:cubicBezTo>
                    <a:pt x="216" y="298"/>
                    <a:pt x="216" y="299"/>
                    <a:pt x="217" y="298"/>
                  </a:cubicBezTo>
                  <a:cubicBezTo>
                    <a:pt x="217" y="298"/>
                    <a:pt x="217" y="297"/>
                    <a:pt x="217" y="296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7" y="297"/>
                    <a:pt x="217" y="297"/>
                    <a:pt x="217" y="297"/>
                  </a:cubicBezTo>
                  <a:cubicBezTo>
                    <a:pt x="218" y="296"/>
                    <a:pt x="218" y="297"/>
                    <a:pt x="218" y="296"/>
                  </a:cubicBezTo>
                  <a:cubicBezTo>
                    <a:pt x="217" y="298"/>
                    <a:pt x="217" y="298"/>
                    <a:pt x="217" y="298"/>
                  </a:cubicBezTo>
                  <a:cubicBezTo>
                    <a:pt x="218" y="297"/>
                    <a:pt x="218" y="297"/>
                    <a:pt x="219" y="297"/>
                  </a:cubicBezTo>
                  <a:cubicBezTo>
                    <a:pt x="218" y="298"/>
                    <a:pt x="216" y="300"/>
                    <a:pt x="216" y="300"/>
                  </a:cubicBezTo>
                  <a:cubicBezTo>
                    <a:pt x="218" y="299"/>
                    <a:pt x="218" y="299"/>
                    <a:pt x="218" y="299"/>
                  </a:cubicBezTo>
                  <a:cubicBezTo>
                    <a:pt x="218" y="299"/>
                    <a:pt x="218" y="299"/>
                    <a:pt x="217" y="300"/>
                  </a:cubicBezTo>
                  <a:cubicBezTo>
                    <a:pt x="217" y="301"/>
                    <a:pt x="220" y="296"/>
                    <a:pt x="220" y="298"/>
                  </a:cubicBezTo>
                  <a:cubicBezTo>
                    <a:pt x="218" y="299"/>
                    <a:pt x="218" y="299"/>
                    <a:pt x="218" y="300"/>
                  </a:cubicBezTo>
                  <a:cubicBezTo>
                    <a:pt x="219" y="299"/>
                    <a:pt x="219" y="299"/>
                    <a:pt x="219" y="299"/>
                  </a:cubicBezTo>
                  <a:cubicBezTo>
                    <a:pt x="219" y="298"/>
                    <a:pt x="218" y="300"/>
                    <a:pt x="219" y="299"/>
                  </a:cubicBezTo>
                  <a:cubicBezTo>
                    <a:pt x="219" y="298"/>
                    <a:pt x="219" y="298"/>
                    <a:pt x="220" y="298"/>
                  </a:cubicBezTo>
                  <a:cubicBezTo>
                    <a:pt x="217" y="301"/>
                    <a:pt x="219" y="300"/>
                    <a:pt x="218" y="301"/>
                  </a:cubicBezTo>
                  <a:cubicBezTo>
                    <a:pt x="220" y="300"/>
                    <a:pt x="219" y="301"/>
                    <a:pt x="219" y="301"/>
                  </a:cubicBezTo>
                  <a:cubicBezTo>
                    <a:pt x="217" y="302"/>
                    <a:pt x="220" y="301"/>
                    <a:pt x="218" y="302"/>
                  </a:cubicBezTo>
                  <a:cubicBezTo>
                    <a:pt x="221" y="300"/>
                    <a:pt x="221" y="300"/>
                    <a:pt x="221" y="300"/>
                  </a:cubicBezTo>
                  <a:cubicBezTo>
                    <a:pt x="219" y="301"/>
                    <a:pt x="224" y="299"/>
                    <a:pt x="222" y="300"/>
                  </a:cubicBezTo>
                  <a:cubicBezTo>
                    <a:pt x="221" y="301"/>
                    <a:pt x="220" y="301"/>
                    <a:pt x="220" y="301"/>
                  </a:cubicBezTo>
                  <a:cubicBezTo>
                    <a:pt x="217" y="303"/>
                    <a:pt x="222" y="301"/>
                    <a:pt x="219" y="302"/>
                  </a:cubicBezTo>
                  <a:cubicBezTo>
                    <a:pt x="223" y="301"/>
                    <a:pt x="223" y="301"/>
                    <a:pt x="223" y="301"/>
                  </a:cubicBezTo>
                  <a:cubicBezTo>
                    <a:pt x="222" y="302"/>
                    <a:pt x="221" y="302"/>
                    <a:pt x="220" y="303"/>
                  </a:cubicBezTo>
                  <a:cubicBezTo>
                    <a:pt x="221" y="302"/>
                    <a:pt x="221" y="302"/>
                    <a:pt x="221" y="303"/>
                  </a:cubicBezTo>
                  <a:cubicBezTo>
                    <a:pt x="220" y="303"/>
                    <a:pt x="220" y="303"/>
                    <a:pt x="220" y="303"/>
                  </a:cubicBezTo>
                  <a:cubicBezTo>
                    <a:pt x="219" y="303"/>
                    <a:pt x="220" y="303"/>
                    <a:pt x="221" y="303"/>
                  </a:cubicBezTo>
                  <a:cubicBezTo>
                    <a:pt x="219" y="303"/>
                    <a:pt x="221" y="304"/>
                    <a:pt x="219" y="304"/>
                  </a:cubicBezTo>
                  <a:cubicBezTo>
                    <a:pt x="222" y="304"/>
                    <a:pt x="218" y="304"/>
                    <a:pt x="222" y="304"/>
                  </a:cubicBezTo>
                  <a:cubicBezTo>
                    <a:pt x="221" y="304"/>
                    <a:pt x="221" y="304"/>
                    <a:pt x="221" y="304"/>
                  </a:cubicBezTo>
                  <a:cubicBezTo>
                    <a:pt x="222" y="304"/>
                    <a:pt x="223" y="304"/>
                    <a:pt x="224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5"/>
                    <a:pt x="221" y="304"/>
                    <a:pt x="221" y="304"/>
                  </a:cubicBezTo>
                  <a:cubicBezTo>
                    <a:pt x="221" y="304"/>
                    <a:pt x="221" y="305"/>
                    <a:pt x="221" y="305"/>
                  </a:cubicBezTo>
                  <a:cubicBezTo>
                    <a:pt x="219" y="305"/>
                    <a:pt x="221" y="305"/>
                    <a:pt x="220" y="305"/>
                  </a:cubicBezTo>
                  <a:cubicBezTo>
                    <a:pt x="222" y="305"/>
                    <a:pt x="220" y="305"/>
                    <a:pt x="221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1" y="305"/>
                    <a:pt x="221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3" y="306"/>
                    <a:pt x="223" y="306"/>
                    <a:pt x="223" y="306"/>
                  </a:cubicBezTo>
                  <a:cubicBezTo>
                    <a:pt x="223" y="306"/>
                    <a:pt x="222" y="306"/>
                    <a:pt x="222" y="306"/>
                  </a:cubicBezTo>
                  <a:cubicBezTo>
                    <a:pt x="222" y="306"/>
                    <a:pt x="221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0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7"/>
                    <a:pt x="221" y="307"/>
                    <a:pt x="222" y="307"/>
                  </a:cubicBezTo>
                  <a:cubicBezTo>
                    <a:pt x="222" y="307"/>
                    <a:pt x="221" y="307"/>
                    <a:pt x="221" y="307"/>
                  </a:cubicBezTo>
                  <a:cubicBezTo>
                    <a:pt x="221" y="307"/>
                    <a:pt x="221" y="307"/>
                    <a:pt x="221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10"/>
                    <a:pt x="222" y="309"/>
                    <a:pt x="222" y="309"/>
                  </a:cubicBezTo>
                  <a:cubicBezTo>
                    <a:pt x="222" y="310"/>
                    <a:pt x="222" y="312"/>
                    <a:pt x="222" y="311"/>
                  </a:cubicBezTo>
                  <a:cubicBezTo>
                    <a:pt x="222" y="311"/>
                    <a:pt x="222" y="311"/>
                    <a:pt x="222" y="311"/>
                  </a:cubicBezTo>
                  <a:cubicBezTo>
                    <a:pt x="222" y="311"/>
                    <a:pt x="222" y="312"/>
                    <a:pt x="221" y="312"/>
                  </a:cubicBezTo>
                  <a:cubicBezTo>
                    <a:pt x="221" y="311"/>
                    <a:pt x="221" y="311"/>
                    <a:pt x="221" y="310"/>
                  </a:cubicBezTo>
                  <a:cubicBezTo>
                    <a:pt x="221" y="308"/>
                    <a:pt x="221" y="309"/>
                    <a:pt x="220" y="309"/>
                  </a:cubicBezTo>
                  <a:cubicBezTo>
                    <a:pt x="220" y="310"/>
                    <a:pt x="220" y="310"/>
                    <a:pt x="220" y="310"/>
                  </a:cubicBezTo>
                  <a:cubicBezTo>
                    <a:pt x="220" y="311"/>
                    <a:pt x="220" y="309"/>
                    <a:pt x="220" y="309"/>
                  </a:cubicBezTo>
                  <a:cubicBezTo>
                    <a:pt x="219" y="314"/>
                    <a:pt x="219" y="314"/>
                    <a:pt x="219" y="314"/>
                  </a:cubicBezTo>
                  <a:cubicBezTo>
                    <a:pt x="219" y="313"/>
                    <a:pt x="219" y="311"/>
                    <a:pt x="219" y="310"/>
                  </a:cubicBezTo>
                  <a:cubicBezTo>
                    <a:pt x="219" y="311"/>
                    <a:pt x="218" y="314"/>
                    <a:pt x="217" y="315"/>
                  </a:cubicBezTo>
                  <a:cubicBezTo>
                    <a:pt x="217" y="315"/>
                    <a:pt x="216" y="316"/>
                    <a:pt x="216" y="316"/>
                  </a:cubicBezTo>
                  <a:cubicBezTo>
                    <a:pt x="216" y="314"/>
                    <a:pt x="216" y="316"/>
                    <a:pt x="216" y="315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7" y="313"/>
                    <a:pt x="217" y="311"/>
                    <a:pt x="217" y="310"/>
                  </a:cubicBezTo>
                  <a:cubicBezTo>
                    <a:pt x="217" y="311"/>
                    <a:pt x="216" y="309"/>
                    <a:pt x="216" y="309"/>
                  </a:cubicBezTo>
                  <a:cubicBezTo>
                    <a:pt x="215" y="312"/>
                    <a:pt x="215" y="310"/>
                    <a:pt x="214" y="313"/>
                  </a:cubicBezTo>
                  <a:cubicBezTo>
                    <a:pt x="214" y="313"/>
                    <a:pt x="214" y="311"/>
                    <a:pt x="214" y="310"/>
                  </a:cubicBezTo>
                  <a:cubicBezTo>
                    <a:pt x="213" y="311"/>
                    <a:pt x="213" y="310"/>
                    <a:pt x="212" y="310"/>
                  </a:cubicBezTo>
                  <a:cubicBezTo>
                    <a:pt x="213" y="310"/>
                    <a:pt x="213" y="310"/>
                    <a:pt x="213" y="310"/>
                  </a:cubicBezTo>
                  <a:cubicBezTo>
                    <a:pt x="212" y="310"/>
                    <a:pt x="211" y="309"/>
                    <a:pt x="210" y="312"/>
                  </a:cubicBezTo>
                  <a:cubicBezTo>
                    <a:pt x="211" y="310"/>
                    <a:pt x="211" y="310"/>
                    <a:pt x="211" y="310"/>
                  </a:cubicBezTo>
                  <a:cubicBezTo>
                    <a:pt x="210" y="309"/>
                    <a:pt x="210" y="313"/>
                    <a:pt x="209" y="312"/>
                  </a:cubicBezTo>
                  <a:cubicBezTo>
                    <a:pt x="210" y="310"/>
                    <a:pt x="210" y="310"/>
                    <a:pt x="210" y="310"/>
                  </a:cubicBezTo>
                  <a:cubicBezTo>
                    <a:pt x="209" y="312"/>
                    <a:pt x="209" y="309"/>
                    <a:pt x="208" y="311"/>
                  </a:cubicBezTo>
                  <a:cubicBezTo>
                    <a:pt x="209" y="310"/>
                    <a:pt x="209" y="310"/>
                    <a:pt x="209" y="310"/>
                  </a:cubicBezTo>
                  <a:cubicBezTo>
                    <a:pt x="208" y="310"/>
                    <a:pt x="208" y="310"/>
                    <a:pt x="207" y="311"/>
                  </a:cubicBezTo>
                  <a:cubicBezTo>
                    <a:pt x="208" y="309"/>
                    <a:pt x="208" y="309"/>
                    <a:pt x="208" y="309"/>
                  </a:cubicBezTo>
                  <a:cubicBezTo>
                    <a:pt x="208" y="308"/>
                    <a:pt x="207" y="311"/>
                    <a:pt x="207" y="311"/>
                  </a:cubicBezTo>
                  <a:cubicBezTo>
                    <a:pt x="207" y="310"/>
                    <a:pt x="207" y="309"/>
                    <a:pt x="207" y="309"/>
                  </a:cubicBezTo>
                  <a:cubicBezTo>
                    <a:pt x="206" y="310"/>
                    <a:pt x="206" y="310"/>
                    <a:pt x="205" y="311"/>
                  </a:cubicBezTo>
                  <a:cubicBezTo>
                    <a:pt x="206" y="309"/>
                    <a:pt x="206" y="309"/>
                    <a:pt x="206" y="309"/>
                  </a:cubicBezTo>
                  <a:cubicBezTo>
                    <a:pt x="203" y="308"/>
                    <a:pt x="201" y="307"/>
                    <a:pt x="199" y="309"/>
                  </a:cubicBezTo>
                  <a:cubicBezTo>
                    <a:pt x="199" y="306"/>
                    <a:pt x="199" y="308"/>
                    <a:pt x="199" y="306"/>
                  </a:cubicBezTo>
                  <a:cubicBezTo>
                    <a:pt x="199" y="308"/>
                    <a:pt x="199" y="306"/>
                    <a:pt x="198" y="307"/>
                  </a:cubicBezTo>
                  <a:close/>
                  <a:moveTo>
                    <a:pt x="221" y="306"/>
                  </a:move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6"/>
                    <a:pt x="222" y="306"/>
                  </a:cubicBezTo>
                  <a:cubicBezTo>
                    <a:pt x="222" y="306"/>
                    <a:pt x="221" y="306"/>
                    <a:pt x="221" y="306"/>
                  </a:cubicBezTo>
                  <a:close/>
                  <a:moveTo>
                    <a:pt x="222" y="306"/>
                  </a:moveTo>
                  <a:cubicBezTo>
                    <a:pt x="222" y="306"/>
                    <a:pt x="222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2" y="306"/>
                    <a:pt x="222" y="306"/>
                    <a:pt x="222" y="306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6"/>
                    <a:pt x="222" y="307"/>
                    <a:pt x="222" y="307"/>
                  </a:cubicBezTo>
                  <a:close/>
                  <a:moveTo>
                    <a:pt x="382" y="181"/>
                  </a:moveTo>
                  <a:cubicBezTo>
                    <a:pt x="383" y="179"/>
                    <a:pt x="383" y="179"/>
                    <a:pt x="383" y="179"/>
                  </a:cubicBezTo>
                  <a:cubicBezTo>
                    <a:pt x="384" y="180"/>
                    <a:pt x="384" y="181"/>
                    <a:pt x="384" y="182"/>
                  </a:cubicBezTo>
                  <a:cubicBezTo>
                    <a:pt x="385" y="180"/>
                    <a:pt x="387" y="181"/>
                    <a:pt x="387" y="180"/>
                  </a:cubicBezTo>
                  <a:cubicBezTo>
                    <a:pt x="388" y="180"/>
                    <a:pt x="387" y="181"/>
                    <a:pt x="387" y="181"/>
                  </a:cubicBezTo>
                  <a:cubicBezTo>
                    <a:pt x="388" y="181"/>
                    <a:pt x="391" y="180"/>
                    <a:pt x="392" y="181"/>
                  </a:cubicBezTo>
                  <a:cubicBezTo>
                    <a:pt x="391" y="182"/>
                    <a:pt x="391" y="182"/>
                    <a:pt x="391" y="182"/>
                  </a:cubicBezTo>
                  <a:cubicBezTo>
                    <a:pt x="393" y="184"/>
                    <a:pt x="393" y="186"/>
                    <a:pt x="393" y="188"/>
                  </a:cubicBezTo>
                  <a:cubicBezTo>
                    <a:pt x="389" y="186"/>
                    <a:pt x="384" y="185"/>
                    <a:pt x="380" y="183"/>
                  </a:cubicBezTo>
                  <a:cubicBezTo>
                    <a:pt x="381" y="183"/>
                    <a:pt x="382" y="183"/>
                    <a:pt x="382" y="181"/>
                  </a:cubicBezTo>
                  <a:close/>
                  <a:moveTo>
                    <a:pt x="262" y="151"/>
                  </a:moveTo>
                  <a:cubicBezTo>
                    <a:pt x="262" y="150"/>
                    <a:pt x="262" y="150"/>
                    <a:pt x="262" y="150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63" y="148"/>
                    <a:pt x="264" y="146"/>
                    <a:pt x="264" y="144"/>
                  </a:cubicBezTo>
                  <a:cubicBezTo>
                    <a:pt x="265" y="144"/>
                    <a:pt x="265" y="145"/>
                    <a:pt x="265" y="146"/>
                  </a:cubicBezTo>
                  <a:cubicBezTo>
                    <a:pt x="267" y="141"/>
                    <a:pt x="267" y="135"/>
                    <a:pt x="267" y="130"/>
                  </a:cubicBezTo>
                  <a:cubicBezTo>
                    <a:pt x="268" y="130"/>
                    <a:pt x="268" y="131"/>
                    <a:pt x="269" y="133"/>
                  </a:cubicBezTo>
                  <a:cubicBezTo>
                    <a:pt x="271" y="128"/>
                    <a:pt x="267" y="127"/>
                    <a:pt x="269" y="122"/>
                  </a:cubicBezTo>
                  <a:cubicBezTo>
                    <a:pt x="270" y="121"/>
                    <a:pt x="271" y="118"/>
                    <a:pt x="271" y="119"/>
                  </a:cubicBezTo>
                  <a:cubicBezTo>
                    <a:pt x="271" y="117"/>
                    <a:pt x="272" y="109"/>
                    <a:pt x="271" y="107"/>
                  </a:cubicBezTo>
                  <a:cubicBezTo>
                    <a:pt x="272" y="106"/>
                    <a:pt x="272" y="105"/>
                    <a:pt x="273" y="103"/>
                  </a:cubicBezTo>
                  <a:cubicBezTo>
                    <a:pt x="274" y="104"/>
                    <a:pt x="274" y="105"/>
                    <a:pt x="275" y="107"/>
                  </a:cubicBezTo>
                  <a:cubicBezTo>
                    <a:pt x="274" y="107"/>
                    <a:pt x="273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8"/>
                    <a:pt x="272" y="108"/>
                    <a:pt x="272" y="108"/>
                  </a:cubicBezTo>
                  <a:cubicBezTo>
                    <a:pt x="272" y="111"/>
                    <a:pt x="272" y="111"/>
                    <a:pt x="272" y="111"/>
                  </a:cubicBezTo>
                  <a:cubicBezTo>
                    <a:pt x="272" y="120"/>
                    <a:pt x="272" y="120"/>
                    <a:pt x="272" y="120"/>
                  </a:cubicBezTo>
                  <a:cubicBezTo>
                    <a:pt x="272" y="133"/>
                    <a:pt x="272" y="145"/>
                    <a:pt x="271" y="156"/>
                  </a:cubicBezTo>
                  <a:cubicBezTo>
                    <a:pt x="271" y="160"/>
                    <a:pt x="271" y="162"/>
                    <a:pt x="270" y="164"/>
                  </a:cubicBezTo>
                  <a:cubicBezTo>
                    <a:pt x="268" y="161"/>
                    <a:pt x="265" y="157"/>
                    <a:pt x="265" y="152"/>
                  </a:cubicBezTo>
                  <a:cubicBezTo>
                    <a:pt x="265" y="155"/>
                    <a:pt x="263" y="153"/>
                    <a:pt x="262" y="151"/>
                  </a:cubicBezTo>
                  <a:cubicBezTo>
                    <a:pt x="262" y="151"/>
                    <a:pt x="262" y="151"/>
                    <a:pt x="262" y="151"/>
                  </a:cubicBezTo>
                  <a:close/>
                  <a:moveTo>
                    <a:pt x="212" y="121"/>
                  </a:moveTo>
                  <a:cubicBezTo>
                    <a:pt x="212" y="118"/>
                    <a:pt x="212" y="116"/>
                    <a:pt x="213" y="114"/>
                  </a:cubicBezTo>
                  <a:cubicBezTo>
                    <a:pt x="215" y="119"/>
                    <a:pt x="215" y="127"/>
                    <a:pt x="213" y="134"/>
                  </a:cubicBezTo>
                  <a:cubicBezTo>
                    <a:pt x="212" y="129"/>
                    <a:pt x="211" y="125"/>
                    <a:pt x="212" y="121"/>
                  </a:cubicBezTo>
                  <a:close/>
                  <a:moveTo>
                    <a:pt x="191" y="185"/>
                  </a:moveTo>
                  <a:cubicBezTo>
                    <a:pt x="191" y="185"/>
                    <a:pt x="191" y="184"/>
                    <a:pt x="191" y="185"/>
                  </a:cubicBezTo>
                  <a:cubicBezTo>
                    <a:pt x="190" y="185"/>
                    <a:pt x="190" y="184"/>
                    <a:pt x="190" y="184"/>
                  </a:cubicBezTo>
                  <a:cubicBezTo>
                    <a:pt x="190" y="184"/>
                    <a:pt x="191" y="184"/>
                    <a:pt x="191" y="185"/>
                  </a:cubicBezTo>
                  <a:close/>
                  <a:moveTo>
                    <a:pt x="148" y="192"/>
                  </a:moveTo>
                  <a:cubicBezTo>
                    <a:pt x="148" y="191"/>
                    <a:pt x="148" y="192"/>
                    <a:pt x="148" y="192"/>
                  </a:cubicBezTo>
                  <a:cubicBezTo>
                    <a:pt x="148" y="192"/>
                    <a:pt x="148" y="192"/>
                    <a:pt x="148" y="191"/>
                  </a:cubicBezTo>
                  <a:cubicBezTo>
                    <a:pt x="148" y="191"/>
                    <a:pt x="148" y="192"/>
                    <a:pt x="148" y="192"/>
                  </a:cubicBezTo>
                  <a:close/>
                  <a:moveTo>
                    <a:pt x="134" y="148"/>
                  </a:moveTo>
                  <a:cubicBezTo>
                    <a:pt x="136" y="149"/>
                    <a:pt x="136" y="149"/>
                    <a:pt x="136" y="149"/>
                  </a:cubicBezTo>
                  <a:cubicBezTo>
                    <a:pt x="135" y="142"/>
                    <a:pt x="136" y="133"/>
                    <a:pt x="139" y="125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40" y="124"/>
                    <a:pt x="140" y="124"/>
                    <a:pt x="139" y="124"/>
                  </a:cubicBezTo>
                  <a:cubicBezTo>
                    <a:pt x="140" y="123"/>
                    <a:pt x="140" y="123"/>
                    <a:pt x="140" y="122"/>
                  </a:cubicBezTo>
                  <a:cubicBezTo>
                    <a:pt x="140" y="121"/>
                    <a:pt x="141" y="120"/>
                    <a:pt x="141" y="120"/>
                  </a:cubicBezTo>
                  <a:cubicBezTo>
                    <a:pt x="142" y="120"/>
                    <a:pt x="142" y="121"/>
                    <a:pt x="142" y="120"/>
                  </a:cubicBezTo>
                  <a:cubicBezTo>
                    <a:pt x="142" y="119"/>
                    <a:pt x="144" y="118"/>
                    <a:pt x="145" y="117"/>
                  </a:cubicBezTo>
                  <a:cubicBezTo>
                    <a:pt x="146" y="117"/>
                    <a:pt x="147" y="118"/>
                    <a:pt x="149" y="118"/>
                  </a:cubicBezTo>
                  <a:cubicBezTo>
                    <a:pt x="142" y="122"/>
                    <a:pt x="144" y="121"/>
                    <a:pt x="149" y="118"/>
                  </a:cubicBezTo>
                  <a:cubicBezTo>
                    <a:pt x="149" y="118"/>
                    <a:pt x="150" y="119"/>
                    <a:pt x="151" y="119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2" y="121"/>
                    <a:pt x="154" y="120"/>
                    <a:pt x="155" y="120"/>
                  </a:cubicBezTo>
                  <a:cubicBezTo>
                    <a:pt x="155" y="123"/>
                    <a:pt x="154" y="119"/>
                    <a:pt x="153" y="121"/>
                  </a:cubicBezTo>
                  <a:cubicBezTo>
                    <a:pt x="155" y="129"/>
                    <a:pt x="153" y="139"/>
                    <a:pt x="153" y="149"/>
                  </a:cubicBezTo>
                  <a:cubicBezTo>
                    <a:pt x="154" y="151"/>
                    <a:pt x="154" y="153"/>
                    <a:pt x="155" y="153"/>
                  </a:cubicBezTo>
                  <a:cubicBezTo>
                    <a:pt x="152" y="164"/>
                    <a:pt x="154" y="178"/>
                    <a:pt x="149" y="185"/>
                  </a:cubicBezTo>
                  <a:cubicBezTo>
                    <a:pt x="153" y="184"/>
                    <a:pt x="150" y="189"/>
                    <a:pt x="149" y="191"/>
                  </a:cubicBezTo>
                  <a:cubicBezTo>
                    <a:pt x="148" y="189"/>
                    <a:pt x="146" y="186"/>
                    <a:pt x="144" y="183"/>
                  </a:cubicBezTo>
                  <a:cubicBezTo>
                    <a:pt x="143" y="180"/>
                    <a:pt x="140" y="179"/>
                    <a:pt x="140" y="174"/>
                  </a:cubicBezTo>
                  <a:cubicBezTo>
                    <a:pt x="141" y="170"/>
                    <a:pt x="137" y="163"/>
                    <a:pt x="137" y="158"/>
                  </a:cubicBezTo>
                  <a:cubicBezTo>
                    <a:pt x="136" y="160"/>
                    <a:pt x="133" y="153"/>
                    <a:pt x="134" y="148"/>
                  </a:cubicBezTo>
                  <a:close/>
                  <a:moveTo>
                    <a:pt x="65" y="183"/>
                  </a:moveTo>
                  <a:cubicBezTo>
                    <a:pt x="65" y="185"/>
                    <a:pt x="63" y="186"/>
                    <a:pt x="63" y="187"/>
                  </a:cubicBezTo>
                  <a:cubicBezTo>
                    <a:pt x="63" y="187"/>
                    <a:pt x="63" y="187"/>
                    <a:pt x="63" y="187"/>
                  </a:cubicBezTo>
                  <a:cubicBezTo>
                    <a:pt x="64" y="186"/>
                    <a:pt x="64" y="186"/>
                    <a:pt x="63" y="186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4" y="183"/>
                    <a:pt x="65" y="183"/>
                    <a:pt x="65" y="183"/>
                  </a:cubicBezTo>
                  <a:close/>
                  <a:moveTo>
                    <a:pt x="63" y="185"/>
                  </a:moveTo>
                  <a:cubicBezTo>
                    <a:pt x="63" y="185"/>
                    <a:pt x="63" y="186"/>
                    <a:pt x="63" y="186"/>
                  </a:cubicBezTo>
                  <a:cubicBezTo>
                    <a:pt x="62" y="186"/>
                    <a:pt x="62" y="186"/>
                    <a:pt x="63" y="185"/>
                  </a:cubicBezTo>
                  <a:close/>
                  <a:moveTo>
                    <a:pt x="62" y="188"/>
                  </a:moveTo>
                  <a:cubicBezTo>
                    <a:pt x="62" y="188"/>
                    <a:pt x="62" y="188"/>
                    <a:pt x="63" y="187"/>
                  </a:cubicBezTo>
                  <a:cubicBezTo>
                    <a:pt x="63" y="190"/>
                    <a:pt x="64" y="192"/>
                    <a:pt x="64" y="196"/>
                  </a:cubicBezTo>
                  <a:cubicBezTo>
                    <a:pt x="62" y="197"/>
                    <a:pt x="62" y="192"/>
                    <a:pt x="62" y="188"/>
                  </a:cubicBezTo>
                  <a:close/>
                  <a:moveTo>
                    <a:pt x="16" y="210"/>
                  </a:move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lose/>
                  <a:moveTo>
                    <a:pt x="17" y="208"/>
                  </a:moveTo>
                  <a:cubicBezTo>
                    <a:pt x="17" y="208"/>
                    <a:pt x="17" y="208"/>
                    <a:pt x="17" y="207"/>
                  </a:cubicBezTo>
                  <a:cubicBezTo>
                    <a:pt x="17" y="207"/>
                    <a:pt x="17" y="206"/>
                    <a:pt x="18" y="206"/>
                  </a:cubicBezTo>
                  <a:cubicBezTo>
                    <a:pt x="18" y="207"/>
                    <a:pt x="18" y="207"/>
                    <a:pt x="18" y="208"/>
                  </a:cubicBezTo>
                  <a:cubicBezTo>
                    <a:pt x="18" y="208"/>
                    <a:pt x="18" y="208"/>
                    <a:pt x="17" y="208"/>
                  </a:cubicBezTo>
                  <a:close/>
                  <a:moveTo>
                    <a:pt x="18" y="212"/>
                  </a:move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lose/>
                  <a:moveTo>
                    <a:pt x="19" y="213"/>
                  </a:move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lose/>
                  <a:moveTo>
                    <a:pt x="20" y="214"/>
                  </a:move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lose/>
                  <a:moveTo>
                    <a:pt x="21" y="217"/>
                  </a:moveTo>
                  <a:cubicBezTo>
                    <a:pt x="21" y="216"/>
                    <a:pt x="21" y="216"/>
                    <a:pt x="21" y="216"/>
                  </a:cubicBezTo>
                  <a:cubicBezTo>
                    <a:pt x="22" y="216"/>
                    <a:pt x="22" y="216"/>
                    <a:pt x="22" y="216"/>
                  </a:cubicBezTo>
                  <a:cubicBezTo>
                    <a:pt x="22" y="216"/>
                    <a:pt x="21" y="216"/>
                    <a:pt x="21" y="217"/>
                  </a:cubicBezTo>
                  <a:close/>
                  <a:moveTo>
                    <a:pt x="21" y="214"/>
                  </a:move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2" y="214"/>
                    <a:pt x="22" y="214"/>
                    <a:pt x="22" y="214"/>
                  </a:cubicBezTo>
                  <a:lnTo>
                    <a:pt x="21" y="214"/>
                  </a:lnTo>
                  <a:close/>
                  <a:moveTo>
                    <a:pt x="122" y="297"/>
                  </a:moveTo>
                  <a:cubicBezTo>
                    <a:pt x="122" y="297"/>
                    <a:pt x="122" y="297"/>
                    <a:pt x="122" y="297"/>
                  </a:cubicBezTo>
                  <a:cubicBezTo>
                    <a:pt x="122" y="297"/>
                    <a:pt x="122" y="297"/>
                    <a:pt x="122" y="297"/>
                  </a:cubicBezTo>
                  <a:close/>
                  <a:moveTo>
                    <a:pt x="123" y="297"/>
                  </a:moveTo>
                  <a:cubicBezTo>
                    <a:pt x="122" y="298"/>
                    <a:pt x="122" y="297"/>
                    <a:pt x="122" y="297"/>
                  </a:cubicBezTo>
                  <a:cubicBezTo>
                    <a:pt x="122" y="297"/>
                    <a:pt x="122" y="297"/>
                    <a:pt x="123" y="297"/>
                  </a:cubicBezTo>
                  <a:cubicBezTo>
                    <a:pt x="123" y="297"/>
                    <a:pt x="123" y="297"/>
                    <a:pt x="123" y="297"/>
                  </a:cubicBezTo>
                  <a:close/>
                  <a:moveTo>
                    <a:pt x="213" y="429"/>
                  </a:move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2" name="Freeform 437"/>
            <p:cNvSpPr/>
            <p:nvPr>
              <p:custDataLst>
                <p:tags r:id="rId35"/>
              </p:custDataLst>
            </p:nvPr>
          </p:nvSpPr>
          <p:spPr bwMode="auto">
            <a:xfrm>
              <a:off x="3695" y="2760"/>
              <a:ext cx="4" cy="2"/>
            </a:xfrm>
            <a:custGeom>
              <a:avLst/>
              <a:gdLst>
                <a:gd name="T0" fmla="*/ 1 w 2"/>
                <a:gd name="T1" fmla="*/ 0 h 1"/>
                <a:gd name="T2" fmla="*/ 2 w 2"/>
                <a:gd name="T3" fmla="*/ 0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0"/>
                    <a:pt x="1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3" name="Freeform 438"/>
            <p:cNvSpPr/>
            <p:nvPr>
              <p:custDataLst>
                <p:tags r:id="rId36"/>
              </p:custDataLst>
            </p:nvPr>
          </p:nvSpPr>
          <p:spPr bwMode="auto">
            <a:xfrm>
              <a:off x="3699" y="2760"/>
              <a:ext cx="5" cy="4"/>
            </a:xfrm>
            <a:custGeom>
              <a:avLst/>
              <a:gdLst>
                <a:gd name="T0" fmla="*/ 1 w 2"/>
                <a:gd name="T1" fmla="*/ 2 h 2"/>
                <a:gd name="T2" fmla="*/ 2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2"/>
                    <a:pt x="2" y="1"/>
                    <a:pt x="2" y="1"/>
                  </a:cubicBezTo>
                  <a:cubicBezTo>
                    <a:pt x="0" y="0"/>
                    <a:pt x="2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4" name="Freeform 439"/>
            <p:cNvSpPr/>
            <p:nvPr>
              <p:custDataLst>
                <p:tags r:id="rId37"/>
              </p:custDataLst>
            </p:nvPr>
          </p:nvSpPr>
          <p:spPr bwMode="auto">
            <a:xfrm>
              <a:off x="3916" y="2586"/>
              <a:ext cx="4" cy="2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5" name="Freeform 440"/>
            <p:cNvSpPr/>
            <p:nvPr>
              <p:custDataLst>
                <p:tags r:id="rId38"/>
              </p:custDataLst>
            </p:nvPr>
          </p:nvSpPr>
          <p:spPr bwMode="auto">
            <a:xfrm>
              <a:off x="3941" y="2610"/>
              <a:ext cx="5" cy="0"/>
            </a:xfrm>
            <a:custGeom>
              <a:avLst/>
              <a:gdLst>
                <a:gd name="T0" fmla="*/ 0 w 5"/>
                <a:gd name="T1" fmla="*/ 0 w 5"/>
                <a:gd name="T2" fmla="*/ 5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6" name="Freeform 441"/>
            <p:cNvSpPr/>
            <p:nvPr>
              <p:custDataLst>
                <p:tags r:id="rId39"/>
              </p:custDataLst>
            </p:nvPr>
          </p:nvSpPr>
          <p:spPr bwMode="auto">
            <a:xfrm>
              <a:off x="3729" y="2272"/>
              <a:ext cx="2" cy="5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1" y="0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7" name="Freeform 442"/>
            <p:cNvSpPr/>
            <p:nvPr>
              <p:custDataLst>
                <p:tags r:id="rId40"/>
              </p:custDataLst>
            </p:nvPr>
          </p:nvSpPr>
          <p:spPr bwMode="auto">
            <a:xfrm>
              <a:off x="3852" y="2714"/>
              <a:ext cx="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8" name="Freeform 443"/>
            <p:cNvSpPr/>
            <p:nvPr>
              <p:custDataLst>
                <p:tags r:id="rId41"/>
              </p:custDataLst>
            </p:nvPr>
          </p:nvSpPr>
          <p:spPr bwMode="auto">
            <a:xfrm>
              <a:off x="3850" y="2692"/>
              <a:ext cx="4" cy="2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0" y="1"/>
                    <a:pt x="1" y="0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9" name="Freeform 444"/>
            <p:cNvSpPr/>
            <p:nvPr>
              <p:custDataLst>
                <p:tags r:id="rId42"/>
              </p:custDataLst>
            </p:nvPr>
          </p:nvSpPr>
          <p:spPr bwMode="auto">
            <a:xfrm>
              <a:off x="3848" y="2686"/>
              <a:ext cx="2" cy="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0" name="Freeform 445"/>
            <p:cNvSpPr/>
            <p:nvPr>
              <p:custDataLst>
                <p:tags r:id="rId43"/>
              </p:custDataLst>
            </p:nvPr>
          </p:nvSpPr>
          <p:spPr bwMode="auto">
            <a:xfrm>
              <a:off x="3846" y="2711"/>
              <a:ext cx="4" cy="3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2" y="1"/>
                    <a:pt x="1" y="0"/>
                    <a:pt x="2" y="0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1" name="Freeform 446"/>
            <p:cNvSpPr/>
            <p:nvPr>
              <p:custDataLst>
                <p:tags r:id="rId44"/>
              </p:custDataLst>
            </p:nvPr>
          </p:nvSpPr>
          <p:spPr bwMode="auto">
            <a:xfrm>
              <a:off x="3822" y="2773"/>
              <a:ext cx="5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0"/>
                    <a:pt x="1" y="1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2" name="Freeform 447"/>
            <p:cNvSpPr/>
            <p:nvPr>
              <p:custDataLst>
                <p:tags r:id="rId45"/>
              </p:custDataLst>
            </p:nvPr>
          </p:nvSpPr>
          <p:spPr bwMode="auto">
            <a:xfrm>
              <a:off x="3765" y="2315"/>
              <a:ext cx="4" cy="0"/>
            </a:xfrm>
            <a:custGeom>
              <a:avLst/>
              <a:gdLst>
                <a:gd name="T0" fmla="*/ 0 w 4"/>
                <a:gd name="T1" fmla="*/ 0 w 4"/>
                <a:gd name="T2" fmla="*/ 4 w 4"/>
                <a:gd name="T3" fmla="*/ 0 w 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3" name="Freeform 448"/>
            <p:cNvSpPr/>
            <p:nvPr>
              <p:custDataLst>
                <p:tags r:id="rId46"/>
              </p:custDataLst>
            </p:nvPr>
          </p:nvSpPr>
          <p:spPr bwMode="auto">
            <a:xfrm>
              <a:off x="3842" y="2733"/>
              <a:ext cx="4" cy="0"/>
            </a:xfrm>
            <a:custGeom>
              <a:avLst/>
              <a:gdLst>
                <a:gd name="T0" fmla="*/ 1 w 2"/>
                <a:gd name="T1" fmla="*/ 2 w 2"/>
                <a:gd name="T2" fmla="*/ 1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4" name="Freeform 449"/>
            <p:cNvSpPr/>
            <p:nvPr>
              <p:custDataLst>
                <p:tags r:id="rId47"/>
              </p:custDataLst>
            </p:nvPr>
          </p:nvSpPr>
          <p:spPr bwMode="auto">
            <a:xfrm>
              <a:off x="3822" y="2769"/>
              <a:ext cx="7" cy="2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0 w 3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5" name="Freeform 450"/>
            <p:cNvSpPr/>
            <p:nvPr>
              <p:custDataLst>
                <p:tags r:id="rId48"/>
              </p:custDataLst>
            </p:nvPr>
          </p:nvSpPr>
          <p:spPr bwMode="auto">
            <a:xfrm>
              <a:off x="3846" y="2731"/>
              <a:ext cx="2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6" name="Freeform 451"/>
            <p:cNvSpPr/>
            <p:nvPr>
              <p:custDataLst>
                <p:tags r:id="rId49"/>
              </p:custDataLst>
            </p:nvPr>
          </p:nvSpPr>
          <p:spPr bwMode="auto">
            <a:xfrm>
              <a:off x="3844" y="2724"/>
              <a:ext cx="4" cy="2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7" name="Freeform 452"/>
            <p:cNvSpPr/>
            <p:nvPr>
              <p:custDataLst>
                <p:tags r:id="rId50"/>
              </p:custDataLst>
            </p:nvPr>
          </p:nvSpPr>
          <p:spPr bwMode="auto">
            <a:xfrm>
              <a:off x="3844" y="2728"/>
              <a:ext cx="8" cy="3"/>
            </a:xfrm>
            <a:custGeom>
              <a:avLst/>
              <a:gdLst>
                <a:gd name="T0" fmla="*/ 0 w 4"/>
                <a:gd name="T1" fmla="*/ 1 h 1"/>
                <a:gd name="T2" fmla="*/ 1 w 4"/>
                <a:gd name="T3" fmla="*/ 1 h 1"/>
                <a:gd name="T4" fmla="*/ 2 w 4"/>
                <a:gd name="T5" fmla="*/ 0 h 1"/>
                <a:gd name="T6" fmla="*/ 4 w 4"/>
                <a:gd name="T7" fmla="*/ 0 h 1"/>
                <a:gd name="T8" fmla="*/ 0 w 4"/>
                <a:gd name="T9" fmla="*/ 1 h 1"/>
                <a:gd name="T10" fmla="*/ 0 w 4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2" y="1"/>
                    <a:pt x="3" y="0"/>
                    <a:pt x="2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26327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Homework</a:t>
            </a: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7616666" y="4661218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5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6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7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8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9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0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1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2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3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4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5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6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7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8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19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0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1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2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3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4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5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6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7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8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29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0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1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2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3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4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5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6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7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8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39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0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1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2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3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4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5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7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8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49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0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1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2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3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4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5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5485" y="2618105"/>
            <a:ext cx="7886700" cy="1630680"/>
          </a:xfrm>
        </p:spPr>
        <p:txBody>
          <a:bodyPr/>
          <a:lstStyle/>
          <a:p>
            <a:r>
              <a:rPr lang="en-US" altLang="zh-CN" sz="3600" dirty="0"/>
              <a:t>Homework 3-3</a:t>
            </a:r>
          </a:p>
          <a:p>
            <a:pPr lvl="1"/>
            <a:r>
              <a:rPr lang="en-US" altLang="zh-CN" sz="2800" dirty="0"/>
              <a:t>Textbook exercises 4.27, 4.28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0918A0-9F3D-4C0D-AB89-13DB41AA5583}" type="datetime1">
              <a:rPr lang="zh-CN" altLang="en-US" sz="465" smtClean="0"/>
              <a:pPr>
                <a:defRPr/>
              </a:pPr>
              <a:t>2025/12/14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AVL Trees  - Lecture 4-3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z="465" smtClean="0"/>
              <a:pPr>
                <a:defRPr/>
              </a:pPr>
              <a:t>28</a:t>
            </a:fld>
            <a:endParaRPr lang="zh-CN" altLang="en-US" sz="465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5635769" y="6356353"/>
            <a:ext cx="1157288" cy="365125"/>
          </a:xfrm>
        </p:spPr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465" smtClean="0"/>
              <a:pPr>
                <a:defRPr/>
              </a:pPr>
              <a:t>29</a:t>
            </a:fld>
            <a:endParaRPr lang="zh-CN" altLang="en-US" sz="465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4294967295"/>
          </p:nvPr>
        </p:nvSpPr>
        <p:spPr>
          <a:xfrm>
            <a:off x="2353866" y="6356353"/>
            <a:ext cx="1157288" cy="365125"/>
          </a:xfrm>
        </p:spPr>
        <p:txBody>
          <a:bodyPr/>
          <a:lstStyle/>
          <a:p>
            <a:pPr>
              <a:defRPr/>
            </a:pPr>
            <a:fld id="{2915A494-AADF-48F2-8296-2A1A9034D6A3}" type="datetime1">
              <a:rPr lang="zh-CN" altLang="en-US" sz="465" smtClean="0"/>
              <a:pPr>
                <a:defRPr/>
              </a:pPr>
              <a:t>2025/12/14</a:t>
            </a:fld>
            <a:endParaRPr lang="zh-CN" altLang="en-US" sz="465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294967295"/>
          </p:nvPr>
        </p:nvSpPr>
        <p:spPr>
          <a:xfrm>
            <a:off x="3704035" y="6356353"/>
            <a:ext cx="1735931" cy="365125"/>
          </a:xfrm>
        </p:spPr>
        <p:txBody>
          <a:bodyPr/>
          <a:lstStyle/>
          <a:p>
            <a:pPr>
              <a:defRPr/>
            </a:pPr>
            <a:r>
              <a:rPr lang="en-US" altLang="zh-CN" sz="465"/>
              <a:t>AVL Trees  - Lecture 4-3</a:t>
            </a:r>
            <a:endParaRPr lang="zh-CN" altLang="en-US" sz="465"/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347085" y="2853055"/>
            <a:ext cx="4321810" cy="12242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5400" dirty="0"/>
              <a:t>B-Trees</a:t>
            </a:r>
          </a:p>
        </p:txBody>
      </p:sp>
      <p:sp>
        <p:nvSpPr>
          <p:cNvPr id="253" name="Freeform 66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 rot="218059">
            <a:off x="2282772" y="2724455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4" name="Freeform 21"/>
          <p:cNvSpPr/>
          <p:nvPr>
            <p:custDataLst>
              <p:tags r:id="rId3"/>
            </p:custDataLst>
          </p:nvPr>
        </p:nvSpPr>
        <p:spPr bwMode="auto">
          <a:xfrm>
            <a:off x="1820137" y="4365863"/>
            <a:ext cx="5716934" cy="236783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6" name="Freeform 66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 rot="218059">
            <a:off x="7899230" y="4168444"/>
            <a:ext cx="481676" cy="486694"/>
          </a:xfrm>
          <a:custGeom>
            <a:avLst/>
            <a:gdLst/>
            <a:ahLst/>
            <a:cxnLst>
              <a:cxn ang="0">
                <a:pos x="166" y="76"/>
              </a:cxn>
              <a:cxn ang="0">
                <a:pos x="287" y="94"/>
              </a:cxn>
              <a:cxn ang="0">
                <a:pos x="168" y="226"/>
              </a:cxn>
              <a:cxn ang="0">
                <a:pos x="69" y="274"/>
              </a:cxn>
              <a:cxn ang="0">
                <a:pos x="0" y="122"/>
              </a:cxn>
              <a:cxn ang="0">
                <a:pos x="107" y="99"/>
              </a:cxn>
              <a:cxn ang="0">
                <a:pos x="102" y="177"/>
              </a:cxn>
              <a:cxn ang="0">
                <a:pos x="99" y="173"/>
              </a:cxn>
              <a:cxn ang="0">
                <a:pos x="132" y="154"/>
              </a:cxn>
              <a:cxn ang="0">
                <a:pos x="217" y="111"/>
              </a:cxn>
              <a:cxn ang="0">
                <a:pos x="234" y="109"/>
              </a:cxn>
              <a:cxn ang="0">
                <a:pos x="197" y="101"/>
              </a:cxn>
              <a:cxn ang="0">
                <a:pos x="172" y="132"/>
              </a:cxn>
              <a:cxn ang="0">
                <a:pos x="184" y="137"/>
              </a:cxn>
              <a:cxn ang="0">
                <a:pos x="215" y="122"/>
              </a:cxn>
              <a:cxn ang="0">
                <a:pos x="131" y="212"/>
              </a:cxn>
              <a:cxn ang="0">
                <a:pos x="83" y="267"/>
              </a:cxn>
              <a:cxn ang="0">
                <a:pos x="83" y="254"/>
              </a:cxn>
              <a:cxn ang="0">
                <a:pos x="79" y="257"/>
              </a:cxn>
              <a:cxn ang="0">
                <a:pos x="159" y="105"/>
              </a:cxn>
              <a:cxn ang="0">
                <a:pos x="147" y="90"/>
              </a:cxn>
              <a:cxn ang="0">
                <a:pos x="149" y="97"/>
              </a:cxn>
              <a:cxn ang="0">
                <a:pos x="85" y="156"/>
              </a:cxn>
              <a:cxn ang="0">
                <a:pos x="166" y="208"/>
              </a:cxn>
              <a:cxn ang="0">
                <a:pos x="184" y="195"/>
              </a:cxn>
              <a:cxn ang="0">
                <a:pos x="189" y="170"/>
              </a:cxn>
              <a:cxn ang="0">
                <a:pos x="203" y="202"/>
              </a:cxn>
              <a:cxn ang="0">
                <a:pos x="204" y="215"/>
              </a:cxn>
              <a:cxn ang="0">
                <a:pos x="211" y="240"/>
              </a:cxn>
              <a:cxn ang="0">
                <a:pos x="203" y="187"/>
              </a:cxn>
              <a:cxn ang="0">
                <a:pos x="253" y="106"/>
              </a:cxn>
              <a:cxn ang="0">
                <a:pos x="183" y="101"/>
              </a:cxn>
              <a:cxn ang="0">
                <a:pos x="183" y="101"/>
              </a:cxn>
              <a:cxn ang="0">
                <a:pos x="132" y="47"/>
              </a:cxn>
              <a:cxn ang="0">
                <a:pos x="137" y="53"/>
              </a:cxn>
              <a:cxn ang="0">
                <a:pos x="201" y="173"/>
              </a:cxn>
              <a:cxn ang="0">
                <a:pos x="183" y="191"/>
              </a:cxn>
              <a:cxn ang="0">
                <a:pos x="71" y="144"/>
              </a:cxn>
              <a:cxn ang="0">
                <a:pos x="180" y="223"/>
              </a:cxn>
              <a:cxn ang="0">
                <a:pos x="184" y="212"/>
              </a:cxn>
              <a:cxn ang="0">
                <a:pos x="123" y="88"/>
              </a:cxn>
              <a:cxn ang="0">
                <a:pos x="135" y="76"/>
              </a:cxn>
              <a:cxn ang="0">
                <a:pos x="59" y="133"/>
              </a:cxn>
              <a:cxn ang="0">
                <a:pos x="58" y="126"/>
              </a:cxn>
              <a:cxn ang="0">
                <a:pos x="75" y="112"/>
              </a:cxn>
              <a:cxn ang="0">
                <a:pos x="82" y="109"/>
              </a:cxn>
              <a:cxn ang="0">
                <a:pos x="97" y="109"/>
              </a:cxn>
              <a:cxn ang="0">
                <a:pos x="194" y="234"/>
              </a:cxn>
              <a:cxn ang="0">
                <a:pos x="197" y="226"/>
              </a:cxn>
              <a:cxn ang="0">
                <a:pos x="71" y="128"/>
              </a:cxn>
              <a:cxn ang="0">
                <a:pos x="131" y="216"/>
              </a:cxn>
              <a:cxn ang="0">
                <a:pos x="149" y="94"/>
              </a:cxn>
              <a:cxn ang="0">
                <a:pos x="106" y="118"/>
              </a:cxn>
              <a:cxn ang="0">
                <a:pos x="109" y="114"/>
              </a:cxn>
              <a:cxn ang="0">
                <a:pos x="40" y="130"/>
              </a:cxn>
              <a:cxn ang="0">
                <a:pos x="110" y="227"/>
              </a:cxn>
              <a:cxn ang="0">
                <a:pos x="127" y="102"/>
              </a:cxn>
              <a:cxn ang="0">
                <a:pos x="155" y="71"/>
              </a:cxn>
              <a:cxn ang="0">
                <a:pos x="154" y="73"/>
              </a:cxn>
            </a:cxnLst>
            <a:rect l="0" t="0" r="r" b="b"/>
            <a:pathLst>
              <a:path w="287" h="289">
                <a:moveTo>
                  <a:pt x="130" y="0"/>
                </a:moveTo>
                <a:lnTo>
                  <a:pt x="130" y="0"/>
                </a:lnTo>
                <a:lnTo>
                  <a:pt x="138" y="7"/>
                </a:lnTo>
                <a:lnTo>
                  <a:pt x="144" y="15"/>
                </a:lnTo>
                <a:lnTo>
                  <a:pt x="149" y="24"/>
                </a:lnTo>
                <a:lnTo>
                  <a:pt x="154" y="33"/>
                </a:lnTo>
                <a:lnTo>
                  <a:pt x="161" y="53"/>
                </a:lnTo>
                <a:lnTo>
                  <a:pt x="166" y="76"/>
                </a:lnTo>
                <a:lnTo>
                  <a:pt x="166" y="76"/>
                </a:lnTo>
                <a:lnTo>
                  <a:pt x="168" y="84"/>
                </a:lnTo>
                <a:lnTo>
                  <a:pt x="170" y="91"/>
                </a:lnTo>
                <a:lnTo>
                  <a:pt x="170" y="91"/>
                </a:lnTo>
                <a:lnTo>
                  <a:pt x="183" y="90"/>
                </a:lnTo>
                <a:lnTo>
                  <a:pt x="197" y="87"/>
                </a:lnTo>
                <a:lnTo>
                  <a:pt x="213" y="87"/>
                </a:lnTo>
                <a:lnTo>
                  <a:pt x="228" y="87"/>
                </a:lnTo>
                <a:lnTo>
                  <a:pt x="258" y="90"/>
                </a:lnTo>
                <a:lnTo>
                  <a:pt x="287" y="94"/>
                </a:lnTo>
                <a:lnTo>
                  <a:pt x="287" y="94"/>
                </a:lnTo>
                <a:lnTo>
                  <a:pt x="249" y="125"/>
                </a:lnTo>
                <a:lnTo>
                  <a:pt x="229" y="140"/>
                </a:lnTo>
                <a:lnTo>
                  <a:pt x="211" y="154"/>
                </a:lnTo>
                <a:lnTo>
                  <a:pt x="229" y="267"/>
                </a:lnTo>
                <a:lnTo>
                  <a:pt x="229" y="267"/>
                </a:lnTo>
                <a:lnTo>
                  <a:pt x="208" y="255"/>
                </a:lnTo>
                <a:lnTo>
                  <a:pt x="187" y="241"/>
                </a:lnTo>
                <a:lnTo>
                  <a:pt x="168" y="226"/>
                </a:lnTo>
                <a:lnTo>
                  <a:pt x="148" y="209"/>
                </a:lnTo>
                <a:lnTo>
                  <a:pt x="148" y="209"/>
                </a:lnTo>
                <a:lnTo>
                  <a:pt x="130" y="232"/>
                </a:lnTo>
                <a:lnTo>
                  <a:pt x="111" y="253"/>
                </a:lnTo>
                <a:lnTo>
                  <a:pt x="90" y="272"/>
                </a:lnTo>
                <a:lnTo>
                  <a:pt x="80" y="281"/>
                </a:lnTo>
                <a:lnTo>
                  <a:pt x="68" y="289"/>
                </a:lnTo>
                <a:lnTo>
                  <a:pt x="68" y="289"/>
                </a:lnTo>
                <a:lnTo>
                  <a:pt x="69" y="274"/>
                </a:lnTo>
                <a:lnTo>
                  <a:pt x="72" y="258"/>
                </a:lnTo>
                <a:lnTo>
                  <a:pt x="78" y="229"/>
                </a:lnTo>
                <a:lnTo>
                  <a:pt x="85" y="201"/>
                </a:lnTo>
                <a:lnTo>
                  <a:pt x="89" y="173"/>
                </a:lnTo>
                <a:lnTo>
                  <a:pt x="89" y="173"/>
                </a:lnTo>
                <a:lnTo>
                  <a:pt x="68" y="158"/>
                </a:lnTo>
                <a:lnTo>
                  <a:pt x="45" y="146"/>
                </a:lnTo>
                <a:lnTo>
                  <a:pt x="0" y="122"/>
                </a:lnTo>
                <a:lnTo>
                  <a:pt x="0" y="122"/>
                </a:lnTo>
                <a:lnTo>
                  <a:pt x="0" y="122"/>
                </a:lnTo>
                <a:lnTo>
                  <a:pt x="0" y="121"/>
                </a:lnTo>
                <a:lnTo>
                  <a:pt x="3" y="118"/>
                </a:lnTo>
                <a:lnTo>
                  <a:pt x="12" y="114"/>
                </a:lnTo>
                <a:lnTo>
                  <a:pt x="12" y="114"/>
                </a:lnTo>
                <a:lnTo>
                  <a:pt x="34" y="109"/>
                </a:lnTo>
                <a:lnTo>
                  <a:pt x="57" y="105"/>
                </a:lnTo>
                <a:lnTo>
                  <a:pt x="82" y="101"/>
                </a:lnTo>
                <a:lnTo>
                  <a:pt x="107" y="99"/>
                </a:lnTo>
                <a:lnTo>
                  <a:pt x="130" y="0"/>
                </a:lnTo>
                <a:close/>
                <a:moveTo>
                  <a:pt x="103" y="187"/>
                </a:moveTo>
                <a:lnTo>
                  <a:pt x="103" y="187"/>
                </a:lnTo>
                <a:lnTo>
                  <a:pt x="102" y="187"/>
                </a:lnTo>
                <a:lnTo>
                  <a:pt x="102" y="187"/>
                </a:lnTo>
                <a:lnTo>
                  <a:pt x="100" y="184"/>
                </a:lnTo>
                <a:lnTo>
                  <a:pt x="102" y="180"/>
                </a:lnTo>
                <a:lnTo>
                  <a:pt x="102" y="177"/>
                </a:lnTo>
                <a:lnTo>
                  <a:pt x="102" y="177"/>
                </a:lnTo>
                <a:lnTo>
                  <a:pt x="113" y="163"/>
                </a:lnTo>
                <a:lnTo>
                  <a:pt x="124" y="149"/>
                </a:lnTo>
                <a:lnTo>
                  <a:pt x="147" y="123"/>
                </a:lnTo>
                <a:lnTo>
                  <a:pt x="147" y="123"/>
                </a:lnTo>
                <a:lnTo>
                  <a:pt x="134" y="132"/>
                </a:lnTo>
                <a:lnTo>
                  <a:pt x="123" y="140"/>
                </a:lnTo>
                <a:lnTo>
                  <a:pt x="100" y="160"/>
                </a:lnTo>
                <a:lnTo>
                  <a:pt x="100" y="160"/>
                </a:lnTo>
                <a:lnTo>
                  <a:pt x="99" y="173"/>
                </a:lnTo>
                <a:lnTo>
                  <a:pt x="96" y="187"/>
                </a:lnTo>
                <a:lnTo>
                  <a:pt x="92" y="213"/>
                </a:lnTo>
                <a:lnTo>
                  <a:pt x="165" y="128"/>
                </a:lnTo>
                <a:lnTo>
                  <a:pt x="165" y="128"/>
                </a:lnTo>
                <a:lnTo>
                  <a:pt x="158" y="133"/>
                </a:lnTo>
                <a:lnTo>
                  <a:pt x="148" y="143"/>
                </a:lnTo>
                <a:lnTo>
                  <a:pt x="140" y="151"/>
                </a:lnTo>
                <a:lnTo>
                  <a:pt x="132" y="158"/>
                </a:lnTo>
                <a:lnTo>
                  <a:pt x="132" y="154"/>
                </a:lnTo>
                <a:lnTo>
                  <a:pt x="132" y="154"/>
                </a:lnTo>
                <a:lnTo>
                  <a:pt x="127" y="164"/>
                </a:lnTo>
                <a:lnTo>
                  <a:pt x="120" y="173"/>
                </a:lnTo>
                <a:lnTo>
                  <a:pt x="113" y="180"/>
                </a:lnTo>
                <a:lnTo>
                  <a:pt x="103" y="187"/>
                </a:lnTo>
                <a:lnTo>
                  <a:pt x="103" y="187"/>
                </a:lnTo>
                <a:close/>
                <a:moveTo>
                  <a:pt x="214" y="112"/>
                </a:moveTo>
                <a:lnTo>
                  <a:pt x="214" y="112"/>
                </a:lnTo>
                <a:lnTo>
                  <a:pt x="217" y="111"/>
                </a:lnTo>
                <a:lnTo>
                  <a:pt x="218" y="109"/>
                </a:lnTo>
                <a:lnTo>
                  <a:pt x="218" y="106"/>
                </a:lnTo>
                <a:lnTo>
                  <a:pt x="221" y="105"/>
                </a:lnTo>
                <a:lnTo>
                  <a:pt x="224" y="106"/>
                </a:lnTo>
                <a:lnTo>
                  <a:pt x="231" y="101"/>
                </a:lnTo>
                <a:lnTo>
                  <a:pt x="231" y="101"/>
                </a:lnTo>
                <a:lnTo>
                  <a:pt x="232" y="104"/>
                </a:lnTo>
                <a:lnTo>
                  <a:pt x="234" y="108"/>
                </a:lnTo>
                <a:lnTo>
                  <a:pt x="234" y="109"/>
                </a:lnTo>
                <a:lnTo>
                  <a:pt x="235" y="111"/>
                </a:lnTo>
                <a:lnTo>
                  <a:pt x="235" y="111"/>
                </a:lnTo>
                <a:lnTo>
                  <a:pt x="241" y="108"/>
                </a:lnTo>
                <a:lnTo>
                  <a:pt x="245" y="105"/>
                </a:lnTo>
                <a:lnTo>
                  <a:pt x="255" y="99"/>
                </a:lnTo>
                <a:lnTo>
                  <a:pt x="255" y="99"/>
                </a:lnTo>
                <a:lnTo>
                  <a:pt x="239" y="98"/>
                </a:lnTo>
                <a:lnTo>
                  <a:pt x="225" y="98"/>
                </a:lnTo>
                <a:lnTo>
                  <a:pt x="197" y="101"/>
                </a:lnTo>
                <a:lnTo>
                  <a:pt x="197" y="101"/>
                </a:lnTo>
                <a:lnTo>
                  <a:pt x="194" y="101"/>
                </a:lnTo>
                <a:lnTo>
                  <a:pt x="192" y="104"/>
                </a:lnTo>
                <a:lnTo>
                  <a:pt x="186" y="111"/>
                </a:lnTo>
                <a:lnTo>
                  <a:pt x="180" y="119"/>
                </a:lnTo>
                <a:lnTo>
                  <a:pt x="175" y="125"/>
                </a:lnTo>
                <a:lnTo>
                  <a:pt x="175" y="125"/>
                </a:lnTo>
                <a:lnTo>
                  <a:pt x="172" y="129"/>
                </a:lnTo>
                <a:lnTo>
                  <a:pt x="172" y="132"/>
                </a:lnTo>
                <a:lnTo>
                  <a:pt x="176" y="139"/>
                </a:lnTo>
                <a:lnTo>
                  <a:pt x="176" y="139"/>
                </a:lnTo>
                <a:lnTo>
                  <a:pt x="182" y="132"/>
                </a:lnTo>
                <a:lnTo>
                  <a:pt x="187" y="122"/>
                </a:lnTo>
                <a:lnTo>
                  <a:pt x="194" y="114"/>
                </a:lnTo>
                <a:lnTo>
                  <a:pt x="199" y="111"/>
                </a:lnTo>
                <a:lnTo>
                  <a:pt x="204" y="108"/>
                </a:lnTo>
                <a:lnTo>
                  <a:pt x="184" y="137"/>
                </a:lnTo>
                <a:lnTo>
                  <a:pt x="184" y="137"/>
                </a:lnTo>
                <a:lnTo>
                  <a:pt x="192" y="132"/>
                </a:lnTo>
                <a:lnTo>
                  <a:pt x="199" y="125"/>
                </a:lnTo>
                <a:lnTo>
                  <a:pt x="207" y="118"/>
                </a:lnTo>
                <a:lnTo>
                  <a:pt x="214" y="112"/>
                </a:lnTo>
                <a:lnTo>
                  <a:pt x="214" y="112"/>
                </a:lnTo>
                <a:close/>
                <a:moveTo>
                  <a:pt x="211" y="123"/>
                </a:moveTo>
                <a:lnTo>
                  <a:pt x="211" y="123"/>
                </a:lnTo>
                <a:lnTo>
                  <a:pt x="214" y="123"/>
                </a:lnTo>
                <a:lnTo>
                  <a:pt x="215" y="122"/>
                </a:lnTo>
                <a:lnTo>
                  <a:pt x="217" y="115"/>
                </a:lnTo>
                <a:lnTo>
                  <a:pt x="217" y="115"/>
                </a:lnTo>
                <a:lnTo>
                  <a:pt x="193" y="136"/>
                </a:lnTo>
                <a:lnTo>
                  <a:pt x="170" y="158"/>
                </a:lnTo>
                <a:lnTo>
                  <a:pt x="151" y="182"/>
                </a:lnTo>
                <a:lnTo>
                  <a:pt x="132" y="209"/>
                </a:lnTo>
                <a:lnTo>
                  <a:pt x="132" y="209"/>
                </a:lnTo>
                <a:lnTo>
                  <a:pt x="131" y="212"/>
                </a:lnTo>
                <a:lnTo>
                  <a:pt x="131" y="212"/>
                </a:lnTo>
                <a:lnTo>
                  <a:pt x="131" y="212"/>
                </a:lnTo>
                <a:lnTo>
                  <a:pt x="154" y="192"/>
                </a:lnTo>
                <a:lnTo>
                  <a:pt x="175" y="171"/>
                </a:lnTo>
                <a:lnTo>
                  <a:pt x="193" y="149"/>
                </a:lnTo>
                <a:lnTo>
                  <a:pt x="211" y="123"/>
                </a:lnTo>
                <a:lnTo>
                  <a:pt x="211" y="123"/>
                </a:lnTo>
                <a:close/>
                <a:moveTo>
                  <a:pt x="78" y="271"/>
                </a:moveTo>
                <a:lnTo>
                  <a:pt x="78" y="271"/>
                </a:lnTo>
                <a:lnTo>
                  <a:pt x="83" y="267"/>
                </a:lnTo>
                <a:lnTo>
                  <a:pt x="89" y="262"/>
                </a:lnTo>
                <a:lnTo>
                  <a:pt x="93" y="257"/>
                </a:lnTo>
                <a:lnTo>
                  <a:pt x="96" y="250"/>
                </a:lnTo>
                <a:lnTo>
                  <a:pt x="96" y="250"/>
                </a:lnTo>
                <a:lnTo>
                  <a:pt x="90" y="255"/>
                </a:lnTo>
                <a:lnTo>
                  <a:pt x="86" y="257"/>
                </a:lnTo>
                <a:lnTo>
                  <a:pt x="85" y="255"/>
                </a:lnTo>
                <a:lnTo>
                  <a:pt x="83" y="254"/>
                </a:lnTo>
                <a:lnTo>
                  <a:pt x="83" y="254"/>
                </a:lnTo>
                <a:lnTo>
                  <a:pt x="106" y="220"/>
                </a:lnTo>
                <a:lnTo>
                  <a:pt x="128" y="188"/>
                </a:lnTo>
                <a:lnTo>
                  <a:pt x="128" y="188"/>
                </a:lnTo>
                <a:lnTo>
                  <a:pt x="111" y="203"/>
                </a:lnTo>
                <a:lnTo>
                  <a:pt x="103" y="212"/>
                </a:lnTo>
                <a:lnTo>
                  <a:pt x="96" y="222"/>
                </a:lnTo>
                <a:lnTo>
                  <a:pt x="89" y="233"/>
                </a:lnTo>
                <a:lnTo>
                  <a:pt x="83" y="244"/>
                </a:lnTo>
                <a:lnTo>
                  <a:pt x="79" y="257"/>
                </a:lnTo>
                <a:lnTo>
                  <a:pt x="78" y="271"/>
                </a:lnTo>
                <a:lnTo>
                  <a:pt x="78" y="271"/>
                </a:lnTo>
                <a:close/>
                <a:moveTo>
                  <a:pt x="149" y="98"/>
                </a:moveTo>
                <a:lnTo>
                  <a:pt x="123" y="132"/>
                </a:lnTo>
                <a:lnTo>
                  <a:pt x="123" y="132"/>
                </a:lnTo>
                <a:lnTo>
                  <a:pt x="141" y="118"/>
                </a:lnTo>
                <a:lnTo>
                  <a:pt x="151" y="111"/>
                </a:lnTo>
                <a:lnTo>
                  <a:pt x="159" y="105"/>
                </a:lnTo>
                <a:lnTo>
                  <a:pt x="159" y="105"/>
                </a:lnTo>
                <a:lnTo>
                  <a:pt x="162" y="102"/>
                </a:lnTo>
                <a:lnTo>
                  <a:pt x="163" y="99"/>
                </a:lnTo>
                <a:lnTo>
                  <a:pt x="163" y="97"/>
                </a:lnTo>
                <a:lnTo>
                  <a:pt x="162" y="92"/>
                </a:lnTo>
                <a:lnTo>
                  <a:pt x="159" y="84"/>
                </a:lnTo>
                <a:lnTo>
                  <a:pt x="156" y="77"/>
                </a:lnTo>
                <a:lnTo>
                  <a:pt x="156" y="77"/>
                </a:lnTo>
                <a:lnTo>
                  <a:pt x="152" y="84"/>
                </a:lnTo>
                <a:lnTo>
                  <a:pt x="147" y="90"/>
                </a:lnTo>
                <a:lnTo>
                  <a:pt x="140" y="94"/>
                </a:lnTo>
                <a:lnTo>
                  <a:pt x="134" y="99"/>
                </a:lnTo>
                <a:lnTo>
                  <a:pt x="134" y="99"/>
                </a:lnTo>
                <a:lnTo>
                  <a:pt x="138" y="98"/>
                </a:lnTo>
                <a:lnTo>
                  <a:pt x="142" y="97"/>
                </a:lnTo>
                <a:lnTo>
                  <a:pt x="145" y="97"/>
                </a:lnTo>
                <a:lnTo>
                  <a:pt x="149" y="94"/>
                </a:lnTo>
                <a:lnTo>
                  <a:pt x="149" y="94"/>
                </a:lnTo>
                <a:lnTo>
                  <a:pt x="149" y="97"/>
                </a:lnTo>
                <a:lnTo>
                  <a:pt x="149" y="98"/>
                </a:lnTo>
                <a:lnTo>
                  <a:pt x="149" y="98"/>
                </a:lnTo>
                <a:close/>
                <a:moveTo>
                  <a:pt x="117" y="119"/>
                </a:moveTo>
                <a:lnTo>
                  <a:pt x="117" y="119"/>
                </a:lnTo>
                <a:lnTo>
                  <a:pt x="99" y="135"/>
                </a:lnTo>
                <a:lnTo>
                  <a:pt x="80" y="150"/>
                </a:lnTo>
                <a:lnTo>
                  <a:pt x="80" y="150"/>
                </a:lnTo>
                <a:lnTo>
                  <a:pt x="82" y="153"/>
                </a:lnTo>
                <a:lnTo>
                  <a:pt x="85" y="156"/>
                </a:lnTo>
                <a:lnTo>
                  <a:pt x="88" y="157"/>
                </a:lnTo>
                <a:lnTo>
                  <a:pt x="89" y="158"/>
                </a:lnTo>
                <a:lnTo>
                  <a:pt x="127" y="115"/>
                </a:lnTo>
                <a:lnTo>
                  <a:pt x="127" y="115"/>
                </a:lnTo>
                <a:lnTo>
                  <a:pt x="117" y="119"/>
                </a:lnTo>
                <a:lnTo>
                  <a:pt x="117" y="119"/>
                </a:lnTo>
                <a:close/>
                <a:moveTo>
                  <a:pt x="161" y="199"/>
                </a:moveTo>
                <a:lnTo>
                  <a:pt x="161" y="199"/>
                </a:lnTo>
                <a:lnTo>
                  <a:pt x="166" y="208"/>
                </a:lnTo>
                <a:lnTo>
                  <a:pt x="169" y="212"/>
                </a:lnTo>
                <a:lnTo>
                  <a:pt x="173" y="216"/>
                </a:lnTo>
                <a:lnTo>
                  <a:pt x="173" y="216"/>
                </a:lnTo>
                <a:lnTo>
                  <a:pt x="179" y="208"/>
                </a:lnTo>
                <a:lnTo>
                  <a:pt x="184" y="201"/>
                </a:lnTo>
                <a:lnTo>
                  <a:pt x="192" y="194"/>
                </a:lnTo>
                <a:lnTo>
                  <a:pt x="196" y="185"/>
                </a:lnTo>
                <a:lnTo>
                  <a:pt x="196" y="185"/>
                </a:lnTo>
                <a:lnTo>
                  <a:pt x="184" y="195"/>
                </a:lnTo>
                <a:lnTo>
                  <a:pt x="177" y="201"/>
                </a:lnTo>
                <a:lnTo>
                  <a:pt x="170" y="205"/>
                </a:lnTo>
                <a:lnTo>
                  <a:pt x="170" y="205"/>
                </a:lnTo>
                <a:lnTo>
                  <a:pt x="170" y="199"/>
                </a:lnTo>
                <a:lnTo>
                  <a:pt x="170" y="195"/>
                </a:lnTo>
                <a:lnTo>
                  <a:pt x="176" y="185"/>
                </a:lnTo>
                <a:lnTo>
                  <a:pt x="182" y="177"/>
                </a:lnTo>
                <a:lnTo>
                  <a:pt x="189" y="170"/>
                </a:lnTo>
                <a:lnTo>
                  <a:pt x="189" y="170"/>
                </a:lnTo>
                <a:lnTo>
                  <a:pt x="190" y="168"/>
                </a:lnTo>
                <a:lnTo>
                  <a:pt x="189" y="164"/>
                </a:lnTo>
                <a:lnTo>
                  <a:pt x="161" y="199"/>
                </a:lnTo>
                <a:close/>
                <a:moveTo>
                  <a:pt x="199" y="191"/>
                </a:moveTo>
                <a:lnTo>
                  <a:pt x="199" y="191"/>
                </a:lnTo>
                <a:lnTo>
                  <a:pt x="201" y="192"/>
                </a:lnTo>
                <a:lnTo>
                  <a:pt x="203" y="194"/>
                </a:lnTo>
                <a:lnTo>
                  <a:pt x="203" y="196"/>
                </a:lnTo>
                <a:lnTo>
                  <a:pt x="203" y="202"/>
                </a:lnTo>
                <a:lnTo>
                  <a:pt x="200" y="208"/>
                </a:lnTo>
                <a:lnTo>
                  <a:pt x="196" y="218"/>
                </a:lnTo>
                <a:lnTo>
                  <a:pt x="194" y="222"/>
                </a:lnTo>
                <a:lnTo>
                  <a:pt x="194" y="223"/>
                </a:lnTo>
                <a:lnTo>
                  <a:pt x="194" y="223"/>
                </a:lnTo>
                <a:lnTo>
                  <a:pt x="197" y="220"/>
                </a:lnTo>
                <a:lnTo>
                  <a:pt x="200" y="218"/>
                </a:lnTo>
                <a:lnTo>
                  <a:pt x="203" y="215"/>
                </a:lnTo>
                <a:lnTo>
                  <a:pt x="204" y="215"/>
                </a:lnTo>
                <a:lnTo>
                  <a:pt x="207" y="215"/>
                </a:lnTo>
                <a:lnTo>
                  <a:pt x="207" y="215"/>
                </a:lnTo>
                <a:lnTo>
                  <a:pt x="208" y="220"/>
                </a:lnTo>
                <a:lnTo>
                  <a:pt x="207" y="226"/>
                </a:lnTo>
                <a:lnTo>
                  <a:pt x="206" y="237"/>
                </a:lnTo>
                <a:lnTo>
                  <a:pt x="206" y="237"/>
                </a:lnTo>
                <a:lnTo>
                  <a:pt x="206" y="240"/>
                </a:lnTo>
                <a:lnTo>
                  <a:pt x="208" y="240"/>
                </a:lnTo>
                <a:lnTo>
                  <a:pt x="211" y="240"/>
                </a:lnTo>
                <a:lnTo>
                  <a:pt x="213" y="239"/>
                </a:lnTo>
                <a:lnTo>
                  <a:pt x="213" y="239"/>
                </a:lnTo>
                <a:lnTo>
                  <a:pt x="211" y="213"/>
                </a:lnTo>
                <a:lnTo>
                  <a:pt x="207" y="188"/>
                </a:lnTo>
                <a:lnTo>
                  <a:pt x="207" y="188"/>
                </a:lnTo>
                <a:lnTo>
                  <a:pt x="206" y="184"/>
                </a:lnTo>
                <a:lnTo>
                  <a:pt x="204" y="184"/>
                </a:lnTo>
                <a:lnTo>
                  <a:pt x="203" y="187"/>
                </a:lnTo>
                <a:lnTo>
                  <a:pt x="203" y="187"/>
                </a:lnTo>
                <a:lnTo>
                  <a:pt x="200" y="189"/>
                </a:lnTo>
                <a:lnTo>
                  <a:pt x="199" y="191"/>
                </a:lnTo>
                <a:lnTo>
                  <a:pt x="199" y="191"/>
                </a:lnTo>
                <a:close/>
                <a:moveTo>
                  <a:pt x="206" y="143"/>
                </a:moveTo>
                <a:lnTo>
                  <a:pt x="206" y="143"/>
                </a:lnTo>
                <a:lnTo>
                  <a:pt x="218" y="136"/>
                </a:lnTo>
                <a:lnTo>
                  <a:pt x="232" y="128"/>
                </a:lnTo>
                <a:lnTo>
                  <a:pt x="244" y="116"/>
                </a:lnTo>
                <a:lnTo>
                  <a:pt x="253" y="106"/>
                </a:lnTo>
                <a:lnTo>
                  <a:pt x="253" y="106"/>
                </a:lnTo>
                <a:lnTo>
                  <a:pt x="238" y="112"/>
                </a:lnTo>
                <a:lnTo>
                  <a:pt x="224" y="121"/>
                </a:lnTo>
                <a:lnTo>
                  <a:pt x="218" y="126"/>
                </a:lnTo>
                <a:lnTo>
                  <a:pt x="213" y="132"/>
                </a:lnTo>
                <a:lnTo>
                  <a:pt x="208" y="137"/>
                </a:lnTo>
                <a:lnTo>
                  <a:pt x="206" y="143"/>
                </a:lnTo>
                <a:lnTo>
                  <a:pt x="206" y="143"/>
                </a:lnTo>
                <a:close/>
                <a:moveTo>
                  <a:pt x="183" y="101"/>
                </a:moveTo>
                <a:lnTo>
                  <a:pt x="175" y="105"/>
                </a:lnTo>
                <a:lnTo>
                  <a:pt x="175" y="105"/>
                </a:lnTo>
                <a:lnTo>
                  <a:pt x="165" y="111"/>
                </a:lnTo>
                <a:lnTo>
                  <a:pt x="158" y="119"/>
                </a:lnTo>
                <a:lnTo>
                  <a:pt x="145" y="137"/>
                </a:lnTo>
                <a:lnTo>
                  <a:pt x="145" y="137"/>
                </a:lnTo>
                <a:lnTo>
                  <a:pt x="163" y="119"/>
                </a:lnTo>
                <a:lnTo>
                  <a:pt x="183" y="101"/>
                </a:lnTo>
                <a:lnTo>
                  <a:pt x="183" y="101"/>
                </a:lnTo>
                <a:close/>
                <a:moveTo>
                  <a:pt x="138" y="50"/>
                </a:moveTo>
                <a:lnTo>
                  <a:pt x="138" y="50"/>
                </a:lnTo>
                <a:lnTo>
                  <a:pt x="145" y="45"/>
                </a:lnTo>
                <a:lnTo>
                  <a:pt x="147" y="40"/>
                </a:lnTo>
                <a:lnTo>
                  <a:pt x="145" y="38"/>
                </a:lnTo>
                <a:lnTo>
                  <a:pt x="144" y="36"/>
                </a:lnTo>
                <a:lnTo>
                  <a:pt x="144" y="36"/>
                </a:lnTo>
                <a:lnTo>
                  <a:pt x="138" y="40"/>
                </a:lnTo>
                <a:lnTo>
                  <a:pt x="132" y="47"/>
                </a:lnTo>
                <a:lnTo>
                  <a:pt x="130" y="55"/>
                </a:lnTo>
                <a:lnTo>
                  <a:pt x="128" y="62"/>
                </a:lnTo>
                <a:lnTo>
                  <a:pt x="137" y="56"/>
                </a:lnTo>
                <a:lnTo>
                  <a:pt x="137" y="56"/>
                </a:lnTo>
                <a:lnTo>
                  <a:pt x="135" y="56"/>
                </a:lnTo>
                <a:lnTo>
                  <a:pt x="135" y="55"/>
                </a:lnTo>
                <a:lnTo>
                  <a:pt x="135" y="53"/>
                </a:lnTo>
                <a:lnTo>
                  <a:pt x="137" y="53"/>
                </a:lnTo>
                <a:lnTo>
                  <a:pt x="137" y="53"/>
                </a:lnTo>
                <a:lnTo>
                  <a:pt x="138" y="52"/>
                </a:lnTo>
                <a:lnTo>
                  <a:pt x="138" y="50"/>
                </a:lnTo>
                <a:lnTo>
                  <a:pt x="138" y="50"/>
                </a:lnTo>
                <a:close/>
                <a:moveTo>
                  <a:pt x="183" y="191"/>
                </a:moveTo>
                <a:lnTo>
                  <a:pt x="183" y="191"/>
                </a:lnTo>
                <a:lnTo>
                  <a:pt x="192" y="181"/>
                </a:lnTo>
                <a:lnTo>
                  <a:pt x="196" y="177"/>
                </a:lnTo>
                <a:lnTo>
                  <a:pt x="201" y="173"/>
                </a:lnTo>
                <a:lnTo>
                  <a:pt x="201" y="173"/>
                </a:lnTo>
                <a:lnTo>
                  <a:pt x="204" y="170"/>
                </a:lnTo>
                <a:lnTo>
                  <a:pt x="204" y="166"/>
                </a:lnTo>
                <a:lnTo>
                  <a:pt x="204" y="161"/>
                </a:lnTo>
                <a:lnTo>
                  <a:pt x="203" y="161"/>
                </a:lnTo>
                <a:lnTo>
                  <a:pt x="203" y="161"/>
                </a:lnTo>
                <a:lnTo>
                  <a:pt x="203" y="161"/>
                </a:lnTo>
                <a:lnTo>
                  <a:pt x="190" y="177"/>
                </a:lnTo>
                <a:lnTo>
                  <a:pt x="186" y="184"/>
                </a:lnTo>
                <a:lnTo>
                  <a:pt x="183" y="191"/>
                </a:lnTo>
                <a:lnTo>
                  <a:pt x="183" y="191"/>
                </a:lnTo>
                <a:close/>
                <a:moveTo>
                  <a:pt x="69" y="137"/>
                </a:moveTo>
                <a:lnTo>
                  <a:pt x="69" y="137"/>
                </a:lnTo>
                <a:lnTo>
                  <a:pt x="68" y="140"/>
                </a:lnTo>
                <a:lnTo>
                  <a:pt x="66" y="144"/>
                </a:lnTo>
                <a:lnTo>
                  <a:pt x="66" y="146"/>
                </a:lnTo>
                <a:lnTo>
                  <a:pt x="68" y="146"/>
                </a:lnTo>
                <a:lnTo>
                  <a:pt x="71" y="144"/>
                </a:lnTo>
                <a:lnTo>
                  <a:pt x="71" y="144"/>
                </a:lnTo>
                <a:lnTo>
                  <a:pt x="75" y="140"/>
                </a:lnTo>
                <a:lnTo>
                  <a:pt x="80" y="135"/>
                </a:lnTo>
                <a:lnTo>
                  <a:pt x="85" y="130"/>
                </a:lnTo>
                <a:lnTo>
                  <a:pt x="86" y="126"/>
                </a:lnTo>
                <a:lnTo>
                  <a:pt x="86" y="126"/>
                </a:lnTo>
                <a:lnTo>
                  <a:pt x="78" y="132"/>
                </a:lnTo>
                <a:lnTo>
                  <a:pt x="69" y="137"/>
                </a:lnTo>
                <a:lnTo>
                  <a:pt x="69" y="137"/>
                </a:lnTo>
                <a:close/>
                <a:moveTo>
                  <a:pt x="180" y="223"/>
                </a:moveTo>
                <a:lnTo>
                  <a:pt x="180" y="223"/>
                </a:lnTo>
                <a:lnTo>
                  <a:pt x="184" y="222"/>
                </a:lnTo>
                <a:lnTo>
                  <a:pt x="190" y="218"/>
                </a:lnTo>
                <a:lnTo>
                  <a:pt x="193" y="212"/>
                </a:lnTo>
                <a:lnTo>
                  <a:pt x="194" y="209"/>
                </a:lnTo>
                <a:lnTo>
                  <a:pt x="193" y="206"/>
                </a:lnTo>
                <a:lnTo>
                  <a:pt x="193" y="206"/>
                </a:lnTo>
                <a:lnTo>
                  <a:pt x="189" y="209"/>
                </a:lnTo>
                <a:lnTo>
                  <a:pt x="184" y="212"/>
                </a:lnTo>
                <a:lnTo>
                  <a:pt x="182" y="218"/>
                </a:lnTo>
                <a:lnTo>
                  <a:pt x="180" y="223"/>
                </a:lnTo>
                <a:lnTo>
                  <a:pt x="180" y="223"/>
                </a:lnTo>
                <a:close/>
                <a:moveTo>
                  <a:pt x="131" y="77"/>
                </a:moveTo>
                <a:lnTo>
                  <a:pt x="131" y="77"/>
                </a:lnTo>
                <a:lnTo>
                  <a:pt x="128" y="78"/>
                </a:lnTo>
                <a:lnTo>
                  <a:pt x="125" y="80"/>
                </a:lnTo>
                <a:lnTo>
                  <a:pt x="124" y="84"/>
                </a:lnTo>
                <a:lnTo>
                  <a:pt x="123" y="88"/>
                </a:lnTo>
                <a:lnTo>
                  <a:pt x="121" y="94"/>
                </a:lnTo>
                <a:lnTo>
                  <a:pt x="121" y="94"/>
                </a:lnTo>
                <a:lnTo>
                  <a:pt x="124" y="92"/>
                </a:lnTo>
                <a:lnTo>
                  <a:pt x="128" y="90"/>
                </a:lnTo>
                <a:lnTo>
                  <a:pt x="134" y="81"/>
                </a:lnTo>
                <a:lnTo>
                  <a:pt x="138" y="74"/>
                </a:lnTo>
                <a:lnTo>
                  <a:pt x="140" y="70"/>
                </a:lnTo>
                <a:lnTo>
                  <a:pt x="140" y="70"/>
                </a:lnTo>
                <a:lnTo>
                  <a:pt x="135" y="76"/>
                </a:lnTo>
                <a:lnTo>
                  <a:pt x="131" y="77"/>
                </a:lnTo>
                <a:lnTo>
                  <a:pt x="131" y="77"/>
                </a:lnTo>
                <a:close/>
                <a:moveTo>
                  <a:pt x="47" y="136"/>
                </a:moveTo>
                <a:lnTo>
                  <a:pt x="47" y="136"/>
                </a:lnTo>
                <a:lnTo>
                  <a:pt x="50" y="139"/>
                </a:lnTo>
                <a:lnTo>
                  <a:pt x="51" y="139"/>
                </a:lnTo>
                <a:lnTo>
                  <a:pt x="55" y="137"/>
                </a:lnTo>
                <a:lnTo>
                  <a:pt x="58" y="135"/>
                </a:lnTo>
                <a:lnTo>
                  <a:pt x="59" y="133"/>
                </a:lnTo>
                <a:lnTo>
                  <a:pt x="62" y="133"/>
                </a:lnTo>
                <a:lnTo>
                  <a:pt x="62" y="133"/>
                </a:lnTo>
                <a:lnTo>
                  <a:pt x="62" y="130"/>
                </a:lnTo>
                <a:lnTo>
                  <a:pt x="64" y="128"/>
                </a:lnTo>
                <a:lnTo>
                  <a:pt x="65" y="125"/>
                </a:lnTo>
                <a:lnTo>
                  <a:pt x="64" y="125"/>
                </a:lnTo>
                <a:lnTo>
                  <a:pt x="61" y="125"/>
                </a:lnTo>
                <a:lnTo>
                  <a:pt x="61" y="125"/>
                </a:lnTo>
                <a:lnTo>
                  <a:pt x="58" y="126"/>
                </a:lnTo>
                <a:lnTo>
                  <a:pt x="54" y="130"/>
                </a:lnTo>
                <a:lnTo>
                  <a:pt x="47" y="136"/>
                </a:lnTo>
                <a:lnTo>
                  <a:pt x="47" y="136"/>
                </a:lnTo>
                <a:close/>
                <a:moveTo>
                  <a:pt x="36" y="119"/>
                </a:moveTo>
                <a:lnTo>
                  <a:pt x="36" y="119"/>
                </a:lnTo>
                <a:lnTo>
                  <a:pt x="57" y="116"/>
                </a:lnTo>
                <a:lnTo>
                  <a:pt x="66" y="115"/>
                </a:lnTo>
                <a:lnTo>
                  <a:pt x="75" y="112"/>
                </a:lnTo>
                <a:lnTo>
                  <a:pt x="75" y="112"/>
                </a:lnTo>
                <a:lnTo>
                  <a:pt x="68" y="112"/>
                </a:lnTo>
                <a:lnTo>
                  <a:pt x="61" y="112"/>
                </a:lnTo>
                <a:lnTo>
                  <a:pt x="61" y="112"/>
                </a:lnTo>
                <a:lnTo>
                  <a:pt x="48" y="115"/>
                </a:lnTo>
                <a:lnTo>
                  <a:pt x="36" y="119"/>
                </a:lnTo>
                <a:lnTo>
                  <a:pt x="36" y="119"/>
                </a:lnTo>
                <a:close/>
                <a:moveTo>
                  <a:pt x="89" y="111"/>
                </a:moveTo>
                <a:lnTo>
                  <a:pt x="89" y="111"/>
                </a:lnTo>
                <a:lnTo>
                  <a:pt x="82" y="109"/>
                </a:lnTo>
                <a:lnTo>
                  <a:pt x="80" y="111"/>
                </a:lnTo>
                <a:lnTo>
                  <a:pt x="79" y="111"/>
                </a:lnTo>
                <a:lnTo>
                  <a:pt x="79" y="112"/>
                </a:lnTo>
                <a:lnTo>
                  <a:pt x="82" y="115"/>
                </a:lnTo>
                <a:lnTo>
                  <a:pt x="82" y="115"/>
                </a:lnTo>
                <a:lnTo>
                  <a:pt x="83" y="116"/>
                </a:lnTo>
                <a:lnTo>
                  <a:pt x="86" y="116"/>
                </a:lnTo>
                <a:lnTo>
                  <a:pt x="92" y="114"/>
                </a:lnTo>
                <a:lnTo>
                  <a:pt x="97" y="109"/>
                </a:lnTo>
                <a:lnTo>
                  <a:pt x="99" y="108"/>
                </a:lnTo>
                <a:lnTo>
                  <a:pt x="99" y="108"/>
                </a:lnTo>
                <a:lnTo>
                  <a:pt x="89" y="111"/>
                </a:lnTo>
                <a:lnTo>
                  <a:pt x="89" y="111"/>
                </a:lnTo>
                <a:close/>
                <a:moveTo>
                  <a:pt x="197" y="226"/>
                </a:moveTo>
                <a:lnTo>
                  <a:pt x="197" y="226"/>
                </a:lnTo>
                <a:lnTo>
                  <a:pt x="194" y="227"/>
                </a:lnTo>
                <a:lnTo>
                  <a:pt x="193" y="232"/>
                </a:lnTo>
                <a:lnTo>
                  <a:pt x="194" y="234"/>
                </a:lnTo>
                <a:lnTo>
                  <a:pt x="199" y="236"/>
                </a:lnTo>
                <a:lnTo>
                  <a:pt x="199" y="236"/>
                </a:lnTo>
                <a:lnTo>
                  <a:pt x="200" y="234"/>
                </a:lnTo>
                <a:lnTo>
                  <a:pt x="201" y="230"/>
                </a:lnTo>
                <a:lnTo>
                  <a:pt x="201" y="222"/>
                </a:lnTo>
                <a:lnTo>
                  <a:pt x="201" y="222"/>
                </a:lnTo>
                <a:lnTo>
                  <a:pt x="200" y="225"/>
                </a:lnTo>
                <a:lnTo>
                  <a:pt x="197" y="226"/>
                </a:lnTo>
                <a:lnTo>
                  <a:pt x="197" y="226"/>
                </a:lnTo>
                <a:close/>
                <a:moveTo>
                  <a:pt x="64" y="137"/>
                </a:moveTo>
                <a:lnTo>
                  <a:pt x="64" y="137"/>
                </a:lnTo>
                <a:lnTo>
                  <a:pt x="69" y="135"/>
                </a:lnTo>
                <a:lnTo>
                  <a:pt x="72" y="130"/>
                </a:lnTo>
                <a:lnTo>
                  <a:pt x="75" y="126"/>
                </a:lnTo>
                <a:lnTo>
                  <a:pt x="75" y="126"/>
                </a:lnTo>
                <a:lnTo>
                  <a:pt x="73" y="126"/>
                </a:lnTo>
                <a:lnTo>
                  <a:pt x="73" y="126"/>
                </a:lnTo>
                <a:lnTo>
                  <a:pt x="71" y="128"/>
                </a:lnTo>
                <a:lnTo>
                  <a:pt x="68" y="130"/>
                </a:lnTo>
                <a:lnTo>
                  <a:pt x="64" y="137"/>
                </a:lnTo>
                <a:lnTo>
                  <a:pt x="64" y="137"/>
                </a:lnTo>
                <a:close/>
                <a:moveTo>
                  <a:pt x="123" y="225"/>
                </a:moveTo>
                <a:lnTo>
                  <a:pt x="123" y="225"/>
                </a:lnTo>
                <a:lnTo>
                  <a:pt x="123" y="226"/>
                </a:lnTo>
                <a:lnTo>
                  <a:pt x="125" y="223"/>
                </a:lnTo>
                <a:lnTo>
                  <a:pt x="131" y="216"/>
                </a:lnTo>
                <a:lnTo>
                  <a:pt x="131" y="216"/>
                </a:lnTo>
                <a:lnTo>
                  <a:pt x="131" y="215"/>
                </a:lnTo>
                <a:lnTo>
                  <a:pt x="131" y="212"/>
                </a:lnTo>
                <a:lnTo>
                  <a:pt x="131" y="212"/>
                </a:lnTo>
                <a:lnTo>
                  <a:pt x="125" y="219"/>
                </a:lnTo>
                <a:lnTo>
                  <a:pt x="123" y="225"/>
                </a:lnTo>
                <a:lnTo>
                  <a:pt x="123" y="225"/>
                </a:lnTo>
                <a:close/>
                <a:moveTo>
                  <a:pt x="156" y="88"/>
                </a:moveTo>
                <a:lnTo>
                  <a:pt x="149" y="94"/>
                </a:lnTo>
                <a:lnTo>
                  <a:pt x="149" y="94"/>
                </a:lnTo>
                <a:lnTo>
                  <a:pt x="152" y="95"/>
                </a:lnTo>
                <a:lnTo>
                  <a:pt x="155" y="94"/>
                </a:lnTo>
                <a:lnTo>
                  <a:pt x="158" y="92"/>
                </a:lnTo>
                <a:lnTo>
                  <a:pt x="158" y="91"/>
                </a:lnTo>
                <a:lnTo>
                  <a:pt x="156" y="88"/>
                </a:lnTo>
                <a:lnTo>
                  <a:pt x="156" y="88"/>
                </a:lnTo>
                <a:close/>
                <a:moveTo>
                  <a:pt x="106" y="116"/>
                </a:moveTo>
                <a:lnTo>
                  <a:pt x="106" y="116"/>
                </a:lnTo>
                <a:lnTo>
                  <a:pt x="106" y="118"/>
                </a:lnTo>
                <a:lnTo>
                  <a:pt x="109" y="118"/>
                </a:lnTo>
                <a:lnTo>
                  <a:pt x="113" y="115"/>
                </a:lnTo>
                <a:lnTo>
                  <a:pt x="113" y="115"/>
                </a:lnTo>
                <a:lnTo>
                  <a:pt x="114" y="112"/>
                </a:lnTo>
                <a:lnTo>
                  <a:pt x="114" y="111"/>
                </a:lnTo>
                <a:lnTo>
                  <a:pt x="113" y="111"/>
                </a:lnTo>
                <a:lnTo>
                  <a:pt x="110" y="112"/>
                </a:lnTo>
                <a:lnTo>
                  <a:pt x="110" y="112"/>
                </a:lnTo>
                <a:lnTo>
                  <a:pt x="109" y="114"/>
                </a:lnTo>
                <a:lnTo>
                  <a:pt x="106" y="116"/>
                </a:lnTo>
                <a:lnTo>
                  <a:pt x="106" y="116"/>
                </a:lnTo>
                <a:close/>
                <a:moveTo>
                  <a:pt x="43" y="128"/>
                </a:moveTo>
                <a:lnTo>
                  <a:pt x="43" y="128"/>
                </a:lnTo>
                <a:lnTo>
                  <a:pt x="31" y="128"/>
                </a:lnTo>
                <a:lnTo>
                  <a:pt x="31" y="128"/>
                </a:lnTo>
                <a:lnTo>
                  <a:pt x="33" y="129"/>
                </a:lnTo>
                <a:lnTo>
                  <a:pt x="36" y="130"/>
                </a:lnTo>
                <a:lnTo>
                  <a:pt x="40" y="130"/>
                </a:lnTo>
                <a:lnTo>
                  <a:pt x="43" y="128"/>
                </a:lnTo>
                <a:lnTo>
                  <a:pt x="43" y="128"/>
                </a:lnTo>
                <a:close/>
                <a:moveTo>
                  <a:pt x="106" y="234"/>
                </a:moveTo>
                <a:lnTo>
                  <a:pt x="106" y="234"/>
                </a:lnTo>
                <a:lnTo>
                  <a:pt x="111" y="229"/>
                </a:lnTo>
                <a:lnTo>
                  <a:pt x="114" y="225"/>
                </a:lnTo>
                <a:lnTo>
                  <a:pt x="116" y="220"/>
                </a:lnTo>
                <a:lnTo>
                  <a:pt x="116" y="220"/>
                </a:lnTo>
                <a:lnTo>
                  <a:pt x="110" y="227"/>
                </a:lnTo>
                <a:lnTo>
                  <a:pt x="106" y="234"/>
                </a:lnTo>
                <a:lnTo>
                  <a:pt x="106" y="234"/>
                </a:lnTo>
                <a:close/>
                <a:moveTo>
                  <a:pt x="117" y="105"/>
                </a:moveTo>
                <a:lnTo>
                  <a:pt x="117" y="105"/>
                </a:lnTo>
                <a:lnTo>
                  <a:pt x="118" y="108"/>
                </a:lnTo>
                <a:lnTo>
                  <a:pt x="118" y="109"/>
                </a:lnTo>
                <a:lnTo>
                  <a:pt x="123" y="108"/>
                </a:lnTo>
                <a:lnTo>
                  <a:pt x="125" y="105"/>
                </a:lnTo>
                <a:lnTo>
                  <a:pt x="127" y="102"/>
                </a:lnTo>
                <a:lnTo>
                  <a:pt x="127" y="102"/>
                </a:lnTo>
                <a:lnTo>
                  <a:pt x="121" y="101"/>
                </a:lnTo>
                <a:lnTo>
                  <a:pt x="118" y="102"/>
                </a:lnTo>
                <a:lnTo>
                  <a:pt x="117" y="104"/>
                </a:lnTo>
                <a:lnTo>
                  <a:pt x="117" y="105"/>
                </a:lnTo>
                <a:lnTo>
                  <a:pt x="117" y="105"/>
                </a:lnTo>
                <a:close/>
                <a:moveTo>
                  <a:pt x="154" y="73"/>
                </a:moveTo>
                <a:lnTo>
                  <a:pt x="154" y="73"/>
                </a:lnTo>
                <a:lnTo>
                  <a:pt x="155" y="71"/>
                </a:lnTo>
                <a:lnTo>
                  <a:pt x="155" y="70"/>
                </a:lnTo>
                <a:lnTo>
                  <a:pt x="154" y="69"/>
                </a:lnTo>
                <a:lnTo>
                  <a:pt x="151" y="69"/>
                </a:lnTo>
                <a:lnTo>
                  <a:pt x="151" y="69"/>
                </a:lnTo>
                <a:lnTo>
                  <a:pt x="148" y="70"/>
                </a:lnTo>
                <a:lnTo>
                  <a:pt x="149" y="73"/>
                </a:lnTo>
                <a:lnTo>
                  <a:pt x="151" y="73"/>
                </a:lnTo>
                <a:lnTo>
                  <a:pt x="154" y="73"/>
                </a:lnTo>
                <a:lnTo>
                  <a:pt x="154" y="73"/>
                </a:lnTo>
                <a:close/>
              </a:path>
            </a:pathLst>
          </a:custGeom>
          <a:solidFill>
            <a:srgbClr val="FFC00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57" name="组合 256"/>
          <p:cNvGrpSpPr/>
          <p:nvPr/>
        </p:nvGrpSpPr>
        <p:grpSpPr>
          <a:xfrm>
            <a:off x="6377581" y="2205485"/>
            <a:ext cx="1341837" cy="428035"/>
            <a:chOff x="1499734" y="1836011"/>
            <a:chExt cx="1723530" cy="785645"/>
          </a:xfrm>
        </p:grpSpPr>
        <p:sp>
          <p:nvSpPr>
            <p:cNvPr id="258" name="任意多边形 257"/>
            <p:cNvSpPr/>
            <p:nvPr>
              <p:custDataLst>
                <p:tags r:id="rId15"/>
              </p:custDataLst>
            </p:nvPr>
          </p:nvSpPr>
          <p:spPr>
            <a:xfrm>
              <a:off x="1862723" y="1836011"/>
              <a:ext cx="1360541" cy="764760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9" name="任意多边形 258"/>
            <p:cNvSpPr/>
            <p:nvPr>
              <p:custDataLst>
                <p:tags r:id="rId16"/>
              </p:custDataLst>
            </p:nvPr>
          </p:nvSpPr>
          <p:spPr>
            <a:xfrm>
              <a:off x="1499734" y="2157271"/>
              <a:ext cx="770022" cy="464385"/>
            </a:xfrm>
            <a:custGeom>
              <a:avLst/>
              <a:gdLst>
                <a:gd name="connsiteX0" fmla="*/ 3108161 w 5108590"/>
                <a:gd name="connsiteY0" fmla="*/ 0 h 2871537"/>
                <a:gd name="connsiteX1" fmla="*/ 3989444 w 5108590"/>
                <a:gd name="connsiteY1" fmla="*/ 400035 h 2871537"/>
                <a:gd name="connsiteX2" fmla="*/ 4086693 w 5108590"/>
                <a:gd name="connsiteY2" fmla="*/ 563266 h 2871537"/>
                <a:gd name="connsiteX3" fmla="*/ 4131348 w 5108590"/>
                <a:gd name="connsiteY3" fmla="*/ 534900 h 2871537"/>
                <a:gd name="connsiteX4" fmla="*/ 4405156 w 5108590"/>
                <a:gd name="connsiteY4" fmla="*/ 465220 h 2871537"/>
                <a:gd name="connsiteX5" fmla="*/ 5108590 w 5108590"/>
                <a:gd name="connsiteY5" fmla="*/ 1102292 h 2871537"/>
                <a:gd name="connsiteX6" fmla="*/ 4798453 w 5108590"/>
                <a:gd name="connsiteY6" fmla="*/ 1640226 h 2871537"/>
                <a:gd name="connsiteX7" fmla="*/ 4794480 w 5108590"/>
                <a:gd name="connsiteY7" fmla="*/ 1642029 h 2871537"/>
                <a:gd name="connsiteX8" fmla="*/ 4815013 w 5108590"/>
                <a:gd name="connsiteY8" fmla="*/ 1704408 h 2871537"/>
                <a:gd name="connsiteX9" fmla="*/ 4832286 w 5108590"/>
                <a:gd name="connsiteY9" fmla="*/ 1872313 h 2871537"/>
                <a:gd name="connsiteX10" fmla="*/ 3982054 w 5108590"/>
                <a:gd name="connsiteY10" fmla="*/ 2642334 h 2871537"/>
                <a:gd name="connsiteX11" fmla="*/ 3380849 w 5108590"/>
                <a:gd name="connsiteY11" fmla="*/ 2353576 h 2871537"/>
                <a:gd name="connsiteX12" fmla="*/ 3379137 w 5108590"/>
                <a:gd name="connsiteY12" fmla="*/ 2351518 h 2871537"/>
                <a:gd name="connsiteX13" fmla="*/ 3307654 w 5108590"/>
                <a:gd name="connsiteY13" fmla="*/ 2471502 h 2871537"/>
                <a:gd name="connsiteX14" fmla="*/ 2426371 w 5108590"/>
                <a:gd name="connsiteY14" fmla="*/ 2871537 h 2871537"/>
                <a:gd name="connsiteX15" fmla="*/ 1447099 w 5108590"/>
                <a:gd name="connsiteY15" fmla="*/ 2194760 h 2871537"/>
                <a:gd name="connsiteX16" fmla="*/ 1418508 w 5108590"/>
                <a:gd name="connsiteY16" fmla="*/ 2124456 h 2871537"/>
                <a:gd name="connsiteX17" fmla="*/ 1325605 w 5108590"/>
                <a:gd name="connsiteY17" fmla="*/ 2190236 h 2871537"/>
                <a:gd name="connsiteX18" fmla="*/ 850232 w 5108590"/>
                <a:gd name="connsiteY18" fmla="*/ 2310063 h 2871537"/>
                <a:gd name="connsiteX19" fmla="*/ 0 w 5108590"/>
                <a:gd name="connsiteY19" fmla="*/ 1540042 h 2871537"/>
                <a:gd name="connsiteX20" fmla="*/ 850232 w 5108590"/>
                <a:gd name="connsiteY20" fmla="*/ 770021 h 2871537"/>
                <a:gd name="connsiteX21" fmla="*/ 1021583 w 5108590"/>
                <a:gd name="connsiteY21" fmla="*/ 783848 h 2871537"/>
                <a:gd name="connsiteX22" fmla="*/ 1029246 w 5108590"/>
                <a:gd name="connsiteY22" fmla="*/ 785791 h 2871537"/>
                <a:gd name="connsiteX23" fmla="*/ 1026695 w 5108590"/>
                <a:gd name="connsiteY23" fmla="*/ 770021 h 2871537"/>
                <a:gd name="connsiteX24" fmla="*/ 1876927 w 5108590"/>
                <a:gd name="connsiteY24" fmla="*/ 0 h 2871537"/>
                <a:gd name="connsiteX25" fmla="*/ 2478132 w 5108590"/>
                <a:gd name="connsiteY25" fmla="*/ 208922 h 2871537"/>
                <a:gd name="connsiteX26" fmla="*/ 2500065 w 5108590"/>
                <a:gd name="connsiteY26" fmla="*/ 232394 h 2871537"/>
                <a:gd name="connsiteX27" fmla="*/ 2513944 w 5108590"/>
                <a:gd name="connsiteY27" fmla="*/ 219952 h 2871537"/>
                <a:gd name="connsiteX28" fmla="*/ 3108161 w 5108590"/>
                <a:gd name="connsiteY28" fmla="*/ 0 h 287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108590" h="2871537">
                  <a:moveTo>
                    <a:pt x="3108161" y="0"/>
                  </a:moveTo>
                  <a:cubicBezTo>
                    <a:pt x="3475013" y="0"/>
                    <a:pt x="3798453" y="146705"/>
                    <a:pt x="3989444" y="400035"/>
                  </a:cubicBezTo>
                  <a:lnTo>
                    <a:pt x="4086693" y="563266"/>
                  </a:lnTo>
                  <a:lnTo>
                    <a:pt x="4131348" y="534900"/>
                  </a:lnTo>
                  <a:cubicBezTo>
                    <a:pt x="4215506" y="491765"/>
                    <a:pt x="4308032" y="465220"/>
                    <a:pt x="4405156" y="465220"/>
                  </a:cubicBezTo>
                  <a:cubicBezTo>
                    <a:pt x="4793652" y="465220"/>
                    <a:pt x="5108590" y="713796"/>
                    <a:pt x="5108590" y="1102292"/>
                  </a:cubicBezTo>
                  <a:cubicBezTo>
                    <a:pt x="5108590" y="1345102"/>
                    <a:pt x="4985568" y="1533256"/>
                    <a:pt x="4798453" y="1640226"/>
                  </a:cubicBezTo>
                  <a:lnTo>
                    <a:pt x="4794480" y="1642029"/>
                  </a:lnTo>
                  <a:lnTo>
                    <a:pt x="4815013" y="1704408"/>
                  </a:lnTo>
                  <a:cubicBezTo>
                    <a:pt x="4826338" y="1757563"/>
                    <a:pt x="4832286" y="1813617"/>
                    <a:pt x="4832286" y="1872313"/>
                  </a:cubicBezTo>
                  <a:cubicBezTo>
                    <a:pt x="4832286" y="2341883"/>
                    <a:pt x="4451624" y="2642334"/>
                    <a:pt x="3982054" y="2642334"/>
                  </a:cubicBezTo>
                  <a:cubicBezTo>
                    <a:pt x="3747269" y="2642334"/>
                    <a:pt x="3534711" y="2513997"/>
                    <a:pt x="3380849" y="2353576"/>
                  </a:cubicBezTo>
                  <a:lnTo>
                    <a:pt x="3379137" y="2351518"/>
                  </a:lnTo>
                  <a:lnTo>
                    <a:pt x="3307654" y="2471502"/>
                  </a:lnTo>
                  <a:cubicBezTo>
                    <a:pt x="3116662" y="2724832"/>
                    <a:pt x="2793223" y="2871537"/>
                    <a:pt x="2426371" y="2871537"/>
                  </a:cubicBezTo>
                  <a:cubicBezTo>
                    <a:pt x="1986149" y="2871537"/>
                    <a:pt x="1608440" y="2510590"/>
                    <a:pt x="1447099" y="2194760"/>
                  </a:cubicBezTo>
                  <a:lnTo>
                    <a:pt x="1418508" y="2124456"/>
                  </a:lnTo>
                  <a:lnTo>
                    <a:pt x="1325605" y="2190236"/>
                  </a:lnTo>
                  <a:cubicBezTo>
                    <a:pt x="1189907" y="2267812"/>
                    <a:pt x="1026321" y="2310063"/>
                    <a:pt x="850232" y="2310063"/>
                  </a:cubicBezTo>
                  <a:cubicBezTo>
                    <a:pt x="380662" y="2310063"/>
                    <a:pt x="0" y="1796716"/>
                    <a:pt x="0" y="1540042"/>
                  </a:cubicBezTo>
                  <a:cubicBezTo>
                    <a:pt x="0" y="1283368"/>
                    <a:pt x="380662" y="770021"/>
                    <a:pt x="850232" y="770021"/>
                  </a:cubicBezTo>
                  <a:cubicBezTo>
                    <a:pt x="908928" y="770021"/>
                    <a:pt x="966235" y="774716"/>
                    <a:pt x="1021583" y="783848"/>
                  </a:cubicBezTo>
                  <a:lnTo>
                    <a:pt x="1029246" y="785791"/>
                  </a:lnTo>
                  <a:lnTo>
                    <a:pt x="1026695" y="770021"/>
                  </a:lnTo>
                  <a:cubicBezTo>
                    <a:pt x="1026695" y="513347"/>
                    <a:pt x="1407357" y="0"/>
                    <a:pt x="1876927" y="0"/>
                  </a:cubicBezTo>
                  <a:cubicBezTo>
                    <a:pt x="2111712" y="0"/>
                    <a:pt x="2324270" y="75113"/>
                    <a:pt x="2478132" y="208922"/>
                  </a:cubicBezTo>
                  <a:lnTo>
                    <a:pt x="2500065" y="232394"/>
                  </a:lnTo>
                  <a:lnTo>
                    <a:pt x="2513944" y="219952"/>
                  </a:lnTo>
                  <a:cubicBezTo>
                    <a:pt x="2683567" y="90237"/>
                    <a:pt x="2888050" y="0"/>
                    <a:pt x="3108161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60" name="Group 22"/>
          <p:cNvGrpSpPr/>
          <p:nvPr/>
        </p:nvGrpSpPr>
        <p:grpSpPr>
          <a:xfrm>
            <a:off x="395576" y="3923931"/>
            <a:ext cx="953802" cy="435606"/>
            <a:chOff x="0" y="-1"/>
            <a:chExt cx="1887191" cy="861891"/>
          </a:xfrm>
        </p:grpSpPr>
        <p:sp>
          <p:nvSpPr>
            <p:cNvPr id="261" name="Shape 20"/>
            <p:cNvSpPr/>
            <p:nvPr>
              <p:custDataLst>
                <p:tags r:id="rId13"/>
              </p:custDataLst>
            </p:nvPr>
          </p:nvSpPr>
          <p:spPr>
            <a:xfrm>
              <a:off x="279400" y="406400"/>
              <a:ext cx="1606206" cy="455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451" extrusionOk="0">
                  <a:moveTo>
                    <a:pt x="0" y="19208"/>
                  </a:moveTo>
                  <a:cubicBezTo>
                    <a:pt x="4851" y="18183"/>
                    <a:pt x="8348" y="15830"/>
                    <a:pt x="11759" y="14762"/>
                  </a:cubicBezTo>
                  <a:cubicBezTo>
                    <a:pt x="14906" y="13777"/>
                    <a:pt x="17829" y="8081"/>
                    <a:pt x="19986" y="0"/>
                  </a:cubicBezTo>
                  <a:cubicBezTo>
                    <a:pt x="21056" y="3168"/>
                    <a:pt x="21600" y="19813"/>
                    <a:pt x="21573" y="19813"/>
                  </a:cubicBezTo>
                  <a:cubicBezTo>
                    <a:pt x="17828" y="19813"/>
                    <a:pt x="14082" y="19819"/>
                    <a:pt x="10337" y="19818"/>
                  </a:cubicBezTo>
                  <a:cubicBezTo>
                    <a:pt x="8484" y="19817"/>
                    <a:pt x="6631" y="19817"/>
                    <a:pt x="4779" y="19809"/>
                  </a:cubicBezTo>
                  <a:cubicBezTo>
                    <a:pt x="3446" y="19802"/>
                    <a:pt x="1189" y="21600"/>
                    <a:pt x="0" y="19208"/>
                  </a:cubicBezTo>
                  <a:close/>
                </a:path>
              </a:pathLst>
            </a:custGeom>
            <a:solidFill>
              <a:srgbClr val="E7E4EA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62" name="Shape 21"/>
            <p:cNvSpPr/>
            <p:nvPr>
              <p:custDataLst>
                <p:tags r:id="rId14"/>
              </p:custDataLst>
            </p:nvPr>
          </p:nvSpPr>
          <p:spPr>
            <a:xfrm>
              <a:off x="0" y="-1"/>
              <a:ext cx="1887191" cy="848841"/>
            </a:xfrm>
            <a:custGeom>
              <a:avLst/>
              <a:gdLst>
                <a:gd name="connsiteX0" fmla="*/ 7770 w 21600"/>
                <a:gd name="connsiteY0" fmla="*/ 21519 h 23557"/>
                <a:gd name="connsiteX1" fmla="*/ 0 w 21600"/>
                <a:gd name="connsiteY1" fmla="*/ 21519 h 23557"/>
                <a:gd name="connsiteX2" fmla="*/ 745 w 21600"/>
                <a:gd name="connsiteY2" fmla="*/ 12132 h 23557"/>
                <a:gd name="connsiteX3" fmla="*/ 4557 w 21600"/>
                <a:gd name="connsiteY3" fmla="*/ 10885 h 23557"/>
                <a:gd name="connsiteX4" fmla="*/ 8782 w 21600"/>
                <a:gd name="connsiteY4" fmla="*/ 1 h 23557"/>
                <a:gd name="connsiteX5" fmla="*/ 13726 w 21600"/>
                <a:gd name="connsiteY5" fmla="*/ 11178 h 23557"/>
                <a:gd name="connsiteX6" fmla="*/ 19043 w 21600"/>
                <a:gd name="connsiteY6" fmla="*/ 7147 h 23557"/>
                <a:gd name="connsiteX7" fmla="*/ 21600 w 21600"/>
                <a:gd name="connsiteY7" fmla="*/ 21519 h 23557"/>
                <a:gd name="connsiteX8" fmla="*/ 8690 w 21600"/>
                <a:gd name="connsiteY8" fmla="*/ 23557 h 23557"/>
                <a:gd name="connsiteX0-1" fmla="*/ 7770 w 21600"/>
                <a:gd name="connsiteY0-2" fmla="*/ 21519 h 21519"/>
                <a:gd name="connsiteX1-3" fmla="*/ 0 w 21600"/>
                <a:gd name="connsiteY1-4" fmla="*/ 21519 h 21519"/>
                <a:gd name="connsiteX2-5" fmla="*/ 745 w 21600"/>
                <a:gd name="connsiteY2-6" fmla="*/ 12132 h 21519"/>
                <a:gd name="connsiteX3-7" fmla="*/ 4557 w 21600"/>
                <a:gd name="connsiteY3-8" fmla="*/ 10885 h 21519"/>
                <a:gd name="connsiteX4-9" fmla="*/ 8782 w 21600"/>
                <a:gd name="connsiteY4-10" fmla="*/ 1 h 21519"/>
                <a:gd name="connsiteX5-11" fmla="*/ 13726 w 21600"/>
                <a:gd name="connsiteY5-12" fmla="*/ 11178 h 21519"/>
                <a:gd name="connsiteX6-13" fmla="*/ 19043 w 21600"/>
                <a:gd name="connsiteY6-14" fmla="*/ 7147 h 21519"/>
                <a:gd name="connsiteX7-15" fmla="*/ 21600 w 21600"/>
                <a:gd name="connsiteY7-16" fmla="*/ 21519 h 21519"/>
                <a:gd name="connsiteX0-17" fmla="*/ 0 w 21600"/>
                <a:gd name="connsiteY0-18" fmla="*/ 21519 h 21519"/>
                <a:gd name="connsiteX1-19" fmla="*/ 745 w 21600"/>
                <a:gd name="connsiteY1-20" fmla="*/ 12132 h 21519"/>
                <a:gd name="connsiteX2-21" fmla="*/ 4557 w 21600"/>
                <a:gd name="connsiteY2-22" fmla="*/ 10885 h 21519"/>
                <a:gd name="connsiteX3-23" fmla="*/ 8782 w 21600"/>
                <a:gd name="connsiteY3-24" fmla="*/ 1 h 21519"/>
                <a:gd name="connsiteX4-25" fmla="*/ 13726 w 21600"/>
                <a:gd name="connsiteY4-26" fmla="*/ 11178 h 21519"/>
                <a:gd name="connsiteX5-27" fmla="*/ 19043 w 21600"/>
                <a:gd name="connsiteY5-28" fmla="*/ 7147 h 21519"/>
                <a:gd name="connsiteX6-29" fmla="*/ 21600 w 21600"/>
                <a:gd name="connsiteY6-30" fmla="*/ 21519 h 215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21600" h="21519" extrusionOk="0">
                  <a:moveTo>
                    <a:pt x="0" y="21519"/>
                  </a:moveTo>
                  <a:cubicBezTo>
                    <a:pt x="53" y="17915"/>
                    <a:pt x="143" y="14345"/>
                    <a:pt x="745" y="12132"/>
                  </a:cubicBezTo>
                  <a:cubicBezTo>
                    <a:pt x="1347" y="9920"/>
                    <a:pt x="2460" y="9063"/>
                    <a:pt x="4557" y="10885"/>
                  </a:cubicBezTo>
                  <a:cubicBezTo>
                    <a:pt x="4266" y="3514"/>
                    <a:pt x="6464" y="-81"/>
                    <a:pt x="8782" y="1"/>
                  </a:cubicBezTo>
                  <a:cubicBezTo>
                    <a:pt x="11100" y="83"/>
                    <a:pt x="13537" y="3842"/>
                    <a:pt x="13726" y="11178"/>
                  </a:cubicBezTo>
                  <a:cubicBezTo>
                    <a:pt x="14814" y="7849"/>
                    <a:pt x="17234" y="5175"/>
                    <a:pt x="19043" y="7147"/>
                  </a:cubicBezTo>
                  <a:cubicBezTo>
                    <a:pt x="21193" y="9491"/>
                    <a:pt x="21277" y="16976"/>
                    <a:pt x="21600" y="21519"/>
                  </a:cubicBezTo>
                </a:path>
              </a:pathLst>
            </a:custGeom>
            <a:noFill/>
            <a:ln w="38100" cap="flat">
              <a:solidFill>
                <a:srgbClr val="1F4E79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grpSp>
        <p:nvGrpSpPr>
          <p:cNvPr id="264" name="Group 98"/>
          <p:cNvGrpSpPr/>
          <p:nvPr/>
        </p:nvGrpSpPr>
        <p:grpSpPr>
          <a:xfrm rot="1262012">
            <a:off x="1103828" y="1126452"/>
            <a:ext cx="673320" cy="842234"/>
            <a:chOff x="0" y="0"/>
            <a:chExt cx="1561716" cy="1953500"/>
          </a:xfrm>
        </p:grpSpPr>
        <p:grpSp>
          <p:nvGrpSpPr>
            <p:cNvPr id="265" name="Group 90"/>
            <p:cNvGrpSpPr/>
            <p:nvPr/>
          </p:nvGrpSpPr>
          <p:grpSpPr>
            <a:xfrm>
              <a:off x="622299" y="723900"/>
              <a:ext cx="539187" cy="576209"/>
              <a:chOff x="0" y="0"/>
              <a:chExt cx="539185" cy="576208"/>
            </a:xfrm>
          </p:grpSpPr>
          <p:sp>
            <p:nvSpPr>
              <p:cNvPr id="273" name="Shape 88"/>
              <p:cNvSpPr/>
              <p:nvPr>
                <p:custDataLst>
                  <p:tags r:id="rId11"/>
                </p:custDataLst>
              </p:nvPr>
            </p:nvSpPr>
            <p:spPr>
              <a:xfrm>
                <a:off x="-1" y="0"/>
                <a:ext cx="539187" cy="576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4" h="17472" extrusionOk="0">
                    <a:moveTo>
                      <a:pt x="17716" y="14514"/>
                    </a:moveTo>
                    <a:cubicBezTo>
                      <a:pt x="20957" y="10991"/>
                      <a:pt x="21156" y="5148"/>
                      <a:pt x="16903" y="2098"/>
                    </a:cubicBezTo>
                    <a:cubicBezTo>
                      <a:pt x="10629" y="-2401"/>
                      <a:pt x="569" y="729"/>
                      <a:pt x="21" y="7726"/>
                    </a:cubicBezTo>
                    <a:cubicBezTo>
                      <a:pt x="-444" y="13669"/>
                      <a:pt x="6904" y="19199"/>
                      <a:pt x="13877" y="16965"/>
                    </a:cubicBezTo>
                    <a:cubicBezTo>
                      <a:pt x="15420" y="16471"/>
                      <a:pt x="16714" y="15603"/>
                      <a:pt x="17716" y="14514"/>
                    </a:cubicBezTo>
                    <a:close/>
                  </a:path>
                </a:pathLst>
              </a:custGeom>
              <a:solidFill>
                <a:srgbClr val="E7E4E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4" name="Shape 89"/>
              <p:cNvSpPr/>
              <p:nvPr>
                <p:custDataLst>
                  <p:tags r:id="rId12"/>
                </p:custDataLst>
              </p:nvPr>
            </p:nvSpPr>
            <p:spPr>
              <a:xfrm>
                <a:off x="114300" y="114300"/>
                <a:ext cx="320568" cy="3425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125" h="17472" extrusionOk="0">
                    <a:moveTo>
                      <a:pt x="17716" y="14515"/>
                    </a:moveTo>
                    <a:cubicBezTo>
                      <a:pt x="20957" y="10992"/>
                      <a:pt x="21156" y="5149"/>
                      <a:pt x="16903" y="2099"/>
                    </a:cubicBezTo>
                    <a:cubicBezTo>
                      <a:pt x="10629" y="-2400"/>
                      <a:pt x="569" y="730"/>
                      <a:pt x="21" y="7727"/>
                    </a:cubicBezTo>
                    <a:cubicBezTo>
                      <a:pt x="-444" y="13670"/>
                      <a:pt x="6904" y="19200"/>
                      <a:pt x="13878" y="16966"/>
                    </a:cubicBezTo>
                    <a:cubicBezTo>
                      <a:pt x="15420" y="16471"/>
                      <a:pt x="16714" y="15604"/>
                      <a:pt x="17716" y="14515"/>
                    </a:cubicBezTo>
                    <a:close/>
                  </a:path>
                </a:pathLst>
              </a:custGeom>
              <a:solidFill>
                <a:srgbClr val="FDD67A"/>
              </a:solidFill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266" name="Group 97"/>
            <p:cNvGrpSpPr/>
            <p:nvPr/>
          </p:nvGrpSpPr>
          <p:grpSpPr>
            <a:xfrm>
              <a:off x="0" y="-1"/>
              <a:ext cx="1561717" cy="1953502"/>
              <a:chOff x="0" y="0"/>
              <a:chExt cx="1561716" cy="1953500"/>
            </a:xfrm>
          </p:grpSpPr>
          <p:sp>
            <p:nvSpPr>
              <p:cNvPr id="267" name="Shape 91"/>
              <p:cNvSpPr/>
              <p:nvPr>
                <p:custDataLst>
                  <p:tags r:id="rId5"/>
                </p:custDataLst>
              </p:nvPr>
            </p:nvSpPr>
            <p:spPr>
              <a:xfrm>
                <a:off x="-1" y="0"/>
                <a:ext cx="1561718" cy="1953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3" h="21575" extrusionOk="0">
                    <a:moveTo>
                      <a:pt x="4422" y="10273"/>
                    </a:moveTo>
                    <a:cubicBezTo>
                      <a:pt x="4988" y="10128"/>
                      <a:pt x="5596" y="10037"/>
                      <a:pt x="6024" y="10128"/>
                    </a:cubicBezTo>
                    <a:cubicBezTo>
                      <a:pt x="7105" y="8239"/>
                      <a:pt x="8932" y="6998"/>
                      <a:pt x="10714" y="5587"/>
                    </a:cubicBezTo>
                    <a:cubicBezTo>
                      <a:pt x="12697" y="4016"/>
                      <a:pt x="14777" y="2735"/>
                      <a:pt x="17151" y="1581"/>
                    </a:cubicBezTo>
                    <a:cubicBezTo>
                      <a:pt x="18423" y="962"/>
                      <a:pt x="19735" y="449"/>
                      <a:pt x="21109" y="0"/>
                    </a:cubicBezTo>
                    <a:cubicBezTo>
                      <a:pt x="21057" y="17"/>
                      <a:pt x="21261" y="2955"/>
                      <a:pt x="20839" y="4745"/>
                    </a:cubicBezTo>
                    <a:cubicBezTo>
                      <a:pt x="20497" y="6196"/>
                      <a:pt x="20104" y="7587"/>
                      <a:pt x="19402" y="8948"/>
                    </a:cubicBezTo>
                    <a:cubicBezTo>
                      <a:pt x="18832" y="10055"/>
                      <a:pt x="18455" y="11150"/>
                      <a:pt x="17794" y="12230"/>
                    </a:cubicBezTo>
                    <a:cubicBezTo>
                      <a:pt x="17708" y="12371"/>
                      <a:pt x="16484" y="14383"/>
                      <a:pt x="16436" y="14360"/>
                    </a:cubicBezTo>
                    <a:cubicBezTo>
                      <a:pt x="16949" y="14631"/>
                      <a:pt x="17118" y="15843"/>
                      <a:pt x="17101" y="16284"/>
                    </a:cubicBezTo>
                    <a:cubicBezTo>
                      <a:pt x="17074" y="17045"/>
                      <a:pt x="16801" y="18083"/>
                      <a:pt x="16459" y="18783"/>
                    </a:cubicBezTo>
                    <a:cubicBezTo>
                      <a:pt x="15792" y="20152"/>
                      <a:pt x="14589" y="21319"/>
                      <a:pt x="12593" y="21505"/>
                    </a:cubicBezTo>
                    <a:cubicBezTo>
                      <a:pt x="12169" y="21545"/>
                      <a:pt x="11727" y="21600"/>
                      <a:pt x="11302" y="21562"/>
                    </a:cubicBezTo>
                    <a:cubicBezTo>
                      <a:pt x="11902" y="21366"/>
                      <a:pt x="12300" y="20667"/>
                      <a:pt x="12472" y="20196"/>
                    </a:cubicBezTo>
                    <a:cubicBezTo>
                      <a:pt x="12593" y="19865"/>
                      <a:pt x="12628" y="19516"/>
                      <a:pt x="12567" y="19173"/>
                    </a:cubicBezTo>
                    <a:cubicBezTo>
                      <a:pt x="12547" y="19061"/>
                      <a:pt x="12120" y="18241"/>
                      <a:pt x="12133" y="18225"/>
                    </a:cubicBezTo>
                    <a:cubicBezTo>
                      <a:pt x="11577" y="18901"/>
                      <a:pt x="10529" y="19406"/>
                      <a:pt x="9649" y="19755"/>
                    </a:cubicBezTo>
                    <a:cubicBezTo>
                      <a:pt x="9055" y="19528"/>
                      <a:pt x="7992" y="18910"/>
                      <a:pt x="7621" y="18704"/>
                    </a:cubicBezTo>
                    <a:cubicBezTo>
                      <a:pt x="6788" y="18241"/>
                      <a:pt x="5993" y="17735"/>
                      <a:pt x="5229" y="17198"/>
                    </a:cubicBezTo>
                    <a:cubicBezTo>
                      <a:pt x="4963" y="17011"/>
                      <a:pt x="4136" y="16487"/>
                      <a:pt x="4026" y="16251"/>
                    </a:cubicBezTo>
                    <a:cubicBezTo>
                      <a:pt x="3931" y="16045"/>
                      <a:pt x="4554" y="14389"/>
                      <a:pt x="4437" y="14350"/>
                    </a:cubicBezTo>
                    <a:cubicBezTo>
                      <a:pt x="3946" y="14185"/>
                      <a:pt x="3105" y="14445"/>
                      <a:pt x="2643" y="14602"/>
                    </a:cubicBezTo>
                    <a:cubicBezTo>
                      <a:pt x="2110" y="14785"/>
                      <a:pt x="835" y="15557"/>
                      <a:pt x="800" y="16582"/>
                    </a:cubicBezTo>
                    <a:cubicBezTo>
                      <a:pt x="-339" y="15137"/>
                      <a:pt x="-266" y="13495"/>
                      <a:pt x="1050" y="12196"/>
                    </a:cubicBezTo>
                    <a:cubicBezTo>
                      <a:pt x="1672" y="11583"/>
                      <a:pt x="2430" y="11014"/>
                      <a:pt x="3301" y="10647"/>
                    </a:cubicBezTo>
                    <a:cubicBezTo>
                      <a:pt x="3585" y="10527"/>
                      <a:pt x="3992" y="10384"/>
                      <a:pt x="4422" y="10273"/>
                    </a:cubicBezTo>
                    <a:close/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8" name="Shape 92"/>
              <p:cNvSpPr/>
              <p:nvPr>
                <p:custDataLst>
                  <p:tags r:id="rId6"/>
                </p:custDataLst>
              </p:nvPr>
            </p:nvSpPr>
            <p:spPr>
              <a:xfrm>
                <a:off x="1066800" y="266700"/>
                <a:ext cx="431366" cy="2890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379" y="6426"/>
                      <a:pt x="7227" y="11376"/>
                      <a:pt x="11452" y="14964"/>
                    </a:cubicBezTo>
                    <a:cubicBezTo>
                      <a:pt x="13898" y="17041"/>
                      <a:pt x="19295" y="20423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9" name="Shape 93"/>
              <p:cNvSpPr/>
              <p:nvPr>
                <p:custDataLst>
                  <p:tags r:id="rId7"/>
                </p:custDataLst>
              </p:nvPr>
            </p:nvSpPr>
            <p:spPr>
              <a:xfrm>
                <a:off x="1003300" y="317500"/>
                <a:ext cx="479079" cy="327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142" y="5671"/>
                      <a:pt x="7183" y="11692"/>
                      <a:pt x="10987" y="14858"/>
                    </a:cubicBezTo>
                    <a:cubicBezTo>
                      <a:pt x="13189" y="16691"/>
                      <a:pt x="19525" y="20561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0" name="Shape 94"/>
              <p:cNvSpPr/>
              <p:nvPr>
                <p:custDataLst>
                  <p:tags r:id="rId8"/>
                </p:custDataLst>
              </p:nvPr>
            </p:nvSpPr>
            <p:spPr>
              <a:xfrm>
                <a:off x="317500" y="1028700"/>
                <a:ext cx="84374" cy="267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4016" y="15315"/>
                      <a:pt x="14405" y="5985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1" name="Shape 95"/>
              <p:cNvSpPr/>
              <p:nvPr>
                <p:custDataLst>
                  <p:tags r:id="rId9"/>
                </p:custDataLst>
              </p:nvPr>
            </p:nvSpPr>
            <p:spPr>
              <a:xfrm>
                <a:off x="889000" y="1409700"/>
                <a:ext cx="194631" cy="2416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8151" y="14365"/>
                      <a:pt x="14301" y="8151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2" name="Shape 96"/>
              <p:cNvSpPr/>
              <p:nvPr>
                <p:custDataLst>
                  <p:tags r:id="rId10"/>
                </p:custDataLst>
              </p:nvPr>
            </p:nvSpPr>
            <p:spPr>
              <a:xfrm>
                <a:off x="304800" y="1358900"/>
                <a:ext cx="514350" cy="3492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2445" y="1850"/>
                      <a:pt x="4122" y="5622"/>
                      <a:pt x="6224" y="8181"/>
                    </a:cubicBezTo>
                    <a:cubicBezTo>
                      <a:pt x="8411" y="10843"/>
                      <a:pt x="10777" y="13242"/>
                      <a:pt x="13131" y="15565"/>
                    </a:cubicBezTo>
                    <a:cubicBezTo>
                      <a:pt x="15743" y="18141"/>
                      <a:pt x="18474" y="20652"/>
                      <a:pt x="21600" y="21600"/>
                    </a:cubicBezTo>
                  </a:path>
                </a:pathLst>
              </a:custGeom>
              <a:noFill/>
              <a:ln w="28575" cap="flat">
                <a:solidFill>
                  <a:srgbClr val="1F4E79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7937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758315"/>
            <a:ext cx="8676640" cy="45853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895350"/>
            <a:ext cx="584454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Beyond Binary Search Trees: Multi-Way Trees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342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5CADED-5CCA-4AAD-B6BD-9D6BA3562274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0342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0342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638D05-D765-4670-B9D9-5E0F9F2E33CE}" type="slidenum">
              <a:rPr lang="en-US" altLang="zh-CN" sz="790"/>
              <a:pPr/>
              <a:t>30</a:t>
            </a:fld>
            <a:endParaRPr lang="en-US" altLang="zh-CN" sz="790"/>
          </a:p>
        </p:txBody>
      </p:sp>
      <p:sp>
        <p:nvSpPr>
          <p:cNvPr id="10342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5280" y="1916430"/>
            <a:ext cx="8575675" cy="1260475"/>
          </a:xfrm>
        </p:spPr>
        <p:txBody>
          <a:bodyPr/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Example: B-tree of order 3 has 2 or 3 children per node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e.g. search for 8</a:t>
            </a:r>
          </a:p>
        </p:txBody>
      </p:sp>
      <p:grpSp>
        <p:nvGrpSpPr>
          <p:cNvPr id="32" name="Group 4"/>
          <p:cNvGrpSpPr/>
          <p:nvPr/>
        </p:nvGrpSpPr>
        <p:grpSpPr bwMode="auto">
          <a:xfrm>
            <a:off x="1005205" y="3370580"/>
            <a:ext cx="6851650" cy="2360930"/>
            <a:chOff x="608" y="1336"/>
            <a:chExt cx="4138" cy="1379"/>
          </a:xfrm>
        </p:grpSpPr>
        <p:sp>
          <p:nvSpPr>
            <p:cNvPr id="33" name="Oval 5"/>
            <p:cNvSpPr>
              <a:spLocks noChangeArrowheads="1"/>
            </p:cNvSpPr>
            <p:nvPr/>
          </p:nvSpPr>
          <p:spPr bwMode="auto">
            <a:xfrm>
              <a:off x="2366" y="1336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4" name="Oval 6"/>
            <p:cNvSpPr>
              <a:spLocks noChangeArrowheads="1"/>
            </p:cNvSpPr>
            <p:nvPr/>
          </p:nvSpPr>
          <p:spPr bwMode="auto">
            <a:xfrm>
              <a:off x="3453" y="1756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5" name="Oval 7"/>
            <p:cNvSpPr>
              <a:spLocks noChangeArrowheads="1"/>
            </p:cNvSpPr>
            <p:nvPr/>
          </p:nvSpPr>
          <p:spPr bwMode="auto">
            <a:xfrm>
              <a:off x="1331" y="2445"/>
              <a:ext cx="967" cy="26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6" name="Oval 8"/>
            <p:cNvSpPr>
              <a:spLocks noChangeArrowheads="1"/>
            </p:cNvSpPr>
            <p:nvPr/>
          </p:nvSpPr>
          <p:spPr bwMode="auto">
            <a:xfrm>
              <a:off x="608" y="2454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7" name="Oval 9"/>
            <p:cNvSpPr>
              <a:spLocks noChangeArrowheads="1"/>
            </p:cNvSpPr>
            <p:nvPr/>
          </p:nvSpPr>
          <p:spPr bwMode="auto">
            <a:xfrm>
              <a:off x="3100" y="2454"/>
              <a:ext cx="968" cy="26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8" name="Oval 10"/>
            <p:cNvSpPr>
              <a:spLocks noChangeArrowheads="1"/>
            </p:cNvSpPr>
            <p:nvPr/>
          </p:nvSpPr>
          <p:spPr bwMode="auto">
            <a:xfrm>
              <a:off x="1510" y="1770"/>
              <a:ext cx="569" cy="22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9" name="Oval 11"/>
            <p:cNvSpPr>
              <a:spLocks noChangeArrowheads="1"/>
            </p:cNvSpPr>
            <p:nvPr/>
          </p:nvSpPr>
          <p:spPr bwMode="auto">
            <a:xfrm>
              <a:off x="2441" y="2463"/>
              <a:ext cx="568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0" name="Oval 12"/>
            <p:cNvSpPr>
              <a:spLocks noChangeArrowheads="1"/>
            </p:cNvSpPr>
            <p:nvPr/>
          </p:nvSpPr>
          <p:spPr bwMode="auto">
            <a:xfrm>
              <a:off x="4177" y="2471"/>
              <a:ext cx="569" cy="244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1" name="Freeform 13"/>
            <p:cNvSpPr/>
            <p:nvPr/>
          </p:nvSpPr>
          <p:spPr bwMode="auto">
            <a:xfrm>
              <a:off x="1795" y="1573"/>
              <a:ext cx="857" cy="197"/>
            </a:xfrm>
            <a:custGeom>
              <a:avLst/>
              <a:gdLst>
                <a:gd name="T0" fmla="*/ 856 w 857"/>
                <a:gd name="T1" fmla="*/ 0 h 197"/>
                <a:gd name="T2" fmla="*/ 0 w 857"/>
                <a:gd name="T3" fmla="*/ 196 h 1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7" h="197">
                  <a:moveTo>
                    <a:pt x="856" y="0"/>
                  </a:moveTo>
                  <a:lnTo>
                    <a:pt x="0" y="196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2" name="Freeform 14"/>
            <p:cNvSpPr/>
            <p:nvPr/>
          </p:nvSpPr>
          <p:spPr bwMode="auto">
            <a:xfrm>
              <a:off x="2651" y="1573"/>
              <a:ext cx="1064" cy="180"/>
            </a:xfrm>
            <a:custGeom>
              <a:avLst/>
              <a:gdLst>
                <a:gd name="T0" fmla="*/ 0 w 1064"/>
                <a:gd name="T1" fmla="*/ 0 h 180"/>
                <a:gd name="T2" fmla="*/ 1063 w 1064"/>
                <a:gd name="T3" fmla="*/ 179 h 1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4" h="180">
                  <a:moveTo>
                    <a:pt x="0" y="0"/>
                  </a:moveTo>
                  <a:lnTo>
                    <a:pt x="1063" y="17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3" name="Freeform 15"/>
            <p:cNvSpPr/>
            <p:nvPr/>
          </p:nvSpPr>
          <p:spPr bwMode="auto">
            <a:xfrm>
              <a:off x="893" y="1991"/>
              <a:ext cx="903" cy="463"/>
            </a:xfrm>
            <a:custGeom>
              <a:avLst/>
              <a:gdLst>
                <a:gd name="T0" fmla="*/ 902 w 903"/>
                <a:gd name="T1" fmla="*/ 0 h 463"/>
                <a:gd name="T2" fmla="*/ 0 w 903"/>
                <a:gd name="T3" fmla="*/ 462 h 4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03" h="463">
                  <a:moveTo>
                    <a:pt x="902" y="0"/>
                  </a:moveTo>
                  <a:lnTo>
                    <a:pt x="0" y="4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4" name="Freeform 16"/>
            <p:cNvSpPr/>
            <p:nvPr/>
          </p:nvSpPr>
          <p:spPr bwMode="auto">
            <a:xfrm>
              <a:off x="1795" y="1991"/>
              <a:ext cx="21" cy="454"/>
            </a:xfrm>
            <a:custGeom>
              <a:avLst/>
              <a:gdLst>
                <a:gd name="T0" fmla="*/ 0 w 21"/>
                <a:gd name="T1" fmla="*/ 0 h 454"/>
                <a:gd name="T2" fmla="*/ 20 w 21"/>
                <a:gd name="T3" fmla="*/ 453 h 4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454">
                  <a:moveTo>
                    <a:pt x="0" y="0"/>
                  </a:moveTo>
                  <a:lnTo>
                    <a:pt x="20" y="45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5" name="Freeform 17"/>
            <p:cNvSpPr/>
            <p:nvPr/>
          </p:nvSpPr>
          <p:spPr bwMode="auto">
            <a:xfrm>
              <a:off x="1795" y="1991"/>
              <a:ext cx="932" cy="472"/>
            </a:xfrm>
            <a:custGeom>
              <a:avLst/>
              <a:gdLst>
                <a:gd name="T0" fmla="*/ 0 w 932"/>
                <a:gd name="T1" fmla="*/ 0 h 472"/>
                <a:gd name="T2" fmla="*/ 931 w 932"/>
                <a:gd name="T3" fmla="*/ 471 h 4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32" h="472">
                  <a:moveTo>
                    <a:pt x="0" y="0"/>
                  </a:moveTo>
                  <a:lnTo>
                    <a:pt x="931" y="47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6" name="Freeform 18"/>
            <p:cNvSpPr/>
            <p:nvPr/>
          </p:nvSpPr>
          <p:spPr bwMode="auto">
            <a:xfrm>
              <a:off x="3738" y="1993"/>
              <a:ext cx="725" cy="478"/>
            </a:xfrm>
            <a:custGeom>
              <a:avLst/>
              <a:gdLst>
                <a:gd name="T0" fmla="*/ 0 w 725"/>
                <a:gd name="T1" fmla="*/ 0 h 478"/>
                <a:gd name="T2" fmla="*/ 724 w 725"/>
                <a:gd name="T3" fmla="*/ 477 h 4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5" h="478">
                  <a:moveTo>
                    <a:pt x="0" y="0"/>
                  </a:moveTo>
                  <a:lnTo>
                    <a:pt x="724" y="477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7" name="Freeform 19"/>
            <p:cNvSpPr/>
            <p:nvPr/>
          </p:nvSpPr>
          <p:spPr bwMode="auto">
            <a:xfrm>
              <a:off x="3585" y="1993"/>
              <a:ext cx="154" cy="461"/>
            </a:xfrm>
            <a:custGeom>
              <a:avLst/>
              <a:gdLst>
                <a:gd name="T0" fmla="*/ 153 w 154"/>
                <a:gd name="T1" fmla="*/ 0 h 461"/>
                <a:gd name="T2" fmla="*/ 0 w 154"/>
                <a:gd name="T3" fmla="*/ 460 h 4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4" h="461">
                  <a:moveTo>
                    <a:pt x="153" y="0"/>
                  </a:moveTo>
                  <a:lnTo>
                    <a:pt x="0" y="46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48" name="Rectangle 20"/>
            <p:cNvSpPr>
              <a:spLocks noChangeArrowheads="1"/>
            </p:cNvSpPr>
            <p:nvPr/>
          </p:nvSpPr>
          <p:spPr bwMode="auto">
            <a:xfrm>
              <a:off x="2479" y="1356"/>
              <a:ext cx="325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13:-</a:t>
              </a:r>
            </a:p>
          </p:txBody>
        </p:sp>
        <p:sp>
          <p:nvSpPr>
            <p:cNvPr id="49" name="Rectangle 21"/>
            <p:cNvSpPr>
              <a:spLocks noChangeArrowheads="1"/>
            </p:cNvSpPr>
            <p:nvPr/>
          </p:nvSpPr>
          <p:spPr bwMode="auto">
            <a:xfrm>
              <a:off x="1589" y="1805"/>
              <a:ext cx="412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6:11</a:t>
              </a:r>
            </a:p>
          </p:txBody>
        </p:sp>
        <p:sp>
          <p:nvSpPr>
            <p:cNvPr id="50" name="Rectangle 22"/>
            <p:cNvSpPr>
              <a:spLocks noChangeArrowheads="1"/>
            </p:cNvSpPr>
            <p:nvPr/>
          </p:nvSpPr>
          <p:spPr bwMode="auto">
            <a:xfrm>
              <a:off x="747" y="2487"/>
              <a:ext cx="274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3  4</a:t>
              </a:r>
            </a:p>
          </p:txBody>
        </p:sp>
        <p:sp>
          <p:nvSpPr>
            <p:cNvPr id="51" name="Rectangle 23"/>
            <p:cNvSpPr>
              <a:spLocks noChangeArrowheads="1"/>
            </p:cNvSpPr>
            <p:nvPr/>
          </p:nvSpPr>
          <p:spPr bwMode="auto">
            <a:xfrm>
              <a:off x="1566" y="2478"/>
              <a:ext cx="45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6  7  8</a:t>
              </a:r>
            </a:p>
          </p:txBody>
        </p:sp>
        <p:sp>
          <p:nvSpPr>
            <p:cNvPr id="52" name="Rectangle 24"/>
            <p:cNvSpPr>
              <a:spLocks noChangeArrowheads="1"/>
            </p:cNvSpPr>
            <p:nvPr/>
          </p:nvSpPr>
          <p:spPr bwMode="auto">
            <a:xfrm>
              <a:off x="2460" y="2485"/>
              <a:ext cx="525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11 12</a:t>
              </a:r>
            </a:p>
          </p:txBody>
        </p:sp>
        <p:sp>
          <p:nvSpPr>
            <p:cNvPr id="53" name="Rectangle 25"/>
            <p:cNvSpPr>
              <a:spLocks noChangeArrowheads="1"/>
            </p:cNvSpPr>
            <p:nvPr/>
          </p:nvSpPr>
          <p:spPr bwMode="auto">
            <a:xfrm>
              <a:off x="3324" y="2496"/>
              <a:ext cx="45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13  14</a:t>
              </a:r>
            </a:p>
          </p:txBody>
        </p:sp>
        <p:sp>
          <p:nvSpPr>
            <p:cNvPr id="54" name="Rectangle 26"/>
            <p:cNvSpPr>
              <a:spLocks noChangeArrowheads="1"/>
            </p:cNvSpPr>
            <p:nvPr/>
          </p:nvSpPr>
          <p:spPr bwMode="auto">
            <a:xfrm>
              <a:off x="4243" y="2512"/>
              <a:ext cx="422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17 18</a:t>
              </a:r>
            </a:p>
          </p:txBody>
        </p:sp>
        <p:sp>
          <p:nvSpPr>
            <p:cNvPr id="55" name="Rectangle 27"/>
            <p:cNvSpPr>
              <a:spLocks noChangeArrowheads="1"/>
            </p:cNvSpPr>
            <p:nvPr/>
          </p:nvSpPr>
          <p:spPr bwMode="auto">
            <a:xfrm>
              <a:off x="3594" y="1785"/>
              <a:ext cx="346" cy="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17:-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91516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B-Trees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0220" y="2331085"/>
            <a:ext cx="8129905" cy="2673985"/>
          </a:xfrm>
        </p:spPr>
        <p:txBody>
          <a:bodyPr>
            <a:normAutofit fontScale="92500" lnSpcReduction="10000"/>
          </a:bodyPr>
          <a:lstStyle/>
          <a:p>
            <a:pPr algn="just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B-Trees are multi-way search trees commonly used in database systems or other applications where data is stored </a:t>
            </a:r>
            <a:r>
              <a:rPr lang="en-US" altLang="zh-CN" dirty="0">
                <a:solidFill>
                  <a:srgbClr val="0000FF"/>
                </a:solidFill>
              </a:rPr>
              <a:t>externally on disks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rgbClr val="0000FF"/>
                </a:solidFill>
              </a:rPr>
              <a:t>keeping the tree shallow </a:t>
            </a:r>
            <a:r>
              <a:rPr lang="en-US" altLang="zh-CN" dirty="0"/>
              <a:t>is important.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242712-0467-4983-87C4-95D8280FD74B}" type="datetime1">
              <a:rPr lang="zh-CN" altLang="en-US" sz="465" smtClean="0"/>
              <a:pPr>
                <a:defRPr/>
              </a:pPr>
              <a:t>2025/12/14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AVL Trees  - Lecture 4-3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z="465" smtClean="0"/>
              <a:pPr>
                <a:defRPr/>
              </a:pPr>
              <a:t>31</a:t>
            </a:fld>
            <a:endParaRPr lang="zh-CN" altLang="en-US" sz="465"/>
          </a:p>
        </p:txBody>
      </p:sp>
      <p:sp>
        <p:nvSpPr>
          <p:cNvPr id="239" name="Freeform 1380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7596505" y="4789170"/>
            <a:ext cx="1133475" cy="1554480"/>
          </a:xfrm>
          <a:custGeom>
            <a:avLst/>
            <a:gdLst>
              <a:gd name="T0" fmla="*/ 301 w 505"/>
              <a:gd name="T1" fmla="*/ 8 h 694"/>
              <a:gd name="T2" fmla="*/ 87 w 505"/>
              <a:gd name="T3" fmla="*/ 207 h 694"/>
              <a:gd name="T4" fmla="*/ 46 w 505"/>
              <a:gd name="T5" fmla="*/ 431 h 694"/>
              <a:gd name="T6" fmla="*/ 224 w 505"/>
              <a:gd name="T7" fmla="*/ 596 h 694"/>
              <a:gd name="T8" fmla="*/ 238 w 505"/>
              <a:gd name="T9" fmla="*/ 688 h 694"/>
              <a:gd name="T10" fmla="*/ 421 w 505"/>
              <a:gd name="T11" fmla="*/ 510 h 694"/>
              <a:gd name="T12" fmla="*/ 381 w 505"/>
              <a:gd name="T13" fmla="*/ 480 h 694"/>
              <a:gd name="T14" fmla="*/ 378 w 505"/>
              <a:gd name="T15" fmla="*/ 492 h 694"/>
              <a:gd name="T16" fmla="*/ 351 w 505"/>
              <a:gd name="T17" fmla="*/ 104 h 694"/>
              <a:gd name="T18" fmla="*/ 288 w 505"/>
              <a:gd name="T19" fmla="*/ 134 h 694"/>
              <a:gd name="T20" fmla="*/ 282 w 505"/>
              <a:gd name="T21" fmla="*/ 180 h 694"/>
              <a:gd name="T22" fmla="*/ 251 w 505"/>
              <a:gd name="T23" fmla="*/ 95 h 694"/>
              <a:gd name="T24" fmla="*/ 230 w 505"/>
              <a:gd name="T25" fmla="*/ 179 h 694"/>
              <a:gd name="T26" fmla="*/ 176 w 505"/>
              <a:gd name="T27" fmla="*/ 197 h 694"/>
              <a:gd name="T28" fmla="*/ 128 w 505"/>
              <a:gd name="T29" fmla="*/ 180 h 694"/>
              <a:gd name="T30" fmla="*/ 367 w 505"/>
              <a:gd name="T31" fmla="*/ 457 h 694"/>
              <a:gd name="T32" fmla="*/ 180 w 505"/>
              <a:gd name="T33" fmla="*/ 320 h 694"/>
              <a:gd name="T34" fmla="*/ 209 w 505"/>
              <a:gd name="T35" fmla="*/ 303 h 694"/>
              <a:gd name="T36" fmla="*/ 156 w 505"/>
              <a:gd name="T37" fmla="*/ 452 h 694"/>
              <a:gd name="T38" fmla="*/ 109 w 505"/>
              <a:gd name="T39" fmla="*/ 401 h 694"/>
              <a:gd name="T40" fmla="*/ 167 w 505"/>
              <a:gd name="T41" fmla="*/ 316 h 694"/>
              <a:gd name="T42" fmla="*/ 175 w 505"/>
              <a:gd name="T43" fmla="*/ 205 h 694"/>
              <a:gd name="T44" fmla="*/ 143 w 505"/>
              <a:gd name="T45" fmla="*/ 277 h 694"/>
              <a:gd name="T46" fmla="*/ 168 w 505"/>
              <a:gd name="T47" fmla="*/ 404 h 694"/>
              <a:gd name="T48" fmla="*/ 241 w 505"/>
              <a:gd name="T49" fmla="*/ 221 h 694"/>
              <a:gd name="T50" fmla="*/ 254 w 505"/>
              <a:gd name="T51" fmla="*/ 222 h 694"/>
              <a:gd name="T52" fmla="*/ 316 w 505"/>
              <a:gd name="T53" fmla="*/ 163 h 694"/>
              <a:gd name="T54" fmla="*/ 329 w 505"/>
              <a:gd name="T55" fmla="*/ 234 h 694"/>
              <a:gd name="T56" fmla="*/ 326 w 505"/>
              <a:gd name="T57" fmla="*/ 257 h 694"/>
              <a:gd name="T58" fmla="*/ 360 w 505"/>
              <a:gd name="T59" fmla="*/ 311 h 694"/>
              <a:gd name="T60" fmla="*/ 337 w 505"/>
              <a:gd name="T61" fmla="*/ 195 h 694"/>
              <a:gd name="T62" fmla="*/ 405 w 505"/>
              <a:gd name="T63" fmla="*/ 95 h 694"/>
              <a:gd name="T64" fmla="*/ 413 w 505"/>
              <a:gd name="T65" fmla="*/ 93 h 694"/>
              <a:gd name="T66" fmla="*/ 358 w 505"/>
              <a:gd name="T67" fmla="*/ 295 h 694"/>
              <a:gd name="T68" fmla="*/ 406 w 505"/>
              <a:gd name="T69" fmla="*/ 212 h 694"/>
              <a:gd name="T70" fmla="*/ 372 w 505"/>
              <a:gd name="T71" fmla="*/ 344 h 694"/>
              <a:gd name="T72" fmla="*/ 358 w 505"/>
              <a:gd name="T73" fmla="*/ 201 h 694"/>
              <a:gd name="T74" fmla="*/ 339 w 505"/>
              <a:gd name="T75" fmla="*/ 405 h 694"/>
              <a:gd name="T76" fmla="*/ 462 w 505"/>
              <a:gd name="T77" fmla="*/ 240 h 694"/>
              <a:gd name="T78" fmla="*/ 358 w 505"/>
              <a:gd name="T79" fmla="*/ 434 h 694"/>
              <a:gd name="T80" fmla="*/ 79 w 505"/>
              <a:gd name="T81" fmla="*/ 302 h 694"/>
              <a:gd name="T82" fmla="*/ 76 w 505"/>
              <a:gd name="T83" fmla="*/ 389 h 694"/>
              <a:gd name="T84" fmla="*/ 94 w 505"/>
              <a:gd name="T85" fmla="*/ 473 h 694"/>
              <a:gd name="T86" fmla="*/ 160 w 505"/>
              <a:gd name="T87" fmla="*/ 472 h 694"/>
              <a:gd name="T88" fmla="*/ 175 w 505"/>
              <a:gd name="T89" fmla="*/ 467 h 694"/>
              <a:gd name="T90" fmla="*/ 213 w 505"/>
              <a:gd name="T91" fmla="*/ 533 h 694"/>
              <a:gd name="T92" fmla="*/ 163 w 505"/>
              <a:gd name="T93" fmla="*/ 445 h 694"/>
              <a:gd name="T94" fmla="*/ 172 w 505"/>
              <a:gd name="T95" fmla="*/ 408 h 694"/>
              <a:gd name="T96" fmla="*/ 205 w 505"/>
              <a:gd name="T97" fmla="*/ 320 h 694"/>
              <a:gd name="T98" fmla="*/ 487 w 505"/>
              <a:gd name="T99" fmla="*/ 249 h 694"/>
              <a:gd name="T100" fmla="*/ 117 w 505"/>
              <a:gd name="T101" fmla="*/ 110 h 694"/>
              <a:gd name="T102" fmla="*/ 123 w 505"/>
              <a:gd name="T103" fmla="*/ 504 h 694"/>
              <a:gd name="T104" fmla="*/ 408 w 505"/>
              <a:gd name="T105" fmla="*/ 488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05" h="694">
                <a:moveTo>
                  <a:pt x="493" y="389"/>
                </a:moveTo>
                <a:cubicBezTo>
                  <a:pt x="489" y="375"/>
                  <a:pt x="481" y="360"/>
                  <a:pt x="472" y="348"/>
                </a:cubicBezTo>
                <a:cubicBezTo>
                  <a:pt x="500" y="319"/>
                  <a:pt x="501" y="274"/>
                  <a:pt x="495" y="236"/>
                </a:cubicBezTo>
                <a:cubicBezTo>
                  <a:pt x="487" y="187"/>
                  <a:pt x="469" y="139"/>
                  <a:pt x="445" y="97"/>
                </a:cubicBezTo>
                <a:cubicBezTo>
                  <a:pt x="420" y="52"/>
                  <a:pt x="379" y="20"/>
                  <a:pt x="328" y="11"/>
                </a:cubicBezTo>
                <a:cubicBezTo>
                  <a:pt x="319" y="9"/>
                  <a:pt x="310" y="8"/>
                  <a:pt x="301" y="8"/>
                </a:cubicBezTo>
                <a:cubicBezTo>
                  <a:pt x="259" y="0"/>
                  <a:pt x="213" y="2"/>
                  <a:pt x="172" y="16"/>
                </a:cubicBezTo>
                <a:cubicBezTo>
                  <a:pt x="150" y="24"/>
                  <a:pt x="129" y="36"/>
                  <a:pt x="113" y="53"/>
                </a:cubicBezTo>
                <a:cubicBezTo>
                  <a:pt x="89" y="77"/>
                  <a:pt x="87" y="113"/>
                  <a:pt x="89" y="145"/>
                </a:cubicBezTo>
                <a:cubicBezTo>
                  <a:pt x="90" y="165"/>
                  <a:pt x="91" y="184"/>
                  <a:pt x="88" y="203"/>
                </a:cubicBezTo>
                <a:cubicBezTo>
                  <a:pt x="87" y="203"/>
                  <a:pt x="86" y="204"/>
                  <a:pt x="87" y="206"/>
                </a:cubicBezTo>
                <a:cubicBezTo>
                  <a:pt x="87" y="206"/>
                  <a:pt x="87" y="207"/>
                  <a:pt x="87" y="207"/>
                </a:cubicBezTo>
                <a:cubicBezTo>
                  <a:pt x="85" y="219"/>
                  <a:pt x="80" y="231"/>
                  <a:pt x="73" y="242"/>
                </a:cubicBezTo>
                <a:cubicBezTo>
                  <a:pt x="65" y="253"/>
                  <a:pt x="55" y="263"/>
                  <a:pt x="46" y="272"/>
                </a:cubicBezTo>
                <a:cubicBezTo>
                  <a:pt x="45" y="272"/>
                  <a:pt x="45" y="273"/>
                  <a:pt x="45" y="273"/>
                </a:cubicBezTo>
                <a:cubicBezTo>
                  <a:pt x="38" y="278"/>
                  <a:pt x="33" y="284"/>
                  <a:pt x="29" y="291"/>
                </a:cubicBezTo>
                <a:cubicBezTo>
                  <a:pt x="28" y="293"/>
                  <a:pt x="26" y="296"/>
                  <a:pt x="25" y="298"/>
                </a:cubicBezTo>
                <a:cubicBezTo>
                  <a:pt x="0" y="341"/>
                  <a:pt x="23" y="393"/>
                  <a:pt x="46" y="431"/>
                </a:cubicBezTo>
                <a:cubicBezTo>
                  <a:pt x="45" y="432"/>
                  <a:pt x="44" y="433"/>
                  <a:pt x="43" y="434"/>
                </a:cubicBezTo>
                <a:cubicBezTo>
                  <a:pt x="42" y="435"/>
                  <a:pt x="44" y="438"/>
                  <a:pt x="45" y="437"/>
                </a:cubicBezTo>
                <a:cubicBezTo>
                  <a:pt x="46" y="436"/>
                  <a:pt x="47" y="435"/>
                  <a:pt x="48" y="435"/>
                </a:cubicBezTo>
                <a:cubicBezTo>
                  <a:pt x="75" y="478"/>
                  <a:pt x="111" y="519"/>
                  <a:pt x="155" y="545"/>
                </a:cubicBezTo>
                <a:cubicBezTo>
                  <a:pt x="175" y="556"/>
                  <a:pt x="196" y="563"/>
                  <a:pt x="218" y="559"/>
                </a:cubicBezTo>
                <a:cubicBezTo>
                  <a:pt x="220" y="571"/>
                  <a:pt x="222" y="583"/>
                  <a:pt x="224" y="596"/>
                </a:cubicBezTo>
                <a:cubicBezTo>
                  <a:pt x="224" y="598"/>
                  <a:pt x="225" y="601"/>
                  <a:pt x="225" y="603"/>
                </a:cubicBezTo>
                <a:cubicBezTo>
                  <a:pt x="225" y="624"/>
                  <a:pt x="225" y="645"/>
                  <a:pt x="225" y="666"/>
                </a:cubicBezTo>
                <a:cubicBezTo>
                  <a:pt x="225" y="668"/>
                  <a:pt x="227" y="669"/>
                  <a:pt x="228" y="670"/>
                </a:cubicBezTo>
                <a:cubicBezTo>
                  <a:pt x="228" y="672"/>
                  <a:pt x="228" y="674"/>
                  <a:pt x="228" y="677"/>
                </a:cubicBezTo>
                <a:cubicBezTo>
                  <a:pt x="228" y="679"/>
                  <a:pt x="229" y="681"/>
                  <a:pt x="231" y="682"/>
                </a:cubicBezTo>
                <a:cubicBezTo>
                  <a:pt x="232" y="685"/>
                  <a:pt x="234" y="687"/>
                  <a:pt x="238" y="688"/>
                </a:cubicBezTo>
                <a:cubicBezTo>
                  <a:pt x="260" y="694"/>
                  <a:pt x="284" y="688"/>
                  <a:pt x="306" y="688"/>
                </a:cubicBezTo>
                <a:cubicBezTo>
                  <a:pt x="313" y="688"/>
                  <a:pt x="319" y="681"/>
                  <a:pt x="317" y="674"/>
                </a:cubicBezTo>
                <a:cubicBezTo>
                  <a:pt x="314" y="664"/>
                  <a:pt x="312" y="654"/>
                  <a:pt x="310" y="644"/>
                </a:cubicBezTo>
                <a:cubicBezTo>
                  <a:pt x="309" y="611"/>
                  <a:pt x="308" y="577"/>
                  <a:pt x="306" y="544"/>
                </a:cubicBezTo>
                <a:cubicBezTo>
                  <a:pt x="317" y="537"/>
                  <a:pt x="330" y="530"/>
                  <a:pt x="344" y="523"/>
                </a:cubicBezTo>
                <a:cubicBezTo>
                  <a:pt x="370" y="517"/>
                  <a:pt x="396" y="515"/>
                  <a:pt x="421" y="510"/>
                </a:cubicBezTo>
                <a:cubicBezTo>
                  <a:pt x="453" y="504"/>
                  <a:pt x="483" y="490"/>
                  <a:pt x="496" y="457"/>
                </a:cubicBezTo>
                <a:cubicBezTo>
                  <a:pt x="504" y="434"/>
                  <a:pt x="501" y="411"/>
                  <a:pt x="493" y="389"/>
                </a:cubicBezTo>
                <a:close/>
                <a:moveTo>
                  <a:pt x="378" y="492"/>
                </a:moveTo>
                <a:cubicBezTo>
                  <a:pt x="367" y="493"/>
                  <a:pt x="356" y="495"/>
                  <a:pt x="345" y="497"/>
                </a:cubicBezTo>
                <a:cubicBezTo>
                  <a:pt x="354" y="487"/>
                  <a:pt x="363" y="476"/>
                  <a:pt x="372" y="465"/>
                </a:cubicBezTo>
                <a:cubicBezTo>
                  <a:pt x="375" y="470"/>
                  <a:pt x="378" y="475"/>
                  <a:pt x="381" y="480"/>
                </a:cubicBezTo>
                <a:cubicBezTo>
                  <a:pt x="382" y="481"/>
                  <a:pt x="385" y="481"/>
                  <a:pt x="384" y="479"/>
                </a:cubicBezTo>
                <a:cubicBezTo>
                  <a:pt x="382" y="472"/>
                  <a:pt x="379" y="466"/>
                  <a:pt x="375" y="460"/>
                </a:cubicBezTo>
                <a:cubicBezTo>
                  <a:pt x="384" y="450"/>
                  <a:pt x="392" y="439"/>
                  <a:pt x="401" y="428"/>
                </a:cubicBezTo>
                <a:cubicBezTo>
                  <a:pt x="420" y="405"/>
                  <a:pt x="439" y="382"/>
                  <a:pt x="454" y="356"/>
                </a:cubicBezTo>
                <a:cubicBezTo>
                  <a:pt x="455" y="356"/>
                  <a:pt x="455" y="356"/>
                  <a:pt x="455" y="357"/>
                </a:cubicBezTo>
                <a:cubicBezTo>
                  <a:pt x="505" y="415"/>
                  <a:pt x="441" y="458"/>
                  <a:pt x="378" y="492"/>
                </a:cubicBezTo>
                <a:close/>
                <a:moveTo>
                  <a:pt x="121" y="127"/>
                </a:moveTo>
                <a:cubicBezTo>
                  <a:pt x="124" y="97"/>
                  <a:pt x="155" y="71"/>
                  <a:pt x="178" y="55"/>
                </a:cubicBezTo>
                <a:cubicBezTo>
                  <a:pt x="195" y="43"/>
                  <a:pt x="215" y="34"/>
                  <a:pt x="235" y="27"/>
                </a:cubicBezTo>
                <a:cubicBezTo>
                  <a:pt x="258" y="26"/>
                  <a:pt x="281" y="28"/>
                  <a:pt x="302" y="32"/>
                </a:cubicBezTo>
                <a:cubicBezTo>
                  <a:pt x="325" y="36"/>
                  <a:pt x="349" y="44"/>
                  <a:pt x="371" y="56"/>
                </a:cubicBezTo>
                <a:cubicBezTo>
                  <a:pt x="367" y="73"/>
                  <a:pt x="360" y="89"/>
                  <a:pt x="351" y="104"/>
                </a:cubicBezTo>
                <a:cubicBezTo>
                  <a:pt x="336" y="78"/>
                  <a:pt x="318" y="53"/>
                  <a:pt x="296" y="33"/>
                </a:cubicBezTo>
                <a:cubicBezTo>
                  <a:pt x="295" y="32"/>
                  <a:pt x="292" y="34"/>
                  <a:pt x="294" y="36"/>
                </a:cubicBezTo>
                <a:cubicBezTo>
                  <a:pt x="316" y="56"/>
                  <a:pt x="333" y="82"/>
                  <a:pt x="349" y="108"/>
                </a:cubicBezTo>
                <a:cubicBezTo>
                  <a:pt x="341" y="120"/>
                  <a:pt x="333" y="131"/>
                  <a:pt x="325" y="142"/>
                </a:cubicBezTo>
                <a:cubicBezTo>
                  <a:pt x="320" y="148"/>
                  <a:pt x="316" y="154"/>
                  <a:pt x="312" y="160"/>
                </a:cubicBezTo>
                <a:cubicBezTo>
                  <a:pt x="304" y="151"/>
                  <a:pt x="296" y="143"/>
                  <a:pt x="288" y="134"/>
                </a:cubicBezTo>
                <a:cubicBezTo>
                  <a:pt x="267" y="109"/>
                  <a:pt x="251" y="82"/>
                  <a:pt x="241" y="51"/>
                </a:cubicBezTo>
                <a:cubicBezTo>
                  <a:pt x="241" y="50"/>
                  <a:pt x="240" y="50"/>
                  <a:pt x="240" y="51"/>
                </a:cubicBezTo>
                <a:cubicBezTo>
                  <a:pt x="252" y="94"/>
                  <a:pt x="278" y="132"/>
                  <a:pt x="308" y="165"/>
                </a:cubicBezTo>
                <a:cubicBezTo>
                  <a:pt x="304" y="172"/>
                  <a:pt x="300" y="178"/>
                  <a:pt x="297" y="185"/>
                </a:cubicBezTo>
                <a:cubicBezTo>
                  <a:pt x="293" y="192"/>
                  <a:pt x="289" y="200"/>
                  <a:pt x="286" y="208"/>
                </a:cubicBezTo>
                <a:cubicBezTo>
                  <a:pt x="285" y="198"/>
                  <a:pt x="283" y="189"/>
                  <a:pt x="282" y="180"/>
                </a:cubicBezTo>
                <a:cubicBezTo>
                  <a:pt x="280" y="171"/>
                  <a:pt x="267" y="173"/>
                  <a:pt x="265" y="180"/>
                </a:cubicBezTo>
                <a:cubicBezTo>
                  <a:pt x="262" y="191"/>
                  <a:pt x="259" y="201"/>
                  <a:pt x="257" y="211"/>
                </a:cubicBezTo>
                <a:cubicBezTo>
                  <a:pt x="254" y="207"/>
                  <a:pt x="251" y="203"/>
                  <a:pt x="248" y="199"/>
                </a:cubicBezTo>
                <a:cubicBezTo>
                  <a:pt x="243" y="190"/>
                  <a:pt x="238" y="182"/>
                  <a:pt x="234" y="173"/>
                </a:cubicBezTo>
                <a:cubicBezTo>
                  <a:pt x="242" y="147"/>
                  <a:pt x="249" y="121"/>
                  <a:pt x="252" y="95"/>
                </a:cubicBezTo>
                <a:cubicBezTo>
                  <a:pt x="252" y="95"/>
                  <a:pt x="251" y="95"/>
                  <a:pt x="251" y="95"/>
                </a:cubicBezTo>
                <a:cubicBezTo>
                  <a:pt x="248" y="121"/>
                  <a:pt x="241" y="146"/>
                  <a:pt x="233" y="171"/>
                </a:cubicBezTo>
                <a:cubicBezTo>
                  <a:pt x="231" y="166"/>
                  <a:pt x="228" y="161"/>
                  <a:pt x="226" y="156"/>
                </a:cubicBezTo>
                <a:cubicBezTo>
                  <a:pt x="213" y="128"/>
                  <a:pt x="202" y="100"/>
                  <a:pt x="186" y="73"/>
                </a:cubicBezTo>
                <a:cubicBezTo>
                  <a:pt x="186" y="73"/>
                  <a:pt x="186" y="73"/>
                  <a:pt x="186" y="73"/>
                </a:cubicBezTo>
                <a:cubicBezTo>
                  <a:pt x="200" y="101"/>
                  <a:pt x="209" y="130"/>
                  <a:pt x="221" y="159"/>
                </a:cubicBezTo>
                <a:cubicBezTo>
                  <a:pt x="224" y="165"/>
                  <a:pt x="227" y="172"/>
                  <a:pt x="230" y="179"/>
                </a:cubicBezTo>
                <a:cubicBezTo>
                  <a:pt x="222" y="201"/>
                  <a:pt x="213" y="223"/>
                  <a:pt x="203" y="244"/>
                </a:cubicBezTo>
                <a:cubicBezTo>
                  <a:pt x="201" y="240"/>
                  <a:pt x="199" y="236"/>
                  <a:pt x="197" y="232"/>
                </a:cubicBezTo>
                <a:cubicBezTo>
                  <a:pt x="191" y="221"/>
                  <a:pt x="185" y="210"/>
                  <a:pt x="178" y="200"/>
                </a:cubicBezTo>
                <a:cubicBezTo>
                  <a:pt x="188" y="176"/>
                  <a:pt x="198" y="152"/>
                  <a:pt x="208" y="128"/>
                </a:cubicBezTo>
                <a:cubicBezTo>
                  <a:pt x="209" y="128"/>
                  <a:pt x="208" y="127"/>
                  <a:pt x="208" y="128"/>
                </a:cubicBezTo>
                <a:cubicBezTo>
                  <a:pt x="197" y="151"/>
                  <a:pt x="187" y="174"/>
                  <a:pt x="176" y="197"/>
                </a:cubicBezTo>
                <a:cubicBezTo>
                  <a:pt x="170" y="188"/>
                  <a:pt x="163" y="179"/>
                  <a:pt x="154" y="171"/>
                </a:cubicBezTo>
                <a:cubicBezTo>
                  <a:pt x="153" y="171"/>
                  <a:pt x="153" y="172"/>
                  <a:pt x="153" y="172"/>
                </a:cubicBezTo>
                <a:cubicBezTo>
                  <a:pt x="161" y="182"/>
                  <a:pt x="168" y="192"/>
                  <a:pt x="174" y="203"/>
                </a:cubicBezTo>
                <a:cubicBezTo>
                  <a:pt x="163" y="227"/>
                  <a:pt x="152" y="250"/>
                  <a:pt x="140" y="274"/>
                </a:cubicBezTo>
                <a:cubicBezTo>
                  <a:pt x="129" y="261"/>
                  <a:pt x="119" y="248"/>
                  <a:pt x="109" y="235"/>
                </a:cubicBezTo>
                <a:cubicBezTo>
                  <a:pt x="121" y="220"/>
                  <a:pt x="127" y="199"/>
                  <a:pt x="128" y="180"/>
                </a:cubicBezTo>
                <a:cubicBezTo>
                  <a:pt x="128" y="162"/>
                  <a:pt x="120" y="145"/>
                  <a:pt x="121" y="127"/>
                </a:cubicBezTo>
                <a:close/>
                <a:moveTo>
                  <a:pt x="305" y="508"/>
                </a:moveTo>
                <a:cubicBezTo>
                  <a:pt x="308" y="495"/>
                  <a:pt x="312" y="482"/>
                  <a:pt x="316" y="469"/>
                </a:cubicBezTo>
                <a:cubicBezTo>
                  <a:pt x="322" y="449"/>
                  <a:pt x="329" y="428"/>
                  <a:pt x="337" y="408"/>
                </a:cubicBezTo>
                <a:cubicBezTo>
                  <a:pt x="342" y="416"/>
                  <a:pt x="347" y="424"/>
                  <a:pt x="352" y="432"/>
                </a:cubicBezTo>
                <a:cubicBezTo>
                  <a:pt x="358" y="440"/>
                  <a:pt x="362" y="449"/>
                  <a:pt x="367" y="457"/>
                </a:cubicBezTo>
                <a:cubicBezTo>
                  <a:pt x="355" y="470"/>
                  <a:pt x="345" y="484"/>
                  <a:pt x="337" y="499"/>
                </a:cubicBezTo>
                <a:cubicBezTo>
                  <a:pt x="326" y="501"/>
                  <a:pt x="315" y="504"/>
                  <a:pt x="305" y="508"/>
                </a:cubicBezTo>
                <a:close/>
                <a:moveTo>
                  <a:pt x="195" y="294"/>
                </a:moveTo>
                <a:cubicBezTo>
                  <a:pt x="198" y="301"/>
                  <a:pt x="201" y="308"/>
                  <a:pt x="203" y="316"/>
                </a:cubicBezTo>
                <a:cubicBezTo>
                  <a:pt x="200" y="323"/>
                  <a:pt x="197" y="330"/>
                  <a:pt x="194" y="336"/>
                </a:cubicBezTo>
                <a:cubicBezTo>
                  <a:pt x="190" y="330"/>
                  <a:pt x="184" y="325"/>
                  <a:pt x="180" y="320"/>
                </a:cubicBezTo>
                <a:cubicBezTo>
                  <a:pt x="178" y="317"/>
                  <a:pt x="175" y="315"/>
                  <a:pt x="173" y="312"/>
                </a:cubicBezTo>
                <a:cubicBezTo>
                  <a:pt x="183" y="294"/>
                  <a:pt x="192" y="276"/>
                  <a:pt x="200" y="258"/>
                </a:cubicBezTo>
                <a:cubicBezTo>
                  <a:pt x="201" y="257"/>
                  <a:pt x="201" y="255"/>
                  <a:pt x="202" y="254"/>
                </a:cubicBezTo>
                <a:cubicBezTo>
                  <a:pt x="206" y="262"/>
                  <a:pt x="211" y="270"/>
                  <a:pt x="215" y="277"/>
                </a:cubicBezTo>
                <a:cubicBezTo>
                  <a:pt x="216" y="279"/>
                  <a:pt x="217" y="280"/>
                  <a:pt x="218" y="282"/>
                </a:cubicBezTo>
                <a:cubicBezTo>
                  <a:pt x="215" y="289"/>
                  <a:pt x="212" y="296"/>
                  <a:pt x="209" y="303"/>
                </a:cubicBezTo>
                <a:cubicBezTo>
                  <a:pt x="206" y="299"/>
                  <a:pt x="203" y="295"/>
                  <a:pt x="199" y="291"/>
                </a:cubicBezTo>
                <a:cubicBezTo>
                  <a:pt x="197" y="288"/>
                  <a:pt x="194" y="291"/>
                  <a:pt x="195" y="294"/>
                </a:cubicBezTo>
                <a:close/>
                <a:moveTo>
                  <a:pt x="158" y="444"/>
                </a:moveTo>
                <a:cubicBezTo>
                  <a:pt x="156" y="443"/>
                  <a:pt x="154" y="443"/>
                  <a:pt x="154" y="443"/>
                </a:cubicBezTo>
                <a:cubicBezTo>
                  <a:pt x="150" y="443"/>
                  <a:pt x="149" y="448"/>
                  <a:pt x="153" y="449"/>
                </a:cubicBezTo>
                <a:cubicBezTo>
                  <a:pt x="154" y="450"/>
                  <a:pt x="155" y="451"/>
                  <a:pt x="156" y="452"/>
                </a:cubicBezTo>
                <a:cubicBezTo>
                  <a:pt x="156" y="455"/>
                  <a:pt x="155" y="458"/>
                  <a:pt x="155" y="461"/>
                </a:cubicBezTo>
                <a:cubicBezTo>
                  <a:pt x="128" y="441"/>
                  <a:pt x="101" y="420"/>
                  <a:pt x="82" y="393"/>
                </a:cubicBezTo>
                <a:cubicBezTo>
                  <a:pt x="83" y="391"/>
                  <a:pt x="84" y="389"/>
                  <a:pt x="85" y="388"/>
                </a:cubicBezTo>
                <a:cubicBezTo>
                  <a:pt x="93" y="374"/>
                  <a:pt x="101" y="360"/>
                  <a:pt x="109" y="346"/>
                </a:cubicBezTo>
                <a:cubicBezTo>
                  <a:pt x="116" y="355"/>
                  <a:pt x="123" y="363"/>
                  <a:pt x="130" y="372"/>
                </a:cubicBezTo>
                <a:cubicBezTo>
                  <a:pt x="123" y="382"/>
                  <a:pt x="116" y="392"/>
                  <a:pt x="109" y="401"/>
                </a:cubicBezTo>
                <a:cubicBezTo>
                  <a:pt x="108" y="403"/>
                  <a:pt x="110" y="405"/>
                  <a:pt x="111" y="403"/>
                </a:cubicBezTo>
                <a:cubicBezTo>
                  <a:pt x="120" y="395"/>
                  <a:pt x="127" y="386"/>
                  <a:pt x="134" y="377"/>
                </a:cubicBezTo>
                <a:cubicBezTo>
                  <a:pt x="144" y="389"/>
                  <a:pt x="154" y="401"/>
                  <a:pt x="165" y="412"/>
                </a:cubicBezTo>
                <a:cubicBezTo>
                  <a:pt x="162" y="423"/>
                  <a:pt x="160" y="433"/>
                  <a:pt x="158" y="444"/>
                </a:cubicBezTo>
                <a:close/>
                <a:moveTo>
                  <a:pt x="139" y="284"/>
                </a:moveTo>
                <a:cubicBezTo>
                  <a:pt x="148" y="295"/>
                  <a:pt x="157" y="305"/>
                  <a:pt x="167" y="316"/>
                </a:cubicBezTo>
                <a:cubicBezTo>
                  <a:pt x="156" y="333"/>
                  <a:pt x="146" y="350"/>
                  <a:pt x="134" y="367"/>
                </a:cubicBezTo>
                <a:cubicBezTo>
                  <a:pt x="127" y="358"/>
                  <a:pt x="119" y="349"/>
                  <a:pt x="112" y="340"/>
                </a:cubicBezTo>
                <a:cubicBezTo>
                  <a:pt x="118" y="328"/>
                  <a:pt x="124" y="315"/>
                  <a:pt x="131" y="302"/>
                </a:cubicBezTo>
                <a:cubicBezTo>
                  <a:pt x="133" y="296"/>
                  <a:pt x="136" y="290"/>
                  <a:pt x="139" y="284"/>
                </a:cubicBezTo>
                <a:close/>
                <a:moveTo>
                  <a:pt x="143" y="277"/>
                </a:moveTo>
                <a:cubicBezTo>
                  <a:pt x="154" y="253"/>
                  <a:pt x="165" y="229"/>
                  <a:pt x="175" y="205"/>
                </a:cubicBezTo>
                <a:cubicBezTo>
                  <a:pt x="182" y="217"/>
                  <a:pt x="189" y="230"/>
                  <a:pt x="195" y="242"/>
                </a:cubicBezTo>
                <a:cubicBezTo>
                  <a:pt x="197" y="245"/>
                  <a:pt x="199" y="248"/>
                  <a:pt x="200" y="251"/>
                </a:cubicBezTo>
                <a:cubicBezTo>
                  <a:pt x="199" y="253"/>
                  <a:pt x="199" y="254"/>
                  <a:pt x="198" y="256"/>
                </a:cubicBezTo>
                <a:cubicBezTo>
                  <a:pt x="189" y="274"/>
                  <a:pt x="180" y="292"/>
                  <a:pt x="171" y="309"/>
                </a:cubicBezTo>
                <a:cubicBezTo>
                  <a:pt x="163" y="301"/>
                  <a:pt x="156" y="293"/>
                  <a:pt x="149" y="284"/>
                </a:cubicBezTo>
                <a:cubicBezTo>
                  <a:pt x="147" y="282"/>
                  <a:pt x="145" y="279"/>
                  <a:pt x="143" y="277"/>
                </a:cubicBezTo>
                <a:close/>
                <a:moveTo>
                  <a:pt x="138" y="371"/>
                </a:moveTo>
                <a:cubicBezTo>
                  <a:pt x="144" y="362"/>
                  <a:pt x="150" y="352"/>
                  <a:pt x="156" y="343"/>
                </a:cubicBezTo>
                <a:cubicBezTo>
                  <a:pt x="161" y="335"/>
                  <a:pt x="165" y="327"/>
                  <a:pt x="170" y="319"/>
                </a:cubicBezTo>
                <a:cubicBezTo>
                  <a:pt x="176" y="327"/>
                  <a:pt x="183" y="338"/>
                  <a:pt x="190" y="345"/>
                </a:cubicBezTo>
                <a:cubicBezTo>
                  <a:pt x="187" y="353"/>
                  <a:pt x="184" y="360"/>
                  <a:pt x="181" y="368"/>
                </a:cubicBezTo>
                <a:cubicBezTo>
                  <a:pt x="176" y="380"/>
                  <a:pt x="172" y="392"/>
                  <a:pt x="168" y="404"/>
                </a:cubicBezTo>
                <a:cubicBezTo>
                  <a:pt x="158" y="393"/>
                  <a:pt x="148" y="382"/>
                  <a:pt x="138" y="371"/>
                </a:cubicBezTo>
                <a:close/>
                <a:moveTo>
                  <a:pt x="220" y="284"/>
                </a:moveTo>
                <a:cubicBezTo>
                  <a:pt x="225" y="293"/>
                  <a:pt x="232" y="301"/>
                  <a:pt x="239" y="306"/>
                </a:cubicBezTo>
                <a:cubicBezTo>
                  <a:pt x="242" y="308"/>
                  <a:pt x="245" y="304"/>
                  <a:pt x="243" y="302"/>
                </a:cubicBezTo>
                <a:cubicBezTo>
                  <a:pt x="238" y="293"/>
                  <a:pt x="230" y="285"/>
                  <a:pt x="223" y="276"/>
                </a:cubicBezTo>
                <a:cubicBezTo>
                  <a:pt x="230" y="258"/>
                  <a:pt x="237" y="240"/>
                  <a:pt x="241" y="221"/>
                </a:cubicBezTo>
                <a:cubicBezTo>
                  <a:pt x="242" y="220"/>
                  <a:pt x="240" y="220"/>
                  <a:pt x="240" y="221"/>
                </a:cubicBezTo>
                <a:cubicBezTo>
                  <a:pt x="235" y="239"/>
                  <a:pt x="229" y="257"/>
                  <a:pt x="222" y="274"/>
                </a:cubicBezTo>
                <a:cubicBezTo>
                  <a:pt x="221" y="273"/>
                  <a:pt x="220" y="272"/>
                  <a:pt x="219" y="270"/>
                </a:cubicBezTo>
                <a:cubicBezTo>
                  <a:pt x="214" y="263"/>
                  <a:pt x="209" y="255"/>
                  <a:pt x="205" y="247"/>
                </a:cubicBezTo>
                <a:cubicBezTo>
                  <a:pt x="215" y="226"/>
                  <a:pt x="224" y="204"/>
                  <a:pt x="231" y="181"/>
                </a:cubicBezTo>
                <a:cubicBezTo>
                  <a:pt x="238" y="195"/>
                  <a:pt x="245" y="210"/>
                  <a:pt x="254" y="222"/>
                </a:cubicBezTo>
                <a:cubicBezTo>
                  <a:pt x="244" y="277"/>
                  <a:pt x="246" y="335"/>
                  <a:pt x="248" y="392"/>
                </a:cubicBezTo>
                <a:cubicBezTo>
                  <a:pt x="245" y="381"/>
                  <a:pt x="242" y="369"/>
                  <a:pt x="238" y="358"/>
                </a:cubicBezTo>
                <a:cubicBezTo>
                  <a:pt x="231" y="338"/>
                  <a:pt x="222" y="322"/>
                  <a:pt x="211" y="306"/>
                </a:cubicBezTo>
                <a:cubicBezTo>
                  <a:pt x="214" y="299"/>
                  <a:pt x="217" y="292"/>
                  <a:pt x="220" y="284"/>
                </a:cubicBezTo>
                <a:close/>
                <a:moveTo>
                  <a:pt x="340" y="193"/>
                </a:moveTo>
                <a:cubicBezTo>
                  <a:pt x="333" y="182"/>
                  <a:pt x="324" y="173"/>
                  <a:pt x="316" y="163"/>
                </a:cubicBezTo>
                <a:cubicBezTo>
                  <a:pt x="322" y="154"/>
                  <a:pt x="329" y="145"/>
                  <a:pt x="335" y="136"/>
                </a:cubicBezTo>
                <a:cubicBezTo>
                  <a:pt x="341" y="128"/>
                  <a:pt x="346" y="120"/>
                  <a:pt x="351" y="112"/>
                </a:cubicBezTo>
                <a:cubicBezTo>
                  <a:pt x="357" y="124"/>
                  <a:pt x="364" y="136"/>
                  <a:pt x="370" y="147"/>
                </a:cubicBezTo>
                <a:cubicBezTo>
                  <a:pt x="372" y="152"/>
                  <a:pt x="374" y="156"/>
                  <a:pt x="376" y="160"/>
                </a:cubicBezTo>
                <a:cubicBezTo>
                  <a:pt x="367" y="175"/>
                  <a:pt x="357" y="190"/>
                  <a:pt x="348" y="204"/>
                </a:cubicBezTo>
                <a:cubicBezTo>
                  <a:pt x="342" y="213"/>
                  <a:pt x="336" y="223"/>
                  <a:pt x="329" y="234"/>
                </a:cubicBezTo>
                <a:cubicBezTo>
                  <a:pt x="322" y="220"/>
                  <a:pt x="315" y="206"/>
                  <a:pt x="307" y="193"/>
                </a:cubicBezTo>
                <a:cubicBezTo>
                  <a:pt x="306" y="192"/>
                  <a:pt x="305" y="193"/>
                  <a:pt x="305" y="194"/>
                </a:cubicBezTo>
                <a:cubicBezTo>
                  <a:pt x="313" y="208"/>
                  <a:pt x="321" y="222"/>
                  <a:pt x="328" y="237"/>
                </a:cubicBezTo>
                <a:cubicBezTo>
                  <a:pt x="313" y="261"/>
                  <a:pt x="302" y="287"/>
                  <a:pt x="302" y="314"/>
                </a:cubicBezTo>
                <a:cubicBezTo>
                  <a:pt x="302" y="319"/>
                  <a:pt x="309" y="320"/>
                  <a:pt x="310" y="315"/>
                </a:cubicBezTo>
                <a:cubicBezTo>
                  <a:pt x="314" y="295"/>
                  <a:pt x="318" y="276"/>
                  <a:pt x="326" y="257"/>
                </a:cubicBezTo>
                <a:cubicBezTo>
                  <a:pt x="328" y="253"/>
                  <a:pt x="330" y="249"/>
                  <a:pt x="332" y="246"/>
                </a:cubicBezTo>
                <a:cubicBezTo>
                  <a:pt x="339" y="261"/>
                  <a:pt x="346" y="277"/>
                  <a:pt x="352" y="292"/>
                </a:cubicBezTo>
                <a:cubicBezTo>
                  <a:pt x="340" y="314"/>
                  <a:pt x="327" y="336"/>
                  <a:pt x="314" y="356"/>
                </a:cubicBezTo>
                <a:cubicBezTo>
                  <a:pt x="311" y="361"/>
                  <a:pt x="318" y="365"/>
                  <a:pt x="321" y="360"/>
                </a:cubicBezTo>
                <a:cubicBezTo>
                  <a:pt x="333" y="341"/>
                  <a:pt x="344" y="321"/>
                  <a:pt x="355" y="300"/>
                </a:cubicBezTo>
                <a:cubicBezTo>
                  <a:pt x="357" y="304"/>
                  <a:pt x="358" y="308"/>
                  <a:pt x="360" y="311"/>
                </a:cubicBezTo>
                <a:cubicBezTo>
                  <a:pt x="337" y="351"/>
                  <a:pt x="317" y="391"/>
                  <a:pt x="300" y="433"/>
                </a:cubicBezTo>
                <a:cubicBezTo>
                  <a:pt x="300" y="430"/>
                  <a:pt x="300" y="426"/>
                  <a:pt x="300" y="422"/>
                </a:cubicBezTo>
                <a:cubicBezTo>
                  <a:pt x="296" y="356"/>
                  <a:pt x="296" y="289"/>
                  <a:pt x="288" y="223"/>
                </a:cubicBezTo>
                <a:cubicBezTo>
                  <a:pt x="294" y="207"/>
                  <a:pt x="298" y="193"/>
                  <a:pt x="306" y="178"/>
                </a:cubicBezTo>
                <a:cubicBezTo>
                  <a:pt x="308" y="175"/>
                  <a:pt x="310" y="172"/>
                  <a:pt x="312" y="169"/>
                </a:cubicBezTo>
                <a:cubicBezTo>
                  <a:pt x="320" y="178"/>
                  <a:pt x="329" y="187"/>
                  <a:pt x="337" y="195"/>
                </a:cubicBezTo>
                <a:cubicBezTo>
                  <a:pt x="339" y="197"/>
                  <a:pt x="342" y="195"/>
                  <a:pt x="340" y="193"/>
                </a:cubicBezTo>
                <a:close/>
                <a:moveTo>
                  <a:pt x="413" y="93"/>
                </a:moveTo>
                <a:cubicBezTo>
                  <a:pt x="426" y="114"/>
                  <a:pt x="437" y="137"/>
                  <a:pt x="444" y="161"/>
                </a:cubicBezTo>
                <a:cubicBezTo>
                  <a:pt x="429" y="175"/>
                  <a:pt x="416" y="191"/>
                  <a:pt x="404" y="207"/>
                </a:cubicBezTo>
                <a:cubicBezTo>
                  <a:pt x="397" y="192"/>
                  <a:pt x="390" y="176"/>
                  <a:pt x="382" y="161"/>
                </a:cubicBezTo>
                <a:cubicBezTo>
                  <a:pt x="393" y="140"/>
                  <a:pt x="402" y="119"/>
                  <a:pt x="405" y="95"/>
                </a:cubicBezTo>
                <a:cubicBezTo>
                  <a:pt x="405" y="94"/>
                  <a:pt x="404" y="94"/>
                  <a:pt x="404" y="95"/>
                </a:cubicBezTo>
                <a:cubicBezTo>
                  <a:pt x="399" y="116"/>
                  <a:pt x="390" y="136"/>
                  <a:pt x="379" y="155"/>
                </a:cubicBezTo>
                <a:cubicBezTo>
                  <a:pt x="377" y="152"/>
                  <a:pt x="376" y="148"/>
                  <a:pt x="374" y="145"/>
                </a:cubicBezTo>
                <a:cubicBezTo>
                  <a:pt x="367" y="133"/>
                  <a:pt x="361" y="120"/>
                  <a:pt x="353" y="108"/>
                </a:cubicBezTo>
                <a:cubicBezTo>
                  <a:pt x="362" y="92"/>
                  <a:pt x="369" y="74"/>
                  <a:pt x="371" y="56"/>
                </a:cubicBezTo>
                <a:cubicBezTo>
                  <a:pt x="388" y="66"/>
                  <a:pt x="402" y="78"/>
                  <a:pt x="413" y="93"/>
                </a:cubicBezTo>
                <a:close/>
                <a:moveTo>
                  <a:pt x="377" y="339"/>
                </a:moveTo>
                <a:cubicBezTo>
                  <a:pt x="375" y="334"/>
                  <a:pt x="373" y="329"/>
                  <a:pt x="371" y="325"/>
                </a:cubicBezTo>
                <a:cubicBezTo>
                  <a:pt x="376" y="311"/>
                  <a:pt x="382" y="297"/>
                  <a:pt x="387" y="283"/>
                </a:cubicBezTo>
                <a:cubicBezTo>
                  <a:pt x="389" y="277"/>
                  <a:pt x="381" y="274"/>
                  <a:pt x="378" y="279"/>
                </a:cubicBezTo>
                <a:cubicBezTo>
                  <a:pt x="373" y="288"/>
                  <a:pt x="368" y="297"/>
                  <a:pt x="363" y="306"/>
                </a:cubicBezTo>
                <a:cubicBezTo>
                  <a:pt x="361" y="302"/>
                  <a:pt x="360" y="299"/>
                  <a:pt x="358" y="295"/>
                </a:cubicBezTo>
                <a:cubicBezTo>
                  <a:pt x="372" y="269"/>
                  <a:pt x="387" y="243"/>
                  <a:pt x="403" y="218"/>
                </a:cubicBezTo>
                <a:cubicBezTo>
                  <a:pt x="407" y="227"/>
                  <a:pt x="411" y="237"/>
                  <a:pt x="414" y="247"/>
                </a:cubicBezTo>
                <a:cubicBezTo>
                  <a:pt x="417" y="255"/>
                  <a:pt x="419" y="264"/>
                  <a:pt x="424" y="272"/>
                </a:cubicBezTo>
                <a:cubicBezTo>
                  <a:pt x="425" y="273"/>
                  <a:pt x="428" y="273"/>
                  <a:pt x="428" y="271"/>
                </a:cubicBezTo>
                <a:cubicBezTo>
                  <a:pt x="427" y="253"/>
                  <a:pt x="415" y="233"/>
                  <a:pt x="408" y="216"/>
                </a:cubicBezTo>
                <a:cubicBezTo>
                  <a:pt x="408" y="215"/>
                  <a:pt x="407" y="214"/>
                  <a:pt x="406" y="212"/>
                </a:cubicBezTo>
                <a:cubicBezTo>
                  <a:pt x="418" y="195"/>
                  <a:pt x="431" y="178"/>
                  <a:pt x="445" y="164"/>
                </a:cubicBezTo>
                <a:cubicBezTo>
                  <a:pt x="451" y="183"/>
                  <a:pt x="456" y="202"/>
                  <a:pt x="459" y="221"/>
                </a:cubicBezTo>
                <a:cubicBezTo>
                  <a:pt x="460" y="227"/>
                  <a:pt x="461" y="232"/>
                  <a:pt x="462" y="237"/>
                </a:cubicBezTo>
                <a:cubicBezTo>
                  <a:pt x="434" y="271"/>
                  <a:pt x="404" y="304"/>
                  <a:pt x="377" y="339"/>
                </a:cubicBezTo>
                <a:close/>
                <a:moveTo>
                  <a:pt x="373" y="344"/>
                </a:moveTo>
                <a:cubicBezTo>
                  <a:pt x="372" y="344"/>
                  <a:pt x="372" y="344"/>
                  <a:pt x="372" y="344"/>
                </a:cubicBezTo>
                <a:cubicBezTo>
                  <a:pt x="365" y="353"/>
                  <a:pt x="358" y="362"/>
                  <a:pt x="352" y="371"/>
                </a:cubicBezTo>
                <a:cubicBezTo>
                  <a:pt x="357" y="358"/>
                  <a:pt x="363" y="345"/>
                  <a:pt x="368" y="332"/>
                </a:cubicBezTo>
                <a:cubicBezTo>
                  <a:pt x="369" y="336"/>
                  <a:pt x="371" y="340"/>
                  <a:pt x="373" y="344"/>
                </a:cubicBezTo>
                <a:close/>
                <a:moveTo>
                  <a:pt x="355" y="287"/>
                </a:moveTo>
                <a:cubicBezTo>
                  <a:pt x="348" y="272"/>
                  <a:pt x="341" y="257"/>
                  <a:pt x="334" y="242"/>
                </a:cubicBezTo>
                <a:cubicBezTo>
                  <a:pt x="341" y="228"/>
                  <a:pt x="350" y="215"/>
                  <a:pt x="358" y="201"/>
                </a:cubicBezTo>
                <a:cubicBezTo>
                  <a:pt x="365" y="190"/>
                  <a:pt x="373" y="178"/>
                  <a:pt x="379" y="166"/>
                </a:cubicBezTo>
                <a:cubicBezTo>
                  <a:pt x="387" y="182"/>
                  <a:pt x="394" y="197"/>
                  <a:pt x="400" y="213"/>
                </a:cubicBezTo>
                <a:cubicBezTo>
                  <a:pt x="384" y="236"/>
                  <a:pt x="369" y="262"/>
                  <a:pt x="355" y="287"/>
                </a:cubicBezTo>
                <a:close/>
                <a:moveTo>
                  <a:pt x="358" y="434"/>
                </a:moveTo>
                <a:cubicBezTo>
                  <a:pt x="351" y="424"/>
                  <a:pt x="345" y="415"/>
                  <a:pt x="338" y="405"/>
                </a:cubicBezTo>
                <a:cubicBezTo>
                  <a:pt x="338" y="405"/>
                  <a:pt x="339" y="405"/>
                  <a:pt x="339" y="405"/>
                </a:cubicBezTo>
                <a:cubicBezTo>
                  <a:pt x="350" y="386"/>
                  <a:pt x="362" y="368"/>
                  <a:pt x="375" y="350"/>
                </a:cubicBezTo>
                <a:cubicBezTo>
                  <a:pt x="380" y="364"/>
                  <a:pt x="384" y="380"/>
                  <a:pt x="392" y="392"/>
                </a:cubicBezTo>
                <a:cubicBezTo>
                  <a:pt x="393" y="393"/>
                  <a:pt x="395" y="393"/>
                  <a:pt x="395" y="391"/>
                </a:cubicBezTo>
                <a:cubicBezTo>
                  <a:pt x="393" y="376"/>
                  <a:pt x="385" y="360"/>
                  <a:pt x="379" y="345"/>
                </a:cubicBezTo>
                <a:cubicBezTo>
                  <a:pt x="379" y="345"/>
                  <a:pt x="379" y="345"/>
                  <a:pt x="379" y="344"/>
                </a:cubicBezTo>
                <a:cubicBezTo>
                  <a:pt x="406" y="309"/>
                  <a:pt x="435" y="275"/>
                  <a:pt x="462" y="240"/>
                </a:cubicBezTo>
                <a:cubicBezTo>
                  <a:pt x="467" y="275"/>
                  <a:pt x="464" y="312"/>
                  <a:pt x="441" y="341"/>
                </a:cubicBezTo>
                <a:cubicBezTo>
                  <a:pt x="437" y="347"/>
                  <a:pt x="441" y="360"/>
                  <a:pt x="450" y="356"/>
                </a:cubicBezTo>
                <a:cubicBezTo>
                  <a:pt x="451" y="356"/>
                  <a:pt x="452" y="355"/>
                  <a:pt x="453" y="355"/>
                </a:cubicBezTo>
                <a:cubicBezTo>
                  <a:pt x="435" y="380"/>
                  <a:pt x="414" y="404"/>
                  <a:pt x="394" y="428"/>
                </a:cubicBezTo>
                <a:cubicBezTo>
                  <a:pt x="386" y="436"/>
                  <a:pt x="378" y="444"/>
                  <a:pt x="371" y="453"/>
                </a:cubicBezTo>
                <a:cubicBezTo>
                  <a:pt x="366" y="446"/>
                  <a:pt x="362" y="440"/>
                  <a:pt x="358" y="434"/>
                </a:cubicBezTo>
                <a:close/>
                <a:moveTo>
                  <a:pt x="102" y="242"/>
                </a:moveTo>
                <a:cubicBezTo>
                  <a:pt x="103" y="241"/>
                  <a:pt x="104" y="240"/>
                  <a:pt x="105" y="239"/>
                </a:cubicBezTo>
                <a:cubicBezTo>
                  <a:pt x="115" y="254"/>
                  <a:pt x="125" y="268"/>
                  <a:pt x="137" y="281"/>
                </a:cubicBezTo>
                <a:cubicBezTo>
                  <a:pt x="135" y="285"/>
                  <a:pt x="132" y="289"/>
                  <a:pt x="130" y="294"/>
                </a:cubicBezTo>
                <a:cubicBezTo>
                  <a:pt x="123" y="308"/>
                  <a:pt x="116" y="322"/>
                  <a:pt x="108" y="336"/>
                </a:cubicBezTo>
                <a:cubicBezTo>
                  <a:pt x="98" y="325"/>
                  <a:pt x="89" y="313"/>
                  <a:pt x="79" y="302"/>
                </a:cubicBezTo>
                <a:cubicBezTo>
                  <a:pt x="77" y="300"/>
                  <a:pt x="74" y="303"/>
                  <a:pt x="76" y="305"/>
                </a:cubicBezTo>
                <a:cubicBezTo>
                  <a:pt x="86" y="317"/>
                  <a:pt x="96" y="329"/>
                  <a:pt x="105" y="341"/>
                </a:cubicBezTo>
                <a:cubicBezTo>
                  <a:pt x="97" y="357"/>
                  <a:pt x="87" y="372"/>
                  <a:pt x="78" y="387"/>
                </a:cubicBezTo>
                <a:cubicBezTo>
                  <a:pt x="74" y="381"/>
                  <a:pt x="70" y="375"/>
                  <a:pt x="67" y="369"/>
                </a:cubicBezTo>
                <a:cubicBezTo>
                  <a:pt x="67" y="368"/>
                  <a:pt x="65" y="369"/>
                  <a:pt x="66" y="370"/>
                </a:cubicBezTo>
                <a:cubicBezTo>
                  <a:pt x="69" y="377"/>
                  <a:pt x="72" y="383"/>
                  <a:pt x="76" y="389"/>
                </a:cubicBezTo>
                <a:cubicBezTo>
                  <a:pt x="70" y="399"/>
                  <a:pt x="63" y="409"/>
                  <a:pt x="56" y="419"/>
                </a:cubicBezTo>
                <a:cubicBezTo>
                  <a:pt x="43" y="396"/>
                  <a:pt x="33" y="371"/>
                  <a:pt x="31" y="346"/>
                </a:cubicBezTo>
                <a:cubicBezTo>
                  <a:pt x="30" y="317"/>
                  <a:pt x="45" y="297"/>
                  <a:pt x="65" y="279"/>
                </a:cubicBezTo>
                <a:cubicBezTo>
                  <a:pt x="75" y="270"/>
                  <a:pt x="84" y="261"/>
                  <a:pt x="91" y="251"/>
                </a:cubicBezTo>
                <a:cubicBezTo>
                  <a:pt x="95" y="248"/>
                  <a:pt x="99" y="245"/>
                  <a:pt x="102" y="242"/>
                </a:cubicBezTo>
                <a:close/>
                <a:moveTo>
                  <a:pt x="94" y="473"/>
                </a:moveTo>
                <a:cubicBezTo>
                  <a:pt x="82" y="458"/>
                  <a:pt x="69" y="442"/>
                  <a:pt x="59" y="425"/>
                </a:cubicBezTo>
                <a:cubicBezTo>
                  <a:pt x="67" y="416"/>
                  <a:pt x="74" y="405"/>
                  <a:pt x="80" y="395"/>
                </a:cubicBezTo>
                <a:cubicBezTo>
                  <a:pt x="100" y="424"/>
                  <a:pt x="127" y="445"/>
                  <a:pt x="155" y="468"/>
                </a:cubicBezTo>
                <a:cubicBezTo>
                  <a:pt x="154" y="480"/>
                  <a:pt x="156" y="492"/>
                  <a:pt x="163" y="502"/>
                </a:cubicBezTo>
                <a:cubicBezTo>
                  <a:pt x="164" y="504"/>
                  <a:pt x="167" y="502"/>
                  <a:pt x="166" y="500"/>
                </a:cubicBezTo>
                <a:cubicBezTo>
                  <a:pt x="162" y="492"/>
                  <a:pt x="160" y="482"/>
                  <a:pt x="160" y="472"/>
                </a:cubicBezTo>
                <a:cubicBezTo>
                  <a:pt x="172" y="482"/>
                  <a:pt x="184" y="492"/>
                  <a:pt x="195" y="503"/>
                </a:cubicBezTo>
                <a:cubicBezTo>
                  <a:pt x="198" y="506"/>
                  <a:pt x="203" y="502"/>
                  <a:pt x="200" y="499"/>
                </a:cubicBezTo>
                <a:cubicBezTo>
                  <a:pt x="187" y="487"/>
                  <a:pt x="174" y="476"/>
                  <a:pt x="160" y="466"/>
                </a:cubicBezTo>
                <a:cubicBezTo>
                  <a:pt x="161" y="462"/>
                  <a:pt x="161" y="458"/>
                  <a:pt x="161" y="454"/>
                </a:cubicBezTo>
                <a:cubicBezTo>
                  <a:pt x="162" y="455"/>
                  <a:pt x="162" y="456"/>
                  <a:pt x="163" y="456"/>
                </a:cubicBezTo>
                <a:cubicBezTo>
                  <a:pt x="167" y="461"/>
                  <a:pt x="170" y="464"/>
                  <a:pt x="175" y="467"/>
                </a:cubicBezTo>
                <a:cubicBezTo>
                  <a:pt x="177" y="468"/>
                  <a:pt x="180" y="474"/>
                  <a:pt x="183" y="477"/>
                </a:cubicBezTo>
                <a:cubicBezTo>
                  <a:pt x="187" y="480"/>
                  <a:pt x="190" y="483"/>
                  <a:pt x="194" y="487"/>
                </a:cubicBezTo>
                <a:cubicBezTo>
                  <a:pt x="195" y="489"/>
                  <a:pt x="195" y="490"/>
                  <a:pt x="195" y="489"/>
                </a:cubicBezTo>
                <a:cubicBezTo>
                  <a:pt x="196" y="492"/>
                  <a:pt x="198" y="495"/>
                  <a:pt x="199" y="497"/>
                </a:cubicBezTo>
                <a:cubicBezTo>
                  <a:pt x="202" y="501"/>
                  <a:pt x="204" y="505"/>
                  <a:pt x="206" y="510"/>
                </a:cubicBezTo>
                <a:cubicBezTo>
                  <a:pt x="209" y="515"/>
                  <a:pt x="211" y="525"/>
                  <a:pt x="213" y="533"/>
                </a:cubicBezTo>
                <a:cubicBezTo>
                  <a:pt x="168" y="528"/>
                  <a:pt x="127" y="504"/>
                  <a:pt x="94" y="473"/>
                </a:cubicBezTo>
                <a:close/>
                <a:moveTo>
                  <a:pt x="216" y="457"/>
                </a:moveTo>
                <a:cubicBezTo>
                  <a:pt x="213" y="454"/>
                  <a:pt x="208" y="452"/>
                  <a:pt x="204" y="449"/>
                </a:cubicBezTo>
                <a:cubicBezTo>
                  <a:pt x="197" y="446"/>
                  <a:pt x="191" y="447"/>
                  <a:pt x="185" y="444"/>
                </a:cubicBezTo>
                <a:cubicBezTo>
                  <a:pt x="179" y="443"/>
                  <a:pt x="174" y="442"/>
                  <a:pt x="168" y="443"/>
                </a:cubicBezTo>
                <a:cubicBezTo>
                  <a:pt x="166" y="443"/>
                  <a:pt x="164" y="444"/>
                  <a:pt x="163" y="445"/>
                </a:cubicBezTo>
                <a:cubicBezTo>
                  <a:pt x="163" y="445"/>
                  <a:pt x="163" y="445"/>
                  <a:pt x="163" y="445"/>
                </a:cubicBezTo>
                <a:cubicBezTo>
                  <a:pt x="163" y="443"/>
                  <a:pt x="164" y="441"/>
                  <a:pt x="164" y="439"/>
                </a:cubicBezTo>
                <a:cubicBezTo>
                  <a:pt x="165" y="431"/>
                  <a:pt x="167" y="424"/>
                  <a:pt x="169" y="416"/>
                </a:cubicBezTo>
                <a:cubicBezTo>
                  <a:pt x="181" y="428"/>
                  <a:pt x="192" y="439"/>
                  <a:pt x="205" y="449"/>
                </a:cubicBezTo>
                <a:cubicBezTo>
                  <a:pt x="209" y="452"/>
                  <a:pt x="215" y="447"/>
                  <a:pt x="211" y="443"/>
                </a:cubicBezTo>
                <a:cubicBezTo>
                  <a:pt x="197" y="432"/>
                  <a:pt x="184" y="420"/>
                  <a:pt x="172" y="408"/>
                </a:cubicBezTo>
                <a:cubicBezTo>
                  <a:pt x="176" y="392"/>
                  <a:pt x="182" y="377"/>
                  <a:pt x="187" y="363"/>
                </a:cubicBezTo>
                <a:cubicBezTo>
                  <a:pt x="189" y="358"/>
                  <a:pt x="191" y="353"/>
                  <a:pt x="193" y="348"/>
                </a:cubicBezTo>
                <a:cubicBezTo>
                  <a:pt x="194" y="348"/>
                  <a:pt x="195" y="349"/>
                  <a:pt x="196" y="349"/>
                </a:cubicBezTo>
                <a:cubicBezTo>
                  <a:pt x="198" y="351"/>
                  <a:pt x="200" y="349"/>
                  <a:pt x="199" y="347"/>
                </a:cubicBezTo>
                <a:cubicBezTo>
                  <a:pt x="199" y="344"/>
                  <a:pt x="198" y="342"/>
                  <a:pt x="196" y="340"/>
                </a:cubicBezTo>
                <a:cubicBezTo>
                  <a:pt x="199" y="333"/>
                  <a:pt x="202" y="327"/>
                  <a:pt x="205" y="320"/>
                </a:cubicBezTo>
                <a:cubicBezTo>
                  <a:pt x="210" y="337"/>
                  <a:pt x="214" y="355"/>
                  <a:pt x="216" y="372"/>
                </a:cubicBezTo>
                <a:cubicBezTo>
                  <a:pt x="221" y="400"/>
                  <a:pt x="223" y="428"/>
                  <a:pt x="226" y="456"/>
                </a:cubicBezTo>
                <a:cubicBezTo>
                  <a:pt x="226" y="459"/>
                  <a:pt x="226" y="462"/>
                  <a:pt x="227" y="465"/>
                </a:cubicBezTo>
                <a:cubicBezTo>
                  <a:pt x="223" y="463"/>
                  <a:pt x="220" y="460"/>
                  <a:pt x="216" y="457"/>
                </a:cubicBezTo>
                <a:close/>
                <a:moveTo>
                  <a:pt x="488" y="278"/>
                </a:moveTo>
                <a:cubicBezTo>
                  <a:pt x="488" y="268"/>
                  <a:pt x="487" y="258"/>
                  <a:pt x="487" y="249"/>
                </a:cubicBezTo>
                <a:cubicBezTo>
                  <a:pt x="488" y="258"/>
                  <a:pt x="488" y="268"/>
                  <a:pt x="488" y="278"/>
                </a:cubicBezTo>
                <a:close/>
                <a:moveTo>
                  <a:pt x="113" y="106"/>
                </a:moveTo>
                <a:cubicBezTo>
                  <a:pt x="117" y="77"/>
                  <a:pt x="137" y="58"/>
                  <a:pt x="162" y="45"/>
                </a:cubicBezTo>
                <a:cubicBezTo>
                  <a:pt x="174" y="39"/>
                  <a:pt x="186" y="35"/>
                  <a:pt x="199" y="32"/>
                </a:cubicBezTo>
                <a:cubicBezTo>
                  <a:pt x="190" y="37"/>
                  <a:pt x="181" y="42"/>
                  <a:pt x="173" y="47"/>
                </a:cubicBezTo>
                <a:cubicBezTo>
                  <a:pt x="150" y="62"/>
                  <a:pt x="128" y="84"/>
                  <a:pt x="117" y="110"/>
                </a:cubicBezTo>
                <a:cubicBezTo>
                  <a:pt x="109" y="127"/>
                  <a:pt x="113" y="143"/>
                  <a:pt x="116" y="161"/>
                </a:cubicBezTo>
                <a:cubicBezTo>
                  <a:pt x="121" y="181"/>
                  <a:pt x="118" y="205"/>
                  <a:pt x="106" y="224"/>
                </a:cubicBezTo>
                <a:cubicBezTo>
                  <a:pt x="108" y="219"/>
                  <a:pt x="109" y="215"/>
                  <a:pt x="110" y="210"/>
                </a:cubicBezTo>
                <a:cubicBezTo>
                  <a:pt x="118" y="176"/>
                  <a:pt x="108" y="141"/>
                  <a:pt x="113" y="106"/>
                </a:cubicBezTo>
                <a:close/>
                <a:moveTo>
                  <a:pt x="159" y="532"/>
                </a:moveTo>
                <a:cubicBezTo>
                  <a:pt x="146" y="524"/>
                  <a:pt x="134" y="515"/>
                  <a:pt x="123" y="504"/>
                </a:cubicBezTo>
                <a:cubicBezTo>
                  <a:pt x="135" y="512"/>
                  <a:pt x="148" y="518"/>
                  <a:pt x="160" y="523"/>
                </a:cubicBezTo>
                <a:cubicBezTo>
                  <a:pt x="177" y="531"/>
                  <a:pt x="195" y="534"/>
                  <a:pt x="213" y="534"/>
                </a:cubicBezTo>
                <a:cubicBezTo>
                  <a:pt x="215" y="541"/>
                  <a:pt x="216" y="547"/>
                  <a:pt x="217" y="553"/>
                </a:cubicBezTo>
                <a:cubicBezTo>
                  <a:pt x="197" y="553"/>
                  <a:pt x="176" y="543"/>
                  <a:pt x="159" y="532"/>
                </a:cubicBezTo>
                <a:close/>
                <a:moveTo>
                  <a:pt x="463" y="466"/>
                </a:moveTo>
                <a:cubicBezTo>
                  <a:pt x="449" y="480"/>
                  <a:pt x="429" y="485"/>
                  <a:pt x="408" y="488"/>
                </a:cubicBezTo>
                <a:cubicBezTo>
                  <a:pt x="442" y="467"/>
                  <a:pt x="471" y="443"/>
                  <a:pt x="480" y="415"/>
                </a:cubicBezTo>
                <a:cubicBezTo>
                  <a:pt x="482" y="433"/>
                  <a:pt x="476" y="451"/>
                  <a:pt x="463" y="466"/>
                </a:cubicBezTo>
                <a:close/>
              </a:path>
            </a:pathLst>
          </a:custGeom>
          <a:solidFill>
            <a:schemeClr val="accent1">
              <a:alpha val="61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191516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B-Trees</a:t>
            </a:r>
          </a:p>
        </p:txBody>
      </p:sp>
      <p:pic>
        <p:nvPicPr>
          <p:cNvPr id="11" name="图片 10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39" name="Freeform 1380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7596505" y="4789170"/>
            <a:ext cx="1133475" cy="1554480"/>
          </a:xfrm>
          <a:custGeom>
            <a:avLst/>
            <a:gdLst>
              <a:gd name="T0" fmla="*/ 301 w 505"/>
              <a:gd name="T1" fmla="*/ 8 h 694"/>
              <a:gd name="T2" fmla="*/ 87 w 505"/>
              <a:gd name="T3" fmla="*/ 207 h 694"/>
              <a:gd name="T4" fmla="*/ 46 w 505"/>
              <a:gd name="T5" fmla="*/ 431 h 694"/>
              <a:gd name="T6" fmla="*/ 224 w 505"/>
              <a:gd name="T7" fmla="*/ 596 h 694"/>
              <a:gd name="T8" fmla="*/ 238 w 505"/>
              <a:gd name="T9" fmla="*/ 688 h 694"/>
              <a:gd name="T10" fmla="*/ 421 w 505"/>
              <a:gd name="T11" fmla="*/ 510 h 694"/>
              <a:gd name="T12" fmla="*/ 381 w 505"/>
              <a:gd name="T13" fmla="*/ 480 h 694"/>
              <a:gd name="T14" fmla="*/ 378 w 505"/>
              <a:gd name="T15" fmla="*/ 492 h 694"/>
              <a:gd name="T16" fmla="*/ 351 w 505"/>
              <a:gd name="T17" fmla="*/ 104 h 694"/>
              <a:gd name="T18" fmla="*/ 288 w 505"/>
              <a:gd name="T19" fmla="*/ 134 h 694"/>
              <a:gd name="T20" fmla="*/ 282 w 505"/>
              <a:gd name="T21" fmla="*/ 180 h 694"/>
              <a:gd name="T22" fmla="*/ 251 w 505"/>
              <a:gd name="T23" fmla="*/ 95 h 694"/>
              <a:gd name="T24" fmla="*/ 230 w 505"/>
              <a:gd name="T25" fmla="*/ 179 h 694"/>
              <a:gd name="T26" fmla="*/ 176 w 505"/>
              <a:gd name="T27" fmla="*/ 197 h 694"/>
              <a:gd name="T28" fmla="*/ 128 w 505"/>
              <a:gd name="T29" fmla="*/ 180 h 694"/>
              <a:gd name="T30" fmla="*/ 367 w 505"/>
              <a:gd name="T31" fmla="*/ 457 h 694"/>
              <a:gd name="T32" fmla="*/ 180 w 505"/>
              <a:gd name="T33" fmla="*/ 320 h 694"/>
              <a:gd name="T34" fmla="*/ 209 w 505"/>
              <a:gd name="T35" fmla="*/ 303 h 694"/>
              <a:gd name="T36" fmla="*/ 156 w 505"/>
              <a:gd name="T37" fmla="*/ 452 h 694"/>
              <a:gd name="T38" fmla="*/ 109 w 505"/>
              <a:gd name="T39" fmla="*/ 401 h 694"/>
              <a:gd name="T40" fmla="*/ 167 w 505"/>
              <a:gd name="T41" fmla="*/ 316 h 694"/>
              <a:gd name="T42" fmla="*/ 175 w 505"/>
              <a:gd name="T43" fmla="*/ 205 h 694"/>
              <a:gd name="T44" fmla="*/ 143 w 505"/>
              <a:gd name="T45" fmla="*/ 277 h 694"/>
              <a:gd name="T46" fmla="*/ 168 w 505"/>
              <a:gd name="T47" fmla="*/ 404 h 694"/>
              <a:gd name="T48" fmla="*/ 241 w 505"/>
              <a:gd name="T49" fmla="*/ 221 h 694"/>
              <a:gd name="T50" fmla="*/ 254 w 505"/>
              <a:gd name="T51" fmla="*/ 222 h 694"/>
              <a:gd name="T52" fmla="*/ 316 w 505"/>
              <a:gd name="T53" fmla="*/ 163 h 694"/>
              <a:gd name="T54" fmla="*/ 329 w 505"/>
              <a:gd name="T55" fmla="*/ 234 h 694"/>
              <a:gd name="T56" fmla="*/ 326 w 505"/>
              <a:gd name="T57" fmla="*/ 257 h 694"/>
              <a:gd name="T58" fmla="*/ 360 w 505"/>
              <a:gd name="T59" fmla="*/ 311 h 694"/>
              <a:gd name="T60" fmla="*/ 337 w 505"/>
              <a:gd name="T61" fmla="*/ 195 h 694"/>
              <a:gd name="T62" fmla="*/ 405 w 505"/>
              <a:gd name="T63" fmla="*/ 95 h 694"/>
              <a:gd name="T64" fmla="*/ 413 w 505"/>
              <a:gd name="T65" fmla="*/ 93 h 694"/>
              <a:gd name="T66" fmla="*/ 358 w 505"/>
              <a:gd name="T67" fmla="*/ 295 h 694"/>
              <a:gd name="T68" fmla="*/ 406 w 505"/>
              <a:gd name="T69" fmla="*/ 212 h 694"/>
              <a:gd name="T70" fmla="*/ 372 w 505"/>
              <a:gd name="T71" fmla="*/ 344 h 694"/>
              <a:gd name="T72" fmla="*/ 358 w 505"/>
              <a:gd name="T73" fmla="*/ 201 h 694"/>
              <a:gd name="T74" fmla="*/ 339 w 505"/>
              <a:gd name="T75" fmla="*/ 405 h 694"/>
              <a:gd name="T76" fmla="*/ 462 w 505"/>
              <a:gd name="T77" fmla="*/ 240 h 694"/>
              <a:gd name="T78" fmla="*/ 358 w 505"/>
              <a:gd name="T79" fmla="*/ 434 h 694"/>
              <a:gd name="T80" fmla="*/ 79 w 505"/>
              <a:gd name="T81" fmla="*/ 302 h 694"/>
              <a:gd name="T82" fmla="*/ 76 w 505"/>
              <a:gd name="T83" fmla="*/ 389 h 694"/>
              <a:gd name="T84" fmla="*/ 94 w 505"/>
              <a:gd name="T85" fmla="*/ 473 h 694"/>
              <a:gd name="T86" fmla="*/ 160 w 505"/>
              <a:gd name="T87" fmla="*/ 472 h 694"/>
              <a:gd name="T88" fmla="*/ 175 w 505"/>
              <a:gd name="T89" fmla="*/ 467 h 694"/>
              <a:gd name="T90" fmla="*/ 213 w 505"/>
              <a:gd name="T91" fmla="*/ 533 h 694"/>
              <a:gd name="T92" fmla="*/ 163 w 505"/>
              <a:gd name="T93" fmla="*/ 445 h 694"/>
              <a:gd name="T94" fmla="*/ 172 w 505"/>
              <a:gd name="T95" fmla="*/ 408 h 694"/>
              <a:gd name="T96" fmla="*/ 205 w 505"/>
              <a:gd name="T97" fmla="*/ 320 h 694"/>
              <a:gd name="T98" fmla="*/ 487 w 505"/>
              <a:gd name="T99" fmla="*/ 249 h 694"/>
              <a:gd name="T100" fmla="*/ 117 w 505"/>
              <a:gd name="T101" fmla="*/ 110 h 694"/>
              <a:gd name="T102" fmla="*/ 123 w 505"/>
              <a:gd name="T103" fmla="*/ 504 h 694"/>
              <a:gd name="T104" fmla="*/ 408 w 505"/>
              <a:gd name="T105" fmla="*/ 488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05" h="694">
                <a:moveTo>
                  <a:pt x="493" y="389"/>
                </a:moveTo>
                <a:cubicBezTo>
                  <a:pt x="489" y="375"/>
                  <a:pt x="481" y="360"/>
                  <a:pt x="472" y="348"/>
                </a:cubicBezTo>
                <a:cubicBezTo>
                  <a:pt x="500" y="319"/>
                  <a:pt x="501" y="274"/>
                  <a:pt x="495" y="236"/>
                </a:cubicBezTo>
                <a:cubicBezTo>
                  <a:pt x="487" y="187"/>
                  <a:pt x="469" y="139"/>
                  <a:pt x="445" y="97"/>
                </a:cubicBezTo>
                <a:cubicBezTo>
                  <a:pt x="420" y="52"/>
                  <a:pt x="379" y="20"/>
                  <a:pt x="328" y="11"/>
                </a:cubicBezTo>
                <a:cubicBezTo>
                  <a:pt x="319" y="9"/>
                  <a:pt x="310" y="8"/>
                  <a:pt x="301" y="8"/>
                </a:cubicBezTo>
                <a:cubicBezTo>
                  <a:pt x="259" y="0"/>
                  <a:pt x="213" y="2"/>
                  <a:pt x="172" y="16"/>
                </a:cubicBezTo>
                <a:cubicBezTo>
                  <a:pt x="150" y="24"/>
                  <a:pt x="129" y="36"/>
                  <a:pt x="113" y="53"/>
                </a:cubicBezTo>
                <a:cubicBezTo>
                  <a:pt x="89" y="77"/>
                  <a:pt x="87" y="113"/>
                  <a:pt x="89" y="145"/>
                </a:cubicBezTo>
                <a:cubicBezTo>
                  <a:pt x="90" y="165"/>
                  <a:pt x="91" y="184"/>
                  <a:pt x="88" y="203"/>
                </a:cubicBezTo>
                <a:cubicBezTo>
                  <a:pt x="87" y="203"/>
                  <a:pt x="86" y="204"/>
                  <a:pt x="87" y="206"/>
                </a:cubicBezTo>
                <a:cubicBezTo>
                  <a:pt x="87" y="206"/>
                  <a:pt x="87" y="207"/>
                  <a:pt x="87" y="207"/>
                </a:cubicBezTo>
                <a:cubicBezTo>
                  <a:pt x="85" y="219"/>
                  <a:pt x="80" y="231"/>
                  <a:pt x="73" y="242"/>
                </a:cubicBezTo>
                <a:cubicBezTo>
                  <a:pt x="65" y="253"/>
                  <a:pt x="55" y="263"/>
                  <a:pt x="46" y="272"/>
                </a:cubicBezTo>
                <a:cubicBezTo>
                  <a:pt x="45" y="272"/>
                  <a:pt x="45" y="273"/>
                  <a:pt x="45" y="273"/>
                </a:cubicBezTo>
                <a:cubicBezTo>
                  <a:pt x="38" y="278"/>
                  <a:pt x="33" y="284"/>
                  <a:pt x="29" y="291"/>
                </a:cubicBezTo>
                <a:cubicBezTo>
                  <a:pt x="28" y="293"/>
                  <a:pt x="26" y="296"/>
                  <a:pt x="25" y="298"/>
                </a:cubicBezTo>
                <a:cubicBezTo>
                  <a:pt x="0" y="341"/>
                  <a:pt x="23" y="393"/>
                  <a:pt x="46" y="431"/>
                </a:cubicBezTo>
                <a:cubicBezTo>
                  <a:pt x="45" y="432"/>
                  <a:pt x="44" y="433"/>
                  <a:pt x="43" y="434"/>
                </a:cubicBezTo>
                <a:cubicBezTo>
                  <a:pt x="42" y="435"/>
                  <a:pt x="44" y="438"/>
                  <a:pt x="45" y="437"/>
                </a:cubicBezTo>
                <a:cubicBezTo>
                  <a:pt x="46" y="436"/>
                  <a:pt x="47" y="435"/>
                  <a:pt x="48" y="435"/>
                </a:cubicBezTo>
                <a:cubicBezTo>
                  <a:pt x="75" y="478"/>
                  <a:pt x="111" y="519"/>
                  <a:pt x="155" y="545"/>
                </a:cubicBezTo>
                <a:cubicBezTo>
                  <a:pt x="175" y="556"/>
                  <a:pt x="196" y="563"/>
                  <a:pt x="218" y="559"/>
                </a:cubicBezTo>
                <a:cubicBezTo>
                  <a:pt x="220" y="571"/>
                  <a:pt x="222" y="583"/>
                  <a:pt x="224" y="596"/>
                </a:cubicBezTo>
                <a:cubicBezTo>
                  <a:pt x="224" y="598"/>
                  <a:pt x="225" y="601"/>
                  <a:pt x="225" y="603"/>
                </a:cubicBezTo>
                <a:cubicBezTo>
                  <a:pt x="225" y="624"/>
                  <a:pt x="225" y="645"/>
                  <a:pt x="225" y="666"/>
                </a:cubicBezTo>
                <a:cubicBezTo>
                  <a:pt x="225" y="668"/>
                  <a:pt x="227" y="669"/>
                  <a:pt x="228" y="670"/>
                </a:cubicBezTo>
                <a:cubicBezTo>
                  <a:pt x="228" y="672"/>
                  <a:pt x="228" y="674"/>
                  <a:pt x="228" y="677"/>
                </a:cubicBezTo>
                <a:cubicBezTo>
                  <a:pt x="228" y="679"/>
                  <a:pt x="229" y="681"/>
                  <a:pt x="231" y="682"/>
                </a:cubicBezTo>
                <a:cubicBezTo>
                  <a:pt x="232" y="685"/>
                  <a:pt x="234" y="687"/>
                  <a:pt x="238" y="688"/>
                </a:cubicBezTo>
                <a:cubicBezTo>
                  <a:pt x="260" y="694"/>
                  <a:pt x="284" y="688"/>
                  <a:pt x="306" y="688"/>
                </a:cubicBezTo>
                <a:cubicBezTo>
                  <a:pt x="313" y="688"/>
                  <a:pt x="319" y="681"/>
                  <a:pt x="317" y="674"/>
                </a:cubicBezTo>
                <a:cubicBezTo>
                  <a:pt x="314" y="664"/>
                  <a:pt x="312" y="654"/>
                  <a:pt x="310" y="644"/>
                </a:cubicBezTo>
                <a:cubicBezTo>
                  <a:pt x="309" y="611"/>
                  <a:pt x="308" y="577"/>
                  <a:pt x="306" y="544"/>
                </a:cubicBezTo>
                <a:cubicBezTo>
                  <a:pt x="317" y="537"/>
                  <a:pt x="330" y="530"/>
                  <a:pt x="344" y="523"/>
                </a:cubicBezTo>
                <a:cubicBezTo>
                  <a:pt x="370" y="517"/>
                  <a:pt x="396" y="515"/>
                  <a:pt x="421" y="510"/>
                </a:cubicBezTo>
                <a:cubicBezTo>
                  <a:pt x="453" y="504"/>
                  <a:pt x="483" y="490"/>
                  <a:pt x="496" y="457"/>
                </a:cubicBezTo>
                <a:cubicBezTo>
                  <a:pt x="504" y="434"/>
                  <a:pt x="501" y="411"/>
                  <a:pt x="493" y="389"/>
                </a:cubicBezTo>
                <a:close/>
                <a:moveTo>
                  <a:pt x="378" y="492"/>
                </a:moveTo>
                <a:cubicBezTo>
                  <a:pt x="367" y="493"/>
                  <a:pt x="356" y="495"/>
                  <a:pt x="345" y="497"/>
                </a:cubicBezTo>
                <a:cubicBezTo>
                  <a:pt x="354" y="487"/>
                  <a:pt x="363" y="476"/>
                  <a:pt x="372" y="465"/>
                </a:cubicBezTo>
                <a:cubicBezTo>
                  <a:pt x="375" y="470"/>
                  <a:pt x="378" y="475"/>
                  <a:pt x="381" y="480"/>
                </a:cubicBezTo>
                <a:cubicBezTo>
                  <a:pt x="382" y="481"/>
                  <a:pt x="385" y="481"/>
                  <a:pt x="384" y="479"/>
                </a:cubicBezTo>
                <a:cubicBezTo>
                  <a:pt x="382" y="472"/>
                  <a:pt x="379" y="466"/>
                  <a:pt x="375" y="460"/>
                </a:cubicBezTo>
                <a:cubicBezTo>
                  <a:pt x="384" y="450"/>
                  <a:pt x="392" y="439"/>
                  <a:pt x="401" y="428"/>
                </a:cubicBezTo>
                <a:cubicBezTo>
                  <a:pt x="420" y="405"/>
                  <a:pt x="439" y="382"/>
                  <a:pt x="454" y="356"/>
                </a:cubicBezTo>
                <a:cubicBezTo>
                  <a:pt x="455" y="356"/>
                  <a:pt x="455" y="356"/>
                  <a:pt x="455" y="357"/>
                </a:cubicBezTo>
                <a:cubicBezTo>
                  <a:pt x="505" y="415"/>
                  <a:pt x="441" y="458"/>
                  <a:pt x="378" y="492"/>
                </a:cubicBezTo>
                <a:close/>
                <a:moveTo>
                  <a:pt x="121" y="127"/>
                </a:moveTo>
                <a:cubicBezTo>
                  <a:pt x="124" y="97"/>
                  <a:pt x="155" y="71"/>
                  <a:pt x="178" y="55"/>
                </a:cubicBezTo>
                <a:cubicBezTo>
                  <a:pt x="195" y="43"/>
                  <a:pt x="215" y="34"/>
                  <a:pt x="235" y="27"/>
                </a:cubicBezTo>
                <a:cubicBezTo>
                  <a:pt x="258" y="26"/>
                  <a:pt x="281" y="28"/>
                  <a:pt x="302" y="32"/>
                </a:cubicBezTo>
                <a:cubicBezTo>
                  <a:pt x="325" y="36"/>
                  <a:pt x="349" y="44"/>
                  <a:pt x="371" y="56"/>
                </a:cubicBezTo>
                <a:cubicBezTo>
                  <a:pt x="367" y="73"/>
                  <a:pt x="360" y="89"/>
                  <a:pt x="351" y="104"/>
                </a:cubicBezTo>
                <a:cubicBezTo>
                  <a:pt x="336" y="78"/>
                  <a:pt x="318" y="53"/>
                  <a:pt x="296" y="33"/>
                </a:cubicBezTo>
                <a:cubicBezTo>
                  <a:pt x="295" y="32"/>
                  <a:pt x="292" y="34"/>
                  <a:pt x="294" y="36"/>
                </a:cubicBezTo>
                <a:cubicBezTo>
                  <a:pt x="316" y="56"/>
                  <a:pt x="333" y="82"/>
                  <a:pt x="349" y="108"/>
                </a:cubicBezTo>
                <a:cubicBezTo>
                  <a:pt x="341" y="120"/>
                  <a:pt x="333" y="131"/>
                  <a:pt x="325" y="142"/>
                </a:cubicBezTo>
                <a:cubicBezTo>
                  <a:pt x="320" y="148"/>
                  <a:pt x="316" y="154"/>
                  <a:pt x="312" y="160"/>
                </a:cubicBezTo>
                <a:cubicBezTo>
                  <a:pt x="304" y="151"/>
                  <a:pt x="296" y="143"/>
                  <a:pt x="288" y="134"/>
                </a:cubicBezTo>
                <a:cubicBezTo>
                  <a:pt x="267" y="109"/>
                  <a:pt x="251" y="82"/>
                  <a:pt x="241" y="51"/>
                </a:cubicBezTo>
                <a:cubicBezTo>
                  <a:pt x="241" y="50"/>
                  <a:pt x="240" y="50"/>
                  <a:pt x="240" y="51"/>
                </a:cubicBezTo>
                <a:cubicBezTo>
                  <a:pt x="252" y="94"/>
                  <a:pt x="278" y="132"/>
                  <a:pt x="308" y="165"/>
                </a:cubicBezTo>
                <a:cubicBezTo>
                  <a:pt x="304" y="172"/>
                  <a:pt x="300" y="178"/>
                  <a:pt x="297" y="185"/>
                </a:cubicBezTo>
                <a:cubicBezTo>
                  <a:pt x="293" y="192"/>
                  <a:pt x="289" y="200"/>
                  <a:pt x="286" y="208"/>
                </a:cubicBezTo>
                <a:cubicBezTo>
                  <a:pt x="285" y="198"/>
                  <a:pt x="283" y="189"/>
                  <a:pt x="282" y="180"/>
                </a:cubicBezTo>
                <a:cubicBezTo>
                  <a:pt x="280" y="171"/>
                  <a:pt x="267" y="173"/>
                  <a:pt x="265" y="180"/>
                </a:cubicBezTo>
                <a:cubicBezTo>
                  <a:pt x="262" y="191"/>
                  <a:pt x="259" y="201"/>
                  <a:pt x="257" y="211"/>
                </a:cubicBezTo>
                <a:cubicBezTo>
                  <a:pt x="254" y="207"/>
                  <a:pt x="251" y="203"/>
                  <a:pt x="248" y="199"/>
                </a:cubicBezTo>
                <a:cubicBezTo>
                  <a:pt x="243" y="190"/>
                  <a:pt x="238" y="182"/>
                  <a:pt x="234" y="173"/>
                </a:cubicBezTo>
                <a:cubicBezTo>
                  <a:pt x="242" y="147"/>
                  <a:pt x="249" y="121"/>
                  <a:pt x="252" y="95"/>
                </a:cubicBezTo>
                <a:cubicBezTo>
                  <a:pt x="252" y="95"/>
                  <a:pt x="251" y="95"/>
                  <a:pt x="251" y="95"/>
                </a:cubicBezTo>
                <a:cubicBezTo>
                  <a:pt x="248" y="121"/>
                  <a:pt x="241" y="146"/>
                  <a:pt x="233" y="171"/>
                </a:cubicBezTo>
                <a:cubicBezTo>
                  <a:pt x="231" y="166"/>
                  <a:pt x="228" y="161"/>
                  <a:pt x="226" y="156"/>
                </a:cubicBezTo>
                <a:cubicBezTo>
                  <a:pt x="213" y="128"/>
                  <a:pt x="202" y="100"/>
                  <a:pt x="186" y="73"/>
                </a:cubicBezTo>
                <a:cubicBezTo>
                  <a:pt x="186" y="73"/>
                  <a:pt x="186" y="73"/>
                  <a:pt x="186" y="73"/>
                </a:cubicBezTo>
                <a:cubicBezTo>
                  <a:pt x="200" y="101"/>
                  <a:pt x="209" y="130"/>
                  <a:pt x="221" y="159"/>
                </a:cubicBezTo>
                <a:cubicBezTo>
                  <a:pt x="224" y="165"/>
                  <a:pt x="227" y="172"/>
                  <a:pt x="230" y="179"/>
                </a:cubicBezTo>
                <a:cubicBezTo>
                  <a:pt x="222" y="201"/>
                  <a:pt x="213" y="223"/>
                  <a:pt x="203" y="244"/>
                </a:cubicBezTo>
                <a:cubicBezTo>
                  <a:pt x="201" y="240"/>
                  <a:pt x="199" y="236"/>
                  <a:pt x="197" y="232"/>
                </a:cubicBezTo>
                <a:cubicBezTo>
                  <a:pt x="191" y="221"/>
                  <a:pt x="185" y="210"/>
                  <a:pt x="178" y="200"/>
                </a:cubicBezTo>
                <a:cubicBezTo>
                  <a:pt x="188" y="176"/>
                  <a:pt x="198" y="152"/>
                  <a:pt x="208" y="128"/>
                </a:cubicBezTo>
                <a:cubicBezTo>
                  <a:pt x="209" y="128"/>
                  <a:pt x="208" y="127"/>
                  <a:pt x="208" y="128"/>
                </a:cubicBezTo>
                <a:cubicBezTo>
                  <a:pt x="197" y="151"/>
                  <a:pt x="187" y="174"/>
                  <a:pt x="176" y="197"/>
                </a:cubicBezTo>
                <a:cubicBezTo>
                  <a:pt x="170" y="188"/>
                  <a:pt x="163" y="179"/>
                  <a:pt x="154" y="171"/>
                </a:cubicBezTo>
                <a:cubicBezTo>
                  <a:pt x="153" y="171"/>
                  <a:pt x="153" y="172"/>
                  <a:pt x="153" y="172"/>
                </a:cubicBezTo>
                <a:cubicBezTo>
                  <a:pt x="161" y="182"/>
                  <a:pt x="168" y="192"/>
                  <a:pt x="174" y="203"/>
                </a:cubicBezTo>
                <a:cubicBezTo>
                  <a:pt x="163" y="227"/>
                  <a:pt x="152" y="250"/>
                  <a:pt x="140" y="274"/>
                </a:cubicBezTo>
                <a:cubicBezTo>
                  <a:pt x="129" y="261"/>
                  <a:pt x="119" y="248"/>
                  <a:pt x="109" y="235"/>
                </a:cubicBezTo>
                <a:cubicBezTo>
                  <a:pt x="121" y="220"/>
                  <a:pt x="127" y="199"/>
                  <a:pt x="128" y="180"/>
                </a:cubicBezTo>
                <a:cubicBezTo>
                  <a:pt x="128" y="162"/>
                  <a:pt x="120" y="145"/>
                  <a:pt x="121" y="127"/>
                </a:cubicBezTo>
                <a:close/>
                <a:moveTo>
                  <a:pt x="305" y="508"/>
                </a:moveTo>
                <a:cubicBezTo>
                  <a:pt x="308" y="495"/>
                  <a:pt x="312" y="482"/>
                  <a:pt x="316" y="469"/>
                </a:cubicBezTo>
                <a:cubicBezTo>
                  <a:pt x="322" y="449"/>
                  <a:pt x="329" y="428"/>
                  <a:pt x="337" y="408"/>
                </a:cubicBezTo>
                <a:cubicBezTo>
                  <a:pt x="342" y="416"/>
                  <a:pt x="347" y="424"/>
                  <a:pt x="352" y="432"/>
                </a:cubicBezTo>
                <a:cubicBezTo>
                  <a:pt x="358" y="440"/>
                  <a:pt x="362" y="449"/>
                  <a:pt x="367" y="457"/>
                </a:cubicBezTo>
                <a:cubicBezTo>
                  <a:pt x="355" y="470"/>
                  <a:pt x="345" y="484"/>
                  <a:pt x="337" y="499"/>
                </a:cubicBezTo>
                <a:cubicBezTo>
                  <a:pt x="326" y="501"/>
                  <a:pt x="315" y="504"/>
                  <a:pt x="305" y="508"/>
                </a:cubicBezTo>
                <a:close/>
                <a:moveTo>
                  <a:pt x="195" y="294"/>
                </a:moveTo>
                <a:cubicBezTo>
                  <a:pt x="198" y="301"/>
                  <a:pt x="201" y="308"/>
                  <a:pt x="203" y="316"/>
                </a:cubicBezTo>
                <a:cubicBezTo>
                  <a:pt x="200" y="323"/>
                  <a:pt x="197" y="330"/>
                  <a:pt x="194" y="336"/>
                </a:cubicBezTo>
                <a:cubicBezTo>
                  <a:pt x="190" y="330"/>
                  <a:pt x="184" y="325"/>
                  <a:pt x="180" y="320"/>
                </a:cubicBezTo>
                <a:cubicBezTo>
                  <a:pt x="178" y="317"/>
                  <a:pt x="175" y="315"/>
                  <a:pt x="173" y="312"/>
                </a:cubicBezTo>
                <a:cubicBezTo>
                  <a:pt x="183" y="294"/>
                  <a:pt x="192" y="276"/>
                  <a:pt x="200" y="258"/>
                </a:cubicBezTo>
                <a:cubicBezTo>
                  <a:pt x="201" y="257"/>
                  <a:pt x="201" y="255"/>
                  <a:pt x="202" y="254"/>
                </a:cubicBezTo>
                <a:cubicBezTo>
                  <a:pt x="206" y="262"/>
                  <a:pt x="211" y="270"/>
                  <a:pt x="215" y="277"/>
                </a:cubicBezTo>
                <a:cubicBezTo>
                  <a:pt x="216" y="279"/>
                  <a:pt x="217" y="280"/>
                  <a:pt x="218" y="282"/>
                </a:cubicBezTo>
                <a:cubicBezTo>
                  <a:pt x="215" y="289"/>
                  <a:pt x="212" y="296"/>
                  <a:pt x="209" y="303"/>
                </a:cubicBezTo>
                <a:cubicBezTo>
                  <a:pt x="206" y="299"/>
                  <a:pt x="203" y="295"/>
                  <a:pt x="199" y="291"/>
                </a:cubicBezTo>
                <a:cubicBezTo>
                  <a:pt x="197" y="288"/>
                  <a:pt x="194" y="291"/>
                  <a:pt x="195" y="294"/>
                </a:cubicBezTo>
                <a:close/>
                <a:moveTo>
                  <a:pt x="158" y="444"/>
                </a:moveTo>
                <a:cubicBezTo>
                  <a:pt x="156" y="443"/>
                  <a:pt x="154" y="443"/>
                  <a:pt x="154" y="443"/>
                </a:cubicBezTo>
                <a:cubicBezTo>
                  <a:pt x="150" y="443"/>
                  <a:pt x="149" y="448"/>
                  <a:pt x="153" y="449"/>
                </a:cubicBezTo>
                <a:cubicBezTo>
                  <a:pt x="154" y="450"/>
                  <a:pt x="155" y="451"/>
                  <a:pt x="156" y="452"/>
                </a:cubicBezTo>
                <a:cubicBezTo>
                  <a:pt x="156" y="455"/>
                  <a:pt x="155" y="458"/>
                  <a:pt x="155" y="461"/>
                </a:cubicBezTo>
                <a:cubicBezTo>
                  <a:pt x="128" y="441"/>
                  <a:pt x="101" y="420"/>
                  <a:pt x="82" y="393"/>
                </a:cubicBezTo>
                <a:cubicBezTo>
                  <a:pt x="83" y="391"/>
                  <a:pt x="84" y="389"/>
                  <a:pt x="85" y="388"/>
                </a:cubicBezTo>
                <a:cubicBezTo>
                  <a:pt x="93" y="374"/>
                  <a:pt x="101" y="360"/>
                  <a:pt x="109" y="346"/>
                </a:cubicBezTo>
                <a:cubicBezTo>
                  <a:pt x="116" y="355"/>
                  <a:pt x="123" y="363"/>
                  <a:pt x="130" y="372"/>
                </a:cubicBezTo>
                <a:cubicBezTo>
                  <a:pt x="123" y="382"/>
                  <a:pt x="116" y="392"/>
                  <a:pt x="109" y="401"/>
                </a:cubicBezTo>
                <a:cubicBezTo>
                  <a:pt x="108" y="403"/>
                  <a:pt x="110" y="405"/>
                  <a:pt x="111" y="403"/>
                </a:cubicBezTo>
                <a:cubicBezTo>
                  <a:pt x="120" y="395"/>
                  <a:pt x="127" y="386"/>
                  <a:pt x="134" y="377"/>
                </a:cubicBezTo>
                <a:cubicBezTo>
                  <a:pt x="144" y="389"/>
                  <a:pt x="154" y="401"/>
                  <a:pt x="165" y="412"/>
                </a:cubicBezTo>
                <a:cubicBezTo>
                  <a:pt x="162" y="423"/>
                  <a:pt x="160" y="433"/>
                  <a:pt x="158" y="444"/>
                </a:cubicBezTo>
                <a:close/>
                <a:moveTo>
                  <a:pt x="139" y="284"/>
                </a:moveTo>
                <a:cubicBezTo>
                  <a:pt x="148" y="295"/>
                  <a:pt x="157" y="305"/>
                  <a:pt x="167" y="316"/>
                </a:cubicBezTo>
                <a:cubicBezTo>
                  <a:pt x="156" y="333"/>
                  <a:pt x="146" y="350"/>
                  <a:pt x="134" y="367"/>
                </a:cubicBezTo>
                <a:cubicBezTo>
                  <a:pt x="127" y="358"/>
                  <a:pt x="119" y="349"/>
                  <a:pt x="112" y="340"/>
                </a:cubicBezTo>
                <a:cubicBezTo>
                  <a:pt x="118" y="328"/>
                  <a:pt x="124" y="315"/>
                  <a:pt x="131" y="302"/>
                </a:cubicBezTo>
                <a:cubicBezTo>
                  <a:pt x="133" y="296"/>
                  <a:pt x="136" y="290"/>
                  <a:pt x="139" y="284"/>
                </a:cubicBezTo>
                <a:close/>
                <a:moveTo>
                  <a:pt x="143" y="277"/>
                </a:moveTo>
                <a:cubicBezTo>
                  <a:pt x="154" y="253"/>
                  <a:pt x="165" y="229"/>
                  <a:pt x="175" y="205"/>
                </a:cubicBezTo>
                <a:cubicBezTo>
                  <a:pt x="182" y="217"/>
                  <a:pt x="189" y="230"/>
                  <a:pt x="195" y="242"/>
                </a:cubicBezTo>
                <a:cubicBezTo>
                  <a:pt x="197" y="245"/>
                  <a:pt x="199" y="248"/>
                  <a:pt x="200" y="251"/>
                </a:cubicBezTo>
                <a:cubicBezTo>
                  <a:pt x="199" y="253"/>
                  <a:pt x="199" y="254"/>
                  <a:pt x="198" y="256"/>
                </a:cubicBezTo>
                <a:cubicBezTo>
                  <a:pt x="189" y="274"/>
                  <a:pt x="180" y="292"/>
                  <a:pt x="171" y="309"/>
                </a:cubicBezTo>
                <a:cubicBezTo>
                  <a:pt x="163" y="301"/>
                  <a:pt x="156" y="293"/>
                  <a:pt x="149" y="284"/>
                </a:cubicBezTo>
                <a:cubicBezTo>
                  <a:pt x="147" y="282"/>
                  <a:pt x="145" y="279"/>
                  <a:pt x="143" y="277"/>
                </a:cubicBezTo>
                <a:close/>
                <a:moveTo>
                  <a:pt x="138" y="371"/>
                </a:moveTo>
                <a:cubicBezTo>
                  <a:pt x="144" y="362"/>
                  <a:pt x="150" y="352"/>
                  <a:pt x="156" y="343"/>
                </a:cubicBezTo>
                <a:cubicBezTo>
                  <a:pt x="161" y="335"/>
                  <a:pt x="165" y="327"/>
                  <a:pt x="170" y="319"/>
                </a:cubicBezTo>
                <a:cubicBezTo>
                  <a:pt x="176" y="327"/>
                  <a:pt x="183" y="338"/>
                  <a:pt x="190" y="345"/>
                </a:cubicBezTo>
                <a:cubicBezTo>
                  <a:pt x="187" y="353"/>
                  <a:pt x="184" y="360"/>
                  <a:pt x="181" y="368"/>
                </a:cubicBezTo>
                <a:cubicBezTo>
                  <a:pt x="176" y="380"/>
                  <a:pt x="172" y="392"/>
                  <a:pt x="168" y="404"/>
                </a:cubicBezTo>
                <a:cubicBezTo>
                  <a:pt x="158" y="393"/>
                  <a:pt x="148" y="382"/>
                  <a:pt x="138" y="371"/>
                </a:cubicBezTo>
                <a:close/>
                <a:moveTo>
                  <a:pt x="220" y="284"/>
                </a:moveTo>
                <a:cubicBezTo>
                  <a:pt x="225" y="293"/>
                  <a:pt x="232" y="301"/>
                  <a:pt x="239" y="306"/>
                </a:cubicBezTo>
                <a:cubicBezTo>
                  <a:pt x="242" y="308"/>
                  <a:pt x="245" y="304"/>
                  <a:pt x="243" y="302"/>
                </a:cubicBezTo>
                <a:cubicBezTo>
                  <a:pt x="238" y="293"/>
                  <a:pt x="230" y="285"/>
                  <a:pt x="223" y="276"/>
                </a:cubicBezTo>
                <a:cubicBezTo>
                  <a:pt x="230" y="258"/>
                  <a:pt x="237" y="240"/>
                  <a:pt x="241" y="221"/>
                </a:cubicBezTo>
                <a:cubicBezTo>
                  <a:pt x="242" y="220"/>
                  <a:pt x="240" y="220"/>
                  <a:pt x="240" y="221"/>
                </a:cubicBezTo>
                <a:cubicBezTo>
                  <a:pt x="235" y="239"/>
                  <a:pt x="229" y="257"/>
                  <a:pt x="222" y="274"/>
                </a:cubicBezTo>
                <a:cubicBezTo>
                  <a:pt x="221" y="273"/>
                  <a:pt x="220" y="272"/>
                  <a:pt x="219" y="270"/>
                </a:cubicBezTo>
                <a:cubicBezTo>
                  <a:pt x="214" y="263"/>
                  <a:pt x="209" y="255"/>
                  <a:pt x="205" y="247"/>
                </a:cubicBezTo>
                <a:cubicBezTo>
                  <a:pt x="215" y="226"/>
                  <a:pt x="224" y="204"/>
                  <a:pt x="231" y="181"/>
                </a:cubicBezTo>
                <a:cubicBezTo>
                  <a:pt x="238" y="195"/>
                  <a:pt x="245" y="210"/>
                  <a:pt x="254" y="222"/>
                </a:cubicBezTo>
                <a:cubicBezTo>
                  <a:pt x="244" y="277"/>
                  <a:pt x="246" y="335"/>
                  <a:pt x="248" y="392"/>
                </a:cubicBezTo>
                <a:cubicBezTo>
                  <a:pt x="245" y="381"/>
                  <a:pt x="242" y="369"/>
                  <a:pt x="238" y="358"/>
                </a:cubicBezTo>
                <a:cubicBezTo>
                  <a:pt x="231" y="338"/>
                  <a:pt x="222" y="322"/>
                  <a:pt x="211" y="306"/>
                </a:cubicBezTo>
                <a:cubicBezTo>
                  <a:pt x="214" y="299"/>
                  <a:pt x="217" y="292"/>
                  <a:pt x="220" y="284"/>
                </a:cubicBezTo>
                <a:close/>
                <a:moveTo>
                  <a:pt x="340" y="193"/>
                </a:moveTo>
                <a:cubicBezTo>
                  <a:pt x="333" y="182"/>
                  <a:pt x="324" y="173"/>
                  <a:pt x="316" y="163"/>
                </a:cubicBezTo>
                <a:cubicBezTo>
                  <a:pt x="322" y="154"/>
                  <a:pt x="329" y="145"/>
                  <a:pt x="335" y="136"/>
                </a:cubicBezTo>
                <a:cubicBezTo>
                  <a:pt x="341" y="128"/>
                  <a:pt x="346" y="120"/>
                  <a:pt x="351" y="112"/>
                </a:cubicBezTo>
                <a:cubicBezTo>
                  <a:pt x="357" y="124"/>
                  <a:pt x="364" y="136"/>
                  <a:pt x="370" y="147"/>
                </a:cubicBezTo>
                <a:cubicBezTo>
                  <a:pt x="372" y="152"/>
                  <a:pt x="374" y="156"/>
                  <a:pt x="376" y="160"/>
                </a:cubicBezTo>
                <a:cubicBezTo>
                  <a:pt x="367" y="175"/>
                  <a:pt x="357" y="190"/>
                  <a:pt x="348" y="204"/>
                </a:cubicBezTo>
                <a:cubicBezTo>
                  <a:pt x="342" y="213"/>
                  <a:pt x="336" y="223"/>
                  <a:pt x="329" y="234"/>
                </a:cubicBezTo>
                <a:cubicBezTo>
                  <a:pt x="322" y="220"/>
                  <a:pt x="315" y="206"/>
                  <a:pt x="307" y="193"/>
                </a:cubicBezTo>
                <a:cubicBezTo>
                  <a:pt x="306" y="192"/>
                  <a:pt x="305" y="193"/>
                  <a:pt x="305" y="194"/>
                </a:cubicBezTo>
                <a:cubicBezTo>
                  <a:pt x="313" y="208"/>
                  <a:pt x="321" y="222"/>
                  <a:pt x="328" y="237"/>
                </a:cubicBezTo>
                <a:cubicBezTo>
                  <a:pt x="313" y="261"/>
                  <a:pt x="302" y="287"/>
                  <a:pt x="302" y="314"/>
                </a:cubicBezTo>
                <a:cubicBezTo>
                  <a:pt x="302" y="319"/>
                  <a:pt x="309" y="320"/>
                  <a:pt x="310" y="315"/>
                </a:cubicBezTo>
                <a:cubicBezTo>
                  <a:pt x="314" y="295"/>
                  <a:pt x="318" y="276"/>
                  <a:pt x="326" y="257"/>
                </a:cubicBezTo>
                <a:cubicBezTo>
                  <a:pt x="328" y="253"/>
                  <a:pt x="330" y="249"/>
                  <a:pt x="332" y="246"/>
                </a:cubicBezTo>
                <a:cubicBezTo>
                  <a:pt x="339" y="261"/>
                  <a:pt x="346" y="277"/>
                  <a:pt x="352" y="292"/>
                </a:cubicBezTo>
                <a:cubicBezTo>
                  <a:pt x="340" y="314"/>
                  <a:pt x="327" y="336"/>
                  <a:pt x="314" y="356"/>
                </a:cubicBezTo>
                <a:cubicBezTo>
                  <a:pt x="311" y="361"/>
                  <a:pt x="318" y="365"/>
                  <a:pt x="321" y="360"/>
                </a:cubicBezTo>
                <a:cubicBezTo>
                  <a:pt x="333" y="341"/>
                  <a:pt x="344" y="321"/>
                  <a:pt x="355" y="300"/>
                </a:cubicBezTo>
                <a:cubicBezTo>
                  <a:pt x="357" y="304"/>
                  <a:pt x="358" y="308"/>
                  <a:pt x="360" y="311"/>
                </a:cubicBezTo>
                <a:cubicBezTo>
                  <a:pt x="337" y="351"/>
                  <a:pt x="317" y="391"/>
                  <a:pt x="300" y="433"/>
                </a:cubicBezTo>
                <a:cubicBezTo>
                  <a:pt x="300" y="430"/>
                  <a:pt x="300" y="426"/>
                  <a:pt x="300" y="422"/>
                </a:cubicBezTo>
                <a:cubicBezTo>
                  <a:pt x="296" y="356"/>
                  <a:pt x="296" y="289"/>
                  <a:pt x="288" y="223"/>
                </a:cubicBezTo>
                <a:cubicBezTo>
                  <a:pt x="294" y="207"/>
                  <a:pt x="298" y="193"/>
                  <a:pt x="306" y="178"/>
                </a:cubicBezTo>
                <a:cubicBezTo>
                  <a:pt x="308" y="175"/>
                  <a:pt x="310" y="172"/>
                  <a:pt x="312" y="169"/>
                </a:cubicBezTo>
                <a:cubicBezTo>
                  <a:pt x="320" y="178"/>
                  <a:pt x="329" y="187"/>
                  <a:pt x="337" y="195"/>
                </a:cubicBezTo>
                <a:cubicBezTo>
                  <a:pt x="339" y="197"/>
                  <a:pt x="342" y="195"/>
                  <a:pt x="340" y="193"/>
                </a:cubicBezTo>
                <a:close/>
                <a:moveTo>
                  <a:pt x="413" y="93"/>
                </a:moveTo>
                <a:cubicBezTo>
                  <a:pt x="426" y="114"/>
                  <a:pt x="437" y="137"/>
                  <a:pt x="444" y="161"/>
                </a:cubicBezTo>
                <a:cubicBezTo>
                  <a:pt x="429" y="175"/>
                  <a:pt x="416" y="191"/>
                  <a:pt x="404" y="207"/>
                </a:cubicBezTo>
                <a:cubicBezTo>
                  <a:pt x="397" y="192"/>
                  <a:pt x="390" y="176"/>
                  <a:pt x="382" y="161"/>
                </a:cubicBezTo>
                <a:cubicBezTo>
                  <a:pt x="393" y="140"/>
                  <a:pt x="402" y="119"/>
                  <a:pt x="405" y="95"/>
                </a:cubicBezTo>
                <a:cubicBezTo>
                  <a:pt x="405" y="94"/>
                  <a:pt x="404" y="94"/>
                  <a:pt x="404" y="95"/>
                </a:cubicBezTo>
                <a:cubicBezTo>
                  <a:pt x="399" y="116"/>
                  <a:pt x="390" y="136"/>
                  <a:pt x="379" y="155"/>
                </a:cubicBezTo>
                <a:cubicBezTo>
                  <a:pt x="377" y="152"/>
                  <a:pt x="376" y="148"/>
                  <a:pt x="374" y="145"/>
                </a:cubicBezTo>
                <a:cubicBezTo>
                  <a:pt x="367" y="133"/>
                  <a:pt x="361" y="120"/>
                  <a:pt x="353" y="108"/>
                </a:cubicBezTo>
                <a:cubicBezTo>
                  <a:pt x="362" y="92"/>
                  <a:pt x="369" y="74"/>
                  <a:pt x="371" y="56"/>
                </a:cubicBezTo>
                <a:cubicBezTo>
                  <a:pt x="388" y="66"/>
                  <a:pt x="402" y="78"/>
                  <a:pt x="413" y="93"/>
                </a:cubicBezTo>
                <a:close/>
                <a:moveTo>
                  <a:pt x="377" y="339"/>
                </a:moveTo>
                <a:cubicBezTo>
                  <a:pt x="375" y="334"/>
                  <a:pt x="373" y="329"/>
                  <a:pt x="371" y="325"/>
                </a:cubicBezTo>
                <a:cubicBezTo>
                  <a:pt x="376" y="311"/>
                  <a:pt x="382" y="297"/>
                  <a:pt x="387" y="283"/>
                </a:cubicBezTo>
                <a:cubicBezTo>
                  <a:pt x="389" y="277"/>
                  <a:pt x="381" y="274"/>
                  <a:pt x="378" y="279"/>
                </a:cubicBezTo>
                <a:cubicBezTo>
                  <a:pt x="373" y="288"/>
                  <a:pt x="368" y="297"/>
                  <a:pt x="363" y="306"/>
                </a:cubicBezTo>
                <a:cubicBezTo>
                  <a:pt x="361" y="302"/>
                  <a:pt x="360" y="299"/>
                  <a:pt x="358" y="295"/>
                </a:cubicBezTo>
                <a:cubicBezTo>
                  <a:pt x="372" y="269"/>
                  <a:pt x="387" y="243"/>
                  <a:pt x="403" y="218"/>
                </a:cubicBezTo>
                <a:cubicBezTo>
                  <a:pt x="407" y="227"/>
                  <a:pt x="411" y="237"/>
                  <a:pt x="414" y="247"/>
                </a:cubicBezTo>
                <a:cubicBezTo>
                  <a:pt x="417" y="255"/>
                  <a:pt x="419" y="264"/>
                  <a:pt x="424" y="272"/>
                </a:cubicBezTo>
                <a:cubicBezTo>
                  <a:pt x="425" y="273"/>
                  <a:pt x="428" y="273"/>
                  <a:pt x="428" y="271"/>
                </a:cubicBezTo>
                <a:cubicBezTo>
                  <a:pt x="427" y="253"/>
                  <a:pt x="415" y="233"/>
                  <a:pt x="408" y="216"/>
                </a:cubicBezTo>
                <a:cubicBezTo>
                  <a:pt x="408" y="215"/>
                  <a:pt x="407" y="214"/>
                  <a:pt x="406" y="212"/>
                </a:cubicBezTo>
                <a:cubicBezTo>
                  <a:pt x="418" y="195"/>
                  <a:pt x="431" y="178"/>
                  <a:pt x="445" y="164"/>
                </a:cubicBezTo>
                <a:cubicBezTo>
                  <a:pt x="451" y="183"/>
                  <a:pt x="456" y="202"/>
                  <a:pt x="459" y="221"/>
                </a:cubicBezTo>
                <a:cubicBezTo>
                  <a:pt x="460" y="227"/>
                  <a:pt x="461" y="232"/>
                  <a:pt x="462" y="237"/>
                </a:cubicBezTo>
                <a:cubicBezTo>
                  <a:pt x="434" y="271"/>
                  <a:pt x="404" y="304"/>
                  <a:pt x="377" y="339"/>
                </a:cubicBezTo>
                <a:close/>
                <a:moveTo>
                  <a:pt x="373" y="344"/>
                </a:moveTo>
                <a:cubicBezTo>
                  <a:pt x="372" y="344"/>
                  <a:pt x="372" y="344"/>
                  <a:pt x="372" y="344"/>
                </a:cubicBezTo>
                <a:cubicBezTo>
                  <a:pt x="365" y="353"/>
                  <a:pt x="358" y="362"/>
                  <a:pt x="352" y="371"/>
                </a:cubicBezTo>
                <a:cubicBezTo>
                  <a:pt x="357" y="358"/>
                  <a:pt x="363" y="345"/>
                  <a:pt x="368" y="332"/>
                </a:cubicBezTo>
                <a:cubicBezTo>
                  <a:pt x="369" y="336"/>
                  <a:pt x="371" y="340"/>
                  <a:pt x="373" y="344"/>
                </a:cubicBezTo>
                <a:close/>
                <a:moveTo>
                  <a:pt x="355" y="287"/>
                </a:moveTo>
                <a:cubicBezTo>
                  <a:pt x="348" y="272"/>
                  <a:pt x="341" y="257"/>
                  <a:pt x="334" y="242"/>
                </a:cubicBezTo>
                <a:cubicBezTo>
                  <a:pt x="341" y="228"/>
                  <a:pt x="350" y="215"/>
                  <a:pt x="358" y="201"/>
                </a:cubicBezTo>
                <a:cubicBezTo>
                  <a:pt x="365" y="190"/>
                  <a:pt x="373" y="178"/>
                  <a:pt x="379" y="166"/>
                </a:cubicBezTo>
                <a:cubicBezTo>
                  <a:pt x="387" y="182"/>
                  <a:pt x="394" y="197"/>
                  <a:pt x="400" y="213"/>
                </a:cubicBezTo>
                <a:cubicBezTo>
                  <a:pt x="384" y="236"/>
                  <a:pt x="369" y="262"/>
                  <a:pt x="355" y="287"/>
                </a:cubicBezTo>
                <a:close/>
                <a:moveTo>
                  <a:pt x="358" y="434"/>
                </a:moveTo>
                <a:cubicBezTo>
                  <a:pt x="351" y="424"/>
                  <a:pt x="345" y="415"/>
                  <a:pt x="338" y="405"/>
                </a:cubicBezTo>
                <a:cubicBezTo>
                  <a:pt x="338" y="405"/>
                  <a:pt x="339" y="405"/>
                  <a:pt x="339" y="405"/>
                </a:cubicBezTo>
                <a:cubicBezTo>
                  <a:pt x="350" y="386"/>
                  <a:pt x="362" y="368"/>
                  <a:pt x="375" y="350"/>
                </a:cubicBezTo>
                <a:cubicBezTo>
                  <a:pt x="380" y="364"/>
                  <a:pt x="384" y="380"/>
                  <a:pt x="392" y="392"/>
                </a:cubicBezTo>
                <a:cubicBezTo>
                  <a:pt x="393" y="393"/>
                  <a:pt x="395" y="393"/>
                  <a:pt x="395" y="391"/>
                </a:cubicBezTo>
                <a:cubicBezTo>
                  <a:pt x="393" y="376"/>
                  <a:pt x="385" y="360"/>
                  <a:pt x="379" y="345"/>
                </a:cubicBezTo>
                <a:cubicBezTo>
                  <a:pt x="379" y="345"/>
                  <a:pt x="379" y="345"/>
                  <a:pt x="379" y="344"/>
                </a:cubicBezTo>
                <a:cubicBezTo>
                  <a:pt x="406" y="309"/>
                  <a:pt x="435" y="275"/>
                  <a:pt x="462" y="240"/>
                </a:cubicBezTo>
                <a:cubicBezTo>
                  <a:pt x="467" y="275"/>
                  <a:pt x="464" y="312"/>
                  <a:pt x="441" y="341"/>
                </a:cubicBezTo>
                <a:cubicBezTo>
                  <a:pt x="437" y="347"/>
                  <a:pt x="441" y="360"/>
                  <a:pt x="450" y="356"/>
                </a:cubicBezTo>
                <a:cubicBezTo>
                  <a:pt x="451" y="356"/>
                  <a:pt x="452" y="355"/>
                  <a:pt x="453" y="355"/>
                </a:cubicBezTo>
                <a:cubicBezTo>
                  <a:pt x="435" y="380"/>
                  <a:pt x="414" y="404"/>
                  <a:pt x="394" y="428"/>
                </a:cubicBezTo>
                <a:cubicBezTo>
                  <a:pt x="386" y="436"/>
                  <a:pt x="378" y="444"/>
                  <a:pt x="371" y="453"/>
                </a:cubicBezTo>
                <a:cubicBezTo>
                  <a:pt x="366" y="446"/>
                  <a:pt x="362" y="440"/>
                  <a:pt x="358" y="434"/>
                </a:cubicBezTo>
                <a:close/>
                <a:moveTo>
                  <a:pt x="102" y="242"/>
                </a:moveTo>
                <a:cubicBezTo>
                  <a:pt x="103" y="241"/>
                  <a:pt x="104" y="240"/>
                  <a:pt x="105" y="239"/>
                </a:cubicBezTo>
                <a:cubicBezTo>
                  <a:pt x="115" y="254"/>
                  <a:pt x="125" y="268"/>
                  <a:pt x="137" y="281"/>
                </a:cubicBezTo>
                <a:cubicBezTo>
                  <a:pt x="135" y="285"/>
                  <a:pt x="132" y="289"/>
                  <a:pt x="130" y="294"/>
                </a:cubicBezTo>
                <a:cubicBezTo>
                  <a:pt x="123" y="308"/>
                  <a:pt x="116" y="322"/>
                  <a:pt x="108" y="336"/>
                </a:cubicBezTo>
                <a:cubicBezTo>
                  <a:pt x="98" y="325"/>
                  <a:pt x="89" y="313"/>
                  <a:pt x="79" y="302"/>
                </a:cubicBezTo>
                <a:cubicBezTo>
                  <a:pt x="77" y="300"/>
                  <a:pt x="74" y="303"/>
                  <a:pt x="76" y="305"/>
                </a:cubicBezTo>
                <a:cubicBezTo>
                  <a:pt x="86" y="317"/>
                  <a:pt x="96" y="329"/>
                  <a:pt x="105" y="341"/>
                </a:cubicBezTo>
                <a:cubicBezTo>
                  <a:pt x="97" y="357"/>
                  <a:pt x="87" y="372"/>
                  <a:pt x="78" y="387"/>
                </a:cubicBezTo>
                <a:cubicBezTo>
                  <a:pt x="74" y="381"/>
                  <a:pt x="70" y="375"/>
                  <a:pt x="67" y="369"/>
                </a:cubicBezTo>
                <a:cubicBezTo>
                  <a:pt x="67" y="368"/>
                  <a:pt x="65" y="369"/>
                  <a:pt x="66" y="370"/>
                </a:cubicBezTo>
                <a:cubicBezTo>
                  <a:pt x="69" y="377"/>
                  <a:pt x="72" y="383"/>
                  <a:pt x="76" y="389"/>
                </a:cubicBezTo>
                <a:cubicBezTo>
                  <a:pt x="70" y="399"/>
                  <a:pt x="63" y="409"/>
                  <a:pt x="56" y="419"/>
                </a:cubicBezTo>
                <a:cubicBezTo>
                  <a:pt x="43" y="396"/>
                  <a:pt x="33" y="371"/>
                  <a:pt x="31" y="346"/>
                </a:cubicBezTo>
                <a:cubicBezTo>
                  <a:pt x="30" y="317"/>
                  <a:pt x="45" y="297"/>
                  <a:pt x="65" y="279"/>
                </a:cubicBezTo>
                <a:cubicBezTo>
                  <a:pt x="75" y="270"/>
                  <a:pt x="84" y="261"/>
                  <a:pt x="91" y="251"/>
                </a:cubicBezTo>
                <a:cubicBezTo>
                  <a:pt x="95" y="248"/>
                  <a:pt x="99" y="245"/>
                  <a:pt x="102" y="242"/>
                </a:cubicBezTo>
                <a:close/>
                <a:moveTo>
                  <a:pt x="94" y="473"/>
                </a:moveTo>
                <a:cubicBezTo>
                  <a:pt x="82" y="458"/>
                  <a:pt x="69" y="442"/>
                  <a:pt x="59" y="425"/>
                </a:cubicBezTo>
                <a:cubicBezTo>
                  <a:pt x="67" y="416"/>
                  <a:pt x="74" y="405"/>
                  <a:pt x="80" y="395"/>
                </a:cubicBezTo>
                <a:cubicBezTo>
                  <a:pt x="100" y="424"/>
                  <a:pt x="127" y="445"/>
                  <a:pt x="155" y="468"/>
                </a:cubicBezTo>
                <a:cubicBezTo>
                  <a:pt x="154" y="480"/>
                  <a:pt x="156" y="492"/>
                  <a:pt x="163" y="502"/>
                </a:cubicBezTo>
                <a:cubicBezTo>
                  <a:pt x="164" y="504"/>
                  <a:pt x="167" y="502"/>
                  <a:pt x="166" y="500"/>
                </a:cubicBezTo>
                <a:cubicBezTo>
                  <a:pt x="162" y="492"/>
                  <a:pt x="160" y="482"/>
                  <a:pt x="160" y="472"/>
                </a:cubicBezTo>
                <a:cubicBezTo>
                  <a:pt x="172" y="482"/>
                  <a:pt x="184" y="492"/>
                  <a:pt x="195" y="503"/>
                </a:cubicBezTo>
                <a:cubicBezTo>
                  <a:pt x="198" y="506"/>
                  <a:pt x="203" y="502"/>
                  <a:pt x="200" y="499"/>
                </a:cubicBezTo>
                <a:cubicBezTo>
                  <a:pt x="187" y="487"/>
                  <a:pt x="174" y="476"/>
                  <a:pt x="160" y="466"/>
                </a:cubicBezTo>
                <a:cubicBezTo>
                  <a:pt x="161" y="462"/>
                  <a:pt x="161" y="458"/>
                  <a:pt x="161" y="454"/>
                </a:cubicBezTo>
                <a:cubicBezTo>
                  <a:pt x="162" y="455"/>
                  <a:pt x="162" y="456"/>
                  <a:pt x="163" y="456"/>
                </a:cubicBezTo>
                <a:cubicBezTo>
                  <a:pt x="167" y="461"/>
                  <a:pt x="170" y="464"/>
                  <a:pt x="175" y="467"/>
                </a:cubicBezTo>
                <a:cubicBezTo>
                  <a:pt x="177" y="468"/>
                  <a:pt x="180" y="474"/>
                  <a:pt x="183" y="477"/>
                </a:cubicBezTo>
                <a:cubicBezTo>
                  <a:pt x="187" y="480"/>
                  <a:pt x="190" y="483"/>
                  <a:pt x="194" y="487"/>
                </a:cubicBezTo>
                <a:cubicBezTo>
                  <a:pt x="195" y="489"/>
                  <a:pt x="195" y="490"/>
                  <a:pt x="195" y="489"/>
                </a:cubicBezTo>
                <a:cubicBezTo>
                  <a:pt x="196" y="492"/>
                  <a:pt x="198" y="495"/>
                  <a:pt x="199" y="497"/>
                </a:cubicBezTo>
                <a:cubicBezTo>
                  <a:pt x="202" y="501"/>
                  <a:pt x="204" y="505"/>
                  <a:pt x="206" y="510"/>
                </a:cubicBezTo>
                <a:cubicBezTo>
                  <a:pt x="209" y="515"/>
                  <a:pt x="211" y="525"/>
                  <a:pt x="213" y="533"/>
                </a:cubicBezTo>
                <a:cubicBezTo>
                  <a:pt x="168" y="528"/>
                  <a:pt x="127" y="504"/>
                  <a:pt x="94" y="473"/>
                </a:cubicBezTo>
                <a:close/>
                <a:moveTo>
                  <a:pt x="216" y="457"/>
                </a:moveTo>
                <a:cubicBezTo>
                  <a:pt x="213" y="454"/>
                  <a:pt x="208" y="452"/>
                  <a:pt x="204" y="449"/>
                </a:cubicBezTo>
                <a:cubicBezTo>
                  <a:pt x="197" y="446"/>
                  <a:pt x="191" y="447"/>
                  <a:pt x="185" y="444"/>
                </a:cubicBezTo>
                <a:cubicBezTo>
                  <a:pt x="179" y="443"/>
                  <a:pt x="174" y="442"/>
                  <a:pt x="168" y="443"/>
                </a:cubicBezTo>
                <a:cubicBezTo>
                  <a:pt x="166" y="443"/>
                  <a:pt x="164" y="444"/>
                  <a:pt x="163" y="445"/>
                </a:cubicBezTo>
                <a:cubicBezTo>
                  <a:pt x="163" y="445"/>
                  <a:pt x="163" y="445"/>
                  <a:pt x="163" y="445"/>
                </a:cubicBezTo>
                <a:cubicBezTo>
                  <a:pt x="163" y="443"/>
                  <a:pt x="164" y="441"/>
                  <a:pt x="164" y="439"/>
                </a:cubicBezTo>
                <a:cubicBezTo>
                  <a:pt x="165" y="431"/>
                  <a:pt x="167" y="424"/>
                  <a:pt x="169" y="416"/>
                </a:cubicBezTo>
                <a:cubicBezTo>
                  <a:pt x="181" y="428"/>
                  <a:pt x="192" y="439"/>
                  <a:pt x="205" y="449"/>
                </a:cubicBezTo>
                <a:cubicBezTo>
                  <a:pt x="209" y="452"/>
                  <a:pt x="215" y="447"/>
                  <a:pt x="211" y="443"/>
                </a:cubicBezTo>
                <a:cubicBezTo>
                  <a:pt x="197" y="432"/>
                  <a:pt x="184" y="420"/>
                  <a:pt x="172" y="408"/>
                </a:cubicBezTo>
                <a:cubicBezTo>
                  <a:pt x="176" y="392"/>
                  <a:pt x="182" y="377"/>
                  <a:pt x="187" y="363"/>
                </a:cubicBezTo>
                <a:cubicBezTo>
                  <a:pt x="189" y="358"/>
                  <a:pt x="191" y="353"/>
                  <a:pt x="193" y="348"/>
                </a:cubicBezTo>
                <a:cubicBezTo>
                  <a:pt x="194" y="348"/>
                  <a:pt x="195" y="349"/>
                  <a:pt x="196" y="349"/>
                </a:cubicBezTo>
                <a:cubicBezTo>
                  <a:pt x="198" y="351"/>
                  <a:pt x="200" y="349"/>
                  <a:pt x="199" y="347"/>
                </a:cubicBezTo>
                <a:cubicBezTo>
                  <a:pt x="199" y="344"/>
                  <a:pt x="198" y="342"/>
                  <a:pt x="196" y="340"/>
                </a:cubicBezTo>
                <a:cubicBezTo>
                  <a:pt x="199" y="333"/>
                  <a:pt x="202" y="327"/>
                  <a:pt x="205" y="320"/>
                </a:cubicBezTo>
                <a:cubicBezTo>
                  <a:pt x="210" y="337"/>
                  <a:pt x="214" y="355"/>
                  <a:pt x="216" y="372"/>
                </a:cubicBezTo>
                <a:cubicBezTo>
                  <a:pt x="221" y="400"/>
                  <a:pt x="223" y="428"/>
                  <a:pt x="226" y="456"/>
                </a:cubicBezTo>
                <a:cubicBezTo>
                  <a:pt x="226" y="459"/>
                  <a:pt x="226" y="462"/>
                  <a:pt x="227" y="465"/>
                </a:cubicBezTo>
                <a:cubicBezTo>
                  <a:pt x="223" y="463"/>
                  <a:pt x="220" y="460"/>
                  <a:pt x="216" y="457"/>
                </a:cubicBezTo>
                <a:close/>
                <a:moveTo>
                  <a:pt x="488" y="278"/>
                </a:moveTo>
                <a:cubicBezTo>
                  <a:pt x="488" y="268"/>
                  <a:pt x="487" y="258"/>
                  <a:pt x="487" y="249"/>
                </a:cubicBezTo>
                <a:cubicBezTo>
                  <a:pt x="488" y="258"/>
                  <a:pt x="488" y="268"/>
                  <a:pt x="488" y="278"/>
                </a:cubicBezTo>
                <a:close/>
                <a:moveTo>
                  <a:pt x="113" y="106"/>
                </a:moveTo>
                <a:cubicBezTo>
                  <a:pt x="117" y="77"/>
                  <a:pt x="137" y="58"/>
                  <a:pt x="162" y="45"/>
                </a:cubicBezTo>
                <a:cubicBezTo>
                  <a:pt x="174" y="39"/>
                  <a:pt x="186" y="35"/>
                  <a:pt x="199" y="32"/>
                </a:cubicBezTo>
                <a:cubicBezTo>
                  <a:pt x="190" y="37"/>
                  <a:pt x="181" y="42"/>
                  <a:pt x="173" y="47"/>
                </a:cubicBezTo>
                <a:cubicBezTo>
                  <a:pt x="150" y="62"/>
                  <a:pt x="128" y="84"/>
                  <a:pt x="117" y="110"/>
                </a:cubicBezTo>
                <a:cubicBezTo>
                  <a:pt x="109" y="127"/>
                  <a:pt x="113" y="143"/>
                  <a:pt x="116" y="161"/>
                </a:cubicBezTo>
                <a:cubicBezTo>
                  <a:pt x="121" y="181"/>
                  <a:pt x="118" y="205"/>
                  <a:pt x="106" y="224"/>
                </a:cubicBezTo>
                <a:cubicBezTo>
                  <a:pt x="108" y="219"/>
                  <a:pt x="109" y="215"/>
                  <a:pt x="110" y="210"/>
                </a:cubicBezTo>
                <a:cubicBezTo>
                  <a:pt x="118" y="176"/>
                  <a:pt x="108" y="141"/>
                  <a:pt x="113" y="106"/>
                </a:cubicBezTo>
                <a:close/>
                <a:moveTo>
                  <a:pt x="159" y="532"/>
                </a:moveTo>
                <a:cubicBezTo>
                  <a:pt x="146" y="524"/>
                  <a:pt x="134" y="515"/>
                  <a:pt x="123" y="504"/>
                </a:cubicBezTo>
                <a:cubicBezTo>
                  <a:pt x="135" y="512"/>
                  <a:pt x="148" y="518"/>
                  <a:pt x="160" y="523"/>
                </a:cubicBezTo>
                <a:cubicBezTo>
                  <a:pt x="177" y="531"/>
                  <a:pt x="195" y="534"/>
                  <a:pt x="213" y="534"/>
                </a:cubicBezTo>
                <a:cubicBezTo>
                  <a:pt x="215" y="541"/>
                  <a:pt x="216" y="547"/>
                  <a:pt x="217" y="553"/>
                </a:cubicBezTo>
                <a:cubicBezTo>
                  <a:pt x="197" y="553"/>
                  <a:pt x="176" y="543"/>
                  <a:pt x="159" y="532"/>
                </a:cubicBezTo>
                <a:close/>
                <a:moveTo>
                  <a:pt x="463" y="466"/>
                </a:moveTo>
                <a:cubicBezTo>
                  <a:pt x="449" y="480"/>
                  <a:pt x="429" y="485"/>
                  <a:pt x="408" y="488"/>
                </a:cubicBezTo>
                <a:cubicBezTo>
                  <a:pt x="442" y="467"/>
                  <a:pt x="471" y="443"/>
                  <a:pt x="480" y="415"/>
                </a:cubicBezTo>
                <a:cubicBezTo>
                  <a:pt x="482" y="433"/>
                  <a:pt x="476" y="451"/>
                  <a:pt x="463" y="466"/>
                </a:cubicBezTo>
                <a:close/>
              </a:path>
            </a:pathLst>
          </a:custGeom>
          <a:solidFill>
            <a:schemeClr val="accent1">
              <a:alpha val="61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0220" y="1541780"/>
            <a:ext cx="7886700" cy="2712720"/>
          </a:xfrm>
        </p:spPr>
        <p:txBody>
          <a:bodyPr/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800" dirty="0"/>
              <a:t>A B-Tree of order M has the following properties: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The </a:t>
            </a:r>
            <a:r>
              <a:rPr lang="en-US" altLang="zh-CN" sz="2400" dirty="0">
                <a:solidFill>
                  <a:srgbClr val="0000FF"/>
                </a:solidFill>
              </a:rPr>
              <a:t>root</a:t>
            </a:r>
            <a:r>
              <a:rPr lang="en-US" altLang="zh-CN" sz="2400" dirty="0"/>
              <a:t> is either a leaf or has </a:t>
            </a:r>
            <a:r>
              <a:rPr lang="en-US" altLang="zh-CN" sz="2400" dirty="0">
                <a:solidFill>
                  <a:srgbClr val="0000FF"/>
                </a:solidFill>
              </a:rPr>
              <a:t>between 2 and M children</a:t>
            </a:r>
            <a:r>
              <a:rPr lang="en-US" altLang="zh-CN" sz="2400" dirty="0"/>
              <a:t>.</a:t>
            </a:r>
            <a:endParaRPr lang="en-US" altLang="zh-CN" sz="650" dirty="0"/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All </a:t>
            </a:r>
            <a:r>
              <a:rPr lang="en-US" altLang="zh-CN" sz="2400" dirty="0" err="1">
                <a:solidFill>
                  <a:srgbClr val="FF0000"/>
                </a:solidFill>
              </a:rPr>
              <a:t>nonleaf</a:t>
            </a:r>
            <a:r>
              <a:rPr lang="en-US" altLang="zh-CN" sz="2400" dirty="0">
                <a:solidFill>
                  <a:srgbClr val="FF0000"/>
                </a:solidFill>
              </a:rPr>
              <a:t> nodes </a:t>
            </a:r>
            <a:r>
              <a:rPr lang="en-US" altLang="zh-CN" sz="2400" dirty="0"/>
              <a:t>(except the root) have </a:t>
            </a:r>
            <a:r>
              <a:rPr lang="en-US" altLang="zh-CN" sz="2400" dirty="0">
                <a:solidFill>
                  <a:srgbClr val="FF0000"/>
                </a:solidFill>
              </a:rPr>
              <a:t>between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M/2 and M children.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263AF8"/>
                </a:solidFill>
                <a:sym typeface="Symbol" panose="05050102010706020507" pitchFamily="18" charset="2"/>
              </a:rPr>
              <a:t>All leaves are at the same depth.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D0B699-3202-4920-8832-3D35328D58F2}" type="datetime1">
              <a:rPr lang="zh-CN" altLang="en-US" sz="465" smtClean="0"/>
              <a:pPr>
                <a:defRPr/>
              </a:pPr>
              <a:t>2025/12/14</a:t>
            </a:fld>
            <a:endParaRPr lang="zh-CN" altLang="en-US" sz="465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AVL Trees  - Lecture 4-3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z="465" smtClean="0"/>
              <a:pPr>
                <a:defRPr/>
              </a:pPr>
              <a:t>32</a:t>
            </a:fld>
            <a:endParaRPr lang="zh-CN" altLang="en-US" sz="465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84530" y="4131945"/>
            <a:ext cx="6685915" cy="20351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All data records are stored at the leaves.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Internal nodes have “keys” guiding to the leaves.</a:t>
            </a: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Leaves store between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L/2 and L data records, where L can be equal to M (default) or can be different.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14706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2173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6498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563673-DBD1-4DE6-B2D3-D3E527E40D02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0649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0650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72FD0C-C6BC-47A4-BA18-33965D19C890}" type="slidenum">
              <a:rPr lang="en-US" altLang="zh-CN" sz="790"/>
              <a:pPr/>
              <a:t>33</a:t>
            </a:fld>
            <a:endParaRPr lang="en-US" altLang="zh-CN" sz="79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295" y="1666240"/>
            <a:ext cx="8137525" cy="1656080"/>
          </a:xfrm>
          <a:noFill/>
        </p:spPr>
        <p:txBody>
          <a:bodyPr vert="horz" wrap="square" lIns="51792" tIns="25896" rIns="51792" bIns="25896" rtlCol="0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Each (non-leaf) internal node of a B-tree has: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Between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M/2 and M children.</a:t>
            </a:r>
            <a:endParaRPr lang="en-US" altLang="zh-CN" sz="2400" baseline="-25000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up to M-1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keys</a:t>
            </a:r>
            <a:r>
              <a:rPr lang="en-US" altLang="zh-CN" sz="2400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k</a:t>
            </a:r>
            <a:r>
              <a:rPr lang="en-US" altLang="zh-CN" sz="2400" baseline="-25000" dirty="0">
                <a:ea typeface="宋体" panose="02010600030101010101" pitchFamily="2" charset="-122"/>
              </a:rPr>
              <a:t>1 </a:t>
            </a:r>
            <a:r>
              <a:rPr lang="en-US" altLang="zh-CN" sz="2400" dirty="0">
                <a:latin typeface="Symbol" panose="05050102010706020507" pitchFamily="18" charset="2"/>
                <a:ea typeface="宋体" panose="02010600030101010101" pitchFamily="2" charset="-122"/>
              </a:rPr>
              <a:t>&lt;</a:t>
            </a:r>
            <a:r>
              <a:rPr lang="en-US" altLang="zh-CN" sz="2400" baseline="-25000" dirty="0">
                <a:ea typeface="宋体" panose="02010600030101010101" pitchFamily="2" charset="-122"/>
              </a:rPr>
              <a:t>  </a:t>
            </a:r>
            <a:r>
              <a:rPr lang="en-US" altLang="zh-CN" sz="2400" dirty="0">
                <a:ea typeface="宋体" panose="02010600030101010101" pitchFamily="2" charset="-122"/>
              </a:rPr>
              <a:t>k</a:t>
            </a:r>
            <a:r>
              <a:rPr lang="en-US" altLang="zh-CN" sz="2400" baseline="-25000" dirty="0">
                <a:ea typeface="宋体" panose="02010600030101010101" pitchFamily="2" charset="-122"/>
              </a:rPr>
              <a:t>2 </a:t>
            </a:r>
            <a:r>
              <a:rPr lang="en-US" altLang="zh-CN" sz="2400" dirty="0">
                <a:latin typeface="Symbol" panose="05050102010706020507" pitchFamily="18" charset="2"/>
                <a:ea typeface="宋体" panose="02010600030101010101" pitchFamily="2" charset="-122"/>
              </a:rPr>
              <a:t>&lt; ... &lt;</a:t>
            </a:r>
            <a:r>
              <a:rPr lang="en-US" altLang="zh-CN" sz="2400" baseline="-250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k</a:t>
            </a:r>
            <a:r>
              <a:rPr lang="en-US" altLang="zh-CN" sz="2400" baseline="-25000" dirty="0">
                <a:ea typeface="宋体" panose="02010600030101010101" pitchFamily="2" charset="-122"/>
              </a:rPr>
              <a:t>M-1</a:t>
            </a: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2446655" y="5362575"/>
            <a:ext cx="3749675" cy="666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1792" tIns="25896" rIns="51792" bIns="25896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›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287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7165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Keys are ordered so that: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000" dirty="0">
                <a:latin typeface="Symbol" panose="05050102010706020507" pitchFamily="18" charset="2"/>
                <a:ea typeface="宋体" panose="02010600030101010101" pitchFamily="2" charset="-122"/>
              </a:rPr>
              <a:t>&lt;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000" dirty="0">
                <a:latin typeface="Symbol" panose="05050102010706020507" pitchFamily="18" charset="2"/>
                <a:ea typeface="宋体" panose="02010600030101010101" pitchFamily="2" charset="-122"/>
              </a:rPr>
              <a:t>&lt; ... &lt;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M-1</a:t>
            </a:r>
          </a:p>
        </p:txBody>
      </p:sp>
      <p:grpSp>
        <p:nvGrpSpPr>
          <p:cNvPr id="62469" name="Group 5"/>
          <p:cNvGrpSpPr/>
          <p:nvPr/>
        </p:nvGrpSpPr>
        <p:grpSpPr bwMode="auto">
          <a:xfrm>
            <a:off x="2112010" y="3978910"/>
            <a:ext cx="4359910" cy="1072515"/>
            <a:chOff x="1105" y="1921"/>
            <a:chExt cx="3351" cy="623"/>
          </a:xfrm>
        </p:grpSpPr>
        <p:sp>
          <p:nvSpPr>
            <p:cNvPr id="106505" name="Oval 6"/>
            <p:cNvSpPr>
              <a:spLocks noChangeArrowheads="1"/>
            </p:cNvSpPr>
            <p:nvPr/>
          </p:nvSpPr>
          <p:spPr bwMode="auto">
            <a:xfrm>
              <a:off x="1105" y="1921"/>
              <a:ext cx="3351" cy="47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06506" name="Rectangle 7"/>
            <p:cNvSpPr>
              <a:spLocks noChangeArrowheads="1"/>
            </p:cNvSpPr>
            <p:nvPr/>
          </p:nvSpPr>
          <p:spPr bwMode="auto">
            <a:xfrm>
              <a:off x="3765" y="2035"/>
              <a:ext cx="346" cy="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Ctr="1">
              <a:spAutoFit/>
            </a:bodyPr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M-1</a:t>
              </a:r>
            </a:p>
          </p:txBody>
        </p:sp>
        <p:sp>
          <p:nvSpPr>
            <p:cNvPr id="106507" name="Rectangle 8"/>
            <p:cNvSpPr>
              <a:spLocks noChangeArrowheads="1"/>
            </p:cNvSpPr>
            <p:nvPr/>
          </p:nvSpPr>
          <p:spPr bwMode="auto">
            <a:xfrm>
              <a:off x="1954" y="2042"/>
              <a:ext cx="263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. . .</a:t>
              </a:r>
            </a:p>
          </p:txBody>
        </p:sp>
        <p:sp>
          <p:nvSpPr>
            <p:cNvPr id="106508" name="Rectangle 9"/>
            <p:cNvSpPr>
              <a:spLocks noChangeArrowheads="1"/>
            </p:cNvSpPr>
            <p:nvPr/>
          </p:nvSpPr>
          <p:spPr bwMode="auto">
            <a:xfrm>
              <a:off x="3189" y="2045"/>
              <a:ext cx="262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. . . </a:t>
              </a:r>
            </a:p>
          </p:txBody>
        </p:sp>
        <p:sp>
          <p:nvSpPr>
            <p:cNvPr id="106509" name="Rectangle 10"/>
            <p:cNvSpPr>
              <a:spLocks noChangeArrowheads="1"/>
            </p:cNvSpPr>
            <p:nvPr/>
          </p:nvSpPr>
          <p:spPr bwMode="auto">
            <a:xfrm>
              <a:off x="2378" y="2035"/>
              <a:ext cx="305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i-1</a:t>
              </a:r>
            </a:p>
          </p:txBody>
        </p:sp>
        <p:sp>
          <p:nvSpPr>
            <p:cNvPr id="106510" name="Rectangle 11"/>
            <p:cNvSpPr>
              <a:spLocks noChangeArrowheads="1"/>
            </p:cNvSpPr>
            <p:nvPr/>
          </p:nvSpPr>
          <p:spPr bwMode="auto">
            <a:xfrm>
              <a:off x="2863" y="2025"/>
              <a:ext cx="16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106511" name="Rectangle 12"/>
            <p:cNvSpPr>
              <a:spLocks noChangeArrowheads="1"/>
            </p:cNvSpPr>
            <p:nvPr/>
          </p:nvSpPr>
          <p:spPr bwMode="auto">
            <a:xfrm>
              <a:off x="1594" y="2029"/>
              <a:ext cx="182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06512" name="Line 13"/>
            <p:cNvSpPr>
              <a:spLocks noChangeShapeType="1"/>
            </p:cNvSpPr>
            <p:nvPr/>
          </p:nvSpPr>
          <p:spPr bwMode="auto">
            <a:xfrm flipH="1">
              <a:off x="1201" y="2161"/>
              <a:ext cx="239" cy="3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106513" name="Line 14"/>
            <p:cNvSpPr>
              <a:spLocks noChangeShapeType="1"/>
            </p:cNvSpPr>
            <p:nvPr/>
          </p:nvSpPr>
          <p:spPr bwMode="auto">
            <a:xfrm flipH="1">
              <a:off x="2257" y="2161"/>
              <a:ext cx="95" cy="3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106514" name="Line 15"/>
            <p:cNvSpPr>
              <a:spLocks noChangeShapeType="1"/>
            </p:cNvSpPr>
            <p:nvPr/>
          </p:nvSpPr>
          <p:spPr bwMode="auto">
            <a:xfrm>
              <a:off x="2785" y="2161"/>
              <a:ext cx="95" cy="3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106515" name="Line 16"/>
            <p:cNvSpPr>
              <a:spLocks noChangeShapeType="1"/>
            </p:cNvSpPr>
            <p:nvPr/>
          </p:nvSpPr>
          <p:spPr bwMode="auto">
            <a:xfrm>
              <a:off x="4129" y="2161"/>
              <a:ext cx="287" cy="3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</p:grpSp>
      <p:sp>
        <p:nvSpPr>
          <p:cNvPr id="12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B-Tree Details</a:t>
            </a: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38" name="组合 37"/>
          <p:cNvGrpSpPr/>
          <p:nvPr/>
        </p:nvGrpSpPr>
        <p:grpSpPr>
          <a:xfrm rot="540000">
            <a:off x="7894955" y="2496185"/>
            <a:ext cx="832485" cy="975995"/>
            <a:chOff x="8523" y="5551"/>
            <a:chExt cx="452" cy="530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945" name="Freeform 48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523" y="5551"/>
              <a:ext cx="453" cy="530"/>
            </a:xfrm>
            <a:custGeom>
              <a:avLst/>
              <a:gdLst>
                <a:gd name="T0" fmla="*/ 2 w 474"/>
                <a:gd name="T1" fmla="*/ 544 h 555"/>
                <a:gd name="T2" fmla="*/ 450 w 474"/>
                <a:gd name="T3" fmla="*/ 114 h 555"/>
                <a:gd name="T4" fmla="*/ 330 w 474"/>
                <a:gd name="T5" fmla="*/ 290 h 555"/>
                <a:gd name="T6" fmla="*/ 309 w 474"/>
                <a:gd name="T7" fmla="*/ 393 h 555"/>
                <a:gd name="T8" fmla="*/ 260 w 474"/>
                <a:gd name="T9" fmla="*/ 420 h 555"/>
                <a:gd name="T10" fmla="*/ 187 w 474"/>
                <a:gd name="T11" fmla="*/ 348 h 555"/>
                <a:gd name="T12" fmla="*/ 246 w 474"/>
                <a:gd name="T13" fmla="*/ 302 h 555"/>
                <a:gd name="T14" fmla="*/ 250 w 474"/>
                <a:gd name="T15" fmla="*/ 250 h 555"/>
                <a:gd name="T16" fmla="*/ 257 w 474"/>
                <a:gd name="T17" fmla="*/ 205 h 555"/>
                <a:gd name="T18" fmla="*/ 322 w 474"/>
                <a:gd name="T19" fmla="*/ 137 h 555"/>
                <a:gd name="T20" fmla="*/ 316 w 474"/>
                <a:gd name="T21" fmla="*/ 89 h 555"/>
                <a:gd name="T22" fmla="*/ 320 w 474"/>
                <a:gd name="T23" fmla="*/ 156 h 555"/>
                <a:gd name="T24" fmla="*/ 269 w 474"/>
                <a:gd name="T25" fmla="*/ 261 h 555"/>
                <a:gd name="T26" fmla="*/ 206 w 474"/>
                <a:gd name="T27" fmla="*/ 392 h 555"/>
                <a:gd name="T28" fmla="*/ 235 w 474"/>
                <a:gd name="T29" fmla="*/ 373 h 555"/>
                <a:gd name="T30" fmla="*/ 384 w 474"/>
                <a:gd name="T31" fmla="*/ 27 h 555"/>
                <a:gd name="T32" fmla="*/ 428 w 474"/>
                <a:gd name="T33" fmla="*/ 57 h 555"/>
                <a:gd name="T34" fmla="*/ 284 w 474"/>
                <a:gd name="T35" fmla="*/ 322 h 555"/>
                <a:gd name="T36" fmla="*/ 303 w 474"/>
                <a:gd name="T37" fmla="*/ 244 h 555"/>
                <a:gd name="T38" fmla="*/ 320 w 474"/>
                <a:gd name="T39" fmla="*/ 284 h 555"/>
                <a:gd name="T40" fmla="*/ 320 w 474"/>
                <a:gd name="T41" fmla="*/ 243 h 555"/>
                <a:gd name="T42" fmla="*/ 323 w 474"/>
                <a:gd name="T43" fmla="*/ 213 h 555"/>
                <a:gd name="T44" fmla="*/ 395 w 474"/>
                <a:gd name="T45" fmla="*/ 49 h 555"/>
                <a:gd name="T46" fmla="*/ 413 w 474"/>
                <a:gd name="T47" fmla="*/ 96 h 555"/>
                <a:gd name="T48" fmla="*/ 382 w 474"/>
                <a:gd name="T49" fmla="*/ 162 h 555"/>
                <a:gd name="T50" fmla="*/ 351 w 474"/>
                <a:gd name="T51" fmla="*/ 111 h 555"/>
                <a:gd name="T52" fmla="*/ 411 w 474"/>
                <a:gd name="T53" fmla="*/ 82 h 555"/>
                <a:gd name="T54" fmla="*/ 378 w 474"/>
                <a:gd name="T55" fmla="*/ 43 h 555"/>
                <a:gd name="T56" fmla="*/ 389 w 474"/>
                <a:gd name="T57" fmla="*/ 127 h 555"/>
                <a:gd name="T58" fmla="*/ 362 w 474"/>
                <a:gd name="T59" fmla="*/ 74 h 555"/>
                <a:gd name="T60" fmla="*/ 359 w 474"/>
                <a:gd name="T61" fmla="*/ 161 h 555"/>
                <a:gd name="T62" fmla="*/ 384 w 474"/>
                <a:gd name="T63" fmla="*/ 31 h 555"/>
                <a:gd name="T64" fmla="*/ 332 w 474"/>
                <a:gd name="T65" fmla="*/ 146 h 555"/>
                <a:gd name="T66" fmla="*/ 315 w 474"/>
                <a:gd name="T67" fmla="*/ 179 h 555"/>
                <a:gd name="T68" fmla="*/ 305 w 474"/>
                <a:gd name="T69" fmla="*/ 199 h 555"/>
                <a:gd name="T70" fmla="*/ 289 w 474"/>
                <a:gd name="T71" fmla="*/ 244 h 555"/>
                <a:gd name="T72" fmla="*/ 261 w 474"/>
                <a:gd name="T73" fmla="*/ 293 h 555"/>
                <a:gd name="T74" fmla="*/ 246 w 474"/>
                <a:gd name="T75" fmla="*/ 335 h 555"/>
                <a:gd name="T76" fmla="*/ 263 w 474"/>
                <a:gd name="T77" fmla="*/ 337 h 555"/>
                <a:gd name="T78" fmla="*/ 243 w 474"/>
                <a:gd name="T79" fmla="*/ 331 h 555"/>
                <a:gd name="T80" fmla="*/ 221 w 474"/>
                <a:gd name="T81" fmla="*/ 377 h 555"/>
                <a:gd name="T82" fmla="*/ 277 w 474"/>
                <a:gd name="T83" fmla="*/ 373 h 555"/>
                <a:gd name="T84" fmla="*/ 292 w 474"/>
                <a:gd name="T85" fmla="*/ 343 h 555"/>
                <a:gd name="T86" fmla="*/ 314 w 474"/>
                <a:gd name="T87" fmla="*/ 297 h 555"/>
                <a:gd name="T88" fmla="*/ 333 w 474"/>
                <a:gd name="T89" fmla="*/ 260 h 555"/>
                <a:gd name="T90" fmla="*/ 341 w 474"/>
                <a:gd name="T91" fmla="*/ 239 h 555"/>
                <a:gd name="T92" fmla="*/ 354 w 474"/>
                <a:gd name="T93" fmla="*/ 218 h 555"/>
                <a:gd name="T94" fmla="*/ 363 w 474"/>
                <a:gd name="T95" fmla="*/ 190 h 555"/>
                <a:gd name="T96" fmla="*/ 411 w 474"/>
                <a:gd name="T97" fmla="*/ 36 h 555"/>
                <a:gd name="T98" fmla="*/ 174 w 474"/>
                <a:gd name="T99" fmla="*/ 457 h 555"/>
                <a:gd name="T100" fmla="*/ 234 w 474"/>
                <a:gd name="T101" fmla="*/ 396 h 555"/>
                <a:gd name="T102" fmla="*/ 370 w 474"/>
                <a:gd name="T103" fmla="*/ 190 h 555"/>
                <a:gd name="T104" fmla="*/ 337 w 474"/>
                <a:gd name="T105" fmla="*/ 47 h 555"/>
                <a:gd name="T106" fmla="*/ 245 w 474"/>
                <a:gd name="T107" fmla="*/ 212 h 555"/>
                <a:gd name="T108" fmla="*/ 178 w 474"/>
                <a:gd name="T109" fmla="*/ 342 h 555"/>
                <a:gd name="T110" fmla="*/ 89 w 474"/>
                <a:gd name="T111" fmla="*/ 436 h 555"/>
                <a:gd name="T112" fmla="*/ 314 w 474"/>
                <a:gd name="T113" fmla="*/ 492 h 555"/>
                <a:gd name="T114" fmla="*/ 456 w 474"/>
                <a:gd name="T115" fmla="*/ 89 h 555"/>
                <a:gd name="T116" fmla="*/ 424 w 474"/>
                <a:gd name="T117" fmla="*/ 154 h 555"/>
                <a:gd name="T118" fmla="*/ 368 w 474"/>
                <a:gd name="T119" fmla="*/ 259 h 555"/>
                <a:gd name="T120" fmla="*/ 467 w 474"/>
                <a:gd name="T121" fmla="*/ 67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74" h="555">
                  <a:moveTo>
                    <a:pt x="471" y="60"/>
                  </a:moveTo>
                  <a:cubicBezTo>
                    <a:pt x="451" y="47"/>
                    <a:pt x="430" y="34"/>
                    <a:pt x="408" y="25"/>
                  </a:cubicBezTo>
                  <a:cubicBezTo>
                    <a:pt x="391" y="18"/>
                    <a:pt x="370" y="15"/>
                    <a:pt x="357" y="1"/>
                  </a:cubicBezTo>
                  <a:cubicBezTo>
                    <a:pt x="357" y="0"/>
                    <a:pt x="356" y="1"/>
                    <a:pt x="356" y="1"/>
                  </a:cubicBezTo>
                  <a:cubicBezTo>
                    <a:pt x="356" y="1"/>
                    <a:pt x="356" y="2"/>
                    <a:pt x="356" y="2"/>
                  </a:cubicBezTo>
                  <a:cubicBezTo>
                    <a:pt x="346" y="17"/>
                    <a:pt x="336" y="33"/>
                    <a:pt x="327" y="49"/>
                  </a:cubicBezTo>
                  <a:cubicBezTo>
                    <a:pt x="327" y="49"/>
                    <a:pt x="327" y="49"/>
                    <a:pt x="326" y="49"/>
                  </a:cubicBezTo>
                  <a:cubicBezTo>
                    <a:pt x="324" y="49"/>
                    <a:pt x="324" y="52"/>
                    <a:pt x="325" y="53"/>
                  </a:cubicBezTo>
                  <a:cubicBezTo>
                    <a:pt x="321" y="61"/>
                    <a:pt x="317" y="68"/>
                    <a:pt x="313" y="75"/>
                  </a:cubicBezTo>
                  <a:cubicBezTo>
                    <a:pt x="257" y="78"/>
                    <a:pt x="202" y="66"/>
                    <a:pt x="146" y="69"/>
                  </a:cubicBezTo>
                  <a:cubicBezTo>
                    <a:pt x="98" y="72"/>
                    <a:pt x="49" y="61"/>
                    <a:pt x="2" y="75"/>
                  </a:cubicBezTo>
                  <a:cubicBezTo>
                    <a:pt x="2" y="75"/>
                    <a:pt x="1" y="75"/>
                    <a:pt x="1" y="76"/>
                  </a:cubicBezTo>
                  <a:cubicBezTo>
                    <a:pt x="1" y="230"/>
                    <a:pt x="0" y="385"/>
                    <a:pt x="1" y="540"/>
                  </a:cubicBezTo>
                  <a:cubicBezTo>
                    <a:pt x="1" y="541"/>
                    <a:pt x="1" y="541"/>
                    <a:pt x="1" y="542"/>
                  </a:cubicBezTo>
                  <a:cubicBezTo>
                    <a:pt x="0" y="543"/>
                    <a:pt x="0" y="544"/>
                    <a:pt x="2" y="544"/>
                  </a:cubicBezTo>
                  <a:cubicBezTo>
                    <a:pt x="58" y="555"/>
                    <a:pt x="119" y="545"/>
                    <a:pt x="176" y="548"/>
                  </a:cubicBezTo>
                  <a:cubicBezTo>
                    <a:pt x="205" y="549"/>
                    <a:pt x="233" y="550"/>
                    <a:pt x="262" y="550"/>
                  </a:cubicBezTo>
                  <a:cubicBezTo>
                    <a:pt x="292" y="551"/>
                    <a:pt x="320" y="544"/>
                    <a:pt x="350" y="550"/>
                  </a:cubicBezTo>
                  <a:cubicBezTo>
                    <a:pt x="353" y="551"/>
                    <a:pt x="355" y="548"/>
                    <a:pt x="355" y="545"/>
                  </a:cubicBezTo>
                  <a:cubicBezTo>
                    <a:pt x="355" y="545"/>
                    <a:pt x="356" y="544"/>
                    <a:pt x="356" y="543"/>
                  </a:cubicBezTo>
                  <a:cubicBezTo>
                    <a:pt x="355" y="502"/>
                    <a:pt x="353" y="460"/>
                    <a:pt x="355" y="419"/>
                  </a:cubicBezTo>
                  <a:cubicBezTo>
                    <a:pt x="357" y="383"/>
                    <a:pt x="361" y="349"/>
                    <a:pt x="355" y="313"/>
                  </a:cubicBezTo>
                  <a:cubicBezTo>
                    <a:pt x="355" y="313"/>
                    <a:pt x="355" y="313"/>
                    <a:pt x="354" y="313"/>
                  </a:cubicBezTo>
                  <a:cubicBezTo>
                    <a:pt x="363" y="291"/>
                    <a:pt x="372" y="270"/>
                    <a:pt x="381" y="250"/>
                  </a:cubicBezTo>
                  <a:cubicBezTo>
                    <a:pt x="382" y="247"/>
                    <a:pt x="384" y="243"/>
                    <a:pt x="386" y="239"/>
                  </a:cubicBezTo>
                  <a:cubicBezTo>
                    <a:pt x="387" y="240"/>
                    <a:pt x="388" y="239"/>
                    <a:pt x="388" y="237"/>
                  </a:cubicBezTo>
                  <a:cubicBezTo>
                    <a:pt x="388" y="237"/>
                    <a:pt x="387" y="237"/>
                    <a:pt x="387" y="236"/>
                  </a:cubicBezTo>
                  <a:cubicBezTo>
                    <a:pt x="400" y="211"/>
                    <a:pt x="415" y="186"/>
                    <a:pt x="428" y="161"/>
                  </a:cubicBezTo>
                  <a:cubicBezTo>
                    <a:pt x="435" y="146"/>
                    <a:pt x="442" y="131"/>
                    <a:pt x="449" y="116"/>
                  </a:cubicBezTo>
                  <a:cubicBezTo>
                    <a:pt x="450" y="115"/>
                    <a:pt x="450" y="115"/>
                    <a:pt x="450" y="114"/>
                  </a:cubicBezTo>
                  <a:cubicBezTo>
                    <a:pt x="450" y="114"/>
                    <a:pt x="450" y="114"/>
                    <a:pt x="450" y="114"/>
                  </a:cubicBezTo>
                  <a:cubicBezTo>
                    <a:pt x="453" y="107"/>
                    <a:pt x="456" y="101"/>
                    <a:pt x="459" y="94"/>
                  </a:cubicBezTo>
                  <a:cubicBezTo>
                    <a:pt x="459" y="95"/>
                    <a:pt x="459" y="95"/>
                    <a:pt x="459" y="95"/>
                  </a:cubicBezTo>
                  <a:cubicBezTo>
                    <a:pt x="460" y="97"/>
                    <a:pt x="462" y="96"/>
                    <a:pt x="461" y="94"/>
                  </a:cubicBezTo>
                  <a:cubicBezTo>
                    <a:pt x="461" y="94"/>
                    <a:pt x="460" y="93"/>
                    <a:pt x="460" y="92"/>
                  </a:cubicBezTo>
                  <a:cubicBezTo>
                    <a:pt x="464" y="84"/>
                    <a:pt x="468" y="75"/>
                    <a:pt x="472" y="67"/>
                  </a:cubicBezTo>
                  <a:cubicBezTo>
                    <a:pt x="473" y="67"/>
                    <a:pt x="472" y="66"/>
                    <a:pt x="472" y="66"/>
                  </a:cubicBezTo>
                  <a:cubicBezTo>
                    <a:pt x="474" y="64"/>
                    <a:pt x="474" y="62"/>
                    <a:pt x="471" y="60"/>
                  </a:cubicBezTo>
                  <a:close/>
                  <a:moveTo>
                    <a:pt x="358" y="283"/>
                  </a:moveTo>
                  <a:cubicBezTo>
                    <a:pt x="354" y="275"/>
                    <a:pt x="352" y="267"/>
                    <a:pt x="348" y="260"/>
                  </a:cubicBezTo>
                  <a:cubicBezTo>
                    <a:pt x="348" y="259"/>
                    <a:pt x="347" y="260"/>
                    <a:pt x="347" y="260"/>
                  </a:cubicBezTo>
                  <a:cubicBezTo>
                    <a:pt x="350" y="269"/>
                    <a:pt x="352" y="278"/>
                    <a:pt x="356" y="287"/>
                  </a:cubicBezTo>
                  <a:cubicBezTo>
                    <a:pt x="352" y="295"/>
                    <a:pt x="349" y="304"/>
                    <a:pt x="345" y="313"/>
                  </a:cubicBezTo>
                  <a:cubicBezTo>
                    <a:pt x="340" y="305"/>
                    <a:pt x="336" y="297"/>
                    <a:pt x="330" y="290"/>
                  </a:cubicBezTo>
                  <a:cubicBezTo>
                    <a:pt x="330" y="290"/>
                    <a:pt x="330" y="290"/>
                    <a:pt x="330" y="290"/>
                  </a:cubicBezTo>
                  <a:cubicBezTo>
                    <a:pt x="334" y="300"/>
                    <a:pt x="336" y="310"/>
                    <a:pt x="343" y="318"/>
                  </a:cubicBezTo>
                  <a:cubicBezTo>
                    <a:pt x="340" y="327"/>
                    <a:pt x="336" y="335"/>
                    <a:pt x="333" y="343"/>
                  </a:cubicBezTo>
                  <a:cubicBezTo>
                    <a:pt x="329" y="331"/>
                    <a:pt x="323" y="320"/>
                    <a:pt x="321" y="308"/>
                  </a:cubicBezTo>
                  <a:cubicBezTo>
                    <a:pt x="321" y="307"/>
                    <a:pt x="321" y="308"/>
                    <a:pt x="321" y="308"/>
                  </a:cubicBezTo>
                  <a:cubicBezTo>
                    <a:pt x="325" y="321"/>
                    <a:pt x="328" y="334"/>
                    <a:pt x="331" y="347"/>
                  </a:cubicBezTo>
                  <a:cubicBezTo>
                    <a:pt x="329" y="352"/>
                    <a:pt x="327" y="357"/>
                    <a:pt x="325" y="362"/>
                  </a:cubicBezTo>
                  <a:cubicBezTo>
                    <a:pt x="322" y="352"/>
                    <a:pt x="318" y="342"/>
                    <a:pt x="316" y="332"/>
                  </a:cubicBezTo>
                  <a:cubicBezTo>
                    <a:pt x="316" y="331"/>
                    <a:pt x="315" y="331"/>
                    <a:pt x="315" y="332"/>
                  </a:cubicBezTo>
                  <a:cubicBezTo>
                    <a:pt x="316" y="344"/>
                    <a:pt x="321" y="355"/>
                    <a:pt x="322" y="367"/>
                  </a:cubicBezTo>
                  <a:cubicBezTo>
                    <a:pt x="320" y="372"/>
                    <a:pt x="317" y="377"/>
                    <a:pt x="315" y="382"/>
                  </a:cubicBezTo>
                  <a:cubicBezTo>
                    <a:pt x="311" y="373"/>
                    <a:pt x="308" y="363"/>
                    <a:pt x="307" y="352"/>
                  </a:cubicBezTo>
                  <a:cubicBezTo>
                    <a:pt x="307" y="351"/>
                    <a:pt x="306" y="351"/>
                    <a:pt x="306" y="352"/>
                  </a:cubicBezTo>
                  <a:cubicBezTo>
                    <a:pt x="305" y="365"/>
                    <a:pt x="309" y="376"/>
                    <a:pt x="312" y="388"/>
                  </a:cubicBezTo>
                  <a:cubicBezTo>
                    <a:pt x="311" y="390"/>
                    <a:pt x="310" y="391"/>
                    <a:pt x="309" y="393"/>
                  </a:cubicBezTo>
                  <a:cubicBezTo>
                    <a:pt x="309" y="393"/>
                    <a:pt x="309" y="393"/>
                    <a:pt x="309" y="393"/>
                  </a:cubicBezTo>
                  <a:cubicBezTo>
                    <a:pt x="308" y="393"/>
                    <a:pt x="308" y="394"/>
                    <a:pt x="308" y="394"/>
                  </a:cubicBezTo>
                  <a:cubicBezTo>
                    <a:pt x="308" y="395"/>
                    <a:pt x="308" y="395"/>
                    <a:pt x="308" y="395"/>
                  </a:cubicBezTo>
                  <a:cubicBezTo>
                    <a:pt x="307" y="397"/>
                    <a:pt x="306" y="399"/>
                    <a:pt x="305" y="400"/>
                  </a:cubicBezTo>
                  <a:cubicBezTo>
                    <a:pt x="301" y="391"/>
                    <a:pt x="299" y="380"/>
                    <a:pt x="295" y="370"/>
                  </a:cubicBezTo>
                  <a:cubicBezTo>
                    <a:pt x="295" y="370"/>
                    <a:pt x="294" y="370"/>
                    <a:pt x="294" y="370"/>
                  </a:cubicBezTo>
                  <a:cubicBezTo>
                    <a:pt x="298" y="381"/>
                    <a:pt x="299" y="393"/>
                    <a:pt x="304" y="403"/>
                  </a:cubicBezTo>
                  <a:cubicBezTo>
                    <a:pt x="300" y="409"/>
                    <a:pt x="297" y="415"/>
                    <a:pt x="293" y="421"/>
                  </a:cubicBezTo>
                  <a:cubicBezTo>
                    <a:pt x="288" y="418"/>
                    <a:pt x="286" y="410"/>
                    <a:pt x="284" y="406"/>
                  </a:cubicBezTo>
                  <a:cubicBezTo>
                    <a:pt x="282" y="400"/>
                    <a:pt x="280" y="394"/>
                    <a:pt x="277" y="388"/>
                  </a:cubicBezTo>
                  <a:cubicBezTo>
                    <a:pt x="277" y="387"/>
                    <a:pt x="276" y="388"/>
                    <a:pt x="276" y="388"/>
                  </a:cubicBezTo>
                  <a:cubicBezTo>
                    <a:pt x="279" y="397"/>
                    <a:pt x="280" y="406"/>
                    <a:pt x="284" y="415"/>
                  </a:cubicBezTo>
                  <a:cubicBezTo>
                    <a:pt x="285" y="419"/>
                    <a:pt x="287" y="423"/>
                    <a:pt x="290" y="425"/>
                  </a:cubicBezTo>
                  <a:cubicBezTo>
                    <a:pt x="289" y="426"/>
                    <a:pt x="288" y="428"/>
                    <a:pt x="287" y="429"/>
                  </a:cubicBezTo>
                  <a:cubicBezTo>
                    <a:pt x="287" y="425"/>
                    <a:pt x="284" y="422"/>
                    <a:pt x="279" y="420"/>
                  </a:cubicBezTo>
                  <a:cubicBezTo>
                    <a:pt x="274" y="418"/>
                    <a:pt x="266" y="418"/>
                    <a:pt x="260" y="420"/>
                  </a:cubicBezTo>
                  <a:cubicBezTo>
                    <a:pt x="262" y="416"/>
                    <a:pt x="263" y="412"/>
                    <a:pt x="265" y="408"/>
                  </a:cubicBezTo>
                  <a:cubicBezTo>
                    <a:pt x="266" y="408"/>
                    <a:pt x="267" y="407"/>
                    <a:pt x="267" y="406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79" y="380"/>
                    <a:pt x="295" y="357"/>
                    <a:pt x="306" y="332"/>
                  </a:cubicBezTo>
                  <a:cubicBezTo>
                    <a:pt x="321" y="299"/>
                    <a:pt x="337" y="266"/>
                    <a:pt x="353" y="234"/>
                  </a:cubicBezTo>
                  <a:cubicBezTo>
                    <a:pt x="354" y="233"/>
                    <a:pt x="354" y="232"/>
                    <a:pt x="355" y="231"/>
                  </a:cubicBezTo>
                  <a:cubicBezTo>
                    <a:pt x="357" y="237"/>
                    <a:pt x="358" y="244"/>
                    <a:pt x="360" y="251"/>
                  </a:cubicBezTo>
                  <a:cubicBezTo>
                    <a:pt x="361" y="256"/>
                    <a:pt x="362" y="261"/>
                    <a:pt x="365" y="265"/>
                  </a:cubicBezTo>
                  <a:cubicBezTo>
                    <a:pt x="363" y="271"/>
                    <a:pt x="360" y="277"/>
                    <a:pt x="358" y="283"/>
                  </a:cubicBezTo>
                  <a:close/>
                  <a:moveTo>
                    <a:pt x="182" y="360"/>
                  </a:moveTo>
                  <a:cubicBezTo>
                    <a:pt x="194" y="357"/>
                    <a:pt x="205" y="356"/>
                    <a:pt x="218" y="356"/>
                  </a:cubicBezTo>
                  <a:cubicBezTo>
                    <a:pt x="218" y="356"/>
                    <a:pt x="218" y="355"/>
                    <a:pt x="218" y="355"/>
                  </a:cubicBezTo>
                  <a:cubicBezTo>
                    <a:pt x="210" y="355"/>
                    <a:pt x="202" y="354"/>
                    <a:pt x="195" y="354"/>
                  </a:cubicBezTo>
                  <a:cubicBezTo>
                    <a:pt x="191" y="353"/>
                    <a:pt x="188" y="353"/>
                    <a:pt x="184" y="354"/>
                  </a:cubicBezTo>
                  <a:cubicBezTo>
                    <a:pt x="186" y="351"/>
                    <a:pt x="187" y="348"/>
                    <a:pt x="187" y="348"/>
                  </a:cubicBezTo>
                  <a:cubicBezTo>
                    <a:pt x="188" y="347"/>
                    <a:pt x="189" y="345"/>
                    <a:pt x="189" y="344"/>
                  </a:cubicBezTo>
                  <a:cubicBezTo>
                    <a:pt x="193" y="343"/>
                    <a:pt x="196" y="343"/>
                    <a:pt x="199" y="342"/>
                  </a:cubicBezTo>
                  <a:cubicBezTo>
                    <a:pt x="206" y="341"/>
                    <a:pt x="214" y="341"/>
                    <a:pt x="221" y="341"/>
                  </a:cubicBezTo>
                  <a:cubicBezTo>
                    <a:pt x="221" y="341"/>
                    <a:pt x="221" y="340"/>
                    <a:pt x="221" y="340"/>
                  </a:cubicBezTo>
                  <a:cubicBezTo>
                    <a:pt x="212" y="340"/>
                    <a:pt x="201" y="338"/>
                    <a:pt x="192" y="339"/>
                  </a:cubicBezTo>
                  <a:cubicBezTo>
                    <a:pt x="193" y="335"/>
                    <a:pt x="195" y="331"/>
                    <a:pt x="197" y="328"/>
                  </a:cubicBezTo>
                  <a:cubicBezTo>
                    <a:pt x="209" y="328"/>
                    <a:pt x="221" y="322"/>
                    <a:pt x="233" y="320"/>
                  </a:cubicBezTo>
                  <a:cubicBezTo>
                    <a:pt x="233" y="320"/>
                    <a:pt x="233" y="319"/>
                    <a:pt x="232" y="319"/>
                  </a:cubicBezTo>
                  <a:cubicBezTo>
                    <a:pt x="227" y="320"/>
                    <a:pt x="221" y="321"/>
                    <a:pt x="216" y="322"/>
                  </a:cubicBezTo>
                  <a:cubicBezTo>
                    <a:pt x="210" y="322"/>
                    <a:pt x="205" y="323"/>
                    <a:pt x="199" y="323"/>
                  </a:cubicBezTo>
                  <a:cubicBezTo>
                    <a:pt x="200" y="322"/>
                    <a:pt x="201" y="320"/>
                    <a:pt x="202" y="318"/>
                  </a:cubicBezTo>
                  <a:cubicBezTo>
                    <a:pt x="204" y="317"/>
                    <a:pt x="205" y="315"/>
                    <a:pt x="205" y="313"/>
                  </a:cubicBezTo>
                  <a:cubicBezTo>
                    <a:pt x="205" y="311"/>
                    <a:pt x="206" y="310"/>
                    <a:pt x="207" y="308"/>
                  </a:cubicBezTo>
                  <a:cubicBezTo>
                    <a:pt x="213" y="307"/>
                    <a:pt x="219" y="305"/>
                    <a:pt x="225" y="305"/>
                  </a:cubicBezTo>
                  <a:cubicBezTo>
                    <a:pt x="232" y="304"/>
                    <a:pt x="239" y="304"/>
                    <a:pt x="246" y="302"/>
                  </a:cubicBezTo>
                  <a:cubicBezTo>
                    <a:pt x="247" y="302"/>
                    <a:pt x="246" y="301"/>
                    <a:pt x="246" y="301"/>
                  </a:cubicBezTo>
                  <a:cubicBezTo>
                    <a:pt x="237" y="303"/>
                    <a:pt x="228" y="302"/>
                    <a:pt x="220" y="302"/>
                  </a:cubicBezTo>
                  <a:cubicBezTo>
                    <a:pt x="216" y="302"/>
                    <a:pt x="213" y="302"/>
                    <a:pt x="209" y="303"/>
                  </a:cubicBezTo>
                  <a:cubicBezTo>
                    <a:pt x="210" y="302"/>
                    <a:pt x="210" y="301"/>
                    <a:pt x="211" y="300"/>
                  </a:cubicBezTo>
                  <a:cubicBezTo>
                    <a:pt x="213" y="295"/>
                    <a:pt x="215" y="291"/>
                    <a:pt x="217" y="286"/>
                  </a:cubicBezTo>
                  <a:cubicBezTo>
                    <a:pt x="228" y="287"/>
                    <a:pt x="240" y="285"/>
                    <a:pt x="250" y="285"/>
                  </a:cubicBezTo>
                  <a:cubicBezTo>
                    <a:pt x="251" y="285"/>
                    <a:pt x="251" y="283"/>
                    <a:pt x="250" y="283"/>
                  </a:cubicBezTo>
                  <a:cubicBezTo>
                    <a:pt x="240" y="283"/>
                    <a:pt x="230" y="281"/>
                    <a:pt x="220" y="282"/>
                  </a:cubicBezTo>
                  <a:cubicBezTo>
                    <a:pt x="222" y="278"/>
                    <a:pt x="223" y="274"/>
                    <a:pt x="225" y="271"/>
                  </a:cubicBezTo>
                  <a:cubicBezTo>
                    <a:pt x="236" y="269"/>
                    <a:pt x="247" y="269"/>
                    <a:pt x="257" y="265"/>
                  </a:cubicBezTo>
                  <a:cubicBezTo>
                    <a:pt x="259" y="264"/>
                    <a:pt x="258" y="261"/>
                    <a:pt x="256" y="261"/>
                  </a:cubicBezTo>
                  <a:cubicBezTo>
                    <a:pt x="247" y="265"/>
                    <a:pt x="237" y="265"/>
                    <a:pt x="227" y="266"/>
                  </a:cubicBezTo>
                  <a:cubicBezTo>
                    <a:pt x="230" y="261"/>
                    <a:pt x="232" y="257"/>
                    <a:pt x="234" y="253"/>
                  </a:cubicBezTo>
                  <a:cubicBezTo>
                    <a:pt x="235" y="252"/>
                    <a:pt x="236" y="252"/>
                    <a:pt x="237" y="252"/>
                  </a:cubicBezTo>
                  <a:cubicBezTo>
                    <a:pt x="241" y="250"/>
                    <a:pt x="246" y="250"/>
                    <a:pt x="250" y="250"/>
                  </a:cubicBezTo>
                  <a:cubicBezTo>
                    <a:pt x="257" y="249"/>
                    <a:pt x="264" y="249"/>
                    <a:pt x="271" y="247"/>
                  </a:cubicBezTo>
                  <a:cubicBezTo>
                    <a:pt x="273" y="246"/>
                    <a:pt x="272" y="244"/>
                    <a:pt x="271" y="244"/>
                  </a:cubicBezTo>
                  <a:cubicBezTo>
                    <a:pt x="262" y="246"/>
                    <a:pt x="252" y="246"/>
                    <a:pt x="243" y="247"/>
                  </a:cubicBezTo>
                  <a:cubicBezTo>
                    <a:pt x="241" y="247"/>
                    <a:pt x="239" y="247"/>
                    <a:pt x="236" y="247"/>
                  </a:cubicBezTo>
                  <a:cubicBezTo>
                    <a:pt x="239" y="242"/>
                    <a:pt x="241" y="237"/>
                    <a:pt x="244" y="232"/>
                  </a:cubicBezTo>
                  <a:cubicBezTo>
                    <a:pt x="248" y="232"/>
                    <a:pt x="252" y="231"/>
                    <a:pt x="255" y="230"/>
                  </a:cubicBezTo>
                  <a:cubicBezTo>
                    <a:pt x="262" y="228"/>
                    <a:pt x="270" y="227"/>
                    <a:pt x="277" y="228"/>
                  </a:cubicBezTo>
                  <a:cubicBezTo>
                    <a:pt x="277" y="228"/>
                    <a:pt x="277" y="227"/>
                    <a:pt x="277" y="227"/>
                  </a:cubicBezTo>
                  <a:cubicBezTo>
                    <a:pt x="267" y="227"/>
                    <a:pt x="256" y="225"/>
                    <a:pt x="246" y="227"/>
                  </a:cubicBezTo>
                  <a:cubicBezTo>
                    <a:pt x="249" y="221"/>
                    <a:pt x="252" y="215"/>
                    <a:pt x="255" y="209"/>
                  </a:cubicBezTo>
                  <a:cubicBezTo>
                    <a:pt x="260" y="209"/>
                    <a:pt x="264" y="208"/>
                    <a:pt x="268" y="208"/>
                  </a:cubicBezTo>
                  <a:cubicBezTo>
                    <a:pt x="275" y="207"/>
                    <a:pt x="282" y="207"/>
                    <a:pt x="289" y="204"/>
                  </a:cubicBezTo>
                  <a:cubicBezTo>
                    <a:pt x="289" y="204"/>
                    <a:pt x="289" y="203"/>
                    <a:pt x="289" y="203"/>
                  </a:cubicBezTo>
                  <a:cubicBezTo>
                    <a:pt x="281" y="206"/>
                    <a:pt x="273" y="206"/>
                    <a:pt x="266" y="206"/>
                  </a:cubicBezTo>
                  <a:cubicBezTo>
                    <a:pt x="263" y="206"/>
                    <a:pt x="260" y="205"/>
                    <a:pt x="257" y="205"/>
                  </a:cubicBezTo>
                  <a:cubicBezTo>
                    <a:pt x="259" y="201"/>
                    <a:pt x="261" y="197"/>
                    <a:pt x="263" y="193"/>
                  </a:cubicBezTo>
                  <a:cubicBezTo>
                    <a:pt x="264" y="191"/>
                    <a:pt x="265" y="189"/>
                    <a:pt x="266" y="186"/>
                  </a:cubicBezTo>
                  <a:cubicBezTo>
                    <a:pt x="270" y="186"/>
                    <a:pt x="273" y="185"/>
                    <a:pt x="276" y="185"/>
                  </a:cubicBezTo>
                  <a:cubicBezTo>
                    <a:pt x="285" y="183"/>
                    <a:pt x="294" y="181"/>
                    <a:pt x="303" y="182"/>
                  </a:cubicBezTo>
                  <a:cubicBezTo>
                    <a:pt x="306" y="182"/>
                    <a:pt x="306" y="178"/>
                    <a:pt x="303" y="178"/>
                  </a:cubicBezTo>
                  <a:cubicBezTo>
                    <a:pt x="295" y="177"/>
                    <a:pt x="287" y="178"/>
                    <a:pt x="279" y="179"/>
                  </a:cubicBezTo>
                  <a:cubicBezTo>
                    <a:pt x="277" y="179"/>
                    <a:pt x="273" y="179"/>
                    <a:pt x="270" y="179"/>
                  </a:cubicBezTo>
                  <a:cubicBezTo>
                    <a:pt x="272" y="175"/>
                    <a:pt x="274" y="171"/>
                    <a:pt x="276" y="167"/>
                  </a:cubicBezTo>
                  <a:cubicBezTo>
                    <a:pt x="290" y="165"/>
                    <a:pt x="303" y="162"/>
                    <a:pt x="316" y="157"/>
                  </a:cubicBezTo>
                  <a:cubicBezTo>
                    <a:pt x="317" y="157"/>
                    <a:pt x="317" y="154"/>
                    <a:pt x="315" y="155"/>
                  </a:cubicBezTo>
                  <a:cubicBezTo>
                    <a:pt x="303" y="159"/>
                    <a:pt x="291" y="161"/>
                    <a:pt x="279" y="162"/>
                  </a:cubicBezTo>
                  <a:cubicBezTo>
                    <a:pt x="282" y="157"/>
                    <a:pt x="284" y="151"/>
                    <a:pt x="287" y="146"/>
                  </a:cubicBezTo>
                  <a:cubicBezTo>
                    <a:pt x="289" y="145"/>
                    <a:pt x="290" y="145"/>
                    <a:pt x="292" y="144"/>
                  </a:cubicBezTo>
                  <a:cubicBezTo>
                    <a:pt x="296" y="143"/>
                    <a:pt x="301" y="143"/>
                    <a:pt x="305" y="143"/>
                  </a:cubicBezTo>
                  <a:cubicBezTo>
                    <a:pt x="311" y="142"/>
                    <a:pt x="317" y="141"/>
                    <a:pt x="322" y="137"/>
                  </a:cubicBezTo>
                  <a:cubicBezTo>
                    <a:pt x="322" y="137"/>
                    <a:pt x="322" y="135"/>
                    <a:pt x="321" y="136"/>
                  </a:cubicBezTo>
                  <a:cubicBezTo>
                    <a:pt x="314" y="140"/>
                    <a:pt x="306" y="139"/>
                    <a:pt x="298" y="139"/>
                  </a:cubicBezTo>
                  <a:cubicBezTo>
                    <a:pt x="296" y="139"/>
                    <a:pt x="293" y="139"/>
                    <a:pt x="291" y="139"/>
                  </a:cubicBezTo>
                  <a:cubicBezTo>
                    <a:pt x="293" y="134"/>
                    <a:pt x="295" y="130"/>
                    <a:pt x="298" y="125"/>
                  </a:cubicBezTo>
                  <a:cubicBezTo>
                    <a:pt x="298" y="125"/>
                    <a:pt x="299" y="125"/>
                    <a:pt x="299" y="125"/>
                  </a:cubicBezTo>
                  <a:cubicBezTo>
                    <a:pt x="303" y="124"/>
                    <a:pt x="307" y="123"/>
                    <a:pt x="311" y="123"/>
                  </a:cubicBezTo>
                  <a:cubicBezTo>
                    <a:pt x="318" y="122"/>
                    <a:pt x="325" y="121"/>
                    <a:pt x="332" y="118"/>
                  </a:cubicBezTo>
                  <a:cubicBezTo>
                    <a:pt x="334" y="118"/>
                    <a:pt x="333" y="116"/>
                    <a:pt x="331" y="116"/>
                  </a:cubicBezTo>
                  <a:cubicBezTo>
                    <a:pt x="323" y="119"/>
                    <a:pt x="314" y="118"/>
                    <a:pt x="305" y="118"/>
                  </a:cubicBezTo>
                  <a:cubicBezTo>
                    <a:pt x="304" y="118"/>
                    <a:pt x="303" y="118"/>
                    <a:pt x="301" y="118"/>
                  </a:cubicBezTo>
                  <a:cubicBezTo>
                    <a:pt x="303" y="116"/>
                    <a:pt x="304" y="113"/>
                    <a:pt x="305" y="111"/>
                  </a:cubicBezTo>
                  <a:cubicBezTo>
                    <a:pt x="317" y="111"/>
                    <a:pt x="328" y="106"/>
                    <a:pt x="339" y="103"/>
                  </a:cubicBezTo>
                  <a:cubicBezTo>
                    <a:pt x="340" y="103"/>
                    <a:pt x="339" y="102"/>
                    <a:pt x="339" y="102"/>
                  </a:cubicBezTo>
                  <a:cubicBezTo>
                    <a:pt x="329" y="104"/>
                    <a:pt x="318" y="104"/>
                    <a:pt x="308" y="105"/>
                  </a:cubicBezTo>
                  <a:cubicBezTo>
                    <a:pt x="311" y="100"/>
                    <a:pt x="313" y="95"/>
                    <a:pt x="316" y="89"/>
                  </a:cubicBezTo>
                  <a:cubicBezTo>
                    <a:pt x="320" y="89"/>
                    <a:pt x="325" y="88"/>
                    <a:pt x="329" y="87"/>
                  </a:cubicBezTo>
                  <a:cubicBezTo>
                    <a:pt x="335" y="86"/>
                    <a:pt x="341" y="86"/>
                    <a:pt x="346" y="86"/>
                  </a:cubicBezTo>
                  <a:cubicBezTo>
                    <a:pt x="348" y="86"/>
                    <a:pt x="348" y="83"/>
                    <a:pt x="346" y="83"/>
                  </a:cubicBezTo>
                  <a:cubicBezTo>
                    <a:pt x="338" y="83"/>
                    <a:pt x="328" y="82"/>
                    <a:pt x="319" y="83"/>
                  </a:cubicBezTo>
                  <a:cubicBezTo>
                    <a:pt x="322" y="78"/>
                    <a:pt x="324" y="74"/>
                    <a:pt x="326" y="69"/>
                  </a:cubicBezTo>
                  <a:cubicBezTo>
                    <a:pt x="329" y="68"/>
                    <a:pt x="332" y="67"/>
                    <a:pt x="335" y="67"/>
                  </a:cubicBezTo>
                  <a:cubicBezTo>
                    <a:pt x="342" y="66"/>
                    <a:pt x="350" y="65"/>
                    <a:pt x="357" y="65"/>
                  </a:cubicBezTo>
                  <a:cubicBezTo>
                    <a:pt x="358" y="65"/>
                    <a:pt x="358" y="63"/>
                    <a:pt x="357" y="63"/>
                  </a:cubicBezTo>
                  <a:cubicBezTo>
                    <a:pt x="349" y="62"/>
                    <a:pt x="339" y="61"/>
                    <a:pt x="330" y="62"/>
                  </a:cubicBezTo>
                  <a:cubicBezTo>
                    <a:pt x="331" y="59"/>
                    <a:pt x="333" y="56"/>
                    <a:pt x="334" y="53"/>
                  </a:cubicBezTo>
                  <a:cubicBezTo>
                    <a:pt x="345" y="49"/>
                    <a:pt x="356" y="48"/>
                    <a:pt x="366" y="47"/>
                  </a:cubicBezTo>
                  <a:cubicBezTo>
                    <a:pt x="366" y="47"/>
                    <a:pt x="366" y="47"/>
                    <a:pt x="366" y="47"/>
                  </a:cubicBezTo>
                  <a:cubicBezTo>
                    <a:pt x="363" y="54"/>
                    <a:pt x="360" y="60"/>
                    <a:pt x="357" y="68"/>
                  </a:cubicBezTo>
                  <a:cubicBezTo>
                    <a:pt x="356" y="70"/>
                    <a:pt x="354" y="72"/>
                    <a:pt x="353" y="75"/>
                  </a:cubicBezTo>
                  <a:cubicBezTo>
                    <a:pt x="341" y="102"/>
                    <a:pt x="332" y="130"/>
                    <a:pt x="320" y="156"/>
                  </a:cubicBezTo>
                  <a:cubicBezTo>
                    <a:pt x="318" y="160"/>
                    <a:pt x="316" y="164"/>
                    <a:pt x="314" y="169"/>
                  </a:cubicBezTo>
                  <a:cubicBezTo>
                    <a:pt x="313" y="169"/>
                    <a:pt x="312" y="170"/>
                    <a:pt x="313" y="171"/>
                  </a:cubicBezTo>
                  <a:cubicBezTo>
                    <a:pt x="309" y="179"/>
                    <a:pt x="305" y="187"/>
                    <a:pt x="301" y="195"/>
                  </a:cubicBezTo>
                  <a:cubicBezTo>
                    <a:pt x="299" y="195"/>
                    <a:pt x="298" y="197"/>
                    <a:pt x="298" y="198"/>
                  </a:cubicBezTo>
                  <a:cubicBezTo>
                    <a:pt x="298" y="199"/>
                    <a:pt x="298" y="200"/>
                    <a:pt x="299" y="200"/>
                  </a:cubicBezTo>
                  <a:cubicBezTo>
                    <a:pt x="298" y="202"/>
                    <a:pt x="297" y="203"/>
                    <a:pt x="297" y="204"/>
                  </a:cubicBezTo>
                  <a:cubicBezTo>
                    <a:pt x="296" y="205"/>
                    <a:pt x="295" y="206"/>
                    <a:pt x="295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88" y="222"/>
                    <a:pt x="281" y="237"/>
                    <a:pt x="274" y="251"/>
                  </a:cubicBezTo>
                  <a:cubicBezTo>
                    <a:pt x="272" y="251"/>
                    <a:pt x="270" y="253"/>
                    <a:pt x="271" y="255"/>
                  </a:cubicBezTo>
                  <a:cubicBezTo>
                    <a:pt x="271" y="255"/>
                    <a:pt x="271" y="255"/>
                    <a:pt x="271" y="256"/>
                  </a:cubicBezTo>
                  <a:cubicBezTo>
                    <a:pt x="271" y="256"/>
                    <a:pt x="271" y="257"/>
                    <a:pt x="271" y="257"/>
                  </a:cubicBezTo>
                  <a:cubicBezTo>
                    <a:pt x="271" y="257"/>
                    <a:pt x="271" y="257"/>
                    <a:pt x="271" y="257"/>
                  </a:cubicBezTo>
                  <a:cubicBezTo>
                    <a:pt x="271" y="259"/>
                    <a:pt x="270" y="260"/>
                    <a:pt x="269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8" y="263"/>
                    <a:pt x="268" y="264"/>
                  </a:cubicBezTo>
                  <a:cubicBezTo>
                    <a:pt x="268" y="264"/>
                    <a:pt x="268" y="265"/>
                    <a:pt x="268" y="265"/>
                  </a:cubicBezTo>
                  <a:cubicBezTo>
                    <a:pt x="266" y="267"/>
                    <a:pt x="265" y="270"/>
                    <a:pt x="264" y="272"/>
                  </a:cubicBezTo>
                  <a:cubicBezTo>
                    <a:pt x="263" y="273"/>
                    <a:pt x="262" y="274"/>
                    <a:pt x="262" y="275"/>
                  </a:cubicBezTo>
                  <a:cubicBezTo>
                    <a:pt x="262" y="276"/>
                    <a:pt x="262" y="276"/>
                    <a:pt x="262" y="276"/>
                  </a:cubicBezTo>
                  <a:cubicBezTo>
                    <a:pt x="260" y="280"/>
                    <a:pt x="258" y="284"/>
                    <a:pt x="256" y="288"/>
                  </a:cubicBezTo>
                  <a:cubicBezTo>
                    <a:pt x="254" y="288"/>
                    <a:pt x="252" y="290"/>
                    <a:pt x="253" y="292"/>
                  </a:cubicBezTo>
                  <a:cubicBezTo>
                    <a:pt x="253" y="293"/>
                    <a:pt x="253" y="293"/>
                    <a:pt x="254" y="294"/>
                  </a:cubicBezTo>
                  <a:cubicBezTo>
                    <a:pt x="253" y="295"/>
                    <a:pt x="252" y="297"/>
                    <a:pt x="251" y="299"/>
                  </a:cubicBezTo>
                  <a:cubicBezTo>
                    <a:pt x="249" y="298"/>
                    <a:pt x="246" y="300"/>
                    <a:pt x="247" y="303"/>
                  </a:cubicBezTo>
                  <a:cubicBezTo>
                    <a:pt x="247" y="303"/>
                    <a:pt x="247" y="303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7" y="304"/>
                    <a:pt x="247" y="304"/>
                    <a:pt x="247" y="304"/>
                  </a:cubicBezTo>
                  <a:cubicBezTo>
                    <a:pt x="248" y="304"/>
                    <a:pt x="248" y="305"/>
                    <a:pt x="248" y="305"/>
                  </a:cubicBezTo>
                  <a:cubicBezTo>
                    <a:pt x="234" y="334"/>
                    <a:pt x="220" y="363"/>
                    <a:pt x="206" y="392"/>
                  </a:cubicBezTo>
                  <a:cubicBezTo>
                    <a:pt x="205" y="382"/>
                    <a:pt x="199" y="373"/>
                    <a:pt x="190" y="369"/>
                  </a:cubicBezTo>
                  <a:cubicBezTo>
                    <a:pt x="196" y="369"/>
                    <a:pt x="201" y="369"/>
                    <a:pt x="206" y="367"/>
                  </a:cubicBezTo>
                  <a:cubicBezTo>
                    <a:pt x="208" y="367"/>
                    <a:pt x="207" y="364"/>
                    <a:pt x="205" y="364"/>
                  </a:cubicBezTo>
                  <a:cubicBezTo>
                    <a:pt x="200" y="366"/>
                    <a:pt x="194" y="366"/>
                    <a:pt x="188" y="366"/>
                  </a:cubicBezTo>
                  <a:cubicBezTo>
                    <a:pt x="187" y="366"/>
                    <a:pt x="186" y="367"/>
                    <a:pt x="186" y="368"/>
                  </a:cubicBezTo>
                  <a:cubicBezTo>
                    <a:pt x="183" y="367"/>
                    <a:pt x="180" y="367"/>
                    <a:pt x="177" y="368"/>
                  </a:cubicBezTo>
                  <a:cubicBezTo>
                    <a:pt x="179" y="366"/>
                    <a:pt x="180" y="363"/>
                    <a:pt x="182" y="360"/>
                  </a:cubicBezTo>
                  <a:close/>
                  <a:moveTo>
                    <a:pt x="358" y="210"/>
                  </a:moveTo>
                  <a:cubicBezTo>
                    <a:pt x="358" y="210"/>
                    <a:pt x="359" y="211"/>
                    <a:pt x="359" y="211"/>
                  </a:cubicBezTo>
                  <a:cubicBezTo>
                    <a:pt x="359" y="212"/>
                    <a:pt x="358" y="213"/>
                    <a:pt x="358" y="213"/>
                  </a:cubicBezTo>
                  <a:cubicBezTo>
                    <a:pt x="357" y="213"/>
                    <a:pt x="357" y="212"/>
                    <a:pt x="356" y="212"/>
                  </a:cubicBezTo>
                  <a:cubicBezTo>
                    <a:pt x="357" y="211"/>
                    <a:pt x="357" y="210"/>
                    <a:pt x="358" y="210"/>
                  </a:cubicBezTo>
                  <a:cubicBezTo>
                    <a:pt x="358" y="210"/>
                    <a:pt x="358" y="210"/>
                    <a:pt x="358" y="210"/>
                  </a:cubicBezTo>
                  <a:close/>
                  <a:moveTo>
                    <a:pt x="242" y="394"/>
                  </a:moveTo>
                  <a:cubicBezTo>
                    <a:pt x="240" y="387"/>
                    <a:pt x="237" y="380"/>
                    <a:pt x="235" y="373"/>
                  </a:cubicBezTo>
                  <a:cubicBezTo>
                    <a:pt x="235" y="373"/>
                    <a:pt x="233" y="369"/>
                    <a:pt x="231" y="364"/>
                  </a:cubicBezTo>
                  <a:cubicBezTo>
                    <a:pt x="232" y="364"/>
                    <a:pt x="232" y="364"/>
                    <a:pt x="232" y="364"/>
                  </a:cubicBezTo>
                  <a:cubicBezTo>
                    <a:pt x="232" y="363"/>
                    <a:pt x="232" y="362"/>
                    <a:pt x="232" y="362"/>
                  </a:cubicBezTo>
                  <a:cubicBezTo>
                    <a:pt x="240" y="376"/>
                    <a:pt x="243" y="392"/>
                    <a:pt x="253" y="406"/>
                  </a:cubicBezTo>
                  <a:cubicBezTo>
                    <a:pt x="254" y="408"/>
                    <a:pt x="258" y="407"/>
                    <a:pt x="257" y="404"/>
                  </a:cubicBezTo>
                  <a:cubicBezTo>
                    <a:pt x="256" y="401"/>
                    <a:pt x="255" y="398"/>
                    <a:pt x="254" y="395"/>
                  </a:cubicBezTo>
                  <a:cubicBezTo>
                    <a:pt x="256" y="398"/>
                    <a:pt x="258" y="401"/>
                    <a:pt x="260" y="404"/>
                  </a:cubicBezTo>
                  <a:cubicBezTo>
                    <a:pt x="258" y="408"/>
                    <a:pt x="256" y="413"/>
                    <a:pt x="254" y="418"/>
                  </a:cubicBezTo>
                  <a:cubicBezTo>
                    <a:pt x="252" y="409"/>
                    <a:pt x="249" y="400"/>
                    <a:pt x="242" y="394"/>
                  </a:cubicBezTo>
                  <a:close/>
                  <a:moveTo>
                    <a:pt x="384" y="28"/>
                  </a:moveTo>
                  <a:cubicBezTo>
                    <a:pt x="384" y="28"/>
                    <a:pt x="384" y="29"/>
                    <a:pt x="385" y="30"/>
                  </a:cubicBezTo>
                  <a:cubicBezTo>
                    <a:pt x="384" y="30"/>
                    <a:pt x="384" y="30"/>
                    <a:pt x="383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1"/>
                    <a:pt x="382" y="31"/>
                    <a:pt x="382" y="31"/>
                  </a:cubicBezTo>
                  <a:cubicBezTo>
                    <a:pt x="382" y="30"/>
                    <a:pt x="383" y="29"/>
                    <a:pt x="384" y="27"/>
                  </a:cubicBezTo>
                  <a:cubicBezTo>
                    <a:pt x="384" y="28"/>
                    <a:pt x="384" y="28"/>
                    <a:pt x="384" y="28"/>
                  </a:cubicBezTo>
                  <a:close/>
                  <a:moveTo>
                    <a:pt x="409" y="40"/>
                  </a:moveTo>
                  <a:cubicBezTo>
                    <a:pt x="410" y="41"/>
                    <a:pt x="411" y="42"/>
                    <a:pt x="412" y="43"/>
                  </a:cubicBezTo>
                  <a:cubicBezTo>
                    <a:pt x="418" y="58"/>
                    <a:pt x="415" y="55"/>
                    <a:pt x="411" y="48"/>
                  </a:cubicBezTo>
                  <a:cubicBezTo>
                    <a:pt x="410" y="44"/>
                    <a:pt x="409" y="42"/>
                    <a:pt x="409" y="40"/>
                  </a:cubicBezTo>
                  <a:close/>
                  <a:moveTo>
                    <a:pt x="420" y="49"/>
                  </a:moveTo>
                  <a:cubicBezTo>
                    <a:pt x="420" y="50"/>
                    <a:pt x="421" y="50"/>
                    <a:pt x="422" y="51"/>
                  </a:cubicBezTo>
                  <a:cubicBezTo>
                    <a:pt x="422" y="52"/>
                    <a:pt x="422" y="53"/>
                    <a:pt x="422" y="54"/>
                  </a:cubicBezTo>
                  <a:cubicBezTo>
                    <a:pt x="422" y="54"/>
                    <a:pt x="421" y="54"/>
                    <a:pt x="421" y="54"/>
                  </a:cubicBezTo>
                  <a:cubicBezTo>
                    <a:pt x="421" y="52"/>
                    <a:pt x="420" y="50"/>
                    <a:pt x="420" y="49"/>
                  </a:cubicBezTo>
                  <a:close/>
                  <a:moveTo>
                    <a:pt x="430" y="54"/>
                  </a:moveTo>
                  <a:cubicBezTo>
                    <a:pt x="430" y="53"/>
                    <a:pt x="430" y="53"/>
                    <a:pt x="430" y="52"/>
                  </a:cubicBezTo>
                  <a:cubicBezTo>
                    <a:pt x="430" y="53"/>
                    <a:pt x="431" y="53"/>
                    <a:pt x="432" y="54"/>
                  </a:cubicBezTo>
                  <a:cubicBezTo>
                    <a:pt x="430" y="56"/>
                    <a:pt x="429" y="58"/>
                    <a:pt x="428" y="60"/>
                  </a:cubicBezTo>
                  <a:cubicBezTo>
                    <a:pt x="428" y="59"/>
                    <a:pt x="428" y="58"/>
                    <a:pt x="428" y="57"/>
                  </a:cubicBezTo>
                  <a:cubicBezTo>
                    <a:pt x="429" y="57"/>
                    <a:pt x="431" y="56"/>
                    <a:pt x="430" y="54"/>
                  </a:cubicBezTo>
                  <a:close/>
                  <a:moveTo>
                    <a:pt x="368" y="187"/>
                  </a:moveTo>
                  <a:cubicBezTo>
                    <a:pt x="367" y="186"/>
                    <a:pt x="366" y="184"/>
                    <a:pt x="365" y="182"/>
                  </a:cubicBezTo>
                  <a:cubicBezTo>
                    <a:pt x="366" y="184"/>
                    <a:pt x="368" y="186"/>
                    <a:pt x="369" y="187"/>
                  </a:cubicBezTo>
                  <a:cubicBezTo>
                    <a:pt x="368" y="188"/>
                    <a:pt x="368" y="189"/>
                    <a:pt x="368" y="189"/>
                  </a:cubicBezTo>
                  <a:cubicBezTo>
                    <a:pt x="368" y="189"/>
                    <a:pt x="368" y="188"/>
                    <a:pt x="368" y="187"/>
                  </a:cubicBezTo>
                  <a:close/>
                  <a:moveTo>
                    <a:pt x="345" y="185"/>
                  </a:moveTo>
                  <a:cubicBezTo>
                    <a:pt x="345" y="183"/>
                    <a:pt x="344" y="182"/>
                    <a:pt x="344" y="180"/>
                  </a:cubicBezTo>
                  <a:cubicBezTo>
                    <a:pt x="346" y="183"/>
                    <a:pt x="347" y="186"/>
                    <a:pt x="349" y="188"/>
                  </a:cubicBezTo>
                  <a:cubicBezTo>
                    <a:pt x="350" y="191"/>
                    <a:pt x="352" y="194"/>
                    <a:pt x="353" y="196"/>
                  </a:cubicBezTo>
                  <a:cubicBezTo>
                    <a:pt x="353" y="195"/>
                    <a:pt x="352" y="195"/>
                    <a:pt x="352" y="195"/>
                  </a:cubicBezTo>
                  <a:cubicBezTo>
                    <a:pt x="349" y="191"/>
                    <a:pt x="347" y="188"/>
                    <a:pt x="345" y="185"/>
                  </a:cubicBezTo>
                  <a:close/>
                  <a:moveTo>
                    <a:pt x="281" y="321"/>
                  </a:moveTo>
                  <a:cubicBezTo>
                    <a:pt x="279" y="314"/>
                    <a:pt x="276" y="307"/>
                    <a:pt x="274" y="301"/>
                  </a:cubicBezTo>
                  <a:cubicBezTo>
                    <a:pt x="278" y="308"/>
                    <a:pt x="281" y="315"/>
                    <a:pt x="284" y="322"/>
                  </a:cubicBezTo>
                  <a:cubicBezTo>
                    <a:pt x="284" y="323"/>
                    <a:pt x="284" y="323"/>
                    <a:pt x="284" y="324"/>
                  </a:cubicBezTo>
                  <a:cubicBezTo>
                    <a:pt x="283" y="323"/>
                    <a:pt x="282" y="322"/>
                    <a:pt x="281" y="321"/>
                  </a:cubicBezTo>
                  <a:close/>
                  <a:moveTo>
                    <a:pt x="274" y="279"/>
                  </a:moveTo>
                  <a:cubicBezTo>
                    <a:pt x="273" y="277"/>
                    <a:pt x="272" y="274"/>
                    <a:pt x="271" y="271"/>
                  </a:cubicBezTo>
                  <a:cubicBezTo>
                    <a:pt x="271" y="270"/>
                    <a:pt x="272" y="270"/>
                    <a:pt x="272" y="270"/>
                  </a:cubicBezTo>
                  <a:cubicBezTo>
                    <a:pt x="276" y="281"/>
                    <a:pt x="280" y="292"/>
                    <a:pt x="283" y="304"/>
                  </a:cubicBezTo>
                  <a:cubicBezTo>
                    <a:pt x="281" y="296"/>
                    <a:pt x="277" y="288"/>
                    <a:pt x="274" y="279"/>
                  </a:cubicBezTo>
                  <a:close/>
                  <a:moveTo>
                    <a:pt x="284" y="277"/>
                  </a:moveTo>
                  <a:cubicBezTo>
                    <a:pt x="284" y="276"/>
                    <a:pt x="283" y="274"/>
                    <a:pt x="283" y="273"/>
                  </a:cubicBezTo>
                  <a:cubicBezTo>
                    <a:pt x="285" y="277"/>
                    <a:pt x="287" y="281"/>
                    <a:pt x="289" y="286"/>
                  </a:cubicBezTo>
                  <a:cubicBezTo>
                    <a:pt x="288" y="283"/>
                    <a:pt x="286" y="280"/>
                    <a:pt x="284" y="277"/>
                  </a:cubicBezTo>
                  <a:close/>
                  <a:moveTo>
                    <a:pt x="300" y="240"/>
                  </a:moveTo>
                  <a:cubicBezTo>
                    <a:pt x="300" y="239"/>
                    <a:pt x="300" y="239"/>
                    <a:pt x="300" y="239"/>
                  </a:cubicBezTo>
                  <a:cubicBezTo>
                    <a:pt x="301" y="240"/>
                    <a:pt x="301" y="240"/>
                    <a:pt x="302" y="241"/>
                  </a:cubicBezTo>
                  <a:cubicBezTo>
                    <a:pt x="302" y="242"/>
                    <a:pt x="303" y="243"/>
                    <a:pt x="303" y="244"/>
                  </a:cubicBezTo>
                  <a:cubicBezTo>
                    <a:pt x="302" y="243"/>
                    <a:pt x="301" y="241"/>
                    <a:pt x="300" y="240"/>
                  </a:cubicBezTo>
                  <a:close/>
                  <a:moveTo>
                    <a:pt x="316" y="223"/>
                  </a:moveTo>
                  <a:cubicBezTo>
                    <a:pt x="318" y="226"/>
                    <a:pt x="320" y="229"/>
                    <a:pt x="321" y="231"/>
                  </a:cubicBezTo>
                  <a:cubicBezTo>
                    <a:pt x="321" y="232"/>
                    <a:pt x="320" y="232"/>
                    <a:pt x="320" y="233"/>
                  </a:cubicBezTo>
                  <a:cubicBezTo>
                    <a:pt x="317" y="229"/>
                    <a:pt x="314" y="224"/>
                    <a:pt x="312" y="220"/>
                  </a:cubicBezTo>
                  <a:cubicBezTo>
                    <a:pt x="311" y="218"/>
                    <a:pt x="309" y="216"/>
                    <a:pt x="308" y="213"/>
                  </a:cubicBezTo>
                  <a:cubicBezTo>
                    <a:pt x="309" y="214"/>
                    <a:pt x="311" y="216"/>
                    <a:pt x="313" y="218"/>
                  </a:cubicBezTo>
                  <a:cubicBezTo>
                    <a:pt x="314" y="220"/>
                    <a:pt x="315" y="221"/>
                    <a:pt x="316" y="222"/>
                  </a:cubicBezTo>
                  <a:cubicBezTo>
                    <a:pt x="316" y="223"/>
                    <a:pt x="316" y="223"/>
                    <a:pt x="316" y="223"/>
                  </a:cubicBezTo>
                  <a:close/>
                  <a:moveTo>
                    <a:pt x="305" y="205"/>
                  </a:moveTo>
                  <a:cubicBezTo>
                    <a:pt x="305" y="204"/>
                    <a:pt x="304" y="203"/>
                    <a:pt x="304" y="202"/>
                  </a:cubicBezTo>
                  <a:cubicBezTo>
                    <a:pt x="304" y="203"/>
                    <a:pt x="305" y="205"/>
                    <a:pt x="306" y="206"/>
                  </a:cubicBezTo>
                  <a:cubicBezTo>
                    <a:pt x="305" y="206"/>
                    <a:pt x="305" y="206"/>
                    <a:pt x="305" y="205"/>
                  </a:cubicBezTo>
                  <a:close/>
                  <a:moveTo>
                    <a:pt x="315" y="280"/>
                  </a:moveTo>
                  <a:cubicBezTo>
                    <a:pt x="317" y="282"/>
                    <a:pt x="319" y="284"/>
                    <a:pt x="320" y="284"/>
                  </a:cubicBezTo>
                  <a:cubicBezTo>
                    <a:pt x="316" y="283"/>
                    <a:pt x="311" y="278"/>
                    <a:pt x="307" y="272"/>
                  </a:cubicBezTo>
                  <a:cubicBezTo>
                    <a:pt x="309" y="274"/>
                    <a:pt x="312" y="277"/>
                    <a:pt x="315" y="280"/>
                  </a:cubicBezTo>
                  <a:close/>
                  <a:moveTo>
                    <a:pt x="320" y="257"/>
                  </a:moveTo>
                  <a:cubicBezTo>
                    <a:pt x="320" y="256"/>
                    <a:pt x="320" y="255"/>
                    <a:pt x="320" y="255"/>
                  </a:cubicBezTo>
                  <a:cubicBezTo>
                    <a:pt x="318" y="252"/>
                    <a:pt x="317" y="250"/>
                    <a:pt x="315" y="247"/>
                  </a:cubicBezTo>
                  <a:cubicBezTo>
                    <a:pt x="315" y="247"/>
                    <a:pt x="315" y="247"/>
                    <a:pt x="315" y="246"/>
                  </a:cubicBezTo>
                  <a:cubicBezTo>
                    <a:pt x="316" y="248"/>
                    <a:pt x="318" y="250"/>
                    <a:pt x="319" y="252"/>
                  </a:cubicBezTo>
                  <a:cubicBezTo>
                    <a:pt x="319" y="252"/>
                    <a:pt x="319" y="252"/>
                    <a:pt x="319" y="252"/>
                  </a:cubicBezTo>
                  <a:cubicBezTo>
                    <a:pt x="319" y="252"/>
                    <a:pt x="320" y="253"/>
                    <a:pt x="321" y="255"/>
                  </a:cubicBezTo>
                  <a:cubicBezTo>
                    <a:pt x="321" y="255"/>
                    <a:pt x="322" y="256"/>
                    <a:pt x="322" y="256"/>
                  </a:cubicBezTo>
                  <a:cubicBezTo>
                    <a:pt x="321" y="256"/>
                    <a:pt x="320" y="256"/>
                    <a:pt x="320" y="257"/>
                  </a:cubicBezTo>
                  <a:close/>
                  <a:moveTo>
                    <a:pt x="320" y="243"/>
                  </a:moveTo>
                  <a:cubicBezTo>
                    <a:pt x="322" y="246"/>
                    <a:pt x="325" y="249"/>
                    <a:pt x="327" y="252"/>
                  </a:cubicBezTo>
                  <a:cubicBezTo>
                    <a:pt x="328" y="257"/>
                    <a:pt x="327" y="256"/>
                    <a:pt x="324" y="251"/>
                  </a:cubicBezTo>
                  <a:cubicBezTo>
                    <a:pt x="323" y="248"/>
                    <a:pt x="321" y="246"/>
                    <a:pt x="320" y="243"/>
                  </a:cubicBezTo>
                  <a:close/>
                  <a:moveTo>
                    <a:pt x="317" y="216"/>
                  </a:moveTo>
                  <a:cubicBezTo>
                    <a:pt x="317" y="216"/>
                    <a:pt x="318" y="216"/>
                    <a:pt x="318" y="216"/>
                  </a:cubicBezTo>
                  <a:cubicBezTo>
                    <a:pt x="319" y="218"/>
                    <a:pt x="321" y="220"/>
                    <a:pt x="322" y="223"/>
                  </a:cubicBezTo>
                  <a:cubicBezTo>
                    <a:pt x="322" y="223"/>
                    <a:pt x="322" y="223"/>
                    <a:pt x="322" y="223"/>
                  </a:cubicBezTo>
                  <a:cubicBezTo>
                    <a:pt x="320" y="221"/>
                    <a:pt x="319" y="218"/>
                    <a:pt x="317" y="216"/>
                  </a:cubicBezTo>
                  <a:close/>
                  <a:moveTo>
                    <a:pt x="324" y="161"/>
                  </a:moveTo>
                  <a:cubicBezTo>
                    <a:pt x="324" y="161"/>
                    <a:pt x="324" y="161"/>
                    <a:pt x="323" y="161"/>
                  </a:cubicBezTo>
                  <a:cubicBezTo>
                    <a:pt x="324" y="160"/>
                    <a:pt x="324" y="160"/>
                    <a:pt x="324" y="159"/>
                  </a:cubicBezTo>
                  <a:cubicBezTo>
                    <a:pt x="326" y="164"/>
                    <a:pt x="328" y="169"/>
                    <a:pt x="330" y="173"/>
                  </a:cubicBezTo>
                  <a:cubicBezTo>
                    <a:pt x="327" y="169"/>
                    <a:pt x="325" y="165"/>
                    <a:pt x="324" y="161"/>
                  </a:cubicBezTo>
                  <a:close/>
                  <a:moveTo>
                    <a:pt x="323" y="215"/>
                  </a:moveTo>
                  <a:cubicBezTo>
                    <a:pt x="323" y="215"/>
                    <a:pt x="323" y="216"/>
                    <a:pt x="323" y="216"/>
                  </a:cubicBezTo>
                  <a:cubicBezTo>
                    <a:pt x="323" y="216"/>
                    <a:pt x="323" y="215"/>
                    <a:pt x="322" y="215"/>
                  </a:cubicBezTo>
                  <a:cubicBezTo>
                    <a:pt x="321" y="212"/>
                    <a:pt x="319" y="210"/>
                    <a:pt x="318" y="208"/>
                  </a:cubicBezTo>
                  <a:cubicBezTo>
                    <a:pt x="316" y="204"/>
                    <a:pt x="319" y="208"/>
                    <a:pt x="323" y="213"/>
                  </a:cubicBezTo>
                  <a:cubicBezTo>
                    <a:pt x="323" y="214"/>
                    <a:pt x="323" y="214"/>
                    <a:pt x="323" y="215"/>
                  </a:cubicBezTo>
                  <a:close/>
                  <a:moveTo>
                    <a:pt x="323" y="189"/>
                  </a:moveTo>
                  <a:cubicBezTo>
                    <a:pt x="323" y="189"/>
                    <a:pt x="324" y="190"/>
                    <a:pt x="324" y="190"/>
                  </a:cubicBezTo>
                  <a:cubicBezTo>
                    <a:pt x="324" y="190"/>
                    <a:pt x="324" y="191"/>
                    <a:pt x="324" y="191"/>
                  </a:cubicBezTo>
                  <a:cubicBezTo>
                    <a:pt x="324" y="190"/>
                    <a:pt x="323" y="190"/>
                    <a:pt x="323" y="189"/>
                  </a:cubicBezTo>
                  <a:close/>
                  <a:moveTo>
                    <a:pt x="333" y="188"/>
                  </a:moveTo>
                  <a:cubicBezTo>
                    <a:pt x="335" y="192"/>
                    <a:pt x="338" y="195"/>
                    <a:pt x="341" y="199"/>
                  </a:cubicBezTo>
                  <a:cubicBezTo>
                    <a:pt x="340" y="200"/>
                    <a:pt x="340" y="200"/>
                    <a:pt x="340" y="201"/>
                  </a:cubicBezTo>
                  <a:cubicBezTo>
                    <a:pt x="337" y="196"/>
                    <a:pt x="335" y="192"/>
                    <a:pt x="333" y="188"/>
                  </a:cubicBezTo>
                  <a:close/>
                  <a:moveTo>
                    <a:pt x="340" y="203"/>
                  </a:moveTo>
                  <a:cubicBezTo>
                    <a:pt x="337" y="199"/>
                    <a:pt x="334" y="195"/>
                    <a:pt x="331" y="191"/>
                  </a:cubicBezTo>
                  <a:cubicBezTo>
                    <a:pt x="331" y="190"/>
                    <a:pt x="331" y="190"/>
                    <a:pt x="331" y="189"/>
                  </a:cubicBezTo>
                  <a:cubicBezTo>
                    <a:pt x="334" y="192"/>
                    <a:pt x="337" y="199"/>
                    <a:pt x="340" y="203"/>
                  </a:cubicBezTo>
                  <a:close/>
                  <a:moveTo>
                    <a:pt x="392" y="43"/>
                  </a:moveTo>
                  <a:cubicBezTo>
                    <a:pt x="393" y="45"/>
                    <a:pt x="394" y="47"/>
                    <a:pt x="395" y="49"/>
                  </a:cubicBezTo>
                  <a:cubicBezTo>
                    <a:pt x="395" y="49"/>
                    <a:pt x="395" y="49"/>
                    <a:pt x="395" y="49"/>
                  </a:cubicBezTo>
                  <a:cubicBezTo>
                    <a:pt x="394" y="47"/>
                    <a:pt x="392" y="47"/>
                    <a:pt x="390" y="48"/>
                  </a:cubicBezTo>
                  <a:cubicBezTo>
                    <a:pt x="389" y="46"/>
                    <a:pt x="388" y="43"/>
                    <a:pt x="388" y="40"/>
                  </a:cubicBezTo>
                  <a:cubicBezTo>
                    <a:pt x="389" y="41"/>
                    <a:pt x="391" y="42"/>
                    <a:pt x="392" y="43"/>
                  </a:cubicBezTo>
                  <a:close/>
                  <a:moveTo>
                    <a:pt x="403" y="51"/>
                  </a:moveTo>
                  <a:cubicBezTo>
                    <a:pt x="404" y="53"/>
                    <a:pt x="406" y="55"/>
                    <a:pt x="407" y="56"/>
                  </a:cubicBezTo>
                  <a:cubicBezTo>
                    <a:pt x="409" y="61"/>
                    <a:pt x="410" y="65"/>
                    <a:pt x="413" y="68"/>
                  </a:cubicBezTo>
                  <a:cubicBezTo>
                    <a:pt x="414" y="70"/>
                    <a:pt x="414" y="73"/>
                    <a:pt x="415" y="75"/>
                  </a:cubicBezTo>
                  <a:cubicBezTo>
                    <a:pt x="414" y="74"/>
                    <a:pt x="413" y="73"/>
                    <a:pt x="412" y="71"/>
                  </a:cubicBezTo>
                  <a:cubicBezTo>
                    <a:pt x="408" y="64"/>
                    <a:pt x="405" y="57"/>
                    <a:pt x="402" y="50"/>
                  </a:cubicBezTo>
                  <a:cubicBezTo>
                    <a:pt x="402" y="51"/>
                    <a:pt x="403" y="51"/>
                    <a:pt x="403" y="51"/>
                  </a:cubicBezTo>
                  <a:close/>
                  <a:moveTo>
                    <a:pt x="413" y="96"/>
                  </a:moveTo>
                  <a:cubicBezTo>
                    <a:pt x="413" y="94"/>
                    <a:pt x="412" y="92"/>
                    <a:pt x="412" y="91"/>
                  </a:cubicBezTo>
                  <a:cubicBezTo>
                    <a:pt x="413" y="90"/>
                    <a:pt x="414" y="89"/>
                    <a:pt x="415" y="87"/>
                  </a:cubicBezTo>
                  <a:cubicBezTo>
                    <a:pt x="415" y="90"/>
                    <a:pt x="414" y="93"/>
                    <a:pt x="413" y="96"/>
                  </a:cubicBezTo>
                  <a:close/>
                  <a:moveTo>
                    <a:pt x="398" y="128"/>
                  </a:moveTo>
                  <a:cubicBezTo>
                    <a:pt x="397" y="126"/>
                    <a:pt x="396" y="124"/>
                    <a:pt x="395" y="122"/>
                  </a:cubicBezTo>
                  <a:cubicBezTo>
                    <a:pt x="396" y="122"/>
                    <a:pt x="396" y="122"/>
                    <a:pt x="397" y="122"/>
                  </a:cubicBezTo>
                  <a:cubicBezTo>
                    <a:pt x="398" y="123"/>
                    <a:pt x="400" y="122"/>
                    <a:pt x="400" y="121"/>
                  </a:cubicBezTo>
                  <a:cubicBezTo>
                    <a:pt x="401" y="120"/>
                    <a:pt x="401" y="120"/>
                    <a:pt x="401" y="119"/>
                  </a:cubicBezTo>
                  <a:cubicBezTo>
                    <a:pt x="401" y="118"/>
                    <a:pt x="401" y="117"/>
                    <a:pt x="401" y="116"/>
                  </a:cubicBezTo>
                  <a:cubicBezTo>
                    <a:pt x="401" y="115"/>
                    <a:pt x="401" y="115"/>
                    <a:pt x="401" y="115"/>
                  </a:cubicBezTo>
                  <a:cubicBezTo>
                    <a:pt x="401" y="116"/>
                    <a:pt x="401" y="117"/>
                    <a:pt x="402" y="117"/>
                  </a:cubicBezTo>
                  <a:cubicBezTo>
                    <a:pt x="402" y="118"/>
                    <a:pt x="402" y="118"/>
                    <a:pt x="403" y="118"/>
                  </a:cubicBezTo>
                  <a:cubicBezTo>
                    <a:pt x="401" y="122"/>
                    <a:pt x="400" y="125"/>
                    <a:pt x="398" y="128"/>
                  </a:cubicBezTo>
                  <a:close/>
                  <a:moveTo>
                    <a:pt x="377" y="153"/>
                  </a:moveTo>
                  <a:cubicBezTo>
                    <a:pt x="377" y="152"/>
                    <a:pt x="377" y="150"/>
                    <a:pt x="376" y="149"/>
                  </a:cubicBezTo>
                  <a:cubicBezTo>
                    <a:pt x="378" y="151"/>
                    <a:pt x="379" y="154"/>
                    <a:pt x="380" y="156"/>
                  </a:cubicBezTo>
                  <a:cubicBezTo>
                    <a:pt x="381" y="157"/>
                    <a:pt x="383" y="158"/>
                    <a:pt x="384" y="158"/>
                  </a:cubicBezTo>
                  <a:cubicBezTo>
                    <a:pt x="383" y="159"/>
                    <a:pt x="382" y="160"/>
                    <a:pt x="382" y="162"/>
                  </a:cubicBezTo>
                  <a:cubicBezTo>
                    <a:pt x="380" y="159"/>
                    <a:pt x="379" y="156"/>
                    <a:pt x="377" y="153"/>
                  </a:cubicBezTo>
                  <a:close/>
                  <a:moveTo>
                    <a:pt x="378" y="169"/>
                  </a:moveTo>
                  <a:cubicBezTo>
                    <a:pt x="378" y="169"/>
                    <a:pt x="378" y="170"/>
                    <a:pt x="378" y="170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ubicBezTo>
                    <a:pt x="378" y="169"/>
                    <a:pt x="378" y="169"/>
                    <a:pt x="378" y="169"/>
                  </a:cubicBezTo>
                  <a:close/>
                  <a:moveTo>
                    <a:pt x="386" y="153"/>
                  </a:move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6" y="153"/>
                    <a:pt x="386" y="153"/>
                    <a:pt x="386" y="153"/>
                  </a:cubicBezTo>
                  <a:cubicBezTo>
                    <a:pt x="380" y="139"/>
                    <a:pt x="371" y="126"/>
                    <a:pt x="366" y="112"/>
                  </a:cubicBezTo>
                  <a:cubicBezTo>
                    <a:pt x="373" y="124"/>
                    <a:pt x="382" y="135"/>
                    <a:pt x="389" y="147"/>
                  </a:cubicBezTo>
                  <a:cubicBezTo>
                    <a:pt x="388" y="149"/>
                    <a:pt x="387" y="151"/>
                    <a:pt x="386" y="153"/>
                  </a:cubicBezTo>
                  <a:close/>
                  <a:moveTo>
                    <a:pt x="361" y="127"/>
                  </a:moveTo>
                  <a:cubicBezTo>
                    <a:pt x="358" y="122"/>
                    <a:pt x="354" y="117"/>
                    <a:pt x="351" y="111"/>
                  </a:cubicBezTo>
                  <a:cubicBezTo>
                    <a:pt x="351" y="110"/>
                    <a:pt x="352" y="108"/>
                    <a:pt x="352" y="106"/>
                  </a:cubicBezTo>
                  <a:cubicBezTo>
                    <a:pt x="354" y="113"/>
                    <a:pt x="358" y="120"/>
                    <a:pt x="361" y="127"/>
                  </a:cubicBezTo>
                  <a:close/>
                  <a:moveTo>
                    <a:pt x="411" y="82"/>
                  </a:moveTo>
                  <a:cubicBezTo>
                    <a:pt x="412" y="83"/>
                    <a:pt x="413" y="83"/>
                    <a:pt x="414" y="83"/>
                  </a:cubicBezTo>
                  <a:cubicBezTo>
                    <a:pt x="414" y="83"/>
                    <a:pt x="414" y="83"/>
                    <a:pt x="414" y="83"/>
                  </a:cubicBezTo>
                  <a:cubicBezTo>
                    <a:pt x="413" y="85"/>
                    <a:pt x="412" y="86"/>
                    <a:pt x="411" y="86"/>
                  </a:cubicBezTo>
                  <a:cubicBezTo>
                    <a:pt x="410" y="85"/>
                    <a:pt x="409" y="85"/>
                    <a:pt x="408" y="85"/>
                  </a:cubicBezTo>
                  <a:cubicBezTo>
                    <a:pt x="408" y="85"/>
                    <a:pt x="408" y="85"/>
                    <a:pt x="408" y="85"/>
                  </a:cubicBezTo>
                  <a:cubicBezTo>
                    <a:pt x="407" y="84"/>
                    <a:pt x="406" y="83"/>
                    <a:pt x="405" y="83"/>
                  </a:cubicBezTo>
                  <a:cubicBezTo>
                    <a:pt x="404" y="81"/>
                    <a:pt x="404" y="79"/>
                    <a:pt x="404" y="76"/>
                  </a:cubicBezTo>
                  <a:cubicBezTo>
                    <a:pt x="403" y="74"/>
                    <a:pt x="401" y="74"/>
                    <a:pt x="400" y="75"/>
                  </a:cubicBezTo>
                  <a:cubicBezTo>
                    <a:pt x="399" y="73"/>
                    <a:pt x="398" y="70"/>
                    <a:pt x="397" y="68"/>
                  </a:cubicBezTo>
                  <a:cubicBezTo>
                    <a:pt x="397" y="68"/>
                    <a:pt x="397" y="69"/>
                    <a:pt x="397" y="69"/>
                  </a:cubicBezTo>
                  <a:cubicBezTo>
                    <a:pt x="398" y="70"/>
                    <a:pt x="399" y="70"/>
                    <a:pt x="400" y="70"/>
                  </a:cubicBezTo>
                  <a:cubicBezTo>
                    <a:pt x="404" y="74"/>
                    <a:pt x="407" y="78"/>
                    <a:pt x="411" y="82"/>
                  </a:cubicBezTo>
                  <a:close/>
                  <a:moveTo>
                    <a:pt x="401" y="95"/>
                  </a:moveTo>
                  <a:cubicBezTo>
                    <a:pt x="401" y="96"/>
                    <a:pt x="401" y="98"/>
                    <a:pt x="401" y="100"/>
                  </a:cubicBezTo>
                  <a:cubicBezTo>
                    <a:pt x="400" y="99"/>
                    <a:pt x="400" y="99"/>
                    <a:pt x="400" y="98"/>
                  </a:cubicBezTo>
                  <a:cubicBezTo>
                    <a:pt x="399" y="96"/>
                    <a:pt x="399" y="94"/>
                    <a:pt x="399" y="92"/>
                  </a:cubicBezTo>
                  <a:cubicBezTo>
                    <a:pt x="399" y="93"/>
                    <a:pt x="400" y="94"/>
                    <a:pt x="401" y="95"/>
                  </a:cubicBezTo>
                  <a:close/>
                  <a:moveTo>
                    <a:pt x="380" y="36"/>
                  </a:moveTo>
                  <a:cubicBezTo>
                    <a:pt x="381" y="37"/>
                    <a:pt x="381" y="38"/>
                    <a:pt x="381" y="38"/>
                  </a:cubicBezTo>
                  <a:cubicBezTo>
                    <a:pt x="381" y="38"/>
                    <a:pt x="380" y="38"/>
                    <a:pt x="380" y="38"/>
                  </a:cubicBezTo>
                  <a:cubicBezTo>
                    <a:pt x="380" y="38"/>
                    <a:pt x="380" y="37"/>
                    <a:pt x="380" y="36"/>
                  </a:cubicBezTo>
                  <a:close/>
                  <a:moveTo>
                    <a:pt x="377" y="40"/>
                  </a:moveTo>
                  <a:cubicBezTo>
                    <a:pt x="377" y="42"/>
                    <a:pt x="376" y="45"/>
                    <a:pt x="375" y="47"/>
                  </a:cubicBezTo>
                  <a:cubicBezTo>
                    <a:pt x="375" y="47"/>
                    <a:pt x="374" y="47"/>
                    <a:pt x="374" y="46"/>
                  </a:cubicBezTo>
                  <a:cubicBezTo>
                    <a:pt x="375" y="44"/>
                    <a:pt x="376" y="42"/>
                    <a:pt x="377" y="40"/>
                  </a:cubicBezTo>
                  <a:cubicBezTo>
                    <a:pt x="377" y="40"/>
                    <a:pt x="377" y="40"/>
                    <a:pt x="377" y="40"/>
                  </a:cubicBezTo>
                  <a:close/>
                  <a:moveTo>
                    <a:pt x="378" y="43"/>
                  </a:moveTo>
                  <a:cubicBezTo>
                    <a:pt x="382" y="51"/>
                    <a:pt x="386" y="59"/>
                    <a:pt x="390" y="67"/>
                  </a:cubicBezTo>
                  <a:cubicBezTo>
                    <a:pt x="385" y="60"/>
                    <a:pt x="381" y="54"/>
                    <a:pt x="376" y="48"/>
                  </a:cubicBezTo>
                  <a:cubicBezTo>
                    <a:pt x="377" y="46"/>
                    <a:pt x="377" y="45"/>
                    <a:pt x="378" y="43"/>
                  </a:cubicBezTo>
                  <a:close/>
                  <a:moveTo>
                    <a:pt x="393" y="83"/>
                  </a:moveTo>
                  <a:cubicBezTo>
                    <a:pt x="393" y="83"/>
                    <a:pt x="392" y="83"/>
                    <a:pt x="392" y="83"/>
                  </a:cubicBezTo>
                  <a:cubicBezTo>
                    <a:pt x="392" y="83"/>
                    <a:pt x="393" y="84"/>
                    <a:pt x="393" y="84"/>
                  </a:cubicBezTo>
                  <a:cubicBezTo>
                    <a:pt x="391" y="82"/>
                    <a:pt x="390" y="79"/>
                    <a:pt x="389" y="77"/>
                  </a:cubicBezTo>
                  <a:cubicBezTo>
                    <a:pt x="390" y="79"/>
                    <a:pt x="391" y="81"/>
                    <a:pt x="393" y="83"/>
                  </a:cubicBezTo>
                  <a:close/>
                  <a:moveTo>
                    <a:pt x="390" y="113"/>
                  </a:moveTo>
                  <a:cubicBezTo>
                    <a:pt x="391" y="114"/>
                    <a:pt x="392" y="115"/>
                    <a:pt x="393" y="116"/>
                  </a:cubicBezTo>
                  <a:cubicBezTo>
                    <a:pt x="392" y="116"/>
                    <a:pt x="392" y="116"/>
                    <a:pt x="392" y="116"/>
                  </a:cubicBezTo>
                  <a:cubicBezTo>
                    <a:pt x="392" y="115"/>
                    <a:pt x="391" y="114"/>
                    <a:pt x="390" y="113"/>
                  </a:cubicBezTo>
                  <a:close/>
                  <a:moveTo>
                    <a:pt x="391" y="129"/>
                  </a:moveTo>
                  <a:cubicBezTo>
                    <a:pt x="391" y="131"/>
                    <a:pt x="391" y="131"/>
                    <a:pt x="391" y="131"/>
                  </a:cubicBezTo>
                  <a:cubicBezTo>
                    <a:pt x="390" y="129"/>
                    <a:pt x="390" y="128"/>
                    <a:pt x="389" y="127"/>
                  </a:cubicBezTo>
                  <a:cubicBezTo>
                    <a:pt x="389" y="127"/>
                    <a:pt x="390" y="128"/>
                    <a:pt x="391" y="129"/>
                  </a:cubicBezTo>
                  <a:close/>
                  <a:moveTo>
                    <a:pt x="392" y="133"/>
                  </a:moveTo>
                  <a:cubicBezTo>
                    <a:pt x="392" y="133"/>
                    <a:pt x="393" y="133"/>
                    <a:pt x="393" y="133"/>
                  </a:cubicBezTo>
                  <a:cubicBezTo>
                    <a:pt x="393" y="133"/>
                    <a:pt x="394" y="133"/>
                    <a:pt x="394" y="134"/>
                  </a:cubicBezTo>
                  <a:cubicBezTo>
                    <a:pt x="394" y="134"/>
                    <a:pt x="395" y="135"/>
                    <a:pt x="395" y="135"/>
                  </a:cubicBezTo>
                  <a:cubicBezTo>
                    <a:pt x="395" y="136"/>
                    <a:pt x="394" y="136"/>
                    <a:pt x="394" y="137"/>
                  </a:cubicBezTo>
                  <a:cubicBezTo>
                    <a:pt x="393" y="136"/>
                    <a:pt x="393" y="135"/>
                    <a:pt x="392" y="133"/>
                  </a:cubicBezTo>
                  <a:close/>
                  <a:moveTo>
                    <a:pt x="369" y="59"/>
                  </a:moveTo>
                  <a:cubicBezTo>
                    <a:pt x="374" y="68"/>
                    <a:pt x="380" y="77"/>
                    <a:pt x="386" y="86"/>
                  </a:cubicBezTo>
                  <a:cubicBezTo>
                    <a:pt x="389" y="92"/>
                    <a:pt x="391" y="99"/>
                    <a:pt x="393" y="106"/>
                  </a:cubicBezTo>
                  <a:cubicBezTo>
                    <a:pt x="384" y="92"/>
                    <a:pt x="376" y="78"/>
                    <a:pt x="366" y="66"/>
                  </a:cubicBezTo>
                  <a:cubicBezTo>
                    <a:pt x="367" y="64"/>
                    <a:pt x="368" y="61"/>
                    <a:pt x="369" y="59"/>
                  </a:cubicBezTo>
                  <a:close/>
                  <a:moveTo>
                    <a:pt x="363" y="76"/>
                  </a:moveTo>
                  <a:cubicBezTo>
                    <a:pt x="363" y="76"/>
                    <a:pt x="362" y="76"/>
                    <a:pt x="362" y="76"/>
                  </a:cubicBezTo>
                  <a:cubicBezTo>
                    <a:pt x="362" y="75"/>
                    <a:pt x="362" y="75"/>
                    <a:pt x="362" y="74"/>
                  </a:cubicBezTo>
                  <a:cubicBezTo>
                    <a:pt x="363" y="75"/>
                    <a:pt x="363" y="75"/>
                    <a:pt x="363" y="76"/>
                  </a:cubicBezTo>
                  <a:close/>
                  <a:moveTo>
                    <a:pt x="342" y="134"/>
                  </a:moveTo>
                  <a:cubicBezTo>
                    <a:pt x="345" y="139"/>
                    <a:pt x="347" y="144"/>
                    <a:pt x="350" y="149"/>
                  </a:cubicBezTo>
                  <a:cubicBezTo>
                    <a:pt x="350" y="150"/>
                    <a:pt x="351" y="150"/>
                    <a:pt x="351" y="150"/>
                  </a:cubicBezTo>
                  <a:cubicBezTo>
                    <a:pt x="348" y="146"/>
                    <a:pt x="344" y="141"/>
                    <a:pt x="341" y="136"/>
                  </a:cubicBezTo>
                  <a:cubicBezTo>
                    <a:pt x="342" y="135"/>
                    <a:pt x="342" y="134"/>
                    <a:pt x="342" y="134"/>
                  </a:cubicBezTo>
                  <a:close/>
                  <a:moveTo>
                    <a:pt x="345" y="165"/>
                  </a:moveTo>
                  <a:cubicBezTo>
                    <a:pt x="347" y="167"/>
                    <a:pt x="348" y="170"/>
                    <a:pt x="349" y="172"/>
                  </a:cubicBezTo>
                  <a:cubicBezTo>
                    <a:pt x="349" y="172"/>
                    <a:pt x="349" y="172"/>
                    <a:pt x="349" y="173"/>
                  </a:cubicBezTo>
                  <a:cubicBezTo>
                    <a:pt x="347" y="170"/>
                    <a:pt x="346" y="168"/>
                    <a:pt x="344" y="165"/>
                  </a:cubicBezTo>
                  <a:cubicBezTo>
                    <a:pt x="344" y="165"/>
                    <a:pt x="345" y="164"/>
                    <a:pt x="345" y="163"/>
                  </a:cubicBezTo>
                  <a:cubicBezTo>
                    <a:pt x="345" y="164"/>
                    <a:pt x="345" y="164"/>
                    <a:pt x="345" y="165"/>
                  </a:cubicBezTo>
                  <a:close/>
                  <a:moveTo>
                    <a:pt x="354" y="155"/>
                  </a:moveTo>
                  <a:cubicBezTo>
                    <a:pt x="353" y="155"/>
                    <a:pt x="353" y="154"/>
                    <a:pt x="353" y="154"/>
                  </a:cubicBezTo>
                  <a:cubicBezTo>
                    <a:pt x="355" y="156"/>
                    <a:pt x="357" y="159"/>
                    <a:pt x="359" y="161"/>
                  </a:cubicBezTo>
                  <a:cubicBezTo>
                    <a:pt x="360" y="163"/>
                    <a:pt x="361" y="163"/>
                    <a:pt x="362" y="162"/>
                  </a:cubicBezTo>
                  <a:cubicBezTo>
                    <a:pt x="364" y="167"/>
                    <a:pt x="366" y="171"/>
                    <a:pt x="368" y="176"/>
                  </a:cubicBezTo>
                  <a:cubicBezTo>
                    <a:pt x="375" y="196"/>
                    <a:pt x="363" y="170"/>
                    <a:pt x="360" y="166"/>
                  </a:cubicBezTo>
                  <a:cubicBezTo>
                    <a:pt x="358" y="162"/>
                    <a:pt x="356" y="159"/>
                    <a:pt x="354" y="155"/>
                  </a:cubicBezTo>
                  <a:close/>
                  <a:moveTo>
                    <a:pt x="371" y="171"/>
                  </a:moveTo>
                  <a:cubicBezTo>
                    <a:pt x="371" y="171"/>
                    <a:pt x="371" y="172"/>
                    <a:pt x="372" y="173"/>
                  </a:cubicBezTo>
                  <a:cubicBezTo>
                    <a:pt x="372" y="174"/>
                    <a:pt x="374" y="174"/>
                    <a:pt x="376" y="174"/>
                  </a:cubicBezTo>
                  <a:cubicBezTo>
                    <a:pt x="375" y="175"/>
                    <a:pt x="374" y="177"/>
                    <a:pt x="373" y="179"/>
                  </a:cubicBezTo>
                  <a:cubicBezTo>
                    <a:pt x="372" y="176"/>
                    <a:pt x="372" y="174"/>
                    <a:pt x="371" y="171"/>
                  </a:cubicBezTo>
                  <a:close/>
                  <a:moveTo>
                    <a:pt x="404" y="37"/>
                  </a:moveTo>
                  <a:cubicBezTo>
                    <a:pt x="405" y="38"/>
                    <a:pt x="405" y="38"/>
                    <a:pt x="406" y="38"/>
                  </a:cubicBezTo>
                  <a:cubicBezTo>
                    <a:pt x="406" y="39"/>
                    <a:pt x="406" y="39"/>
                    <a:pt x="406" y="40"/>
                  </a:cubicBezTo>
                  <a:cubicBezTo>
                    <a:pt x="405" y="39"/>
                    <a:pt x="405" y="38"/>
                    <a:pt x="404" y="37"/>
                  </a:cubicBezTo>
                  <a:close/>
                  <a:moveTo>
                    <a:pt x="385" y="31"/>
                  </a:moveTo>
                  <a:cubicBezTo>
                    <a:pt x="385" y="31"/>
                    <a:pt x="385" y="31"/>
                    <a:pt x="384" y="31"/>
                  </a:cubicBezTo>
                  <a:cubicBezTo>
                    <a:pt x="385" y="31"/>
                    <a:pt x="385" y="31"/>
                    <a:pt x="385" y="30"/>
                  </a:cubicBezTo>
                  <a:cubicBezTo>
                    <a:pt x="386" y="31"/>
                    <a:pt x="386" y="31"/>
                    <a:pt x="386" y="32"/>
                  </a:cubicBezTo>
                  <a:cubicBezTo>
                    <a:pt x="386" y="32"/>
                    <a:pt x="385" y="31"/>
                    <a:pt x="385" y="31"/>
                  </a:cubicBezTo>
                  <a:close/>
                  <a:moveTo>
                    <a:pt x="337" y="131"/>
                  </a:move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ubicBezTo>
                    <a:pt x="337" y="131"/>
                    <a:pt x="337" y="131"/>
                    <a:pt x="337" y="131"/>
                  </a:cubicBezTo>
                  <a:close/>
                  <a:moveTo>
                    <a:pt x="335" y="135"/>
                  </a:moveTo>
                  <a:cubicBezTo>
                    <a:pt x="335" y="135"/>
                    <a:pt x="335" y="135"/>
                    <a:pt x="335" y="135"/>
                  </a:cubicBezTo>
                  <a:cubicBezTo>
                    <a:pt x="337" y="138"/>
                    <a:pt x="338" y="141"/>
                    <a:pt x="340" y="144"/>
                  </a:cubicBezTo>
                  <a:cubicBezTo>
                    <a:pt x="339" y="143"/>
                    <a:pt x="339" y="142"/>
                    <a:pt x="338" y="141"/>
                  </a:cubicBezTo>
                  <a:cubicBezTo>
                    <a:pt x="336" y="139"/>
                    <a:pt x="332" y="141"/>
                    <a:pt x="334" y="144"/>
                  </a:cubicBezTo>
                  <a:cubicBezTo>
                    <a:pt x="337" y="149"/>
                    <a:pt x="339" y="153"/>
                    <a:pt x="342" y="158"/>
                  </a:cubicBezTo>
                  <a:cubicBezTo>
                    <a:pt x="342" y="159"/>
                    <a:pt x="342" y="160"/>
                    <a:pt x="342" y="161"/>
                  </a:cubicBezTo>
                  <a:cubicBezTo>
                    <a:pt x="338" y="156"/>
                    <a:pt x="335" y="151"/>
                    <a:pt x="332" y="146"/>
                  </a:cubicBezTo>
                  <a:cubicBezTo>
                    <a:pt x="332" y="145"/>
                    <a:pt x="331" y="145"/>
                    <a:pt x="331" y="145"/>
                  </a:cubicBezTo>
                  <a:cubicBezTo>
                    <a:pt x="332" y="141"/>
                    <a:pt x="334" y="138"/>
                    <a:pt x="335" y="135"/>
                  </a:cubicBezTo>
                  <a:close/>
                  <a:moveTo>
                    <a:pt x="328" y="150"/>
                  </a:moveTo>
                  <a:cubicBezTo>
                    <a:pt x="332" y="159"/>
                    <a:pt x="337" y="168"/>
                    <a:pt x="342" y="176"/>
                  </a:cubicBezTo>
                  <a:cubicBezTo>
                    <a:pt x="342" y="178"/>
                    <a:pt x="342" y="180"/>
                    <a:pt x="343" y="182"/>
                  </a:cubicBezTo>
                  <a:cubicBezTo>
                    <a:pt x="337" y="174"/>
                    <a:pt x="332" y="165"/>
                    <a:pt x="328" y="155"/>
                  </a:cubicBezTo>
                  <a:cubicBezTo>
                    <a:pt x="328" y="154"/>
                    <a:pt x="327" y="154"/>
                    <a:pt x="327" y="154"/>
                  </a:cubicBezTo>
                  <a:cubicBezTo>
                    <a:pt x="327" y="152"/>
                    <a:pt x="328" y="151"/>
                    <a:pt x="328" y="150"/>
                  </a:cubicBezTo>
                  <a:close/>
                  <a:moveTo>
                    <a:pt x="320" y="168"/>
                  </a:moveTo>
                  <a:cubicBezTo>
                    <a:pt x="320" y="171"/>
                    <a:pt x="321" y="173"/>
                    <a:pt x="321" y="176"/>
                  </a:cubicBezTo>
                  <a:cubicBezTo>
                    <a:pt x="320" y="174"/>
                    <a:pt x="319" y="173"/>
                    <a:pt x="319" y="171"/>
                  </a:cubicBezTo>
                  <a:cubicBezTo>
                    <a:pt x="319" y="170"/>
                    <a:pt x="319" y="169"/>
                    <a:pt x="320" y="168"/>
                  </a:cubicBezTo>
                  <a:close/>
                  <a:moveTo>
                    <a:pt x="315" y="181"/>
                  </a:moveTo>
                  <a:cubicBezTo>
                    <a:pt x="315" y="180"/>
                    <a:pt x="314" y="180"/>
                    <a:pt x="314" y="180"/>
                  </a:cubicBezTo>
                  <a:cubicBezTo>
                    <a:pt x="314" y="180"/>
                    <a:pt x="314" y="180"/>
                    <a:pt x="315" y="179"/>
                  </a:cubicBezTo>
                  <a:cubicBezTo>
                    <a:pt x="315" y="180"/>
                    <a:pt x="315" y="180"/>
                    <a:pt x="315" y="181"/>
                  </a:cubicBezTo>
                  <a:close/>
                  <a:moveTo>
                    <a:pt x="311" y="186"/>
                  </a:moveTo>
                  <a:cubicBezTo>
                    <a:pt x="311" y="190"/>
                    <a:pt x="312" y="193"/>
                    <a:pt x="313" y="195"/>
                  </a:cubicBezTo>
                  <a:cubicBezTo>
                    <a:pt x="312" y="195"/>
                    <a:pt x="312" y="194"/>
                    <a:pt x="311" y="193"/>
                  </a:cubicBezTo>
                  <a:cubicBezTo>
                    <a:pt x="311" y="192"/>
                    <a:pt x="310" y="193"/>
                    <a:pt x="310" y="193"/>
                  </a:cubicBezTo>
                  <a:cubicBezTo>
                    <a:pt x="311" y="195"/>
                    <a:pt x="312" y="196"/>
                    <a:pt x="313" y="197"/>
                  </a:cubicBezTo>
                  <a:cubicBezTo>
                    <a:pt x="312" y="197"/>
                    <a:pt x="311" y="197"/>
                    <a:pt x="311" y="198"/>
                  </a:cubicBezTo>
                  <a:cubicBezTo>
                    <a:pt x="310" y="197"/>
                    <a:pt x="308" y="195"/>
                    <a:pt x="307" y="194"/>
                  </a:cubicBezTo>
                  <a:cubicBezTo>
                    <a:pt x="309" y="192"/>
                    <a:pt x="310" y="189"/>
                    <a:pt x="311" y="187"/>
                  </a:cubicBezTo>
                  <a:cubicBezTo>
                    <a:pt x="311" y="187"/>
                    <a:pt x="311" y="186"/>
                    <a:pt x="311" y="186"/>
                  </a:cubicBezTo>
                  <a:close/>
                  <a:moveTo>
                    <a:pt x="305" y="199"/>
                  </a:moveTo>
                  <a:cubicBezTo>
                    <a:pt x="309" y="203"/>
                    <a:pt x="312" y="207"/>
                    <a:pt x="315" y="212"/>
                  </a:cubicBezTo>
                  <a:cubicBezTo>
                    <a:pt x="315" y="212"/>
                    <a:pt x="315" y="213"/>
                    <a:pt x="316" y="214"/>
                  </a:cubicBezTo>
                  <a:cubicBezTo>
                    <a:pt x="312" y="209"/>
                    <a:pt x="309" y="204"/>
                    <a:pt x="305" y="199"/>
                  </a:cubicBezTo>
                  <a:cubicBezTo>
                    <a:pt x="305" y="199"/>
                    <a:pt x="305" y="199"/>
                    <a:pt x="305" y="199"/>
                  </a:cubicBezTo>
                  <a:close/>
                  <a:moveTo>
                    <a:pt x="300" y="223"/>
                  </a:moveTo>
                  <a:cubicBezTo>
                    <a:pt x="299" y="224"/>
                    <a:pt x="299" y="224"/>
                    <a:pt x="299" y="224"/>
                  </a:cubicBezTo>
                  <a:cubicBezTo>
                    <a:pt x="298" y="223"/>
                    <a:pt x="296" y="221"/>
                    <a:pt x="295" y="220"/>
                  </a:cubicBezTo>
                  <a:cubicBezTo>
                    <a:pt x="296" y="219"/>
                    <a:pt x="296" y="218"/>
                    <a:pt x="297" y="217"/>
                  </a:cubicBezTo>
                  <a:cubicBezTo>
                    <a:pt x="298" y="219"/>
                    <a:pt x="299" y="221"/>
                    <a:pt x="300" y="223"/>
                  </a:cubicBezTo>
                  <a:close/>
                  <a:moveTo>
                    <a:pt x="293" y="226"/>
                  </a:moveTo>
                  <a:cubicBezTo>
                    <a:pt x="294" y="228"/>
                    <a:pt x="295" y="230"/>
                    <a:pt x="296" y="232"/>
                  </a:cubicBezTo>
                  <a:cubicBezTo>
                    <a:pt x="296" y="232"/>
                    <a:pt x="296" y="232"/>
                    <a:pt x="296" y="233"/>
                  </a:cubicBezTo>
                  <a:cubicBezTo>
                    <a:pt x="295" y="232"/>
                    <a:pt x="295" y="231"/>
                    <a:pt x="294" y="230"/>
                  </a:cubicBezTo>
                  <a:cubicBezTo>
                    <a:pt x="293" y="229"/>
                    <a:pt x="292" y="229"/>
                    <a:pt x="291" y="229"/>
                  </a:cubicBezTo>
                  <a:cubicBezTo>
                    <a:pt x="292" y="228"/>
                    <a:pt x="292" y="227"/>
                    <a:pt x="293" y="226"/>
                  </a:cubicBezTo>
                  <a:close/>
                  <a:moveTo>
                    <a:pt x="289" y="233"/>
                  </a:moveTo>
                  <a:cubicBezTo>
                    <a:pt x="289" y="235"/>
                    <a:pt x="290" y="236"/>
                    <a:pt x="290" y="237"/>
                  </a:cubicBezTo>
                  <a:cubicBezTo>
                    <a:pt x="288" y="237"/>
                    <a:pt x="287" y="238"/>
                    <a:pt x="287" y="240"/>
                  </a:cubicBezTo>
                  <a:cubicBezTo>
                    <a:pt x="288" y="241"/>
                    <a:pt x="289" y="243"/>
                    <a:pt x="289" y="244"/>
                  </a:cubicBezTo>
                  <a:cubicBezTo>
                    <a:pt x="288" y="242"/>
                    <a:pt x="287" y="241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7" y="238"/>
                    <a:pt x="288" y="236"/>
                    <a:pt x="289" y="233"/>
                  </a:cubicBezTo>
                  <a:close/>
                  <a:moveTo>
                    <a:pt x="281" y="251"/>
                  </a:moveTo>
                  <a:cubicBezTo>
                    <a:pt x="283" y="256"/>
                    <a:pt x="284" y="262"/>
                    <a:pt x="287" y="267"/>
                  </a:cubicBezTo>
                  <a:cubicBezTo>
                    <a:pt x="284" y="263"/>
                    <a:pt x="281" y="259"/>
                    <a:pt x="279" y="256"/>
                  </a:cubicBezTo>
                  <a:cubicBezTo>
                    <a:pt x="279" y="254"/>
                    <a:pt x="280" y="252"/>
                    <a:pt x="281" y="251"/>
                  </a:cubicBezTo>
                  <a:close/>
                  <a:moveTo>
                    <a:pt x="270" y="274"/>
                  </a:moveTo>
                  <a:cubicBezTo>
                    <a:pt x="271" y="278"/>
                    <a:pt x="272" y="281"/>
                    <a:pt x="273" y="285"/>
                  </a:cubicBezTo>
                  <a:cubicBezTo>
                    <a:pt x="272" y="282"/>
                    <a:pt x="270" y="279"/>
                    <a:pt x="269" y="276"/>
                  </a:cubicBezTo>
                  <a:cubicBezTo>
                    <a:pt x="269" y="275"/>
                    <a:pt x="270" y="275"/>
                    <a:pt x="270" y="274"/>
                  </a:cubicBezTo>
                  <a:close/>
                  <a:moveTo>
                    <a:pt x="269" y="304"/>
                  </a:moveTo>
                  <a:cubicBezTo>
                    <a:pt x="267" y="302"/>
                    <a:pt x="265" y="299"/>
                    <a:pt x="263" y="297"/>
                  </a:cubicBezTo>
                  <a:cubicBezTo>
                    <a:pt x="263" y="296"/>
                    <a:pt x="263" y="296"/>
                    <a:pt x="262" y="296"/>
                  </a:cubicBezTo>
                  <a:cubicBezTo>
                    <a:pt x="262" y="295"/>
                    <a:pt x="261" y="294"/>
                    <a:pt x="261" y="293"/>
                  </a:cubicBezTo>
                  <a:cubicBezTo>
                    <a:pt x="262" y="291"/>
                    <a:pt x="263" y="289"/>
                    <a:pt x="264" y="287"/>
                  </a:cubicBezTo>
                  <a:cubicBezTo>
                    <a:pt x="265" y="293"/>
                    <a:pt x="267" y="298"/>
                    <a:pt x="269" y="304"/>
                  </a:cubicBezTo>
                  <a:close/>
                  <a:moveTo>
                    <a:pt x="276" y="324"/>
                  </a:moveTo>
                  <a:cubicBezTo>
                    <a:pt x="274" y="320"/>
                    <a:pt x="272" y="316"/>
                    <a:pt x="270" y="311"/>
                  </a:cubicBezTo>
                  <a:cubicBezTo>
                    <a:pt x="270" y="312"/>
                    <a:pt x="270" y="312"/>
                    <a:pt x="271" y="312"/>
                  </a:cubicBezTo>
                  <a:cubicBezTo>
                    <a:pt x="271" y="313"/>
                    <a:pt x="272" y="314"/>
                    <a:pt x="273" y="315"/>
                  </a:cubicBezTo>
                  <a:cubicBezTo>
                    <a:pt x="274" y="318"/>
                    <a:pt x="275" y="321"/>
                    <a:pt x="276" y="324"/>
                  </a:cubicBezTo>
                  <a:close/>
                  <a:moveTo>
                    <a:pt x="239" y="358"/>
                  </a:moveTo>
                  <a:cubicBezTo>
                    <a:pt x="240" y="359"/>
                    <a:pt x="240" y="359"/>
                    <a:pt x="241" y="359"/>
                  </a:cubicBezTo>
                  <a:cubicBezTo>
                    <a:pt x="241" y="361"/>
                    <a:pt x="242" y="362"/>
                    <a:pt x="242" y="364"/>
                  </a:cubicBezTo>
                  <a:cubicBezTo>
                    <a:pt x="241" y="362"/>
                    <a:pt x="240" y="360"/>
                    <a:pt x="239" y="358"/>
                  </a:cubicBezTo>
                  <a:close/>
                  <a:moveTo>
                    <a:pt x="246" y="335"/>
                  </a:moveTo>
                  <a:cubicBezTo>
                    <a:pt x="249" y="344"/>
                    <a:pt x="255" y="360"/>
                    <a:pt x="262" y="373"/>
                  </a:cubicBezTo>
                  <a:cubicBezTo>
                    <a:pt x="262" y="377"/>
                    <a:pt x="261" y="380"/>
                    <a:pt x="261" y="383"/>
                  </a:cubicBezTo>
                  <a:cubicBezTo>
                    <a:pt x="257" y="367"/>
                    <a:pt x="251" y="351"/>
                    <a:pt x="246" y="335"/>
                  </a:cubicBezTo>
                  <a:close/>
                  <a:moveTo>
                    <a:pt x="248" y="368"/>
                  </a:moveTo>
                  <a:cubicBezTo>
                    <a:pt x="251" y="378"/>
                    <a:pt x="255" y="388"/>
                    <a:pt x="260" y="397"/>
                  </a:cubicBezTo>
                  <a:cubicBezTo>
                    <a:pt x="258" y="396"/>
                    <a:pt x="252" y="384"/>
                    <a:pt x="250" y="381"/>
                  </a:cubicBezTo>
                  <a:cubicBezTo>
                    <a:pt x="248" y="377"/>
                    <a:pt x="246" y="372"/>
                    <a:pt x="244" y="368"/>
                  </a:cubicBezTo>
                  <a:cubicBezTo>
                    <a:pt x="246" y="369"/>
                    <a:pt x="247" y="368"/>
                    <a:pt x="248" y="368"/>
                  </a:cubicBezTo>
                  <a:close/>
                  <a:moveTo>
                    <a:pt x="270" y="354"/>
                  </a:moveTo>
                  <a:cubicBezTo>
                    <a:pt x="269" y="354"/>
                    <a:pt x="268" y="355"/>
                    <a:pt x="268" y="356"/>
                  </a:cubicBezTo>
                  <a:cubicBezTo>
                    <a:pt x="268" y="355"/>
                    <a:pt x="268" y="355"/>
                    <a:pt x="268" y="355"/>
                  </a:cubicBezTo>
                  <a:cubicBezTo>
                    <a:pt x="267" y="354"/>
                    <a:pt x="265" y="353"/>
                    <a:pt x="264" y="354"/>
                  </a:cubicBezTo>
                  <a:cubicBezTo>
                    <a:pt x="261" y="345"/>
                    <a:pt x="257" y="336"/>
                    <a:pt x="254" y="326"/>
                  </a:cubicBezTo>
                  <a:cubicBezTo>
                    <a:pt x="248" y="306"/>
                    <a:pt x="256" y="329"/>
                    <a:pt x="258" y="333"/>
                  </a:cubicBezTo>
                  <a:cubicBezTo>
                    <a:pt x="260" y="338"/>
                    <a:pt x="263" y="342"/>
                    <a:pt x="267" y="346"/>
                  </a:cubicBezTo>
                  <a:cubicBezTo>
                    <a:pt x="268" y="349"/>
                    <a:pt x="269" y="351"/>
                    <a:pt x="270" y="354"/>
                  </a:cubicBezTo>
                  <a:close/>
                  <a:moveTo>
                    <a:pt x="261" y="332"/>
                  </a:moveTo>
                  <a:cubicBezTo>
                    <a:pt x="262" y="334"/>
                    <a:pt x="263" y="335"/>
                    <a:pt x="263" y="337"/>
                  </a:cubicBezTo>
                  <a:cubicBezTo>
                    <a:pt x="262" y="336"/>
                    <a:pt x="262" y="334"/>
                    <a:pt x="261" y="332"/>
                  </a:cubicBezTo>
                  <a:close/>
                  <a:moveTo>
                    <a:pt x="264" y="318"/>
                  </a:moveTo>
                  <a:cubicBezTo>
                    <a:pt x="261" y="313"/>
                    <a:pt x="258" y="309"/>
                    <a:pt x="255" y="304"/>
                  </a:cubicBezTo>
                  <a:cubicBezTo>
                    <a:pt x="256" y="303"/>
                    <a:pt x="256" y="302"/>
                    <a:pt x="257" y="301"/>
                  </a:cubicBezTo>
                  <a:cubicBezTo>
                    <a:pt x="259" y="307"/>
                    <a:pt x="262" y="312"/>
                    <a:pt x="264" y="318"/>
                  </a:cubicBezTo>
                  <a:close/>
                  <a:moveTo>
                    <a:pt x="249" y="317"/>
                  </a:moveTo>
                  <a:cubicBezTo>
                    <a:pt x="251" y="331"/>
                    <a:pt x="257" y="344"/>
                    <a:pt x="262" y="358"/>
                  </a:cubicBezTo>
                  <a:cubicBezTo>
                    <a:pt x="262" y="359"/>
                    <a:pt x="262" y="361"/>
                    <a:pt x="263" y="363"/>
                  </a:cubicBezTo>
                  <a:cubicBezTo>
                    <a:pt x="263" y="364"/>
                    <a:pt x="264" y="365"/>
                    <a:pt x="264" y="366"/>
                  </a:cubicBezTo>
                  <a:cubicBezTo>
                    <a:pt x="263" y="366"/>
                    <a:pt x="263" y="366"/>
                    <a:pt x="262" y="367"/>
                  </a:cubicBezTo>
                  <a:cubicBezTo>
                    <a:pt x="262" y="367"/>
                    <a:pt x="262" y="367"/>
                    <a:pt x="262" y="366"/>
                  </a:cubicBezTo>
                  <a:cubicBezTo>
                    <a:pt x="256" y="353"/>
                    <a:pt x="250" y="340"/>
                    <a:pt x="245" y="327"/>
                  </a:cubicBezTo>
                  <a:cubicBezTo>
                    <a:pt x="245" y="327"/>
                    <a:pt x="245" y="327"/>
                    <a:pt x="245" y="327"/>
                  </a:cubicBezTo>
                  <a:cubicBezTo>
                    <a:pt x="246" y="323"/>
                    <a:pt x="248" y="320"/>
                    <a:pt x="249" y="317"/>
                  </a:cubicBezTo>
                  <a:close/>
                  <a:moveTo>
                    <a:pt x="243" y="331"/>
                  </a:moveTo>
                  <a:cubicBezTo>
                    <a:pt x="243" y="332"/>
                    <a:pt x="242" y="332"/>
                    <a:pt x="242" y="333"/>
                  </a:cubicBezTo>
                  <a:cubicBezTo>
                    <a:pt x="243" y="336"/>
                    <a:pt x="244" y="339"/>
                    <a:pt x="245" y="343"/>
                  </a:cubicBezTo>
                  <a:cubicBezTo>
                    <a:pt x="244" y="340"/>
                    <a:pt x="242" y="337"/>
                    <a:pt x="241" y="334"/>
                  </a:cubicBezTo>
                  <a:cubicBezTo>
                    <a:pt x="242" y="333"/>
                    <a:pt x="242" y="332"/>
                    <a:pt x="243" y="331"/>
                  </a:cubicBezTo>
                  <a:close/>
                  <a:moveTo>
                    <a:pt x="227" y="363"/>
                  </a:moveTo>
                  <a:cubicBezTo>
                    <a:pt x="227" y="363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4"/>
                  </a:cubicBezTo>
                  <a:cubicBezTo>
                    <a:pt x="227" y="364"/>
                    <a:pt x="227" y="364"/>
                    <a:pt x="227" y="363"/>
                  </a:cubicBezTo>
                  <a:close/>
                  <a:moveTo>
                    <a:pt x="224" y="370"/>
                  </a:moveTo>
                  <a:cubicBezTo>
                    <a:pt x="226" y="373"/>
                    <a:pt x="227" y="376"/>
                    <a:pt x="228" y="377"/>
                  </a:cubicBezTo>
                  <a:cubicBezTo>
                    <a:pt x="227" y="376"/>
                    <a:pt x="226" y="373"/>
                    <a:pt x="224" y="370"/>
                  </a:cubicBezTo>
                  <a:cubicBezTo>
                    <a:pt x="224" y="370"/>
                    <a:pt x="224" y="370"/>
                    <a:pt x="224" y="370"/>
                  </a:cubicBezTo>
                  <a:close/>
                  <a:moveTo>
                    <a:pt x="221" y="377"/>
                  </a:moveTo>
                  <a:cubicBezTo>
                    <a:pt x="228" y="392"/>
                    <a:pt x="224" y="385"/>
                    <a:pt x="220" y="378"/>
                  </a:cubicBezTo>
                  <a:cubicBezTo>
                    <a:pt x="220" y="377"/>
                    <a:pt x="221" y="377"/>
                    <a:pt x="221" y="377"/>
                  </a:cubicBezTo>
                  <a:close/>
                  <a:moveTo>
                    <a:pt x="220" y="379"/>
                  </a:moveTo>
                  <a:cubicBezTo>
                    <a:pt x="221" y="382"/>
                    <a:pt x="222" y="386"/>
                    <a:pt x="223" y="389"/>
                  </a:cubicBezTo>
                  <a:cubicBezTo>
                    <a:pt x="220" y="389"/>
                    <a:pt x="217" y="390"/>
                    <a:pt x="214" y="391"/>
                  </a:cubicBezTo>
                  <a:cubicBezTo>
                    <a:pt x="216" y="387"/>
                    <a:pt x="218" y="383"/>
                    <a:pt x="220" y="379"/>
                  </a:cubicBezTo>
                  <a:close/>
                  <a:moveTo>
                    <a:pt x="227" y="384"/>
                  </a:moveTo>
                  <a:cubicBezTo>
                    <a:pt x="228" y="385"/>
                    <a:pt x="229" y="387"/>
                    <a:pt x="230" y="389"/>
                  </a:cubicBezTo>
                  <a:cubicBezTo>
                    <a:pt x="229" y="389"/>
                    <a:pt x="228" y="388"/>
                    <a:pt x="227" y="388"/>
                  </a:cubicBezTo>
                  <a:cubicBezTo>
                    <a:pt x="227" y="387"/>
                    <a:pt x="227" y="385"/>
                    <a:pt x="227" y="384"/>
                  </a:cubicBezTo>
                  <a:close/>
                  <a:moveTo>
                    <a:pt x="235" y="390"/>
                  </a:moveTo>
                  <a:cubicBezTo>
                    <a:pt x="235" y="390"/>
                    <a:pt x="235" y="390"/>
                    <a:pt x="234" y="390"/>
                  </a:cubicBezTo>
                  <a:cubicBezTo>
                    <a:pt x="234" y="390"/>
                    <a:pt x="235" y="390"/>
                    <a:pt x="235" y="389"/>
                  </a:cubicBezTo>
                  <a:cubicBezTo>
                    <a:pt x="235" y="390"/>
                    <a:pt x="235" y="390"/>
                    <a:pt x="235" y="390"/>
                  </a:cubicBezTo>
                  <a:close/>
                  <a:moveTo>
                    <a:pt x="271" y="373"/>
                  </a:moveTo>
                  <a:cubicBezTo>
                    <a:pt x="272" y="374"/>
                    <a:pt x="273" y="374"/>
                    <a:pt x="274" y="373"/>
                  </a:cubicBezTo>
                  <a:cubicBezTo>
                    <a:pt x="275" y="374"/>
                    <a:pt x="276" y="374"/>
                    <a:pt x="277" y="373"/>
                  </a:cubicBezTo>
                  <a:cubicBezTo>
                    <a:pt x="275" y="376"/>
                    <a:pt x="273" y="380"/>
                    <a:pt x="271" y="383"/>
                  </a:cubicBezTo>
                  <a:cubicBezTo>
                    <a:pt x="271" y="380"/>
                    <a:pt x="271" y="376"/>
                    <a:pt x="271" y="373"/>
                  </a:cubicBezTo>
                  <a:close/>
                  <a:moveTo>
                    <a:pt x="276" y="352"/>
                  </a:moveTo>
                  <a:cubicBezTo>
                    <a:pt x="277" y="355"/>
                    <a:pt x="278" y="358"/>
                    <a:pt x="280" y="361"/>
                  </a:cubicBezTo>
                  <a:cubicBezTo>
                    <a:pt x="280" y="362"/>
                    <a:pt x="282" y="363"/>
                    <a:pt x="283" y="363"/>
                  </a:cubicBezTo>
                  <a:cubicBezTo>
                    <a:pt x="282" y="366"/>
                    <a:pt x="280" y="368"/>
                    <a:pt x="279" y="371"/>
                  </a:cubicBezTo>
                  <a:cubicBezTo>
                    <a:pt x="279" y="370"/>
                    <a:pt x="279" y="370"/>
                    <a:pt x="279" y="370"/>
                  </a:cubicBezTo>
                  <a:cubicBezTo>
                    <a:pt x="279" y="364"/>
                    <a:pt x="277" y="358"/>
                    <a:pt x="276" y="352"/>
                  </a:cubicBezTo>
                  <a:close/>
                  <a:moveTo>
                    <a:pt x="286" y="358"/>
                  </a:moveTo>
                  <a:cubicBezTo>
                    <a:pt x="285" y="356"/>
                    <a:pt x="285" y="353"/>
                    <a:pt x="284" y="350"/>
                  </a:cubicBezTo>
                  <a:cubicBezTo>
                    <a:pt x="286" y="352"/>
                    <a:pt x="289" y="351"/>
                    <a:pt x="289" y="348"/>
                  </a:cubicBezTo>
                  <a:cubicBezTo>
                    <a:pt x="288" y="342"/>
                    <a:pt x="287" y="337"/>
                    <a:pt x="285" y="331"/>
                  </a:cubicBezTo>
                  <a:cubicBezTo>
                    <a:pt x="285" y="332"/>
                    <a:pt x="286" y="332"/>
                    <a:pt x="286" y="332"/>
                  </a:cubicBezTo>
                  <a:cubicBezTo>
                    <a:pt x="286" y="333"/>
                    <a:pt x="287" y="333"/>
                    <a:pt x="288" y="333"/>
                  </a:cubicBezTo>
                  <a:cubicBezTo>
                    <a:pt x="289" y="336"/>
                    <a:pt x="291" y="339"/>
                    <a:pt x="292" y="343"/>
                  </a:cubicBezTo>
                  <a:cubicBezTo>
                    <a:pt x="292" y="344"/>
                    <a:pt x="292" y="344"/>
                    <a:pt x="293" y="345"/>
                  </a:cubicBezTo>
                  <a:cubicBezTo>
                    <a:pt x="291" y="349"/>
                    <a:pt x="288" y="354"/>
                    <a:pt x="286" y="358"/>
                  </a:cubicBezTo>
                  <a:close/>
                  <a:moveTo>
                    <a:pt x="297" y="337"/>
                  </a:moveTo>
                  <a:cubicBezTo>
                    <a:pt x="296" y="330"/>
                    <a:pt x="295" y="324"/>
                    <a:pt x="293" y="317"/>
                  </a:cubicBezTo>
                  <a:cubicBezTo>
                    <a:pt x="294" y="318"/>
                    <a:pt x="294" y="319"/>
                    <a:pt x="295" y="320"/>
                  </a:cubicBezTo>
                  <a:cubicBezTo>
                    <a:pt x="296" y="321"/>
                    <a:pt x="297" y="321"/>
                    <a:pt x="298" y="321"/>
                  </a:cubicBezTo>
                  <a:cubicBezTo>
                    <a:pt x="299" y="323"/>
                    <a:pt x="300" y="325"/>
                    <a:pt x="301" y="327"/>
                  </a:cubicBezTo>
                  <a:cubicBezTo>
                    <a:pt x="301" y="327"/>
                    <a:pt x="301" y="328"/>
                    <a:pt x="301" y="328"/>
                  </a:cubicBezTo>
                  <a:cubicBezTo>
                    <a:pt x="300" y="331"/>
                    <a:pt x="298" y="334"/>
                    <a:pt x="297" y="337"/>
                  </a:cubicBezTo>
                  <a:close/>
                  <a:moveTo>
                    <a:pt x="308" y="313"/>
                  </a:moveTo>
                  <a:cubicBezTo>
                    <a:pt x="307" y="307"/>
                    <a:pt x="305" y="300"/>
                    <a:pt x="303" y="294"/>
                  </a:cubicBezTo>
                  <a:cubicBezTo>
                    <a:pt x="303" y="294"/>
                    <a:pt x="303" y="294"/>
                    <a:pt x="303" y="293"/>
                  </a:cubicBezTo>
                  <a:cubicBezTo>
                    <a:pt x="303" y="293"/>
                    <a:pt x="303" y="292"/>
                    <a:pt x="304" y="291"/>
                  </a:cubicBezTo>
                  <a:cubicBezTo>
                    <a:pt x="305" y="294"/>
                    <a:pt x="307" y="296"/>
                    <a:pt x="308" y="299"/>
                  </a:cubicBezTo>
                  <a:cubicBezTo>
                    <a:pt x="310" y="301"/>
                    <a:pt x="314" y="301"/>
                    <a:pt x="314" y="297"/>
                  </a:cubicBezTo>
                  <a:cubicBezTo>
                    <a:pt x="313" y="292"/>
                    <a:pt x="312" y="288"/>
                    <a:pt x="310" y="283"/>
                  </a:cubicBezTo>
                  <a:cubicBezTo>
                    <a:pt x="313" y="286"/>
                    <a:pt x="316" y="288"/>
                    <a:pt x="319" y="290"/>
                  </a:cubicBezTo>
                  <a:cubicBezTo>
                    <a:pt x="315" y="298"/>
                    <a:pt x="311" y="306"/>
                    <a:pt x="308" y="313"/>
                  </a:cubicBezTo>
                  <a:close/>
                  <a:moveTo>
                    <a:pt x="325" y="278"/>
                  </a:moveTo>
                  <a:cubicBezTo>
                    <a:pt x="324" y="273"/>
                    <a:pt x="323" y="269"/>
                    <a:pt x="321" y="265"/>
                  </a:cubicBezTo>
                  <a:cubicBezTo>
                    <a:pt x="322" y="266"/>
                    <a:pt x="324" y="266"/>
                    <a:pt x="324" y="265"/>
                  </a:cubicBezTo>
                  <a:cubicBezTo>
                    <a:pt x="325" y="267"/>
                    <a:pt x="325" y="269"/>
                    <a:pt x="326" y="270"/>
                  </a:cubicBezTo>
                  <a:cubicBezTo>
                    <a:pt x="327" y="271"/>
                    <a:pt x="327" y="271"/>
                    <a:pt x="328" y="272"/>
                  </a:cubicBezTo>
                  <a:cubicBezTo>
                    <a:pt x="327" y="274"/>
                    <a:pt x="326" y="276"/>
                    <a:pt x="325" y="278"/>
                  </a:cubicBezTo>
                  <a:close/>
                  <a:moveTo>
                    <a:pt x="333" y="260"/>
                  </a:moveTo>
                  <a:cubicBezTo>
                    <a:pt x="333" y="259"/>
                    <a:pt x="333" y="259"/>
                    <a:pt x="333" y="258"/>
                  </a:cubicBezTo>
                  <a:cubicBezTo>
                    <a:pt x="333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8"/>
                    <a:pt x="334" y="258"/>
                    <a:pt x="334" y="258"/>
                  </a:cubicBezTo>
                  <a:cubicBezTo>
                    <a:pt x="334" y="259"/>
                    <a:pt x="334" y="259"/>
                    <a:pt x="333" y="260"/>
                  </a:cubicBezTo>
                  <a:close/>
                  <a:moveTo>
                    <a:pt x="337" y="254"/>
                  </a:moveTo>
                  <a:cubicBezTo>
                    <a:pt x="333" y="246"/>
                    <a:pt x="329" y="238"/>
                    <a:pt x="325" y="230"/>
                  </a:cubicBezTo>
                  <a:cubicBezTo>
                    <a:pt x="325" y="229"/>
                    <a:pt x="325" y="228"/>
                    <a:pt x="325" y="227"/>
                  </a:cubicBezTo>
                  <a:cubicBezTo>
                    <a:pt x="326" y="229"/>
                    <a:pt x="327" y="231"/>
                    <a:pt x="328" y="232"/>
                  </a:cubicBezTo>
                  <a:cubicBezTo>
                    <a:pt x="330" y="238"/>
                    <a:pt x="333" y="243"/>
                    <a:pt x="337" y="248"/>
                  </a:cubicBezTo>
                  <a:cubicBezTo>
                    <a:pt x="338" y="249"/>
                    <a:pt x="338" y="249"/>
                    <a:pt x="339" y="249"/>
                  </a:cubicBezTo>
                  <a:cubicBezTo>
                    <a:pt x="338" y="251"/>
                    <a:pt x="337" y="252"/>
                    <a:pt x="337" y="254"/>
                  </a:cubicBezTo>
                  <a:close/>
                  <a:moveTo>
                    <a:pt x="341" y="245"/>
                  </a:moveTo>
                  <a:cubicBezTo>
                    <a:pt x="337" y="239"/>
                    <a:pt x="334" y="233"/>
                    <a:pt x="330" y="227"/>
                  </a:cubicBezTo>
                  <a:cubicBezTo>
                    <a:pt x="330" y="225"/>
                    <a:pt x="329" y="224"/>
                    <a:pt x="329" y="222"/>
                  </a:cubicBezTo>
                  <a:cubicBezTo>
                    <a:pt x="329" y="221"/>
                    <a:pt x="328" y="220"/>
                    <a:pt x="328" y="220"/>
                  </a:cubicBezTo>
                  <a:cubicBezTo>
                    <a:pt x="328" y="220"/>
                    <a:pt x="329" y="220"/>
                    <a:pt x="329" y="220"/>
                  </a:cubicBezTo>
                  <a:cubicBezTo>
                    <a:pt x="331" y="223"/>
                    <a:pt x="332" y="226"/>
                    <a:pt x="334" y="229"/>
                  </a:cubicBezTo>
                  <a:cubicBezTo>
                    <a:pt x="335" y="233"/>
                    <a:pt x="335" y="233"/>
                    <a:pt x="338" y="238"/>
                  </a:cubicBezTo>
                  <a:cubicBezTo>
                    <a:pt x="339" y="239"/>
                    <a:pt x="340" y="239"/>
                    <a:pt x="341" y="239"/>
                  </a:cubicBezTo>
                  <a:cubicBezTo>
                    <a:pt x="342" y="239"/>
                    <a:pt x="342" y="240"/>
                    <a:pt x="343" y="241"/>
                  </a:cubicBezTo>
                  <a:cubicBezTo>
                    <a:pt x="342" y="243"/>
                    <a:pt x="341" y="244"/>
                    <a:pt x="341" y="245"/>
                  </a:cubicBezTo>
                  <a:close/>
                  <a:moveTo>
                    <a:pt x="346" y="235"/>
                  </a:moveTo>
                  <a:cubicBezTo>
                    <a:pt x="343" y="228"/>
                    <a:pt x="338" y="221"/>
                    <a:pt x="333" y="215"/>
                  </a:cubicBezTo>
                  <a:cubicBezTo>
                    <a:pt x="330" y="209"/>
                    <a:pt x="327" y="202"/>
                    <a:pt x="325" y="194"/>
                  </a:cubicBezTo>
                  <a:cubicBezTo>
                    <a:pt x="325" y="194"/>
                    <a:pt x="325" y="193"/>
                    <a:pt x="325" y="192"/>
                  </a:cubicBezTo>
                  <a:cubicBezTo>
                    <a:pt x="326" y="193"/>
                    <a:pt x="326" y="193"/>
                    <a:pt x="327" y="194"/>
                  </a:cubicBezTo>
                  <a:cubicBezTo>
                    <a:pt x="331" y="207"/>
                    <a:pt x="337" y="219"/>
                    <a:pt x="348" y="231"/>
                  </a:cubicBezTo>
                  <a:cubicBezTo>
                    <a:pt x="348" y="232"/>
                    <a:pt x="347" y="234"/>
                    <a:pt x="346" y="235"/>
                  </a:cubicBezTo>
                  <a:close/>
                  <a:moveTo>
                    <a:pt x="352" y="224"/>
                  </a:moveTo>
                  <a:cubicBezTo>
                    <a:pt x="349" y="219"/>
                    <a:pt x="346" y="214"/>
                    <a:pt x="343" y="209"/>
                  </a:cubicBezTo>
                  <a:cubicBezTo>
                    <a:pt x="344" y="209"/>
                    <a:pt x="344" y="209"/>
                    <a:pt x="344" y="208"/>
                  </a:cubicBezTo>
                  <a:cubicBezTo>
                    <a:pt x="344" y="207"/>
                    <a:pt x="345" y="206"/>
                    <a:pt x="345" y="204"/>
                  </a:cubicBezTo>
                  <a:cubicBezTo>
                    <a:pt x="345" y="205"/>
                    <a:pt x="346" y="206"/>
                    <a:pt x="346" y="207"/>
                  </a:cubicBezTo>
                  <a:cubicBezTo>
                    <a:pt x="349" y="211"/>
                    <a:pt x="351" y="214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8"/>
                    <a:pt x="354" y="218"/>
                    <a:pt x="354" y="218"/>
                  </a:cubicBezTo>
                  <a:cubicBezTo>
                    <a:pt x="354" y="219"/>
                    <a:pt x="355" y="219"/>
                    <a:pt x="355" y="219"/>
                  </a:cubicBezTo>
                  <a:cubicBezTo>
                    <a:pt x="354" y="221"/>
                    <a:pt x="353" y="223"/>
                    <a:pt x="352" y="224"/>
                  </a:cubicBezTo>
                  <a:close/>
                  <a:moveTo>
                    <a:pt x="356" y="211"/>
                  </a:moveTo>
                  <a:cubicBezTo>
                    <a:pt x="354" y="208"/>
                    <a:pt x="352" y="205"/>
                    <a:pt x="350" y="203"/>
                  </a:cubicBezTo>
                  <a:cubicBezTo>
                    <a:pt x="348" y="200"/>
                    <a:pt x="347" y="197"/>
                    <a:pt x="345" y="194"/>
                  </a:cubicBezTo>
                  <a:cubicBezTo>
                    <a:pt x="345" y="194"/>
                    <a:pt x="345" y="194"/>
                    <a:pt x="345" y="194"/>
                  </a:cubicBezTo>
                  <a:cubicBezTo>
                    <a:pt x="349" y="199"/>
                    <a:pt x="353" y="204"/>
                    <a:pt x="357" y="209"/>
                  </a:cubicBezTo>
                  <a:cubicBezTo>
                    <a:pt x="357" y="210"/>
                    <a:pt x="356" y="210"/>
                    <a:pt x="356" y="211"/>
                  </a:cubicBezTo>
                  <a:close/>
                  <a:moveTo>
                    <a:pt x="360" y="202"/>
                  </a:moveTo>
                  <a:cubicBezTo>
                    <a:pt x="360" y="200"/>
                    <a:pt x="359" y="199"/>
                    <a:pt x="358" y="197"/>
                  </a:cubicBezTo>
                  <a:cubicBezTo>
                    <a:pt x="360" y="198"/>
                    <a:pt x="363" y="196"/>
                    <a:pt x="362" y="194"/>
                  </a:cubicBezTo>
                  <a:cubicBezTo>
                    <a:pt x="361" y="189"/>
                    <a:pt x="359" y="185"/>
                    <a:pt x="358" y="181"/>
                  </a:cubicBezTo>
                  <a:cubicBezTo>
                    <a:pt x="360" y="184"/>
                    <a:pt x="362" y="187"/>
                    <a:pt x="363" y="190"/>
                  </a:cubicBezTo>
                  <a:cubicBezTo>
                    <a:pt x="364" y="192"/>
                    <a:pt x="366" y="191"/>
                    <a:pt x="367" y="190"/>
                  </a:cubicBezTo>
                  <a:cubicBezTo>
                    <a:pt x="367" y="190"/>
                    <a:pt x="367" y="190"/>
                    <a:pt x="367" y="191"/>
                  </a:cubicBezTo>
                  <a:cubicBezTo>
                    <a:pt x="365" y="194"/>
                    <a:pt x="362" y="198"/>
                    <a:pt x="360" y="202"/>
                  </a:cubicBezTo>
                  <a:close/>
                  <a:moveTo>
                    <a:pt x="435" y="50"/>
                  </a:moveTo>
                  <a:cubicBezTo>
                    <a:pt x="435" y="50"/>
                    <a:pt x="435" y="49"/>
                    <a:pt x="435" y="49"/>
                  </a:cubicBezTo>
                  <a:cubicBezTo>
                    <a:pt x="431" y="46"/>
                    <a:pt x="431" y="46"/>
                    <a:pt x="431" y="46"/>
                  </a:cubicBezTo>
                  <a:cubicBezTo>
                    <a:pt x="433" y="47"/>
                    <a:pt x="434" y="48"/>
                    <a:pt x="436" y="49"/>
                  </a:cubicBezTo>
                  <a:cubicBezTo>
                    <a:pt x="436" y="49"/>
                    <a:pt x="436" y="49"/>
                    <a:pt x="435" y="50"/>
                  </a:cubicBezTo>
                  <a:close/>
                  <a:moveTo>
                    <a:pt x="422" y="43"/>
                  </a:moveTo>
                  <a:cubicBezTo>
                    <a:pt x="421" y="42"/>
                    <a:pt x="419" y="41"/>
                    <a:pt x="418" y="39"/>
                  </a:cubicBezTo>
                  <a:cubicBezTo>
                    <a:pt x="420" y="40"/>
                    <a:pt x="422" y="41"/>
                    <a:pt x="423" y="42"/>
                  </a:cubicBezTo>
                  <a:cubicBezTo>
                    <a:pt x="423" y="42"/>
                    <a:pt x="422" y="43"/>
                    <a:pt x="422" y="43"/>
                  </a:cubicBezTo>
                  <a:close/>
                  <a:moveTo>
                    <a:pt x="411" y="36"/>
                  </a:move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ubicBezTo>
                    <a:pt x="411" y="36"/>
                    <a:pt x="411" y="36"/>
                    <a:pt x="411" y="36"/>
                  </a:cubicBezTo>
                  <a:close/>
                  <a:moveTo>
                    <a:pt x="406" y="36"/>
                  </a:moveTo>
                  <a:cubicBezTo>
                    <a:pt x="405" y="35"/>
                    <a:pt x="404" y="35"/>
                    <a:pt x="403" y="35"/>
                  </a:cubicBezTo>
                  <a:cubicBezTo>
                    <a:pt x="402" y="34"/>
                    <a:pt x="401" y="32"/>
                    <a:pt x="401" y="32"/>
                  </a:cubicBezTo>
                  <a:cubicBezTo>
                    <a:pt x="402" y="32"/>
                    <a:pt x="404" y="33"/>
                    <a:pt x="405" y="33"/>
                  </a:cubicBezTo>
                  <a:cubicBezTo>
                    <a:pt x="405" y="34"/>
                    <a:pt x="405" y="35"/>
                    <a:pt x="406" y="36"/>
                  </a:cubicBezTo>
                  <a:close/>
                  <a:moveTo>
                    <a:pt x="395" y="32"/>
                  </a:moveTo>
                  <a:cubicBezTo>
                    <a:pt x="394" y="31"/>
                    <a:pt x="393" y="29"/>
                    <a:pt x="391" y="28"/>
                  </a:cubicBezTo>
                  <a:cubicBezTo>
                    <a:pt x="393" y="28"/>
                    <a:pt x="395" y="29"/>
                    <a:pt x="397" y="30"/>
                  </a:cubicBezTo>
                  <a:cubicBezTo>
                    <a:pt x="396" y="30"/>
                    <a:pt x="395" y="31"/>
                    <a:pt x="395" y="32"/>
                  </a:cubicBezTo>
                  <a:close/>
                  <a:moveTo>
                    <a:pt x="199" y="469"/>
                  </a:moveTo>
                  <a:cubicBezTo>
                    <a:pt x="199" y="469"/>
                    <a:pt x="199" y="469"/>
                    <a:pt x="199" y="469"/>
                  </a:cubicBezTo>
                  <a:cubicBezTo>
                    <a:pt x="200" y="469"/>
                    <a:pt x="200" y="469"/>
                    <a:pt x="200" y="470"/>
                  </a:cubicBezTo>
                  <a:cubicBezTo>
                    <a:pt x="200" y="470"/>
                    <a:pt x="200" y="470"/>
                    <a:pt x="199" y="469"/>
                  </a:cubicBezTo>
                  <a:close/>
                  <a:moveTo>
                    <a:pt x="174" y="457"/>
                  </a:moveTo>
                  <a:cubicBezTo>
                    <a:pt x="174" y="456"/>
                    <a:pt x="174" y="456"/>
                    <a:pt x="174" y="456"/>
                  </a:cubicBezTo>
                  <a:cubicBezTo>
                    <a:pt x="175" y="456"/>
                    <a:pt x="175" y="456"/>
                    <a:pt x="175" y="456"/>
                  </a:cubicBezTo>
                  <a:cubicBezTo>
                    <a:pt x="175" y="456"/>
                    <a:pt x="175" y="456"/>
                    <a:pt x="174" y="457"/>
                  </a:cubicBezTo>
                  <a:close/>
                  <a:moveTo>
                    <a:pt x="217" y="473"/>
                  </a:moveTo>
                  <a:cubicBezTo>
                    <a:pt x="213" y="466"/>
                    <a:pt x="206" y="460"/>
                    <a:pt x="198" y="458"/>
                  </a:cubicBezTo>
                  <a:cubicBezTo>
                    <a:pt x="190" y="455"/>
                    <a:pt x="182" y="452"/>
                    <a:pt x="174" y="451"/>
                  </a:cubicBezTo>
                  <a:cubicBezTo>
                    <a:pt x="174" y="445"/>
                    <a:pt x="174" y="438"/>
                    <a:pt x="174" y="432"/>
                  </a:cubicBezTo>
                  <a:cubicBezTo>
                    <a:pt x="175" y="415"/>
                    <a:pt x="171" y="398"/>
                    <a:pt x="172" y="381"/>
                  </a:cubicBezTo>
                  <a:cubicBezTo>
                    <a:pt x="176" y="381"/>
                    <a:pt x="178" y="377"/>
                    <a:pt x="177" y="374"/>
                  </a:cubicBezTo>
                  <a:cubicBezTo>
                    <a:pt x="188" y="367"/>
                    <a:pt x="205" y="386"/>
                    <a:pt x="206" y="397"/>
                  </a:cubicBezTo>
                  <a:cubicBezTo>
                    <a:pt x="206" y="397"/>
                    <a:pt x="206" y="398"/>
                    <a:pt x="206" y="397"/>
                  </a:cubicBezTo>
                  <a:cubicBezTo>
                    <a:pt x="206" y="397"/>
                    <a:pt x="206" y="396"/>
                    <a:pt x="206" y="396"/>
                  </a:cubicBezTo>
                  <a:cubicBezTo>
                    <a:pt x="208" y="398"/>
                    <a:pt x="210" y="398"/>
                    <a:pt x="212" y="396"/>
                  </a:cubicBezTo>
                  <a:cubicBezTo>
                    <a:pt x="212" y="395"/>
                    <a:pt x="212" y="395"/>
                    <a:pt x="213" y="394"/>
                  </a:cubicBezTo>
                  <a:cubicBezTo>
                    <a:pt x="220" y="393"/>
                    <a:pt x="228" y="393"/>
                    <a:pt x="234" y="396"/>
                  </a:cubicBezTo>
                  <a:cubicBezTo>
                    <a:pt x="236" y="397"/>
                    <a:pt x="237" y="398"/>
                    <a:pt x="238" y="399"/>
                  </a:cubicBezTo>
                  <a:cubicBezTo>
                    <a:pt x="239" y="400"/>
                    <a:pt x="239" y="401"/>
                    <a:pt x="239" y="401"/>
                  </a:cubicBezTo>
                  <a:cubicBezTo>
                    <a:pt x="240" y="402"/>
                    <a:pt x="240" y="403"/>
                    <a:pt x="241" y="403"/>
                  </a:cubicBezTo>
                  <a:cubicBezTo>
                    <a:pt x="245" y="409"/>
                    <a:pt x="246" y="417"/>
                    <a:pt x="246" y="424"/>
                  </a:cubicBezTo>
                  <a:cubicBezTo>
                    <a:pt x="246" y="426"/>
                    <a:pt x="248" y="427"/>
                    <a:pt x="250" y="428"/>
                  </a:cubicBezTo>
                  <a:cubicBezTo>
                    <a:pt x="250" y="430"/>
                    <a:pt x="253" y="432"/>
                    <a:pt x="255" y="430"/>
                  </a:cubicBezTo>
                  <a:cubicBezTo>
                    <a:pt x="261" y="427"/>
                    <a:pt x="267" y="426"/>
                    <a:pt x="273" y="426"/>
                  </a:cubicBezTo>
                  <a:cubicBezTo>
                    <a:pt x="276" y="426"/>
                    <a:pt x="280" y="426"/>
                    <a:pt x="282" y="428"/>
                  </a:cubicBezTo>
                  <a:cubicBezTo>
                    <a:pt x="283" y="429"/>
                    <a:pt x="283" y="430"/>
                    <a:pt x="283" y="432"/>
                  </a:cubicBezTo>
                  <a:cubicBezTo>
                    <a:pt x="262" y="445"/>
                    <a:pt x="239" y="459"/>
                    <a:pt x="217" y="473"/>
                  </a:cubicBezTo>
                  <a:close/>
                  <a:moveTo>
                    <a:pt x="362" y="206"/>
                  </a:moveTo>
                  <a:cubicBezTo>
                    <a:pt x="361" y="205"/>
                    <a:pt x="361" y="205"/>
                    <a:pt x="361" y="204"/>
                  </a:cubicBezTo>
                  <a:cubicBezTo>
                    <a:pt x="364" y="200"/>
                    <a:pt x="366" y="195"/>
                    <a:pt x="369" y="191"/>
                  </a:cubicBezTo>
                  <a:cubicBezTo>
                    <a:pt x="369" y="190"/>
                    <a:pt x="370" y="190"/>
                    <a:pt x="370" y="189"/>
                  </a:cubicBezTo>
                  <a:cubicBezTo>
                    <a:pt x="370" y="190"/>
                    <a:pt x="370" y="190"/>
                    <a:pt x="370" y="190"/>
                  </a:cubicBezTo>
                  <a:cubicBezTo>
                    <a:pt x="367" y="195"/>
                    <a:pt x="365" y="201"/>
                    <a:pt x="362" y="206"/>
                  </a:cubicBezTo>
                  <a:close/>
                  <a:moveTo>
                    <a:pt x="435" y="65"/>
                  </a:moveTo>
                  <a:cubicBezTo>
                    <a:pt x="432" y="71"/>
                    <a:pt x="430" y="77"/>
                    <a:pt x="427" y="83"/>
                  </a:cubicBezTo>
                  <a:cubicBezTo>
                    <a:pt x="429" y="77"/>
                    <a:pt x="432" y="71"/>
                    <a:pt x="435" y="65"/>
                  </a:cubicBezTo>
                  <a:close/>
                  <a:moveTo>
                    <a:pt x="343" y="32"/>
                  </a:moveTo>
                  <a:cubicBezTo>
                    <a:pt x="354" y="32"/>
                    <a:pt x="364" y="30"/>
                    <a:pt x="374" y="28"/>
                  </a:cubicBezTo>
                  <a:cubicBezTo>
                    <a:pt x="375" y="28"/>
                    <a:pt x="375" y="28"/>
                    <a:pt x="374" y="28"/>
                  </a:cubicBezTo>
                  <a:cubicBezTo>
                    <a:pt x="365" y="31"/>
                    <a:pt x="354" y="30"/>
                    <a:pt x="345" y="30"/>
                  </a:cubicBezTo>
                  <a:cubicBezTo>
                    <a:pt x="349" y="21"/>
                    <a:pt x="353" y="12"/>
                    <a:pt x="356" y="3"/>
                  </a:cubicBezTo>
                  <a:cubicBezTo>
                    <a:pt x="359" y="14"/>
                    <a:pt x="370" y="20"/>
                    <a:pt x="381" y="24"/>
                  </a:cubicBezTo>
                  <a:cubicBezTo>
                    <a:pt x="380" y="25"/>
                    <a:pt x="380" y="25"/>
                    <a:pt x="380" y="26"/>
                  </a:cubicBezTo>
                  <a:cubicBezTo>
                    <a:pt x="377" y="29"/>
                    <a:pt x="375" y="32"/>
                    <a:pt x="373" y="35"/>
                  </a:cubicBezTo>
                  <a:cubicBezTo>
                    <a:pt x="372" y="37"/>
                    <a:pt x="371" y="39"/>
                    <a:pt x="369" y="41"/>
                  </a:cubicBezTo>
                  <a:cubicBezTo>
                    <a:pt x="367" y="41"/>
                    <a:pt x="365" y="43"/>
                    <a:pt x="366" y="45"/>
                  </a:cubicBezTo>
                  <a:cubicBezTo>
                    <a:pt x="356" y="46"/>
                    <a:pt x="346" y="45"/>
                    <a:pt x="337" y="47"/>
                  </a:cubicBezTo>
                  <a:cubicBezTo>
                    <a:pt x="339" y="42"/>
                    <a:pt x="341" y="37"/>
                    <a:pt x="343" y="32"/>
                  </a:cubicBezTo>
                  <a:close/>
                  <a:moveTo>
                    <a:pt x="347" y="419"/>
                  </a:moveTo>
                  <a:cubicBezTo>
                    <a:pt x="344" y="459"/>
                    <a:pt x="346" y="500"/>
                    <a:pt x="346" y="541"/>
                  </a:cubicBezTo>
                  <a:cubicBezTo>
                    <a:pt x="324" y="537"/>
                    <a:pt x="302" y="539"/>
                    <a:pt x="280" y="541"/>
                  </a:cubicBezTo>
                  <a:cubicBezTo>
                    <a:pt x="248" y="543"/>
                    <a:pt x="216" y="541"/>
                    <a:pt x="185" y="539"/>
                  </a:cubicBezTo>
                  <a:cubicBezTo>
                    <a:pt x="129" y="536"/>
                    <a:pt x="65" y="531"/>
                    <a:pt x="9" y="541"/>
                  </a:cubicBezTo>
                  <a:cubicBezTo>
                    <a:pt x="9" y="540"/>
                    <a:pt x="9" y="540"/>
                    <a:pt x="9" y="540"/>
                  </a:cubicBezTo>
                  <a:cubicBezTo>
                    <a:pt x="9" y="386"/>
                    <a:pt x="21" y="229"/>
                    <a:pt x="3" y="76"/>
                  </a:cubicBezTo>
                  <a:cubicBezTo>
                    <a:pt x="51" y="73"/>
                    <a:pt x="98" y="77"/>
                    <a:pt x="146" y="77"/>
                  </a:cubicBezTo>
                  <a:cubicBezTo>
                    <a:pt x="200" y="76"/>
                    <a:pt x="254" y="85"/>
                    <a:pt x="309" y="83"/>
                  </a:cubicBezTo>
                  <a:cubicBezTo>
                    <a:pt x="288" y="122"/>
                    <a:pt x="269" y="162"/>
                    <a:pt x="250" y="202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183" y="200"/>
                    <a:pt x="116" y="195"/>
                    <a:pt x="51" y="200"/>
                  </a:cubicBezTo>
                  <a:cubicBezTo>
                    <a:pt x="50" y="200"/>
                    <a:pt x="50" y="201"/>
                    <a:pt x="51" y="201"/>
                  </a:cubicBezTo>
                  <a:cubicBezTo>
                    <a:pt x="115" y="207"/>
                    <a:pt x="181" y="212"/>
                    <a:pt x="245" y="212"/>
                  </a:cubicBezTo>
                  <a:cubicBezTo>
                    <a:pt x="239" y="224"/>
                    <a:pt x="232" y="237"/>
                    <a:pt x="226" y="250"/>
                  </a:cubicBezTo>
                  <a:cubicBezTo>
                    <a:pt x="225" y="249"/>
                    <a:pt x="224" y="249"/>
                    <a:pt x="222" y="249"/>
                  </a:cubicBezTo>
                  <a:cubicBezTo>
                    <a:pt x="190" y="250"/>
                    <a:pt x="159" y="245"/>
                    <a:pt x="127" y="245"/>
                  </a:cubicBezTo>
                  <a:cubicBezTo>
                    <a:pt x="103" y="246"/>
                    <a:pt x="75" y="254"/>
                    <a:pt x="51" y="247"/>
                  </a:cubicBezTo>
                  <a:cubicBezTo>
                    <a:pt x="49" y="246"/>
                    <a:pt x="48" y="249"/>
                    <a:pt x="50" y="250"/>
                  </a:cubicBezTo>
                  <a:cubicBezTo>
                    <a:pt x="67" y="262"/>
                    <a:pt x="95" y="258"/>
                    <a:pt x="115" y="257"/>
                  </a:cubicBezTo>
                  <a:cubicBezTo>
                    <a:pt x="150" y="257"/>
                    <a:pt x="186" y="261"/>
                    <a:pt x="221" y="260"/>
                  </a:cubicBezTo>
                  <a:cubicBezTo>
                    <a:pt x="214" y="276"/>
                    <a:pt x="206" y="292"/>
                    <a:pt x="198" y="307"/>
                  </a:cubicBezTo>
                  <a:cubicBezTo>
                    <a:pt x="185" y="303"/>
                    <a:pt x="168" y="305"/>
                    <a:pt x="154" y="305"/>
                  </a:cubicBezTo>
                  <a:cubicBezTo>
                    <a:pt x="124" y="306"/>
                    <a:pt x="95" y="304"/>
                    <a:pt x="65" y="304"/>
                  </a:cubicBezTo>
                  <a:cubicBezTo>
                    <a:pt x="64" y="304"/>
                    <a:pt x="64" y="306"/>
                    <a:pt x="65" y="306"/>
                  </a:cubicBezTo>
                  <a:cubicBezTo>
                    <a:pt x="88" y="316"/>
                    <a:pt x="116" y="315"/>
                    <a:pt x="141" y="317"/>
                  </a:cubicBezTo>
                  <a:cubicBezTo>
                    <a:pt x="156" y="317"/>
                    <a:pt x="178" y="313"/>
                    <a:pt x="193" y="318"/>
                  </a:cubicBezTo>
                  <a:cubicBezTo>
                    <a:pt x="189" y="324"/>
                    <a:pt x="184" y="333"/>
                    <a:pt x="179" y="342"/>
                  </a:cubicBezTo>
                  <a:cubicBezTo>
                    <a:pt x="179" y="342"/>
                    <a:pt x="179" y="342"/>
                    <a:pt x="178" y="342"/>
                  </a:cubicBezTo>
                  <a:cubicBezTo>
                    <a:pt x="178" y="343"/>
                    <a:pt x="178" y="343"/>
                    <a:pt x="178" y="344"/>
                  </a:cubicBezTo>
                  <a:cubicBezTo>
                    <a:pt x="173" y="354"/>
                    <a:pt x="169" y="364"/>
                    <a:pt x="171" y="370"/>
                  </a:cubicBezTo>
                  <a:cubicBezTo>
                    <a:pt x="138" y="357"/>
                    <a:pt x="88" y="360"/>
                    <a:pt x="56" y="373"/>
                  </a:cubicBezTo>
                  <a:cubicBezTo>
                    <a:pt x="54" y="374"/>
                    <a:pt x="55" y="377"/>
                    <a:pt x="57" y="376"/>
                  </a:cubicBezTo>
                  <a:cubicBezTo>
                    <a:pt x="74" y="374"/>
                    <a:pt x="92" y="374"/>
                    <a:pt x="110" y="374"/>
                  </a:cubicBezTo>
                  <a:cubicBezTo>
                    <a:pt x="128" y="374"/>
                    <a:pt x="151" y="373"/>
                    <a:pt x="169" y="381"/>
                  </a:cubicBezTo>
                  <a:cubicBezTo>
                    <a:pt x="166" y="395"/>
                    <a:pt x="166" y="410"/>
                    <a:pt x="167" y="425"/>
                  </a:cubicBezTo>
                  <a:cubicBezTo>
                    <a:pt x="167" y="425"/>
                    <a:pt x="167" y="425"/>
                    <a:pt x="167" y="425"/>
                  </a:cubicBezTo>
                  <a:cubicBezTo>
                    <a:pt x="144" y="418"/>
                    <a:pt x="120" y="421"/>
                    <a:pt x="95" y="424"/>
                  </a:cubicBezTo>
                  <a:cubicBezTo>
                    <a:pt x="86" y="423"/>
                    <a:pt x="77" y="423"/>
                    <a:pt x="71" y="426"/>
                  </a:cubicBezTo>
                  <a:cubicBezTo>
                    <a:pt x="68" y="426"/>
                    <a:pt x="65" y="427"/>
                    <a:pt x="62" y="427"/>
                  </a:cubicBezTo>
                  <a:cubicBezTo>
                    <a:pt x="62" y="427"/>
                    <a:pt x="62" y="427"/>
                    <a:pt x="62" y="427"/>
                  </a:cubicBezTo>
                  <a:cubicBezTo>
                    <a:pt x="64" y="428"/>
                    <a:pt x="66" y="428"/>
                    <a:pt x="68" y="428"/>
                  </a:cubicBezTo>
                  <a:cubicBezTo>
                    <a:pt x="67" y="430"/>
                    <a:pt x="68" y="432"/>
                    <a:pt x="70" y="433"/>
                  </a:cubicBezTo>
                  <a:cubicBezTo>
                    <a:pt x="75" y="437"/>
                    <a:pt x="82" y="436"/>
                    <a:pt x="89" y="436"/>
                  </a:cubicBezTo>
                  <a:cubicBezTo>
                    <a:pt x="101" y="437"/>
                    <a:pt x="112" y="438"/>
                    <a:pt x="124" y="438"/>
                  </a:cubicBezTo>
                  <a:cubicBezTo>
                    <a:pt x="130" y="439"/>
                    <a:pt x="140" y="439"/>
                    <a:pt x="149" y="438"/>
                  </a:cubicBezTo>
                  <a:cubicBezTo>
                    <a:pt x="155" y="439"/>
                    <a:pt x="161" y="438"/>
                    <a:pt x="167" y="437"/>
                  </a:cubicBezTo>
                  <a:cubicBezTo>
                    <a:pt x="168" y="450"/>
                    <a:pt x="168" y="463"/>
                    <a:pt x="169" y="476"/>
                  </a:cubicBezTo>
                  <a:cubicBezTo>
                    <a:pt x="130" y="475"/>
                    <a:pt x="91" y="475"/>
                    <a:pt x="54" y="480"/>
                  </a:cubicBezTo>
                  <a:cubicBezTo>
                    <a:pt x="53" y="480"/>
                    <a:pt x="53" y="481"/>
                    <a:pt x="54" y="481"/>
                  </a:cubicBezTo>
                  <a:cubicBezTo>
                    <a:pt x="91" y="486"/>
                    <a:pt x="130" y="489"/>
                    <a:pt x="169" y="490"/>
                  </a:cubicBezTo>
                  <a:cubicBezTo>
                    <a:pt x="169" y="496"/>
                    <a:pt x="170" y="501"/>
                    <a:pt x="170" y="507"/>
                  </a:cubicBezTo>
                  <a:cubicBezTo>
                    <a:pt x="170" y="507"/>
                    <a:pt x="170" y="508"/>
                    <a:pt x="170" y="508"/>
                  </a:cubicBezTo>
                  <a:cubicBezTo>
                    <a:pt x="170" y="512"/>
                    <a:pt x="176" y="512"/>
                    <a:pt x="177" y="508"/>
                  </a:cubicBezTo>
                  <a:cubicBezTo>
                    <a:pt x="177" y="508"/>
                    <a:pt x="178" y="508"/>
                    <a:pt x="178" y="508"/>
                  </a:cubicBezTo>
                  <a:cubicBezTo>
                    <a:pt x="179" y="508"/>
                    <a:pt x="179" y="507"/>
                    <a:pt x="180" y="507"/>
                  </a:cubicBezTo>
                  <a:cubicBezTo>
                    <a:pt x="182" y="505"/>
                    <a:pt x="183" y="503"/>
                    <a:pt x="185" y="501"/>
                  </a:cubicBezTo>
                  <a:cubicBezTo>
                    <a:pt x="191" y="498"/>
                    <a:pt x="197" y="494"/>
                    <a:pt x="203" y="491"/>
                  </a:cubicBezTo>
                  <a:cubicBezTo>
                    <a:pt x="240" y="492"/>
                    <a:pt x="277" y="492"/>
                    <a:pt x="314" y="492"/>
                  </a:cubicBezTo>
                  <a:cubicBezTo>
                    <a:pt x="320" y="492"/>
                    <a:pt x="320" y="481"/>
                    <a:pt x="314" y="481"/>
                  </a:cubicBezTo>
                  <a:cubicBezTo>
                    <a:pt x="285" y="481"/>
                    <a:pt x="255" y="480"/>
                    <a:pt x="226" y="478"/>
                  </a:cubicBezTo>
                  <a:cubicBezTo>
                    <a:pt x="245" y="467"/>
                    <a:pt x="263" y="455"/>
                    <a:pt x="281" y="443"/>
                  </a:cubicBezTo>
                  <a:cubicBezTo>
                    <a:pt x="282" y="443"/>
                    <a:pt x="282" y="444"/>
                    <a:pt x="283" y="444"/>
                  </a:cubicBezTo>
                  <a:cubicBezTo>
                    <a:pt x="287" y="445"/>
                    <a:pt x="292" y="444"/>
                    <a:pt x="296" y="443"/>
                  </a:cubicBezTo>
                  <a:cubicBezTo>
                    <a:pt x="297" y="443"/>
                    <a:pt x="297" y="443"/>
                    <a:pt x="297" y="442"/>
                  </a:cubicBezTo>
                  <a:cubicBezTo>
                    <a:pt x="298" y="443"/>
                    <a:pt x="298" y="443"/>
                    <a:pt x="299" y="443"/>
                  </a:cubicBezTo>
                  <a:cubicBezTo>
                    <a:pt x="301" y="443"/>
                    <a:pt x="302" y="442"/>
                    <a:pt x="302" y="441"/>
                  </a:cubicBezTo>
                  <a:cubicBezTo>
                    <a:pt x="305" y="440"/>
                    <a:pt x="307" y="439"/>
                    <a:pt x="309" y="437"/>
                  </a:cubicBezTo>
                  <a:cubicBezTo>
                    <a:pt x="310" y="436"/>
                    <a:pt x="309" y="435"/>
                    <a:pt x="308" y="435"/>
                  </a:cubicBezTo>
                  <a:cubicBezTo>
                    <a:pt x="304" y="435"/>
                    <a:pt x="299" y="434"/>
                    <a:pt x="295" y="434"/>
                  </a:cubicBezTo>
                  <a:cubicBezTo>
                    <a:pt x="294" y="434"/>
                    <a:pt x="293" y="434"/>
                    <a:pt x="292" y="434"/>
                  </a:cubicBezTo>
                  <a:cubicBezTo>
                    <a:pt x="318" y="400"/>
                    <a:pt x="336" y="359"/>
                    <a:pt x="352" y="318"/>
                  </a:cubicBezTo>
                  <a:cubicBezTo>
                    <a:pt x="353" y="351"/>
                    <a:pt x="350" y="385"/>
                    <a:pt x="347" y="419"/>
                  </a:cubicBezTo>
                  <a:close/>
                  <a:moveTo>
                    <a:pt x="456" y="89"/>
                  </a:moveTo>
                  <a:cubicBezTo>
                    <a:pt x="453" y="95"/>
                    <a:pt x="449" y="101"/>
                    <a:pt x="446" y="108"/>
                  </a:cubicBezTo>
                  <a:cubicBezTo>
                    <a:pt x="445" y="106"/>
                    <a:pt x="444" y="104"/>
                    <a:pt x="442" y="102"/>
                  </a:cubicBezTo>
                  <a:cubicBezTo>
                    <a:pt x="439" y="97"/>
                    <a:pt x="437" y="92"/>
                    <a:pt x="434" y="87"/>
                  </a:cubicBezTo>
                  <a:cubicBezTo>
                    <a:pt x="434" y="87"/>
                    <a:pt x="433" y="87"/>
                    <a:pt x="433" y="88"/>
                  </a:cubicBezTo>
                  <a:cubicBezTo>
                    <a:pt x="435" y="92"/>
                    <a:pt x="437" y="97"/>
                    <a:pt x="439" y="102"/>
                  </a:cubicBezTo>
                  <a:cubicBezTo>
                    <a:pt x="441" y="105"/>
                    <a:pt x="442" y="108"/>
                    <a:pt x="444" y="112"/>
                  </a:cubicBezTo>
                  <a:cubicBezTo>
                    <a:pt x="441" y="119"/>
                    <a:pt x="437" y="126"/>
                    <a:pt x="434" y="133"/>
                  </a:cubicBezTo>
                  <a:cubicBezTo>
                    <a:pt x="432" y="124"/>
                    <a:pt x="426" y="116"/>
                    <a:pt x="422" y="108"/>
                  </a:cubicBezTo>
                  <a:cubicBezTo>
                    <a:pt x="422" y="108"/>
                    <a:pt x="421" y="108"/>
                    <a:pt x="421" y="108"/>
                  </a:cubicBezTo>
                  <a:cubicBezTo>
                    <a:pt x="428" y="117"/>
                    <a:pt x="428" y="128"/>
                    <a:pt x="432" y="137"/>
                  </a:cubicBezTo>
                  <a:cubicBezTo>
                    <a:pt x="431" y="138"/>
                    <a:pt x="431" y="139"/>
                    <a:pt x="430" y="141"/>
                  </a:cubicBezTo>
                  <a:cubicBezTo>
                    <a:pt x="428" y="145"/>
                    <a:pt x="426" y="148"/>
                    <a:pt x="424" y="152"/>
                  </a:cubicBezTo>
                  <a:cubicBezTo>
                    <a:pt x="422" y="145"/>
                    <a:pt x="419" y="137"/>
                    <a:pt x="416" y="129"/>
                  </a:cubicBezTo>
                  <a:cubicBezTo>
                    <a:pt x="416" y="129"/>
                    <a:pt x="415" y="129"/>
                    <a:pt x="416" y="129"/>
                  </a:cubicBezTo>
                  <a:cubicBezTo>
                    <a:pt x="418" y="137"/>
                    <a:pt x="421" y="145"/>
                    <a:pt x="424" y="154"/>
                  </a:cubicBezTo>
                  <a:cubicBezTo>
                    <a:pt x="420" y="161"/>
                    <a:pt x="416" y="168"/>
                    <a:pt x="412" y="176"/>
                  </a:cubicBezTo>
                  <a:cubicBezTo>
                    <a:pt x="407" y="171"/>
                    <a:pt x="403" y="165"/>
                    <a:pt x="402" y="159"/>
                  </a:cubicBezTo>
                  <a:cubicBezTo>
                    <a:pt x="401" y="158"/>
                    <a:pt x="400" y="158"/>
                    <a:pt x="401" y="159"/>
                  </a:cubicBezTo>
                  <a:cubicBezTo>
                    <a:pt x="402" y="166"/>
                    <a:pt x="406" y="172"/>
                    <a:pt x="410" y="178"/>
                  </a:cubicBezTo>
                  <a:cubicBezTo>
                    <a:pt x="411" y="178"/>
                    <a:pt x="411" y="178"/>
                    <a:pt x="411" y="178"/>
                  </a:cubicBezTo>
                  <a:cubicBezTo>
                    <a:pt x="406" y="187"/>
                    <a:pt x="401" y="196"/>
                    <a:pt x="397" y="204"/>
                  </a:cubicBezTo>
                  <a:cubicBezTo>
                    <a:pt x="393" y="197"/>
                    <a:pt x="389" y="190"/>
                    <a:pt x="386" y="183"/>
                  </a:cubicBezTo>
                  <a:cubicBezTo>
                    <a:pt x="386" y="182"/>
                    <a:pt x="386" y="183"/>
                    <a:pt x="386" y="183"/>
                  </a:cubicBezTo>
                  <a:cubicBezTo>
                    <a:pt x="388" y="191"/>
                    <a:pt x="391" y="199"/>
                    <a:pt x="395" y="207"/>
                  </a:cubicBezTo>
                  <a:cubicBezTo>
                    <a:pt x="391" y="214"/>
                    <a:pt x="387" y="221"/>
                    <a:pt x="384" y="228"/>
                  </a:cubicBezTo>
                  <a:cubicBezTo>
                    <a:pt x="382" y="223"/>
                    <a:pt x="380" y="219"/>
                    <a:pt x="379" y="214"/>
                  </a:cubicBezTo>
                  <a:cubicBezTo>
                    <a:pt x="378" y="212"/>
                    <a:pt x="375" y="212"/>
                    <a:pt x="376" y="214"/>
                  </a:cubicBezTo>
                  <a:cubicBezTo>
                    <a:pt x="377" y="221"/>
                    <a:pt x="379" y="226"/>
                    <a:pt x="382" y="232"/>
                  </a:cubicBezTo>
                  <a:cubicBezTo>
                    <a:pt x="381" y="234"/>
                    <a:pt x="380" y="235"/>
                    <a:pt x="379" y="237"/>
                  </a:cubicBezTo>
                  <a:cubicBezTo>
                    <a:pt x="375" y="244"/>
                    <a:pt x="371" y="252"/>
                    <a:pt x="368" y="259"/>
                  </a:cubicBezTo>
                  <a:cubicBezTo>
                    <a:pt x="366" y="254"/>
                    <a:pt x="364" y="250"/>
                    <a:pt x="362" y="245"/>
                  </a:cubicBezTo>
                  <a:cubicBezTo>
                    <a:pt x="360" y="240"/>
                    <a:pt x="358" y="235"/>
                    <a:pt x="355" y="230"/>
                  </a:cubicBezTo>
                  <a:cubicBezTo>
                    <a:pt x="361" y="218"/>
                    <a:pt x="368" y="206"/>
                    <a:pt x="374" y="194"/>
                  </a:cubicBezTo>
                  <a:cubicBezTo>
                    <a:pt x="375" y="194"/>
                    <a:pt x="377" y="193"/>
                    <a:pt x="377" y="191"/>
                  </a:cubicBezTo>
                  <a:cubicBezTo>
                    <a:pt x="377" y="191"/>
                    <a:pt x="376" y="190"/>
                    <a:pt x="376" y="190"/>
                  </a:cubicBezTo>
                  <a:cubicBezTo>
                    <a:pt x="383" y="177"/>
                    <a:pt x="389" y="165"/>
                    <a:pt x="395" y="153"/>
                  </a:cubicBezTo>
                  <a:cubicBezTo>
                    <a:pt x="397" y="153"/>
                    <a:pt x="399" y="151"/>
                    <a:pt x="398" y="149"/>
                  </a:cubicBezTo>
                  <a:cubicBezTo>
                    <a:pt x="398" y="149"/>
                    <a:pt x="398" y="149"/>
                    <a:pt x="398" y="148"/>
                  </a:cubicBezTo>
                  <a:cubicBezTo>
                    <a:pt x="402" y="141"/>
                    <a:pt x="405" y="134"/>
                    <a:pt x="409" y="127"/>
                  </a:cubicBezTo>
                  <a:cubicBezTo>
                    <a:pt x="409" y="126"/>
                    <a:pt x="410" y="125"/>
                    <a:pt x="410" y="124"/>
                  </a:cubicBezTo>
                  <a:cubicBezTo>
                    <a:pt x="415" y="117"/>
                    <a:pt x="418" y="110"/>
                    <a:pt x="420" y="103"/>
                  </a:cubicBezTo>
                  <a:cubicBezTo>
                    <a:pt x="427" y="89"/>
                    <a:pt x="433" y="75"/>
                    <a:pt x="438" y="61"/>
                  </a:cubicBezTo>
                  <a:cubicBezTo>
                    <a:pt x="439" y="59"/>
                    <a:pt x="441" y="57"/>
                    <a:pt x="443" y="55"/>
                  </a:cubicBezTo>
                  <a:cubicBezTo>
                    <a:pt x="443" y="54"/>
                    <a:pt x="443" y="54"/>
                    <a:pt x="444" y="53"/>
                  </a:cubicBezTo>
                  <a:cubicBezTo>
                    <a:pt x="451" y="58"/>
                    <a:pt x="459" y="62"/>
                    <a:pt x="467" y="67"/>
                  </a:cubicBezTo>
                  <a:cubicBezTo>
                    <a:pt x="468" y="68"/>
                    <a:pt x="469" y="68"/>
                    <a:pt x="470" y="68"/>
                  </a:cubicBezTo>
                  <a:cubicBezTo>
                    <a:pt x="468" y="71"/>
                    <a:pt x="466" y="74"/>
                    <a:pt x="464" y="77"/>
                  </a:cubicBezTo>
                  <a:cubicBezTo>
                    <a:pt x="464" y="77"/>
                    <a:pt x="464" y="77"/>
                    <a:pt x="464" y="77"/>
                  </a:cubicBezTo>
                  <a:cubicBezTo>
                    <a:pt x="461" y="73"/>
                    <a:pt x="458" y="68"/>
                    <a:pt x="455" y="65"/>
                  </a:cubicBezTo>
                  <a:cubicBezTo>
                    <a:pt x="454" y="64"/>
                    <a:pt x="453" y="65"/>
                    <a:pt x="454" y="66"/>
                  </a:cubicBezTo>
                  <a:cubicBezTo>
                    <a:pt x="457" y="69"/>
                    <a:pt x="460" y="73"/>
                    <a:pt x="462" y="77"/>
                  </a:cubicBezTo>
                  <a:cubicBezTo>
                    <a:pt x="463" y="78"/>
                    <a:pt x="463" y="78"/>
                    <a:pt x="463" y="78"/>
                  </a:cubicBezTo>
                  <a:cubicBezTo>
                    <a:pt x="461" y="81"/>
                    <a:pt x="459" y="84"/>
                    <a:pt x="457" y="87"/>
                  </a:cubicBezTo>
                  <a:cubicBezTo>
                    <a:pt x="454" y="82"/>
                    <a:pt x="451" y="76"/>
                    <a:pt x="449" y="69"/>
                  </a:cubicBezTo>
                  <a:cubicBezTo>
                    <a:pt x="449" y="69"/>
                    <a:pt x="447" y="69"/>
                    <a:pt x="448" y="70"/>
                  </a:cubicBezTo>
                  <a:cubicBezTo>
                    <a:pt x="450" y="77"/>
                    <a:pt x="453" y="83"/>
                    <a:pt x="456" y="89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6" name="Freeform 483"/>
            <p:cNvSpPr/>
            <p:nvPr>
              <p:custDataLst>
                <p:tags r:id="rId6"/>
              </p:custDataLst>
            </p:nvPr>
          </p:nvSpPr>
          <p:spPr bwMode="auto">
            <a:xfrm>
              <a:off x="8733" y="5914"/>
              <a:ext cx="3" cy="5"/>
            </a:xfrm>
            <a:custGeom>
              <a:avLst/>
              <a:gdLst>
                <a:gd name="T0" fmla="*/ 0 w 4"/>
                <a:gd name="T1" fmla="*/ 1 h 5"/>
                <a:gd name="T2" fmla="*/ 3 w 4"/>
                <a:gd name="T3" fmla="*/ 5 h 5"/>
                <a:gd name="T4" fmla="*/ 3 w 4"/>
                <a:gd name="T5" fmla="*/ 5 h 5"/>
                <a:gd name="T6" fmla="*/ 3 w 4"/>
                <a:gd name="T7" fmla="*/ 5 h 5"/>
                <a:gd name="T8" fmla="*/ 4 w 4"/>
                <a:gd name="T9" fmla="*/ 5 h 5"/>
                <a:gd name="T10" fmla="*/ 2 w 4"/>
                <a:gd name="T11" fmla="*/ 1 h 5"/>
                <a:gd name="T12" fmla="*/ 1 w 4"/>
                <a:gd name="T13" fmla="*/ 1 h 5"/>
                <a:gd name="T14" fmla="*/ 1 w 4"/>
                <a:gd name="T15" fmla="*/ 0 h 5"/>
                <a:gd name="T16" fmla="*/ 1 w 4"/>
                <a:gd name="T17" fmla="*/ 1 h 5"/>
                <a:gd name="T18" fmla="*/ 0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3" y="3"/>
                    <a:pt x="2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7" name="Freeform 484"/>
            <p:cNvSpPr/>
            <p:nvPr>
              <p:custDataLst>
                <p:tags r:id="rId7"/>
              </p:custDataLst>
            </p:nvPr>
          </p:nvSpPr>
          <p:spPr bwMode="auto">
            <a:xfrm>
              <a:off x="8568" y="5669"/>
              <a:ext cx="222" cy="26"/>
            </a:xfrm>
            <a:custGeom>
              <a:avLst/>
              <a:gdLst>
                <a:gd name="T0" fmla="*/ 106 w 232"/>
                <a:gd name="T1" fmla="*/ 26 h 27"/>
                <a:gd name="T2" fmla="*/ 173 w 232"/>
                <a:gd name="T3" fmla="*/ 24 h 27"/>
                <a:gd name="T4" fmla="*/ 229 w 232"/>
                <a:gd name="T5" fmla="*/ 19 h 27"/>
                <a:gd name="T6" fmla="*/ 229 w 232"/>
                <a:gd name="T7" fmla="*/ 12 h 27"/>
                <a:gd name="T8" fmla="*/ 115 w 232"/>
                <a:gd name="T9" fmla="*/ 13 h 27"/>
                <a:gd name="T10" fmla="*/ 0 w 232"/>
                <a:gd name="T11" fmla="*/ 9 h 27"/>
                <a:gd name="T12" fmla="*/ 0 w 232"/>
                <a:gd name="T13" fmla="*/ 10 h 27"/>
                <a:gd name="T14" fmla="*/ 106 w 232"/>
                <a:gd name="T1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2" h="27">
                  <a:moveTo>
                    <a:pt x="106" y="26"/>
                  </a:moveTo>
                  <a:cubicBezTo>
                    <a:pt x="128" y="26"/>
                    <a:pt x="150" y="25"/>
                    <a:pt x="173" y="24"/>
                  </a:cubicBezTo>
                  <a:cubicBezTo>
                    <a:pt x="191" y="23"/>
                    <a:pt x="211" y="25"/>
                    <a:pt x="229" y="19"/>
                  </a:cubicBezTo>
                  <a:cubicBezTo>
                    <a:pt x="232" y="17"/>
                    <a:pt x="232" y="13"/>
                    <a:pt x="229" y="12"/>
                  </a:cubicBezTo>
                  <a:cubicBezTo>
                    <a:pt x="196" y="0"/>
                    <a:pt x="150" y="12"/>
                    <a:pt x="115" y="13"/>
                  </a:cubicBezTo>
                  <a:cubicBezTo>
                    <a:pt x="77" y="15"/>
                    <a:pt x="39" y="12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32" y="27"/>
                    <a:pt x="70" y="27"/>
                    <a:pt x="106" y="2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 bldLvl="2" autoUpdateAnimBg="0"/>
      <p:bldP spid="62468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592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Properties of B-Trees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1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854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40D4B6-F892-4E0D-B0BE-0ED556C91AEC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0854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0854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EDA5E8-38D8-409E-B1FB-7D7568490EB6}" type="slidenum">
              <a:rPr lang="en-US" altLang="zh-CN" sz="790"/>
              <a:pPr/>
              <a:t>34</a:t>
            </a:fld>
            <a:endParaRPr lang="en-US" altLang="zh-CN" sz="79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4200" y="3355340"/>
            <a:ext cx="8151495" cy="2973705"/>
          </a:xfrm>
          <a:noFill/>
        </p:spPr>
        <p:txBody>
          <a:bodyPr vert="horz" wrap="square" lIns="51792" tIns="25896" rIns="51792" bIns="25896" rtlCol="0"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Children of each internal node are "between" the items in that node.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Suppose subtree </a:t>
            </a:r>
            <a:r>
              <a:rPr lang="en-US" altLang="zh-CN" sz="1800" dirty="0" err="1">
                <a:ea typeface="宋体" panose="02010600030101010101" pitchFamily="2" charset="-122"/>
              </a:rPr>
              <a:t>T</a:t>
            </a:r>
            <a:r>
              <a:rPr lang="en-US" altLang="zh-CN" sz="1800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ea typeface="宋体" panose="02010600030101010101" pitchFamily="2" charset="-122"/>
              </a:rPr>
              <a:t> is the </a:t>
            </a:r>
            <a:r>
              <a:rPr lang="en-US" altLang="zh-CN" sz="1800" i="1" dirty="0" err="1">
                <a:ea typeface="宋体" panose="02010600030101010101" pitchFamily="2" charset="-122"/>
              </a:rPr>
              <a:t>i</a:t>
            </a:r>
            <a:r>
              <a:rPr lang="en-US" altLang="zh-CN" sz="1800" dirty="0" err="1">
                <a:ea typeface="宋体" panose="02010600030101010101" pitchFamily="2" charset="-122"/>
              </a:rPr>
              <a:t>th</a:t>
            </a:r>
            <a:r>
              <a:rPr lang="en-US" altLang="zh-CN" sz="1800" dirty="0">
                <a:ea typeface="宋体" panose="02010600030101010101" pitchFamily="2" charset="-122"/>
              </a:rPr>
              <a:t> child of the node:</a:t>
            </a:r>
          </a:p>
          <a:p>
            <a:pPr indent="0" fontAlgn="auto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- All keys in </a:t>
            </a:r>
            <a:r>
              <a:rPr lang="en-US" altLang="zh-CN" sz="2000" dirty="0" err="1">
                <a:ea typeface="宋体" panose="02010600030101010101" pitchFamily="2" charset="-122"/>
              </a:rPr>
              <a:t>T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must be between keys k</a:t>
            </a:r>
            <a:r>
              <a:rPr lang="en-US" altLang="zh-CN" sz="2000" baseline="-25000" dirty="0">
                <a:ea typeface="宋体" panose="02010600030101010101" pitchFamily="2" charset="-122"/>
              </a:rPr>
              <a:t>i-1</a:t>
            </a:r>
            <a:r>
              <a:rPr lang="en-US" altLang="zh-CN" sz="2000" dirty="0">
                <a:ea typeface="宋体" panose="02010600030101010101" pitchFamily="2" charset="-122"/>
              </a:rPr>
              <a:t> and </a:t>
            </a:r>
            <a:r>
              <a:rPr lang="en-US" altLang="zh-CN" sz="2000" dirty="0" err="1">
                <a:ea typeface="宋体" panose="02010600030101010101" pitchFamily="2" charset="-122"/>
              </a:rPr>
              <a:t>k</a:t>
            </a:r>
            <a:r>
              <a:rPr lang="en-US" altLang="zh-CN" sz="2000" baseline="-25000" dirty="0" err="1">
                <a:ea typeface="宋体" panose="02010600030101010101" pitchFamily="2" charset="-122"/>
              </a:rPr>
              <a:t>i 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sz="2000" baseline="-25000" dirty="0" err="1">
                <a:solidFill>
                  <a:schemeClr val="tx1"/>
                </a:solidFill>
                <a:ea typeface="宋体" panose="02010600030101010101" pitchFamily="2" charset="-122"/>
              </a:rPr>
              <a:t>                                                                             </a:t>
            </a:r>
            <a:r>
              <a:rPr lang="en-US" altLang="zh-CN" sz="2000" dirty="0">
                <a:ea typeface="宋体" panose="02010600030101010101" pitchFamily="2" charset="-122"/>
              </a:rPr>
              <a:t>i.e. </a:t>
            </a:r>
            <a:r>
              <a:rPr lang="en-US" altLang="zh-CN" sz="2000" dirty="0">
                <a:solidFill>
                  <a:srgbClr val="FF3300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baseline="-25000" dirty="0">
                <a:solidFill>
                  <a:srgbClr val="FF3300"/>
                </a:solidFill>
                <a:ea typeface="宋体" panose="02010600030101010101" pitchFamily="2" charset="-122"/>
              </a:rPr>
              <a:t>i-1</a:t>
            </a:r>
            <a:r>
              <a:rPr lang="en-US" altLang="zh-CN" sz="2000" dirty="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£ </a:t>
            </a:r>
            <a:r>
              <a:rPr lang="en-US" altLang="zh-CN" sz="2000" dirty="0" err="1">
                <a:solidFill>
                  <a:srgbClr val="FF33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baseline="-25000" dirty="0" err="1">
                <a:solidFill>
                  <a:srgbClr val="FF33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&lt; </a:t>
            </a:r>
            <a:r>
              <a:rPr lang="en-US" altLang="zh-CN" sz="2000" dirty="0" err="1">
                <a:solidFill>
                  <a:srgbClr val="FF3300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baseline="-25000" dirty="0" err="1">
                <a:solidFill>
                  <a:srgbClr val="FF33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000" baseline="-25000" dirty="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3300"/>
                </a:solidFill>
                <a:ea typeface="宋体" panose="02010600030101010101" pitchFamily="2" charset="-122"/>
              </a:rPr>
              <a:t>,</a:t>
            </a:r>
            <a:r>
              <a:rPr lang="en-US" altLang="zh-CN" sz="3600" dirty="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baseline="-25000" dirty="0">
                <a:solidFill>
                  <a:srgbClr val="0000FF"/>
                </a:solidFill>
                <a:ea typeface="宋体" panose="02010600030101010101" pitchFamily="2" charset="-122"/>
              </a:rPr>
              <a:t>i-1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is the smallest key in </a:t>
            </a:r>
            <a:r>
              <a:rPr lang="en-US" altLang="zh-CN" sz="2000" dirty="0" err="1">
                <a:solidFill>
                  <a:srgbClr val="0000FF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baseline="-25000" dirty="0" err="1">
                <a:solidFill>
                  <a:srgbClr val="0000FF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endParaRPr lang="en-US" altLang="zh-CN" sz="2000" baseline="-250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  - All keys in first subtree T</a:t>
            </a:r>
            <a:r>
              <a:rPr lang="en-US" altLang="zh-CN" sz="1800" baseline="-25000" dirty="0">
                <a:ea typeface="宋体" panose="02010600030101010101" pitchFamily="2" charset="-122"/>
              </a:rPr>
              <a:t>1</a:t>
            </a:r>
            <a:r>
              <a:rPr lang="en-US" altLang="zh-CN" sz="1800" dirty="0">
                <a:latin typeface="Symbol" panose="05050102010706020507" pitchFamily="18" charset="2"/>
                <a:ea typeface="宋体" panose="02010600030101010101" pitchFamily="2" charset="-122"/>
              </a:rPr>
              <a:t> &lt; </a:t>
            </a:r>
            <a:r>
              <a:rPr lang="en-US" altLang="zh-CN" sz="1800" dirty="0">
                <a:ea typeface="宋体" panose="02010600030101010101" pitchFamily="2" charset="-122"/>
              </a:rPr>
              <a:t>k</a:t>
            </a:r>
            <a:r>
              <a:rPr lang="en-US" altLang="zh-CN" sz="1800" baseline="-25000" dirty="0">
                <a:ea typeface="宋体" panose="02010600030101010101" pitchFamily="2" charset="-122"/>
              </a:rPr>
              <a:t>1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  - All keys in last subtree T</a:t>
            </a:r>
            <a:r>
              <a:rPr lang="en-US" altLang="zh-CN" sz="1800" baseline="-25000" dirty="0">
                <a:ea typeface="宋体" panose="02010600030101010101" pitchFamily="2" charset="-122"/>
              </a:rPr>
              <a:t>M</a:t>
            </a:r>
            <a:r>
              <a:rPr lang="en-US" altLang="zh-CN" sz="1800" dirty="0">
                <a:latin typeface="Symbol" panose="05050102010706020507" pitchFamily="18" charset="2"/>
                <a:ea typeface="宋体" panose="02010600030101010101" pitchFamily="2" charset="-122"/>
              </a:rPr>
              <a:t> ³ </a:t>
            </a:r>
            <a:r>
              <a:rPr lang="en-US" altLang="zh-CN" sz="1800" dirty="0">
                <a:ea typeface="宋体" panose="02010600030101010101" pitchFamily="2" charset="-122"/>
              </a:rPr>
              <a:t>k</a:t>
            </a:r>
            <a:r>
              <a:rPr lang="en-US" altLang="zh-CN" sz="1800" baseline="-25000" dirty="0">
                <a:ea typeface="宋体" panose="02010600030101010101" pitchFamily="2" charset="-122"/>
              </a:rPr>
              <a:t>M-1</a:t>
            </a:r>
          </a:p>
        </p:txBody>
      </p:sp>
      <p:sp>
        <p:nvSpPr>
          <p:cNvPr id="108551" name="Rectangle 4"/>
          <p:cNvSpPr>
            <a:spLocks noChangeArrowheads="1"/>
          </p:cNvSpPr>
          <p:nvPr/>
        </p:nvSpPr>
        <p:spPr bwMode="auto">
          <a:xfrm>
            <a:off x="3557588" y="3704035"/>
            <a:ext cx="127000" cy="20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35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54" name="Freeform 9"/>
          <p:cNvSpPr/>
          <p:nvPr/>
        </p:nvSpPr>
        <p:spPr bwMode="auto">
          <a:xfrm>
            <a:off x="4166671" y="2306912"/>
            <a:ext cx="584895" cy="553641"/>
          </a:xfrm>
          <a:custGeom>
            <a:avLst/>
            <a:gdLst>
              <a:gd name="T0" fmla="*/ 530225 w 655"/>
              <a:gd name="T1" fmla="*/ 12235 h 724"/>
              <a:gd name="T2" fmla="*/ 0 w 655"/>
              <a:gd name="T3" fmla="*/ 982891 h 724"/>
              <a:gd name="T4" fmla="*/ 1038225 w 655"/>
              <a:gd name="T5" fmla="*/ 982891 h 724"/>
              <a:gd name="T6" fmla="*/ 530225 w 655"/>
              <a:gd name="T7" fmla="*/ 0 h 724"/>
              <a:gd name="T8" fmla="*/ 530225 w 655"/>
              <a:gd name="T9" fmla="*/ 12235 h 7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55" h="724">
                <a:moveTo>
                  <a:pt x="334" y="9"/>
                </a:moveTo>
                <a:lnTo>
                  <a:pt x="0" y="723"/>
                </a:lnTo>
                <a:lnTo>
                  <a:pt x="654" y="723"/>
                </a:lnTo>
                <a:lnTo>
                  <a:pt x="334" y="0"/>
                </a:lnTo>
                <a:lnTo>
                  <a:pt x="334" y="9"/>
                </a:lnTo>
              </a:path>
            </a:pathLst>
          </a:custGeom>
          <a:solidFill>
            <a:srgbClr val="C0C0C0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108561" name="Freeform 16"/>
          <p:cNvSpPr/>
          <p:nvPr/>
        </p:nvSpPr>
        <p:spPr bwMode="auto">
          <a:xfrm>
            <a:off x="5468173" y="2309020"/>
            <a:ext cx="528638" cy="550069"/>
          </a:xfrm>
          <a:custGeom>
            <a:avLst/>
            <a:gdLst>
              <a:gd name="T0" fmla="*/ 478700 w 534"/>
              <a:gd name="T1" fmla="*/ 11602 h 590"/>
              <a:gd name="T2" fmla="*/ 0 w 534"/>
              <a:gd name="T3" fmla="*/ 976243 h 590"/>
              <a:gd name="T4" fmla="*/ 938040 w 534"/>
              <a:gd name="T5" fmla="*/ 976243 h 590"/>
              <a:gd name="T6" fmla="*/ 478700 w 534"/>
              <a:gd name="T7" fmla="*/ 0 h 590"/>
              <a:gd name="T8" fmla="*/ 478700 w 534"/>
              <a:gd name="T9" fmla="*/ 11602 h 5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4" h="590">
                <a:moveTo>
                  <a:pt x="272" y="7"/>
                </a:moveTo>
                <a:lnTo>
                  <a:pt x="0" y="589"/>
                </a:lnTo>
                <a:lnTo>
                  <a:pt x="533" y="589"/>
                </a:lnTo>
                <a:lnTo>
                  <a:pt x="272" y="0"/>
                </a:lnTo>
                <a:lnTo>
                  <a:pt x="272" y="7"/>
                </a:lnTo>
              </a:path>
            </a:pathLst>
          </a:custGeom>
          <a:solidFill>
            <a:srgbClr val="C0C0C0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108562" name="Freeform 17"/>
          <p:cNvSpPr/>
          <p:nvPr/>
        </p:nvSpPr>
        <p:spPr bwMode="auto">
          <a:xfrm>
            <a:off x="2985274" y="2264011"/>
            <a:ext cx="517922" cy="567035"/>
          </a:xfrm>
          <a:custGeom>
            <a:avLst/>
            <a:gdLst>
              <a:gd name="T0" fmla="*/ 462957 w 535"/>
              <a:gd name="T1" fmla="*/ 17086 h 590"/>
              <a:gd name="T2" fmla="*/ 0 w 535"/>
              <a:gd name="T3" fmla="*/ 1006353 h 590"/>
              <a:gd name="T4" fmla="*/ 919029 w 535"/>
              <a:gd name="T5" fmla="*/ 1006353 h 590"/>
              <a:gd name="T6" fmla="*/ 462957 w 535"/>
              <a:gd name="T7" fmla="*/ 0 h 590"/>
              <a:gd name="T8" fmla="*/ 462957 w 535"/>
              <a:gd name="T9" fmla="*/ 17086 h 5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35" h="590">
                <a:moveTo>
                  <a:pt x="269" y="10"/>
                </a:moveTo>
                <a:lnTo>
                  <a:pt x="0" y="589"/>
                </a:lnTo>
                <a:lnTo>
                  <a:pt x="534" y="589"/>
                </a:lnTo>
                <a:lnTo>
                  <a:pt x="269" y="0"/>
                </a:lnTo>
                <a:lnTo>
                  <a:pt x="269" y="10"/>
                </a:lnTo>
              </a:path>
            </a:pathLst>
          </a:custGeom>
          <a:solidFill>
            <a:srgbClr val="C0C0C0"/>
          </a:solidFill>
          <a:ln w="1270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  <p:sp>
        <p:nvSpPr>
          <p:cNvPr id="108574" name="Rectangle 29"/>
          <p:cNvSpPr>
            <a:spLocks noChangeArrowheads="1"/>
          </p:cNvSpPr>
          <p:nvPr/>
        </p:nvSpPr>
        <p:spPr bwMode="auto">
          <a:xfrm>
            <a:off x="3204101" y="2601161"/>
            <a:ext cx="162018" cy="20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35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8580" name="Rectangle 35"/>
          <p:cNvSpPr>
            <a:spLocks noChangeArrowheads="1"/>
          </p:cNvSpPr>
          <p:nvPr/>
        </p:nvSpPr>
        <p:spPr bwMode="auto">
          <a:xfrm>
            <a:off x="4942636" y="2651598"/>
            <a:ext cx="259080" cy="20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. . </a:t>
            </a:r>
          </a:p>
        </p:txBody>
      </p:sp>
      <p:sp>
        <p:nvSpPr>
          <p:cNvPr id="108581" name="Rectangle 36"/>
          <p:cNvSpPr>
            <a:spLocks noChangeArrowheads="1"/>
          </p:cNvSpPr>
          <p:nvPr/>
        </p:nvSpPr>
        <p:spPr bwMode="auto">
          <a:xfrm>
            <a:off x="3646492" y="2614948"/>
            <a:ext cx="259080" cy="20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. . </a:t>
            </a:r>
          </a:p>
        </p:txBody>
      </p:sp>
      <p:grpSp>
        <p:nvGrpSpPr>
          <p:cNvPr id="52" name="Group 5"/>
          <p:cNvGrpSpPr/>
          <p:nvPr/>
        </p:nvGrpSpPr>
        <p:grpSpPr bwMode="auto">
          <a:xfrm>
            <a:off x="2937053" y="1949698"/>
            <a:ext cx="2992339" cy="562393"/>
            <a:chOff x="1105" y="1921"/>
            <a:chExt cx="3351" cy="476"/>
          </a:xfrm>
        </p:grpSpPr>
        <p:sp>
          <p:nvSpPr>
            <p:cNvPr id="53" name="Oval 6"/>
            <p:cNvSpPr>
              <a:spLocks noChangeArrowheads="1"/>
            </p:cNvSpPr>
            <p:nvPr/>
          </p:nvSpPr>
          <p:spPr bwMode="auto">
            <a:xfrm>
              <a:off x="1105" y="1921"/>
              <a:ext cx="3351" cy="47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125">
                <a:ea typeface="宋体" panose="02010600030101010101" pitchFamily="2" charset="-122"/>
              </a:endParaRPr>
            </a:p>
          </p:txBody>
        </p:sp>
        <p:sp>
          <p:nvSpPr>
            <p:cNvPr id="54" name="Rectangle 7"/>
            <p:cNvSpPr>
              <a:spLocks noChangeArrowheads="1"/>
            </p:cNvSpPr>
            <p:nvPr/>
          </p:nvSpPr>
          <p:spPr bwMode="auto">
            <a:xfrm>
              <a:off x="3765" y="2035"/>
              <a:ext cx="346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>
              <a:spAutoFit/>
            </a:bodyPr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50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sz="15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M-1</a:t>
              </a:r>
            </a:p>
          </p:txBody>
        </p:sp>
        <p:sp>
          <p:nvSpPr>
            <p:cNvPr id="55" name="Rectangle 8"/>
            <p:cNvSpPr>
              <a:spLocks noChangeArrowheads="1"/>
            </p:cNvSpPr>
            <p:nvPr/>
          </p:nvSpPr>
          <p:spPr bwMode="auto">
            <a:xfrm>
              <a:off x="1954" y="2042"/>
              <a:ext cx="263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240">
                  <a:latin typeface="Times New Roman" panose="02020603050405020304" pitchFamily="18" charset="0"/>
                  <a:ea typeface="宋体" panose="02010600030101010101" pitchFamily="2" charset="-122"/>
                </a:rPr>
                <a:t>. . .</a:t>
              </a:r>
            </a:p>
          </p:txBody>
        </p:sp>
        <p:sp>
          <p:nvSpPr>
            <p:cNvPr id="56" name="Rectangle 9"/>
            <p:cNvSpPr>
              <a:spLocks noChangeArrowheads="1"/>
            </p:cNvSpPr>
            <p:nvPr/>
          </p:nvSpPr>
          <p:spPr bwMode="auto">
            <a:xfrm>
              <a:off x="3319" y="2045"/>
              <a:ext cx="262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240">
                  <a:latin typeface="Times New Roman" panose="02020603050405020304" pitchFamily="18" charset="0"/>
                  <a:ea typeface="宋体" panose="02010600030101010101" pitchFamily="2" charset="-122"/>
                </a:rPr>
                <a:t>. . . </a:t>
              </a:r>
            </a:p>
          </p:txBody>
        </p:sp>
        <p:sp>
          <p:nvSpPr>
            <p:cNvPr id="57" name="Rectangle 10"/>
            <p:cNvSpPr>
              <a:spLocks noChangeArrowheads="1"/>
            </p:cNvSpPr>
            <p:nvPr/>
          </p:nvSpPr>
          <p:spPr bwMode="auto">
            <a:xfrm>
              <a:off x="2378" y="2035"/>
              <a:ext cx="305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50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sz="15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i-1</a:t>
              </a:r>
            </a:p>
          </p:txBody>
        </p:sp>
        <p:sp>
          <p:nvSpPr>
            <p:cNvPr id="58" name="Rectangle 11"/>
            <p:cNvSpPr>
              <a:spLocks noChangeArrowheads="1"/>
            </p:cNvSpPr>
            <p:nvPr/>
          </p:nvSpPr>
          <p:spPr bwMode="auto">
            <a:xfrm>
              <a:off x="2993" y="2025"/>
              <a:ext cx="163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50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sz="1500" baseline="-2500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15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1594" y="2029"/>
              <a:ext cx="182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5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sz="15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64" name="Rectangle 29"/>
          <p:cNvSpPr>
            <a:spLocks noChangeArrowheads="1"/>
          </p:cNvSpPr>
          <p:nvPr/>
        </p:nvSpPr>
        <p:spPr bwMode="auto">
          <a:xfrm>
            <a:off x="4391038" y="2608313"/>
            <a:ext cx="162018" cy="20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35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1350" baseline="-25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Rectangle 29"/>
          <p:cNvSpPr>
            <a:spLocks noChangeArrowheads="1"/>
          </p:cNvSpPr>
          <p:nvPr/>
        </p:nvSpPr>
        <p:spPr bwMode="auto">
          <a:xfrm>
            <a:off x="5666662" y="2604043"/>
            <a:ext cx="235302" cy="20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35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35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grpSp>
        <p:nvGrpSpPr>
          <p:cNvPr id="1425" name="组合 1424"/>
          <p:cNvGrpSpPr/>
          <p:nvPr/>
        </p:nvGrpSpPr>
        <p:grpSpPr>
          <a:xfrm rot="21000000">
            <a:off x="7742555" y="5276850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592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Properties of B-Trees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854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E33A36-85BD-49B0-8CFA-61D7243C2ECB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0854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0854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EDA5E8-38D8-409E-B1FB-7D7568490EB6}" type="slidenum">
              <a:rPr lang="en-US" altLang="zh-CN" sz="790"/>
              <a:pPr/>
              <a:t>35</a:t>
            </a:fld>
            <a:endParaRPr lang="en-US" altLang="zh-CN" sz="79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0125" y="4730750"/>
            <a:ext cx="4870450" cy="715010"/>
          </a:xfrm>
          <a:noFill/>
        </p:spPr>
        <p:txBody>
          <a:bodyPr vert="horz" wrap="square" lIns="51792" tIns="25896" rIns="51792" bIns="25896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/>
              <a:t>The Ks are keys</a:t>
            </a:r>
          </a:p>
          <a:p>
            <a:pPr>
              <a:spcBef>
                <a:spcPct val="0"/>
              </a:spcBef>
            </a:pPr>
            <a:r>
              <a:rPr lang="en-US" altLang="zh-CN" sz="2400" dirty="0"/>
              <a:t> The Ps are pointers to subtrees</a:t>
            </a:r>
            <a:endParaRPr lang="en-US" altLang="zh-CN" sz="2400" baseline="-25000" dirty="0">
              <a:ea typeface="宋体" panose="02010600030101010101" pitchFamily="2" charset="-122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2502022" y="2355048"/>
          <a:ext cx="3834130" cy="3359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2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0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2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54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6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59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P[0]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K[0]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K[i-1]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P[</a:t>
                      </a:r>
                      <a:r>
                        <a:rPr lang="en-US" altLang="zh-CN" sz="14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K[</a:t>
                      </a:r>
                      <a:r>
                        <a:rPr lang="en-US" altLang="zh-CN" sz="14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K[q-1]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P[q]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等腰三角形 1"/>
          <p:cNvSpPr/>
          <p:nvPr/>
        </p:nvSpPr>
        <p:spPr>
          <a:xfrm>
            <a:off x="2532002" y="3002435"/>
            <a:ext cx="381930" cy="432048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7" name="等腰三角形 26"/>
          <p:cNvSpPr/>
          <p:nvPr/>
        </p:nvSpPr>
        <p:spPr>
          <a:xfrm>
            <a:off x="4253329" y="2978502"/>
            <a:ext cx="381930" cy="432048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28" name="等腰三角形 27"/>
          <p:cNvSpPr/>
          <p:nvPr/>
        </p:nvSpPr>
        <p:spPr>
          <a:xfrm>
            <a:off x="5902076" y="3002435"/>
            <a:ext cx="381930" cy="432048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z</a:t>
            </a:r>
          </a:p>
        </p:txBody>
      </p:sp>
      <p:cxnSp>
        <p:nvCxnSpPr>
          <p:cNvPr id="4" name="直接箭头连接符 3"/>
          <p:cNvCxnSpPr>
            <a:endCxn id="2" idx="0"/>
          </p:cNvCxnSpPr>
          <p:nvPr/>
        </p:nvCxnSpPr>
        <p:spPr>
          <a:xfrm>
            <a:off x="2722967" y="2691407"/>
            <a:ext cx="0" cy="3110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4444294" y="2691407"/>
            <a:ext cx="1945" cy="3110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6093041" y="2691407"/>
            <a:ext cx="0" cy="3162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2354957" y="3497774"/>
            <a:ext cx="79629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&lt; K[0]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" name="Text Box 21"/>
          <p:cNvSpPr txBox="1">
            <a:spLocks noChangeArrowheads="1"/>
          </p:cNvSpPr>
          <p:nvPr/>
        </p:nvSpPr>
        <p:spPr bwMode="auto">
          <a:xfrm>
            <a:off x="3853267" y="3497774"/>
            <a:ext cx="125412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K[i-1]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y&lt;K[i] </a:t>
            </a:r>
          </a:p>
        </p:txBody>
      </p:sp>
      <p:sp>
        <p:nvSpPr>
          <p:cNvPr id="42" name="Text Box 22"/>
          <p:cNvSpPr txBox="1">
            <a:spLocks noChangeArrowheads="1"/>
          </p:cNvSpPr>
          <p:nvPr/>
        </p:nvSpPr>
        <p:spPr bwMode="auto">
          <a:xfrm>
            <a:off x="5642281" y="3497774"/>
            <a:ext cx="93154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K[q-1] 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z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6094095" y="4350385"/>
            <a:ext cx="2040890" cy="1498284"/>
            <a:chOff x="4274344" y="4914900"/>
            <a:chExt cx="2000673" cy="1468639"/>
          </a:xfrm>
        </p:grpSpPr>
        <p:sp>
          <p:nvSpPr>
            <p:cNvPr id="44" name="Text Box 26"/>
            <p:cNvSpPr txBox="1">
              <a:spLocks noChangeArrowheads="1"/>
            </p:cNvSpPr>
            <p:nvPr/>
          </p:nvSpPr>
          <p:spPr bwMode="auto">
            <a:xfrm>
              <a:off x="4343401" y="4914900"/>
              <a:ext cx="1723813" cy="300636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solidFill>
                    <a:srgbClr val="FF3300"/>
                  </a:solidFill>
                  <a:ea typeface="宋体" panose="02010600030101010101" pitchFamily="2" charset="-122"/>
                </a:rPr>
                <a:t>    |  4  |    |  8  |    </a:t>
              </a:r>
            </a:p>
          </p:txBody>
        </p:sp>
        <p:sp>
          <p:nvSpPr>
            <p:cNvPr id="45" name="Text Box 28"/>
            <p:cNvSpPr txBox="1">
              <a:spLocks noChangeArrowheads="1"/>
            </p:cNvSpPr>
            <p:nvPr/>
          </p:nvSpPr>
          <p:spPr bwMode="auto">
            <a:xfrm>
              <a:off x="4743451" y="5886450"/>
              <a:ext cx="413173" cy="3006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zh-CN" sz="1400">
                <a:solidFill>
                  <a:srgbClr val="FF33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6" name="Line 35"/>
            <p:cNvSpPr>
              <a:spLocks noChangeShapeType="1"/>
            </p:cNvSpPr>
            <p:nvPr/>
          </p:nvSpPr>
          <p:spPr bwMode="auto">
            <a:xfrm>
              <a:off x="4514850" y="5086350"/>
              <a:ext cx="0" cy="4572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7" name="Line 36"/>
            <p:cNvSpPr>
              <a:spLocks noChangeShapeType="1"/>
            </p:cNvSpPr>
            <p:nvPr/>
          </p:nvSpPr>
          <p:spPr bwMode="auto">
            <a:xfrm>
              <a:off x="5143500" y="5086350"/>
              <a:ext cx="0" cy="4572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8" name="Line 37"/>
            <p:cNvSpPr>
              <a:spLocks noChangeShapeType="1"/>
            </p:cNvSpPr>
            <p:nvPr/>
          </p:nvSpPr>
          <p:spPr bwMode="auto">
            <a:xfrm>
              <a:off x="5829300" y="5086350"/>
              <a:ext cx="0" cy="4572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15"/>
            </a:p>
          </p:txBody>
        </p:sp>
        <p:sp>
          <p:nvSpPr>
            <p:cNvPr id="49" name="AutoShape 38"/>
            <p:cNvSpPr>
              <a:spLocks noChangeArrowheads="1"/>
            </p:cNvSpPr>
            <p:nvPr/>
          </p:nvSpPr>
          <p:spPr bwMode="auto">
            <a:xfrm>
              <a:off x="4343400" y="5543550"/>
              <a:ext cx="342900" cy="51435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50" name="AutoShape 39"/>
            <p:cNvSpPr>
              <a:spLocks noChangeArrowheads="1"/>
            </p:cNvSpPr>
            <p:nvPr/>
          </p:nvSpPr>
          <p:spPr bwMode="auto">
            <a:xfrm>
              <a:off x="4972050" y="5543550"/>
              <a:ext cx="342900" cy="51435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51" name="AutoShape 40"/>
            <p:cNvSpPr>
              <a:spLocks noChangeArrowheads="1"/>
            </p:cNvSpPr>
            <p:nvPr/>
          </p:nvSpPr>
          <p:spPr bwMode="auto">
            <a:xfrm>
              <a:off x="5657850" y="5543550"/>
              <a:ext cx="342900" cy="51435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>
                <a:ea typeface="宋体" panose="02010600030101010101" pitchFamily="2" charset="-122"/>
              </a:endParaRPr>
            </a:p>
          </p:txBody>
        </p:sp>
        <p:sp>
          <p:nvSpPr>
            <p:cNvPr id="60" name="Text Box 41"/>
            <p:cNvSpPr txBox="1">
              <a:spLocks noChangeArrowheads="1"/>
            </p:cNvSpPr>
            <p:nvPr/>
          </p:nvSpPr>
          <p:spPr bwMode="auto">
            <a:xfrm>
              <a:off x="4274344" y="6082903"/>
              <a:ext cx="2000673" cy="3006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400">
                  <a:solidFill>
                    <a:srgbClr val="FF3300"/>
                  </a:solidFill>
                  <a:ea typeface="宋体" panose="02010600030101010101" pitchFamily="2" charset="-122"/>
                </a:rPr>
                <a:t> x&lt;4     4</a:t>
              </a:r>
              <a:r>
                <a:rPr lang="en-US" altLang="zh-CN" sz="1400">
                  <a:solidFill>
                    <a:srgbClr val="FF33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x&lt;8       8 x </a:t>
              </a:r>
            </a:p>
          </p:txBody>
        </p:sp>
      </p:grpSp>
      <p:sp>
        <p:nvSpPr>
          <p:cNvPr id="61" name="Text Box 3"/>
          <p:cNvSpPr txBox="1">
            <a:spLocks noChangeArrowheads="1"/>
          </p:cNvSpPr>
          <p:nvPr/>
        </p:nvSpPr>
        <p:spPr bwMode="auto">
          <a:xfrm>
            <a:off x="2467065" y="1726301"/>
            <a:ext cx="282956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B-Tree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Nonleaf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5927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Properties of B-Trees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8546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24CD2C-0626-437F-858B-0F9ECB69D27B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0854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0854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EDA5E8-38D8-409E-B1FB-7D7568490EB6}" type="slidenum">
              <a:rPr lang="en-US" altLang="zh-CN" sz="790"/>
              <a:pPr/>
              <a:t>36</a:t>
            </a:fld>
            <a:endParaRPr lang="en-US" altLang="zh-CN" sz="79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79880" y="3126105"/>
            <a:ext cx="6497320" cy="1189355"/>
          </a:xfrm>
          <a:noFill/>
        </p:spPr>
        <p:txBody>
          <a:bodyPr vert="horz" wrap="square" lIns="51792" tIns="25896" rIns="51792" bIns="25896" rtlCol="0">
            <a:spAutoFit/>
          </a:bodyPr>
          <a:lstStyle/>
          <a:p>
            <a:pPr fontAlgn="auto">
              <a:spcBef>
                <a:spcPts val="1200"/>
              </a:spcBef>
            </a:pPr>
            <a:r>
              <a:rPr lang="en-US" altLang="zh-CN" sz="2000" dirty="0"/>
              <a:t>The Ks are keys (assume unique).</a:t>
            </a:r>
          </a:p>
          <a:p>
            <a:pPr fontAlgn="auto">
              <a:spcBef>
                <a:spcPts val="1200"/>
              </a:spcBef>
            </a:pPr>
            <a:r>
              <a:rPr lang="en-US" altLang="zh-CN" sz="2000" dirty="0"/>
              <a:t> The </a:t>
            </a:r>
            <a:r>
              <a:rPr lang="en-US" altLang="zh-CN" sz="2000" dirty="0" err="1"/>
              <a:t>Rs</a:t>
            </a:r>
            <a:r>
              <a:rPr lang="en-US" altLang="zh-CN" sz="2000" dirty="0"/>
              <a:t> are pointers to records with those keys.</a:t>
            </a:r>
          </a:p>
          <a:p>
            <a:pPr fontAlgn="auto">
              <a:spcBef>
                <a:spcPts val="1200"/>
              </a:spcBef>
            </a:pPr>
            <a:r>
              <a:rPr lang="en-US" altLang="zh-CN" sz="2000" dirty="0"/>
              <a:t> The Next link points to the next leaf in key order (B+-tree).</a:t>
            </a:r>
          </a:p>
        </p:txBody>
      </p:sp>
      <p:sp>
        <p:nvSpPr>
          <p:cNvPr id="108551" name="Rectangle 4"/>
          <p:cNvSpPr>
            <a:spLocks noChangeArrowheads="1"/>
          </p:cNvSpPr>
          <p:nvPr/>
        </p:nvSpPr>
        <p:spPr bwMode="auto">
          <a:xfrm>
            <a:off x="3557588" y="3704035"/>
            <a:ext cx="127000" cy="20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35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2161540" y="2372995"/>
          <a:ext cx="4599940" cy="399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8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8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48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61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941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k[0]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R[0]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k[i-1]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R[i-1]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K[q]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R[q]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Next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" name="Text Box 3"/>
          <p:cNvSpPr txBox="1">
            <a:spLocks noChangeArrowheads="1"/>
          </p:cNvSpPr>
          <p:nvPr/>
        </p:nvSpPr>
        <p:spPr bwMode="auto">
          <a:xfrm>
            <a:off x="2108290" y="1726301"/>
            <a:ext cx="341566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B-Tree leaf Node (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B+tree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412519" y="4777187"/>
            <a:ext cx="3816326" cy="1162289"/>
            <a:chOff x="464293" y="6184616"/>
            <a:chExt cx="5088435" cy="1549718"/>
          </a:xfrm>
        </p:grpSpPr>
        <p:sp>
          <p:nvSpPr>
            <p:cNvPr id="30" name="Text Box 11"/>
            <p:cNvSpPr txBox="1">
              <a:spLocks noChangeArrowheads="1"/>
            </p:cNvSpPr>
            <p:nvPr/>
          </p:nvSpPr>
          <p:spPr bwMode="auto">
            <a:xfrm>
              <a:off x="620688" y="6194141"/>
              <a:ext cx="2196253" cy="3987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3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75      89      95          </a:t>
              </a:r>
            </a:p>
          </p:txBody>
        </p:sp>
        <p:sp>
          <p:nvSpPr>
            <p:cNvPr id="31" name="Line 12"/>
            <p:cNvSpPr>
              <a:spLocks noChangeShapeType="1"/>
            </p:cNvSpPr>
            <p:nvPr/>
          </p:nvSpPr>
          <p:spPr bwMode="auto">
            <a:xfrm>
              <a:off x="979066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4" name="Line 13"/>
            <p:cNvSpPr>
              <a:spLocks noChangeShapeType="1"/>
            </p:cNvSpPr>
            <p:nvPr/>
          </p:nvSpPr>
          <p:spPr bwMode="auto">
            <a:xfrm>
              <a:off x="1207666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5" name="Line 14"/>
            <p:cNvSpPr>
              <a:spLocks noChangeShapeType="1"/>
            </p:cNvSpPr>
            <p:nvPr/>
          </p:nvSpPr>
          <p:spPr bwMode="auto">
            <a:xfrm>
              <a:off x="1550566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6" name="Line 15"/>
            <p:cNvSpPr>
              <a:spLocks noChangeShapeType="1"/>
            </p:cNvSpPr>
            <p:nvPr/>
          </p:nvSpPr>
          <p:spPr bwMode="auto">
            <a:xfrm>
              <a:off x="1779166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7" name="Line 16"/>
            <p:cNvSpPr>
              <a:spLocks noChangeShapeType="1"/>
            </p:cNvSpPr>
            <p:nvPr/>
          </p:nvSpPr>
          <p:spPr bwMode="auto">
            <a:xfrm>
              <a:off x="2122066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8" name="Line 17"/>
            <p:cNvSpPr>
              <a:spLocks noChangeShapeType="1"/>
            </p:cNvSpPr>
            <p:nvPr/>
          </p:nvSpPr>
          <p:spPr bwMode="auto">
            <a:xfrm>
              <a:off x="2464966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39" name="Text Box 18"/>
            <p:cNvSpPr txBox="1">
              <a:spLocks noChangeArrowheads="1"/>
            </p:cNvSpPr>
            <p:nvPr/>
          </p:nvSpPr>
          <p:spPr bwMode="auto">
            <a:xfrm>
              <a:off x="3349872" y="6194141"/>
              <a:ext cx="1726354" cy="3987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350">
                  <a:latin typeface="Times New Roman" panose="02020603050405020304" pitchFamily="18" charset="0"/>
                  <a:ea typeface="宋体" panose="02010600030101010101" pitchFamily="2" charset="-122"/>
                </a:rPr>
                <a:t>103     115         </a:t>
              </a:r>
            </a:p>
          </p:txBody>
        </p:sp>
        <p:sp>
          <p:nvSpPr>
            <p:cNvPr id="52" name="Line 19"/>
            <p:cNvSpPr>
              <a:spLocks noChangeShapeType="1"/>
            </p:cNvSpPr>
            <p:nvPr/>
          </p:nvSpPr>
          <p:spPr bwMode="auto">
            <a:xfrm>
              <a:off x="3841599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53" name="Line 20"/>
            <p:cNvSpPr>
              <a:spLocks noChangeShapeType="1"/>
            </p:cNvSpPr>
            <p:nvPr/>
          </p:nvSpPr>
          <p:spPr bwMode="auto">
            <a:xfrm>
              <a:off x="4070199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54" name="Line 21"/>
            <p:cNvSpPr>
              <a:spLocks noChangeShapeType="1"/>
            </p:cNvSpPr>
            <p:nvPr/>
          </p:nvSpPr>
          <p:spPr bwMode="auto">
            <a:xfrm>
              <a:off x="4470249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55" name="Line 22"/>
            <p:cNvSpPr>
              <a:spLocks noChangeShapeType="1"/>
            </p:cNvSpPr>
            <p:nvPr/>
          </p:nvSpPr>
          <p:spPr bwMode="auto">
            <a:xfrm>
              <a:off x="4725144" y="6184616"/>
              <a:ext cx="0" cy="3883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56" name="Line 23"/>
            <p:cNvSpPr>
              <a:spLocks noChangeShapeType="1"/>
            </p:cNvSpPr>
            <p:nvPr/>
          </p:nvSpPr>
          <p:spPr bwMode="auto">
            <a:xfrm>
              <a:off x="2603349" y="6341779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57" name="Line 24"/>
            <p:cNvSpPr>
              <a:spLocks noChangeShapeType="1"/>
            </p:cNvSpPr>
            <p:nvPr/>
          </p:nvSpPr>
          <p:spPr bwMode="auto">
            <a:xfrm>
              <a:off x="4915769" y="6350491"/>
              <a:ext cx="6369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58" name="Line 25"/>
            <p:cNvSpPr>
              <a:spLocks noChangeShapeType="1"/>
            </p:cNvSpPr>
            <p:nvPr/>
          </p:nvSpPr>
          <p:spPr bwMode="auto">
            <a:xfrm>
              <a:off x="2293516" y="6298916"/>
              <a:ext cx="0" cy="9429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59" name="Text Box 26"/>
            <p:cNvSpPr txBox="1">
              <a:spLocks noChangeArrowheads="1"/>
            </p:cNvSpPr>
            <p:nvPr/>
          </p:nvSpPr>
          <p:spPr bwMode="auto">
            <a:xfrm>
              <a:off x="2007766" y="7270466"/>
              <a:ext cx="2279227" cy="3987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350">
                  <a:latin typeface="Times New Roman" panose="02020603050405020304" pitchFamily="18" charset="0"/>
                  <a:ea typeface="宋体" panose="02010600030101010101" pitchFamily="2" charset="-122"/>
                </a:rPr>
                <a:t>95  Jones  Mark  19  4</a:t>
              </a:r>
            </a:p>
          </p:txBody>
        </p:sp>
        <p:sp>
          <p:nvSpPr>
            <p:cNvPr id="62" name="Line 27"/>
            <p:cNvSpPr>
              <a:spLocks noChangeShapeType="1"/>
            </p:cNvSpPr>
            <p:nvPr/>
          </p:nvSpPr>
          <p:spPr bwMode="auto">
            <a:xfrm>
              <a:off x="2407816" y="7270466"/>
              <a:ext cx="0" cy="300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63" name="Line 28"/>
            <p:cNvSpPr>
              <a:spLocks noChangeShapeType="1"/>
            </p:cNvSpPr>
            <p:nvPr/>
          </p:nvSpPr>
          <p:spPr bwMode="auto">
            <a:xfrm>
              <a:off x="3950866" y="7270466"/>
              <a:ext cx="0" cy="300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64" name="Line 29"/>
            <p:cNvSpPr>
              <a:spLocks noChangeShapeType="1"/>
            </p:cNvSpPr>
            <p:nvPr/>
          </p:nvSpPr>
          <p:spPr bwMode="auto">
            <a:xfrm>
              <a:off x="3607966" y="7327616"/>
              <a:ext cx="0" cy="257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65" name="Line 30"/>
            <p:cNvSpPr>
              <a:spLocks noChangeShapeType="1"/>
            </p:cNvSpPr>
            <p:nvPr/>
          </p:nvSpPr>
          <p:spPr bwMode="auto">
            <a:xfrm>
              <a:off x="2979316" y="7327616"/>
              <a:ext cx="0" cy="257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66" name="Line 31"/>
            <p:cNvSpPr>
              <a:spLocks noChangeShapeType="1"/>
            </p:cNvSpPr>
            <p:nvPr/>
          </p:nvSpPr>
          <p:spPr bwMode="auto">
            <a:xfrm>
              <a:off x="1093366" y="6595278"/>
              <a:ext cx="0" cy="300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67" name="Line 32"/>
            <p:cNvSpPr>
              <a:spLocks noChangeShapeType="1"/>
            </p:cNvSpPr>
            <p:nvPr/>
          </p:nvSpPr>
          <p:spPr bwMode="auto">
            <a:xfrm>
              <a:off x="1664866" y="6595278"/>
              <a:ext cx="0" cy="342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68" name="Line 33"/>
            <p:cNvSpPr>
              <a:spLocks noChangeShapeType="1"/>
            </p:cNvSpPr>
            <p:nvPr/>
          </p:nvSpPr>
          <p:spPr bwMode="auto">
            <a:xfrm>
              <a:off x="3955899" y="6583272"/>
              <a:ext cx="0" cy="300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69" name="Line 34"/>
            <p:cNvSpPr>
              <a:spLocks noChangeShapeType="1"/>
            </p:cNvSpPr>
            <p:nvPr/>
          </p:nvSpPr>
          <p:spPr bwMode="auto">
            <a:xfrm>
              <a:off x="4584549" y="6583272"/>
              <a:ext cx="0" cy="300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15"/>
            </a:p>
          </p:txBody>
        </p:sp>
        <p:sp>
          <p:nvSpPr>
            <p:cNvPr id="70" name="Text Box 35"/>
            <p:cNvSpPr txBox="1">
              <a:spLocks noChangeArrowheads="1"/>
            </p:cNvSpPr>
            <p:nvPr/>
          </p:nvSpPr>
          <p:spPr bwMode="auto">
            <a:xfrm>
              <a:off x="464293" y="7284754"/>
              <a:ext cx="1455420" cy="449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data record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2735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37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70471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Searching in B-trees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1264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C9B711-EDED-4521-BF6F-53AAC512DE06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1264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1264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C8A4D6-A30D-419F-BC73-5315A99D19CB}" type="slidenum">
              <a:rPr lang="en-US" altLang="zh-CN" sz="790"/>
              <a:pPr/>
              <a:t>37</a:t>
            </a:fld>
            <a:endParaRPr lang="en-US" altLang="zh-CN" sz="790"/>
          </a:p>
        </p:txBody>
      </p:sp>
      <p:sp>
        <p:nvSpPr>
          <p:cNvPr id="112669" name="Rectangle 26"/>
          <p:cNvSpPr>
            <a:spLocks noGrp="1" noChangeArrowheads="1"/>
          </p:cNvSpPr>
          <p:nvPr>
            <p:ph type="body" idx="1"/>
          </p:nvPr>
        </p:nvSpPr>
        <p:spPr>
          <a:xfrm>
            <a:off x="598805" y="1604645"/>
            <a:ext cx="7668260" cy="111125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B-tree of order 3: also known as </a:t>
            </a: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2-3 tree (2 to 3 children)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endParaRPr lang="en-US" altLang="zh-CN" sz="24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endParaRPr lang="en-US" altLang="zh-CN" sz="24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endParaRPr lang="en-US" altLang="zh-CN" sz="24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endParaRPr lang="en-US" altLang="zh-CN" sz="24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Examples: Search for 9, 14, 12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Note: If leaf nodes are connected as a Linked List, B-tree is called a B+ tree – Allows sorted list to be accessed easily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64565" y="2259330"/>
            <a:ext cx="6736080" cy="2243455"/>
            <a:chOff x="4005" y="5027"/>
            <a:chExt cx="5819" cy="1938"/>
          </a:xfrm>
        </p:grpSpPr>
        <p:sp>
          <p:nvSpPr>
            <p:cNvPr id="112646" name="Oval 3"/>
            <p:cNvSpPr>
              <a:spLocks noChangeArrowheads="1"/>
            </p:cNvSpPr>
            <p:nvPr/>
          </p:nvSpPr>
          <p:spPr bwMode="auto">
            <a:xfrm>
              <a:off x="6477" y="5027"/>
              <a:ext cx="800" cy="33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2647" name="Oval 4"/>
            <p:cNvSpPr>
              <a:spLocks noChangeArrowheads="1"/>
            </p:cNvSpPr>
            <p:nvPr/>
          </p:nvSpPr>
          <p:spPr bwMode="auto">
            <a:xfrm>
              <a:off x="8006" y="5617"/>
              <a:ext cx="800" cy="33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2648" name="Oval 5"/>
            <p:cNvSpPr>
              <a:spLocks noChangeArrowheads="1"/>
            </p:cNvSpPr>
            <p:nvPr/>
          </p:nvSpPr>
          <p:spPr bwMode="auto">
            <a:xfrm>
              <a:off x="5022" y="6586"/>
              <a:ext cx="1360" cy="368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2649" name="Oval 6"/>
            <p:cNvSpPr>
              <a:spLocks noChangeArrowheads="1"/>
            </p:cNvSpPr>
            <p:nvPr/>
          </p:nvSpPr>
          <p:spPr bwMode="auto">
            <a:xfrm>
              <a:off x="4005" y="6599"/>
              <a:ext cx="800" cy="33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2650" name="Oval 7"/>
            <p:cNvSpPr>
              <a:spLocks noChangeArrowheads="1"/>
            </p:cNvSpPr>
            <p:nvPr/>
          </p:nvSpPr>
          <p:spPr bwMode="auto">
            <a:xfrm>
              <a:off x="7509" y="6599"/>
              <a:ext cx="1361" cy="367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2651" name="Oval 8"/>
            <p:cNvSpPr>
              <a:spLocks noChangeArrowheads="1"/>
            </p:cNvSpPr>
            <p:nvPr/>
          </p:nvSpPr>
          <p:spPr bwMode="auto">
            <a:xfrm>
              <a:off x="5273" y="5637"/>
              <a:ext cx="800" cy="309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2652" name="Oval 9"/>
            <p:cNvSpPr>
              <a:spLocks noChangeArrowheads="1"/>
            </p:cNvSpPr>
            <p:nvPr/>
          </p:nvSpPr>
          <p:spPr bwMode="auto">
            <a:xfrm>
              <a:off x="6583" y="6611"/>
              <a:ext cx="799" cy="33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2653" name="Oval 10"/>
            <p:cNvSpPr>
              <a:spLocks noChangeArrowheads="1"/>
            </p:cNvSpPr>
            <p:nvPr/>
          </p:nvSpPr>
          <p:spPr bwMode="auto">
            <a:xfrm>
              <a:off x="9024" y="6623"/>
              <a:ext cx="800" cy="343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2654" name="Freeform 11"/>
            <p:cNvSpPr/>
            <p:nvPr/>
          </p:nvSpPr>
          <p:spPr bwMode="auto">
            <a:xfrm>
              <a:off x="5674" y="5360"/>
              <a:ext cx="1205" cy="277"/>
            </a:xfrm>
            <a:custGeom>
              <a:avLst/>
              <a:gdLst>
                <a:gd name="T0" fmla="*/ 1358900 w 857"/>
                <a:gd name="T1" fmla="*/ 0 h 197"/>
                <a:gd name="T2" fmla="*/ 0 w 857"/>
                <a:gd name="T3" fmla="*/ 311150 h 1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7" h="197">
                  <a:moveTo>
                    <a:pt x="856" y="0"/>
                  </a:moveTo>
                  <a:lnTo>
                    <a:pt x="0" y="196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55" name="Freeform 12"/>
            <p:cNvSpPr/>
            <p:nvPr/>
          </p:nvSpPr>
          <p:spPr bwMode="auto">
            <a:xfrm>
              <a:off x="6878" y="5360"/>
              <a:ext cx="1496" cy="253"/>
            </a:xfrm>
            <a:custGeom>
              <a:avLst/>
              <a:gdLst>
                <a:gd name="T0" fmla="*/ 0 w 1064"/>
                <a:gd name="T1" fmla="*/ 0 h 180"/>
                <a:gd name="T2" fmla="*/ 1687513 w 1064"/>
                <a:gd name="T3" fmla="*/ 284163 h 1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4" h="180">
                  <a:moveTo>
                    <a:pt x="0" y="0"/>
                  </a:moveTo>
                  <a:lnTo>
                    <a:pt x="1063" y="17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56" name="Freeform 13"/>
            <p:cNvSpPr/>
            <p:nvPr/>
          </p:nvSpPr>
          <p:spPr bwMode="auto">
            <a:xfrm>
              <a:off x="4406" y="5948"/>
              <a:ext cx="1270" cy="651"/>
            </a:xfrm>
            <a:custGeom>
              <a:avLst/>
              <a:gdLst>
                <a:gd name="T0" fmla="*/ 1431925 w 903"/>
                <a:gd name="T1" fmla="*/ 0 h 463"/>
                <a:gd name="T2" fmla="*/ 0 w 903"/>
                <a:gd name="T3" fmla="*/ 733425 h 4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03" h="463">
                  <a:moveTo>
                    <a:pt x="902" y="0"/>
                  </a:moveTo>
                  <a:lnTo>
                    <a:pt x="0" y="4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57" name="Freeform 14"/>
            <p:cNvSpPr/>
            <p:nvPr/>
          </p:nvSpPr>
          <p:spPr bwMode="auto">
            <a:xfrm>
              <a:off x="5674" y="5948"/>
              <a:ext cx="30" cy="638"/>
            </a:xfrm>
            <a:custGeom>
              <a:avLst/>
              <a:gdLst>
                <a:gd name="T0" fmla="*/ 0 w 21"/>
                <a:gd name="T1" fmla="*/ 0 h 454"/>
                <a:gd name="T2" fmla="*/ 31750 w 21"/>
                <a:gd name="T3" fmla="*/ 719138 h 4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454">
                  <a:moveTo>
                    <a:pt x="0" y="0"/>
                  </a:moveTo>
                  <a:lnTo>
                    <a:pt x="20" y="45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58" name="Freeform 15"/>
            <p:cNvSpPr/>
            <p:nvPr/>
          </p:nvSpPr>
          <p:spPr bwMode="auto">
            <a:xfrm>
              <a:off x="5674" y="5948"/>
              <a:ext cx="1311" cy="664"/>
            </a:xfrm>
            <a:custGeom>
              <a:avLst/>
              <a:gdLst>
                <a:gd name="T0" fmla="*/ 0 w 932"/>
                <a:gd name="T1" fmla="*/ 0 h 472"/>
                <a:gd name="T2" fmla="*/ 1477963 w 932"/>
                <a:gd name="T3" fmla="*/ 747713 h 4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32" h="472">
                  <a:moveTo>
                    <a:pt x="0" y="0"/>
                  </a:moveTo>
                  <a:lnTo>
                    <a:pt x="931" y="47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59" name="Freeform 16"/>
            <p:cNvSpPr/>
            <p:nvPr/>
          </p:nvSpPr>
          <p:spPr bwMode="auto">
            <a:xfrm>
              <a:off x="8407" y="5950"/>
              <a:ext cx="1020" cy="672"/>
            </a:xfrm>
            <a:custGeom>
              <a:avLst/>
              <a:gdLst>
                <a:gd name="T0" fmla="*/ 0 w 725"/>
                <a:gd name="T1" fmla="*/ 0 h 478"/>
                <a:gd name="T2" fmla="*/ 1149350 w 725"/>
                <a:gd name="T3" fmla="*/ 757238 h 4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5" h="478">
                  <a:moveTo>
                    <a:pt x="0" y="0"/>
                  </a:moveTo>
                  <a:lnTo>
                    <a:pt x="724" y="477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60" name="Freeform 17"/>
            <p:cNvSpPr/>
            <p:nvPr/>
          </p:nvSpPr>
          <p:spPr bwMode="auto">
            <a:xfrm>
              <a:off x="8191" y="5950"/>
              <a:ext cx="217" cy="648"/>
            </a:xfrm>
            <a:custGeom>
              <a:avLst/>
              <a:gdLst>
                <a:gd name="T0" fmla="*/ 242888 w 154"/>
                <a:gd name="T1" fmla="*/ 0 h 461"/>
                <a:gd name="T2" fmla="*/ 0 w 154"/>
                <a:gd name="T3" fmla="*/ 730250 h 4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4" h="461">
                  <a:moveTo>
                    <a:pt x="153" y="0"/>
                  </a:moveTo>
                  <a:lnTo>
                    <a:pt x="0" y="46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61" name="Rectangle 18"/>
            <p:cNvSpPr>
              <a:spLocks noChangeArrowheads="1"/>
            </p:cNvSpPr>
            <p:nvPr/>
          </p:nvSpPr>
          <p:spPr bwMode="auto">
            <a:xfrm>
              <a:off x="6636" y="5055"/>
              <a:ext cx="45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13:-</a:t>
              </a:r>
            </a:p>
          </p:txBody>
        </p:sp>
        <p:sp>
          <p:nvSpPr>
            <p:cNvPr id="112662" name="Rectangle 19"/>
            <p:cNvSpPr>
              <a:spLocks noChangeArrowheads="1"/>
            </p:cNvSpPr>
            <p:nvPr/>
          </p:nvSpPr>
          <p:spPr bwMode="auto">
            <a:xfrm>
              <a:off x="5385" y="5686"/>
              <a:ext cx="57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6:11</a:t>
              </a:r>
            </a:p>
          </p:txBody>
        </p:sp>
        <p:sp>
          <p:nvSpPr>
            <p:cNvPr id="112663" name="Rectangle 20"/>
            <p:cNvSpPr>
              <a:spLocks noChangeArrowheads="1"/>
            </p:cNvSpPr>
            <p:nvPr/>
          </p:nvSpPr>
          <p:spPr bwMode="auto">
            <a:xfrm>
              <a:off x="4200" y="6645"/>
              <a:ext cx="3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3  4</a:t>
              </a:r>
            </a:p>
          </p:txBody>
        </p:sp>
        <p:sp>
          <p:nvSpPr>
            <p:cNvPr id="112664" name="Rectangle 21"/>
            <p:cNvSpPr>
              <a:spLocks noChangeArrowheads="1"/>
            </p:cNvSpPr>
            <p:nvPr/>
          </p:nvSpPr>
          <p:spPr bwMode="auto">
            <a:xfrm>
              <a:off x="5352" y="6632"/>
              <a:ext cx="6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6  7  8</a:t>
              </a:r>
            </a:p>
          </p:txBody>
        </p:sp>
        <p:sp>
          <p:nvSpPr>
            <p:cNvPr id="112665" name="Rectangle 22"/>
            <p:cNvSpPr>
              <a:spLocks noChangeArrowheads="1"/>
            </p:cNvSpPr>
            <p:nvPr/>
          </p:nvSpPr>
          <p:spPr bwMode="auto">
            <a:xfrm>
              <a:off x="6609" y="6642"/>
              <a:ext cx="7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11 12</a:t>
              </a:r>
            </a:p>
          </p:txBody>
        </p:sp>
        <p:sp>
          <p:nvSpPr>
            <p:cNvPr id="112666" name="Rectangle 23"/>
            <p:cNvSpPr>
              <a:spLocks noChangeArrowheads="1"/>
            </p:cNvSpPr>
            <p:nvPr/>
          </p:nvSpPr>
          <p:spPr bwMode="auto">
            <a:xfrm>
              <a:off x="7824" y="6658"/>
              <a:ext cx="6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13  14</a:t>
              </a:r>
            </a:p>
          </p:txBody>
        </p:sp>
        <p:sp>
          <p:nvSpPr>
            <p:cNvPr id="112667" name="Rectangle 24"/>
            <p:cNvSpPr>
              <a:spLocks noChangeArrowheads="1"/>
            </p:cNvSpPr>
            <p:nvPr/>
          </p:nvSpPr>
          <p:spPr bwMode="auto">
            <a:xfrm>
              <a:off x="9117" y="6680"/>
              <a:ext cx="59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17 18</a:t>
              </a:r>
            </a:p>
          </p:txBody>
        </p:sp>
        <p:sp>
          <p:nvSpPr>
            <p:cNvPr id="112668" name="Rectangle 25"/>
            <p:cNvSpPr>
              <a:spLocks noChangeArrowheads="1"/>
            </p:cNvSpPr>
            <p:nvPr/>
          </p:nvSpPr>
          <p:spPr bwMode="auto">
            <a:xfrm>
              <a:off x="8204" y="5658"/>
              <a:ext cx="48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17:-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2735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70471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Searching in B-trees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1264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36F331-5FF9-4E72-8B8D-C90C53CD2F36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1264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1264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C8A4D6-A30D-419F-BC73-5315A99D19CB}" type="slidenum">
              <a:rPr lang="en-US" altLang="zh-CN" sz="790"/>
              <a:pPr/>
              <a:t>38</a:t>
            </a:fld>
            <a:endParaRPr lang="en-US" altLang="zh-CN" sz="790"/>
          </a:p>
        </p:txBody>
      </p:sp>
      <p:sp>
        <p:nvSpPr>
          <p:cNvPr id="112669" name="Rectangle 26"/>
          <p:cNvSpPr>
            <a:spLocks noGrp="1" noChangeArrowheads="1"/>
          </p:cNvSpPr>
          <p:nvPr>
            <p:ph type="body" idx="1"/>
          </p:nvPr>
        </p:nvSpPr>
        <p:spPr>
          <a:xfrm>
            <a:off x="467995" y="1628140"/>
            <a:ext cx="8105775" cy="83693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Searching a B-Tree T for a Key Value K</a:t>
            </a: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1188085" y="2238375"/>
            <a:ext cx="6905625" cy="3969385"/>
          </a:xfrm>
          <a:prstGeom prst="rect">
            <a:avLst/>
          </a:prstGeom>
          <a:noFill/>
          <a:ln w="19050">
            <a:solidFill>
              <a:srgbClr val="F2F2F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Find(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ElementType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K,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Btree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T){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B = T;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while (B is not a leaf){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find the Pi in node B that points to the proper subtree that K will be in;</a:t>
            </a:r>
            <a:endParaRPr lang="en-US" altLang="zh-CN" sz="99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B = Pi;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/* Now we’re at a leaf */</a:t>
            </a: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if key K is the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jth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key in  leaf  B,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use the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jth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record pointer to find the 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associated record;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else /* K is not in leaf B */ report failure;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4919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25393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70471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Inserting into B-Trees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15714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F7A6E9-F986-4336-9AE6-9ADE778D006E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1571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157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42694D-C3E6-4738-9B2D-8AC35E71FF3E}" type="slidenum">
              <a:rPr lang="en-US" altLang="zh-CN" sz="790"/>
              <a:pPr/>
              <a:t>39</a:t>
            </a:fld>
            <a:endParaRPr lang="en-US" altLang="zh-CN" sz="790"/>
          </a:p>
        </p:txBody>
      </p:sp>
      <p:sp>
        <p:nvSpPr>
          <p:cNvPr id="1157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7665" y="1537970"/>
            <a:ext cx="8301355" cy="432435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Insert X: Do a Find on X and find appropriate leaf node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If leaf node is not full, fill in empty slot with X</a:t>
            </a:r>
          </a:p>
          <a:p>
            <a:pPr lvl="2">
              <a:lnSpc>
                <a:spcPct val="9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E.g. Insert 5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If leaf node is full, </a:t>
            </a:r>
            <a:r>
              <a:rPr lang="en-US" altLang="zh-CN" sz="2000" dirty="0">
                <a:solidFill>
                  <a:srgbClr val="0000FF"/>
                </a:solidFill>
                <a:ea typeface="宋体" panose="02010600030101010101" pitchFamily="2" charset="-122"/>
              </a:rPr>
              <a:t>split</a:t>
            </a:r>
            <a:r>
              <a:rPr lang="en-US" altLang="zh-CN" sz="2000" dirty="0">
                <a:ea typeface="宋体" panose="02010600030101010101" pitchFamily="2" charset="-122"/>
              </a:rPr>
              <a:t> leaf node and adjust parents up to root node</a:t>
            </a:r>
          </a:p>
          <a:p>
            <a:pPr lvl="2">
              <a:lnSpc>
                <a:spcPct val="9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E.g. Insert 9</a:t>
            </a:r>
          </a:p>
        </p:txBody>
      </p:sp>
      <p:grpSp>
        <p:nvGrpSpPr>
          <p:cNvPr id="115719" name="Group 4"/>
          <p:cNvGrpSpPr/>
          <p:nvPr/>
        </p:nvGrpSpPr>
        <p:grpSpPr bwMode="auto">
          <a:xfrm>
            <a:off x="2095500" y="4137660"/>
            <a:ext cx="5904230" cy="1978025"/>
            <a:chOff x="608" y="1336"/>
            <a:chExt cx="4138" cy="1379"/>
          </a:xfrm>
        </p:grpSpPr>
        <p:sp>
          <p:nvSpPr>
            <p:cNvPr id="115721" name="Oval 5"/>
            <p:cNvSpPr>
              <a:spLocks noChangeArrowheads="1"/>
            </p:cNvSpPr>
            <p:nvPr/>
          </p:nvSpPr>
          <p:spPr bwMode="auto">
            <a:xfrm>
              <a:off x="2366" y="1336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15722" name="Oval 6"/>
            <p:cNvSpPr>
              <a:spLocks noChangeArrowheads="1"/>
            </p:cNvSpPr>
            <p:nvPr/>
          </p:nvSpPr>
          <p:spPr bwMode="auto">
            <a:xfrm>
              <a:off x="3453" y="1756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15723" name="Oval 7"/>
            <p:cNvSpPr>
              <a:spLocks noChangeArrowheads="1"/>
            </p:cNvSpPr>
            <p:nvPr/>
          </p:nvSpPr>
          <p:spPr bwMode="auto">
            <a:xfrm>
              <a:off x="1331" y="2445"/>
              <a:ext cx="967" cy="26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15724" name="Oval 8"/>
            <p:cNvSpPr>
              <a:spLocks noChangeArrowheads="1"/>
            </p:cNvSpPr>
            <p:nvPr/>
          </p:nvSpPr>
          <p:spPr bwMode="auto">
            <a:xfrm>
              <a:off x="608" y="2454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15725" name="Oval 9"/>
            <p:cNvSpPr>
              <a:spLocks noChangeArrowheads="1"/>
            </p:cNvSpPr>
            <p:nvPr/>
          </p:nvSpPr>
          <p:spPr bwMode="auto">
            <a:xfrm>
              <a:off x="3100" y="2454"/>
              <a:ext cx="968" cy="26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15726" name="Oval 10"/>
            <p:cNvSpPr>
              <a:spLocks noChangeArrowheads="1"/>
            </p:cNvSpPr>
            <p:nvPr/>
          </p:nvSpPr>
          <p:spPr bwMode="auto">
            <a:xfrm>
              <a:off x="1510" y="1770"/>
              <a:ext cx="569" cy="22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15727" name="Oval 11"/>
            <p:cNvSpPr>
              <a:spLocks noChangeArrowheads="1"/>
            </p:cNvSpPr>
            <p:nvPr/>
          </p:nvSpPr>
          <p:spPr bwMode="auto">
            <a:xfrm>
              <a:off x="2441" y="2463"/>
              <a:ext cx="568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15728" name="Oval 12"/>
            <p:cNvSpPr>
              <a:spLocks noChangeArrowheads="1"/>
            </p:cNvSpPr>
            <p:nvPr/>
          </p:nvSpPr>
          <p:spPr bwMode="auto">
            <a:xfrm>
              <a:off x="4177" y="2471"/>
              <a:ext cx="569" cy="244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600">
                <a:ea typeface="宋体" panose="02010600030101010101" pitchFamily="2" charset="-122"/>
              </a:endParaRPr>
            </a:p>
          </p:txBody>
        </p:sp>
        <p:sp>
          <p:nvSpPr>
            <p:cNvPr id="115729" name="Freeform 13"/>
            <p:cNvSpPr/>
            <p:nvPr/>
          </p:nvSpPr>
          <p:spPr bwMode="auto">
            <a:xfrm>
              <a:off x="1795" y="1573"/>
              <a:ext cx="857" cy="197"/>
            </a:xfrm>
            <a:custGeom>
              <a:avLst/>
              <a:gdLst>
                <a:gd name="T0" fmla="*/ 856 w 857"/>
                <a:gd name="T1" fmla="*/ 0 h 197"/>
                <a:gd name="T2" fmla="*/ 0 w 857"/>
                <a:gd name="T3" fmla="*/ 196 h 1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7" h="197">
                  <a:moveTo>
                    <a:pt x="856" y="0"/>
                  </a:moveTo>
                  <a:lnTo>
                    <a:pt x="0" y="196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5730" name="Freeform 14"/>
            <p:cNvSpPr/>
            <p:nvPr/>
          </p:nvSpPr>
          <p:spPr bwMode="auto">
            <a:xfrm>
              <a:off x="2651" y="1573"/>
              <a:ext cx="1064" cy="180"/>
            </a:xfrm>
            <a:custGeom>
              <a:avLst/>
              <a:gdLst>
                <a:gd name="T0" fmla="*/ 0 w 1064"/>
                <a:gd name="T1" fmla="*/ 0 h 180"/>
                <a:gd name="T2" fmla="*/ 1063 w 1064"/>
                <a:gd name="T3" fmla="*/ 179 h 1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4" h="180">
                  <a:moveTo>
                    <a:pt x="0" y="0"/>
                  </a:moveTo>
                  <a:lnTo>
                    <a:pt x="1063" y="17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5731" name="Freeform 15"/>
            <p:cNvSpPr/>
            <p:nvPr/>
          </p:nvSpPr>
          <p:spPr bwMode="auto">
            <a:xfrm>
              <a:off x="893" y="1991"/>
              <a:ext cx="903" cy="463"/>
            </a:xfrm>
            <a:custGeom>
              <a:avLst/>
              <a:gdLst>
                <a:gd name="T0" fmla="*/ 902 w 903"/>
                <a:gd name="T1" fmla="*/ 0 h 463"/>
                <a:gd name="T2" fmla="*/ 0 w 903"/>
                <a:gd name="T3" fmla="*/ 462 h 4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03" h="463">
                  <a:moveTo>
                    <a:pt x="902" y="0"/>
                  </a:moveTo>
                  <a:lnTo>
                    <a:pt x="0" y="4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5732" name="Freeform 16"/>
            <p:cNvSpPr/>
            <p:nvPr/>
          </p:nvSpPr>
          <p:spPr bwMode="auto">
            <a:xfrm>
              <a:off x="1795" y="1991"/>
              <a:ext cx="21" cy="454"/>
            </a:xfrm>
            <a:custGeom>
              <a:avLst/>
              <a:gdLst>
                <a:gd name="T0" fmla="*/ 0 w 21"/>
                <a:gd name="T1" fmla="*/ 0 h 454"/>
                <a:gd name="T2" fmla="*/ 20 w 21"/>
                <a:gd name="T3" fmla="*/ 453 h 4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454">
                  <a:moveTo>
                    <a:pt x="0" y="0"/>
                  </a:moveTo>
                  <a:lnTo>
                    <a:pt x="20" y="45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5733" name="Freeform 17"/>
            <p:cNvSpPr/>
            <p:nvPr/>
          </p:nvSpPr>
          <p:spPr bwMode="auto">
            <a:xfrm>
              <a:off x="1795" y="1991"/>
              <a:ext cx="932" cy="472"/>
            </a:xfrm>
            <a:custGeom>
              <a:avLst/>
              <a:gdLst>
                <a:gd name="T0" fmla="*/ 0 w 932"/>
                <a:gd name="T1" fmla="*/ 0 h 472"/>
                <a:gd name="T2" fmla="*/ 931 w 932"/>
                <a:gd name="T3" fmla="*/ 471 h 4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32" h="472">
                  <a:moveTo>
                    <a:pt x="0" y="0"/>
                  </a:moveTo>
                  <a:lnTo>
                    <a:pt x="931" y="47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5734" name="Freeform 18"/>
            <p:cNvSpPr/>
            <p:nvPr/>
          </p:nvSpPr>
          <p:spPr bwMode="auto">
            <a:xfrm>
              <a:off x="3738" y="1993"/>
              <a:ext cx="725" cy="478"/>
            </a:xfrm>
            <a:custGeom>
              <a:avLst/>
              <a:gdLst>
                <a:gd name="T0" fmla="*/ 0 w 725"/>
                <a:gd name="T1" fmla="*/ 0 h 478"/>
                <a:gd name="T2" fmla="*/ 724 w 725"/>
                <a:gd name="T3" fmla="*/ 477 h 4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5" h="478">
                  <a:moveTo>
                    <a:pt x="0" y="0"/>
                  </a:moveTo>
                  <a:lnTo>
                    <a:pt x="724" y="477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5735" name="Freeform 19"/>
            <p:cNvSpPr/>
            <p:nvPr/>
          </p:nvSpPr>
          <p:spPr bwMode="auto">
            <a:xfrm>
              <a:off x="3585" y="1993"/>
              <a:ext cx="154" cy="461"/>
            </a:xfrm>
            <a:custGeom>
              <a:avLst/>
              <a:gdLst>
                <a:gd name="T0" fmla="*/ 153 w 154"/>
                <a:gd name="T1" fmla="*/ 0 h 461"/>
                <a:gd name="T2" fmla="*/ 0 w 154"/>
                <a:gd name="T3" fmla="*/ 460 h 4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4" h="461">
                  <a:moveTo>
                    <a:pt x="153" y="0"/>
                  </a:moveTo>
                  <a:lnTo>
                    <a:pt x="0" y="46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15736" name="Rectangle 20"/>
            <p:cNvSpPr>
              <a:spLocks noChangeArrowheads="1"/>
            </p:cNvSpPr>
            <p:nvPr/>
          </p:nvSpPr>
          <p:spPr bwMode="auto">
            <a:xfrm>
              <a:off x="2479" y="1356"/>
              <a:ext cx="325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13:-</a:t>
              </a:r>
            </a:p>
          </p:txBody>
        </p:sp>
        <p:sp>
          <p:nvSpPr>
            <p:cNvPr id="115737" name="Rectangle 21"/>
            <p:cNvSpPr>
              <a:spLocks noChangeArrowheads="1"/>
            </p:cNvSpPr>
            <p:nvPr/>
          </p:nvSpPr>
          <p:spPr bwMode="auto">
            <a:xfrm>
              <a:off x="1589" y="1805"/>
              <a:ext cx="412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6:11</a:t>
              </a:r>
            </a:p>
          </p:txBody>
        </p:sp>
        <p:sp>
          <p:nvSpPr>
            <p:cNvPr id="115738" name="Rectangle 22"/>
            <p:cNvSpPr>
              <a:spLocks noChangeArrowheads="1"/>
            </p:cNvSpPr>
            <p:nvPr/>
          </p:nvSpPr>
          <p:spPr bwMode="auto">
            <a:xfrm>
              <a:off x="747" y="2487"/>
              <a:ext cx="274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3  4</a:t>
              </a:r>
            </a:p>
          </p:txBody>
        </p:sp>
        <p:sp>
          <p:nvSpPr>
            <p:cNvPr id="115739" name="Rectangle 23"/>
            <p:cNvSpPr>
              <a:spLocks noChangeArrowheads="1"/>
            </p:cNvSpPr>
            <p:nvPr/>
          </p:nvSpPr>
          <p:spPr bwMode="auto">
            <a:xfrm>
              <a:off x="1566" y="2478"/>
              <a:ext cx="45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6  7  8</a:t>
              </a:r>
            </a:p>
          </p:txBody>
        </p:sp>
        <p:sp>
          <p:nvSpPr>
            <p:cNvPr id="115740" name="Rectangle 24"/>
            <p:cNvSpPr>
              <a:spLocks noChangeArrowheads="1"/>
            </p:cNvSpPr>
            <p:nvPr/>
          </p:nvSpPr>
          <p:spPr bwMode="auto">
            <a:xfrm>
              <a:off x="2460" y="2485"/>
              <a:ext cx="525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11 12</a:t>
              </a:r>
            </a:p>
          </p:txBody>
        </p:sp>
        <p:sp>
          <p:nvSpPr>
            <p:cNvPr id="115741" name="Rectangle 25"/>
            <p:cNvSpPr>
              <a:spLocks noChangeArrowheads="1"/>
            </p:cNvSpPr>
            <p:nvPr/>
          </p:nvSpPr>
          <p:spPr bwMode="auto">
            <a:xfrm>
              <a:off x="3324" y="2496"/>
              <a:ext cx="45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13  14</a:t>
              </a:r>
            </a:p>
          </p:txBody>
        </p:sp>
        <p:sp>
          <p:nvSpPr>
            <p:cNvPr id="115742" name="Rectangle 26"/>
            <p:cNvSpPr>
              <a:spLocks noChangeArrowheads="1"/>
            </p:cNvSpPr>
            <p:nvPr/>
          </p:nvSpPr>
          <p:spPr bwMode="auto">
            <a:xfrm>
              <a:off x="4243" y="2512"/>
              <a:ext cx="422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17 18</a:t>
              </a:r>
            </a:p>
          </p:txBody>
        </p:sp>
        <p:sp>
          <p:nvSpPr>
            <p:cNvPr id="115743" name="Rectangle 27"/>
            <p:cNvSpPr>
              <a:spLocks noChangeArrowheads="1"/>
            </p:cNvSpPr>
            <p:nvPr/>
          </p:nvSpPr>
          <p:spPr bwMode="auto">
            <a:xfrm>
              <a:off x="3594" y="1785"/>
              <a:ext cx="346" cy="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17:-</a:t>
              </a:r>
            </a:p>
          </p:txBody>
        </p:sp>
      </p:grpSp>
      <p:sp>
        <p:nvSpPr>
          <p:cNvPr id="115720" name="Text Box 28"/>
          <p:cNvSpPr txBox="1">
            <a:spLocks noChangeArrowheads="1"/>
          </p:cNvSpPr>
          <p:nvPr/>
        </p:nvSpPr>
        <p:spPr bwMode="auto">
          <a:xfrm>
            <a:off x="1193083" y="4282922"/>
            <a:ext cx="1663065" cy="58356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solidFill>
                  <a:srgbClr val="FF3300"/>
                </a:solidFill>
                <a:ea typeface="宋体" panose="02010600030101010101" pitchFamily="2" charset="-122"/>
              </a:rPr>
              <a:t>Assume M=L=3,</a:t>
            </a:r>
          </a:p>
          <a:p>
            <a:r>
              <a:rPr lang="en-US" altLang="zh-CN" sz="1600">
                <a:solidFill>
                  <a:srgbClr val="FF3300"/>
                </a:solidFill>
                <a:ea typeface="宋体" panose="02010600030101010101" pitchFamily="2" charset="-122"/>
              </a:rPr>
              <a:t>so (6 7 8) is full.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4919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21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70471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Inserting into B-Trees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15714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196D0B-532D-409F-B444-32F412EC2F07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1571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157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42694D-C3E6-4738-9B2D-8AC35E71FF3E}" type="slidenum">
              <a:rPr lang="en-US" altLang="zh-CN" sz="790"/>
              <a:pPr/>
              <a:t>40</a:t>
            </a:fld>
            <a:endParaRPr lang="en-US" altLang="zh-CN" sz="790"/>
          </a:p>
        </p:txBody>
      </p:sp>
      <p:sp>
        <p:nvSpPr>
          <p:cNvPr id="32" name="Text Box 1028"/>
          <p:cNvSpPr txBox="1">
            <a:spLocks noChangeArrowheads="1"/>
          </p:cNvSpPr>
          <p:nvPr/>
        </p:nvSpPr>
        <p:spPr bwMode="auto">
          <a:xfrm>
            <a:off x="539750" y="1484630"/>
            <a:ext cx="8154670" cy="4799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339966"/>
                </a:solidFill>
                <a:latin typeface="Times New Roman" panose="02020603050405020304" pitchFamily="18" charset="0"/>
              </a:rPr>
              <a:t>// Inserting a New Key in a B-Tree of Order M (and L=M)</a:t>
            </a:r>
            <a:endParaRPr lang="en-US" altLang="zh-CN" sz="1800" dirty="0">
              <a:solidFill>
                <a:srgbClr val="3399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Insert(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ElementType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K,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Btree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B)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find the leaf node LB of B in which K belongs;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if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notfull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(LB) insert K into LB;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else {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 split LB into two nodes LB and LB2 with 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j = </a:t>
            </a:r>
            <a:r>
              <a:rPr lang="en-US" altLang="zh-CN" sz="1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(L+1)/2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keys in LB and the rest in LB2;</a:t>
            </a: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if (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IsNull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(Parent(LB)) )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CreateNewRoot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(LB, </a:t>
            </a:r>
            <a:r>
              <a:rPr lang="en-US" altLang="zh-CN" sz="1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K[j+1],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LB2);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else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InsertInternal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(Parent(LB), </a:t>
            </a:r>
            <a:r>
              <a:rPr lang="en-US" altLang="zh-CN" sz="1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K[j+1],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LB2);    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}</a:t>
            </a: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}  </a:t>
            </a:r>
          </a:p>
        </p:txBody>
      </p:sp>
      <p:sp>
        <p:nvSpPr>
          <p:cNvPr id="33" name="Text Box 1029"/>
          <p:cNvSpPr txBox="1">
            <a:spLocks noChangeArrowheads="1"/>
          </p:cNvSpPr>
          <p:nvPr/>
        </p:nvSpPr>
        <p:spPr bwMode="auto">
          <a:xfrm>
            <a:off x="1731296" y="4113329"/>
            <a:ext cx="2368550" cy="3371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K[1]  R[1]  . . .  K[j]  R[j]  </a:t>
            </a:r>
          </a:p>
        </p:txBody>
      </p:sp>
      <p:sp>
        <p:nvSpPr>
          <p:cNvPr id="34" name="Text Box 1030"/>
          <p:cNvSpPr txBox="1">
            <a:spLocks noChangeArrowheads="1"/>
          </p:cNvSpPr>
          <p:nvPr/>
        </p:nvSpPr>
        <p:spPr bwMode="auto">
          <a:xfrm>
            <a:off x="4434490" y="4113329"/>
            <a:ext cx="3187700" cy="3371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K[j+1] R[j+1] . . . K[M+1]  R[M+1] </a:t>
            </a:r>
          </a:p>
        </p:txBody>
      </p:sp>
      <p:sp>
        <p:nvSpPr>
          <p:cNvPr id="35" name="Text Box 1031"/>
          <p:cNvSpPr txBox="1">
            <a:spLocks noChangeArrowheads="1"/>
          </p:cNvSpPr>
          <p:nvPr/>
        </p:nvSpPr>
        <p:spPr bwMode="auto">
          <a:xfrm>
            <a:off x="1774157" y="3748998"/>
            <a:ext cx="44196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LB</a:t>
            </a:r>
          </a:p>
        </p:txBody>
      </p:sp>
      <p:sp>
        <p:nvSpPr>
          <p:cNvPr id="36" name="Text Box 1032"/>
          <p:cNvSpPr txBox="1">
            <a:spLocks noChangeArrowheads="1"/>
          </p:cNvSpPr>
          <p:nvPr/>
        </p:nvSpPr>
        <p:spPr bwMode="auto">
          <a:xfrm>
            <a:off x="4477036" y="3759714"/>
            <a:ext cx="54356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LB2</a:t>
            </a:r>
          </a:p>
        </p:txBody>
      </p:sp>
      <p:sp>
        <p:nvSpPr>
          <p:cNvPr id="37" name="Line 1033"/>
          <p:cNvSpPr>
            <a:spLocks noChangeShapeType="1"/>
          </p:cNvSpPr>
          <p:nvPr/>
        </p:nvSpPr>
        <p:spPr bwMode="auto">
          <a:xfrm>
            <a:off x="1788445" y="3920448"/>
            <a:ext cx="0" cy="1928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 b="1" dirty="0">
              <a:solidFill>
                <a:srgbClr val="0000FF"/>
              </a:solidFill>
            </a:endParaRPr>
          </a:p>
        </p:txBody>
      </p:sp>
      <p:sp>
        <p:nvSpPr>
          <p:cNvPr id="38" name="Line 1034"/>
          <p:cNvSpPr>
            <a:spLocks noChangeShapeType="1"/>
          </p:cNvSpPr>
          <p:nvPr/>
        </p:nvSpPr>
        <p:spPr bwMode="auto">
          <a:xfrm>
            <a:off x="4491322" y="3920448"/>
            <a:ext cx="0" cy="1928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>
              <a:solidFill>
                <a:srgbClr val="0000FF"/>
              </a:solidFill>
            </a:endParaRPr>
          </a:p>
        </p:txBody>
      </p:sp>
      <p:sp>
        <p:nvSpPr>
          <p:cNvPr id="39" name="Line 1035"/>
          <p:cNvSpPr>
            <a:spLocks noChangeShapeType="1"/>
          </p:cNvSpPr>
          <p:nvPr/>
        </p:nvSpPr>
        <p:spPr bwMode="auto">
          <a:xfrm>
            <a:off x="4119636" y="4229808"/>
            <a:ext cx="31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>
              <a:solidFill>
                <a:srgbClr val="0000FF"/>
              </a:solidFill>
            </a:endParaRPr>
          </a:p>
        </p:txBody>
      </p:sp>
      <p:sp>
        <p:nvSpPr>
          <p:cNvPr id="40" name="Line 1036"/>
          <p:cNvSpPr>
            <a:spLocks noChangeShapeType="1"/>
          </p:cNvSpPr>
          <p:nvPr/>
        </p:nvSpPr>
        <p:spPr bwMode="auto">
          <a:xfrm>
            <a:off x="7573876" y="4249947"/>
            <a:ext cx="27612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15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4919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21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70471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Inserting into B-Trees</a:t>
            </a:r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15714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0F2AFB-1B90-46D2-B592-D50A607AD689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1571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157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42694D-C3E6-4738-9B2D-8AC35E71FF3E}" type="slidenum">
              <a:rPr lang="en-US" altLang="zh-CN" sz="790"/>
              <a:pPr/>
              <a:t>41</a:t>
            </a:fld>
            <a:endParaRPr lang="en-US" altLang="zh-CN" sz="790"/>
          </a:p>
        </p:txBody>
      </p:sp>
      <p:sp>
        <p:nvSpPr>
          <p:cNvPr id="32" name="Text Box 1028"/>
          <p:cNvSpPr txBox="1">
            <a:spLocks noChangeArrowheads="1"/>
          </p:cNvSpPr>
          <p:nvPr/>
        </p:nvSpPr>
        <p:spPr bwMode="auto">
          <a:xfrm>
            <a:off x="585470" y="1772285"/>
            <a:ext cx="5529580" cy="4186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339966"/>
                </a:solidFill>
                <a:latin typeface="Times New Roman" panose="02020603050405020304" pitchFamily="18" charset="0"/>
              </a:rPr>
              <a:t>// Inserting a (</a:t>
            </a:r>
            <a:r>
              <a:rPr lang="en-US" altLang="zh-CN" dirty="0" err="1">
                <a:solidFill>
                  <a:srgbClr val="339966"/>
                </a:solidFill>
                <a:latin typeface="Times New Roman" panose="02020603050405020304" pitchFamily="18" charset="0"/>
              </a:rPr>
              <a:t>Key,Ptr</a:t>
            </a:r>
            <a:r>
              <a:rPr lang="en-US" altLang="zh-CN" dirty="0">
                <a:solidFill>
                  <a:srgbClr val="339966"/>
                </a:solidFill>
                <a:latin typeface="Times New Roman" panose="02020603050405020304" pitchFamily="18" charset="0"/>
              </a:rPr>
              <a:t>) Pair into an Internal Node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If the node is not full, insert them in the proper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place and return.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If the node is already full (M pointers, M-1 keys),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find the place for the new pair and split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the adjusted (</a:t>
            </a:r>
            <a:r>
              <a:rPr lang="en-US" altLang="zh-CN" dirty="0" err="1">
                <a:latin typeface="Times New Roman" panose="02020603050405020304" pitchFamily="18" charset="0"/>
              </a:rPr>
              <a:t>Key,Ptr</a:t>
            </a:r>
            <a:r>
              <a:rPr lang="en-US" altLang="zh-CN" dirty="0">
                <a:latin typeface="Times New Roman" panose="02020603050405020304" pitchFamily="18" charset="0"/>
              </a:rPr>
              <a:t>) sequence into two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internal nodes with 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  j =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(M+1)/2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pointers and j-1 keys in the first,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the next key  is inserted in the node’s parent,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and the rest in the second of the new pair.</a:t>
            </a:r>
            <a:endParaRPr lang="en-US" altLang="zh-CN" dirty="0">
              <a:solidFill>
                <a:srgbClr val="3399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425" name="组合 1424"/>
          <p:cNvGrpSpPr/>
          <p:nvPr/>
        </p:nvGrpSpPr>
        <p:grpSpPr>
          <a:xfrm rot="21000000">
            <a:off x="7670800" y="5229225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49199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21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70471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Example of Insertions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15714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A99194-14D5-4792-83F1-A976E9F0326A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1571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157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42694D-C3E6-4738-9B2D-8AC35E71FF3E}" type="slidenum">
              <a:rPr lang="en-US" altLang="zh-CN" sz="790"/>
              <a:pPr/>
              <a:t>42</a:t>
            </a:fld>
            <a:endParaRPr lang="en-US" altLang="zh-CN" sz="790"/>
          </a:p>
        </p:txBody>
      </p:sp>
      <p:sp>
        <p:nvSpPr>
          <p:cNvPr id="32" name="Text Box 1028"/>
          <p:cNvSpPr txBox="1">
            <a:spLocks noChangeArrowheads="1"/>
          </p:cNvSpPr>
          <p:nvPr/>
        </p:nvSpPr>
        <p:spPr bwMode="auto">
          <a:xfrm>
            <a:off x="2376805" y="1467485"/>
            <a:ext cx="458279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</a:rPr>
              <a:t>Insertions into a </a:t>
            </a:r>
            <a:r>
              <a:rPr lang="en-US" altLang="zh-CN" dirty="0" err="1">
                <a:solidFill>
                  <a:srgbClr val="0000FF"/>
                </a:solidFill>
              </a:rPr>
              <a:t>B+tree</a:t>
            </a:r>
            <a:r>
              <a:rPr lang="en-US" altLang="zh-CN" dirty="0">
                <a:solidFill>
                  <a:srgbClr val="0000FF"/>
                </a:solidFill>
              </a:rPr>
              <a:t> with M=3, L=2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413717" y="1865896"/>
            <a:ext cx="4130675" cy="39878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Insertion Sequence: 9, 5, 1, 7, 3,12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95908" y="2761471"/>
            <a:ext cx="352425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640789" y="2761471"/>
            <a:ext cx="770255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5 | 9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544642" y="3530802"/>
            <a:ext cx="848995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ea typeface="宋体" panose="02010600030101010101" pitchFamily="2" charset="-122"/>
              </a:rPr>
              <a:t>1 |  | 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4064000" y="3530600"/>
            <a:ext cx="1016635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5 | 9 |</a:t>
            </a: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3262630" y="3789680"/>
            <a:ext cx="762000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3333413" y="2787790"/>
            <a:ext cx="848995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 | 5 | 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706565" y="2382691"/>
            <a:ext cx="192650" cy="46037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1832167" y="2381222"/>
            <a:ext cx="352425" cy="46037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 flipH="1">
            <a:off x="3070860" y="3221990"/>
            <a:ext cx="335280" cy="307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4091940" y="3181985"/>
            <a:ext cx="353695" cy="3479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3575009" y="2381222"/>
            <a:ext cx="352425" cy="46037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6305425" y="2820691"/>
            <a:ext cx="1515110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 | 5 |  | 7 | </a:t>
            </a: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5488584" y="3536336"/>
            <a:ext cx="848995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ea typeface="宋体" panose="02010600030101010101" pitchFamily="2" charset="-122"/>
              </a:rPr>
              <a:t>1 |  | </a:t>
            </a: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7837016" y="3536336"/>
            <a:ext cx="934085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7 | 9 |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6706235" y="3536315"/>
            <a:ext cx="906780" cy="462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ea typeface="宋体" panose="02010600030101010101" pitchFamily="2" charset="-122"/>
              </a:rPr>
              <a:t>5 |  | </a:t>
            </a:r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 flipH="1">
            <a:off x="6004560" y="3221990"/>
            <a:ext cx="403225" cy="3390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7041515" y="3207385"/>
            <a:ext cx="635" cy="3232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>
            <a:off x="7740206" y="3248046"/>
            <a:ext cx="146245" cy="262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>
            <a:off x="6299200" y="3789680"/>
            <a:ext cx="427990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7524750" y="3789045"/>
            <a:ext cx="285750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6851398" y="2379654"/>
            <a:ext cx="352425" cy="46037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1218154" y="4886403"/>
            <a:ext cx="1515110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 | 5 |  | 7 | </a:t>
            </a: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293849" y="5602048"/>
            <a:ext cx="1018540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ea typeface="宋体" panose="02010600030101010101" pitchFamily="2" charset="-122"/>
              </a:rPr>
              <a:t>1 | 3 | </a:t>
            </a:r>
          </a:p>
        </p:txBody>
      </p:sp>
      <p:sp>
        <p:nvSpPr>
          <p:cNvPr id="36" name="Text Box 34"/>
          <p:cNvSpPr txBox="1">
            <a:spLocks noChangeArrowheads="1"/>
          </p:cNvSpPr>
          <p:nvPr/>
        </p:nvSpPr>
        <p:spPr bwMode="auto">
          <a:xfrm>
            <a:off x="1665775" y="5602048"/>
            <a:ext cx="848995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5 |  | </a:t>
            </a: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2822048" y="5602048"/>
            <a:ext cx="934085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ea typeface="宋体" panose="02010600030101010101" pitchFamily="2" charset="-122"/>
              </a:rPr>
              <a:t>7 | 9 |</a:t>
            </a:r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1261110" y="5804535"/>
            <a:ext cx="344170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>
            <a:off x="2444115" y="5805170"/>
            <a:ext cx="368300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0" name="Line 38"/>
          <p:cNvSpPr>
            <a:spLocks noChangeShapeType="1"/>
          </p:cNvSpPr>
          <p:nvPr/>
        </p:nvSpPr>
        <p:spPr bwMode="auto">
          <a:xfrm flipH="1">
            <a:off x="882015" y="5281930"/>
            <a:ext cx="430530" cy="3289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>
            <a:off x="1981200" y="5228590"/>
            <a:ext cx="635" cy="3536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>
            <a:off x="2629535" y="5301615"/>
            <a:ext cx="274320" cy="2806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44" name="Text Box 42"/>
          <p:cNvSpPr txBox="1">
            <a:spLocks noChangeArrowheads="1"/>
          </p:cNvSpPr>
          <p:nvPr/>
        </p:nvSpPr>
        <p:spPr bwMode="auto">
          <a:xfrm>
            <a:off x="1815465" y="4448175"/>
            <a:ext cx="297180" cy="46037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45" name="Text Box 43"/>
          <p:cNvSpPr txBox="1">
            <a:spLocks noChangeArrowheads="1"/>
          </p:cNvSpPr>
          <p:nvPr/>
        </p:nvSpPr>
        <p:spPr bwMode="auto">
          <a:xfrm>
            <a:off x="4032699" y="5825711"/>
            <a:ext cx="1018540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ea typeface="宋体" panose="02010600030101010101" pitchFamily="2" charset="-122"/>
              </a:rPr>
              <a:t>1 | 3 | </a:t>
            </a:r>
          </a:p>
        </p:txBody>
      </p:sp>
      <p:sp>
        <p:nvSpPr>
          <p:cNvPr id="46" name="Text Box 44"/>
          <p:cNvSpPr txBox="1">
            <a:spLocks noChangeArrowheads="1"/>
          </p:cNvSpPr>
          <p:nvPr/>
        </p:nvSpPr>
        <p:spPr bwMode="auto">
          <a:xfrm>
            <a:off x="5285934" y="5825711"/>
            <a:ext cx="848995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5 |  | </a:t>
            </a:r>
          </a:p>
        </p:txBody>
      </p:sp>
      <p:sp>
        <p:nvSpPr>
          <p:cNvPr id="47" name="Text Box 45"/>
          <p:cNvSpPr txBox="1">
            <a:spLocks noChangeArrowheads="1"/>
          </p:cNvSpPr>
          <p:nvPr/>
        </p:nvSpPr>
        <p:spPr bwMode="auto">
          <a:xfrm>
            <a:off x="6359401" y="5825711"/>
            <a:ext cx="933450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7 |   | </a:t>
            </a:r>
          </a:p>
        </p:txBody>
      </p:sp>
      <p:sp>
        <p:nvSpPr>
          <p:cNvPr id="48" name="Text Box 46"/>
          <p:cNvSpPr txBox="1">
            <a:spLocks noChangeArrowheads="1"/>
          </p:cNvSpPr>
          <p:nvPr/>
        </p:nvSpPr>
        <p:spPr bwMode="auto">
          <a:xfrm>
            <a:off x="7541613" y="5825711"/>
            <a:ext cx="1272540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 9 | 12 | </a:t>
            </a:r>
          </a:p>
        </p:txBody>
      </p:sp>
      <p:sp>
        <p:nvSpPr>
          <p:cNvPr id="49" name="Text Box 48"/>
          <p:cNvSpPr txBox="1">
            <a:spLocks noChangeArrowheads="1"/>
          </p:cNvSpPr>
          <p:nvPr/>
        </p:nvSpPr>
        <p:spPr bwMode="auto">
          <a:xfrm>
            <a:off x="4751767" y="5151297"/>
            <a:ext cx="848995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 | 5 | </a:t>
            </a:r>
          </a:p>
        </p:txBody>
      </p:sp>
      <p:sp>
        <p:nvSpPr>
          <p:cNvPr id="50" name="Text Box 49"/>
          <p:cNvSpPr txBox="1">
            <a:spLocks noChangeArrowheads="1"/>
          </p:cNvSpPr>
          <p:nvPr/>
        </p:nvSpPr>
        <p:spPr bwMode="auto">
          <a:xfrm>
            <a:off x="7009377" y="5151297"/>
            <a:ext cx="848995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 | 9 | </a:t>
            </a:r>
          </a:p>
        </p:txBody>
      </p:sp>
      <p:sp>
        <p:nvSpPr>
          <p:cNvPr id="51" name="Text Box 50"/>
          <p:cNvSpPr txBox="1">
            <a:spLocks noChangeArrowheads="1"/>
          </p:cNvSpPr>
          <p:nvPr/>
        </p:nvSpPr>
        <p:spPr bwMode="auto">
          <a:xfrm>
            <a:off x="5797724" y="4599383"/>
            <a:ext cx="848995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 | 7 | </a:t>
            </a:r>
          </a:p>
        </p:txBody>
      </p:sp>
      <p:sp>
        <p:nvSpPr>
          <p:cNvPr id="52" name="Line 51"/>
          <p:cNvSpPr>
            <a:spLocks noChangeShapeType="1"/>
          </p:cNvSpPr>
          <p:nvPr/>
        </p:nvSpPr>
        <p:spPr bwMode="auto">
          <a:xfrm flipH="1">
            <a:off x="5293995" y="4908550"/>
            <a:ext cx="579755" cy="2425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3" name="Line 52"/>
          <p:cNvSpPr>
            <a:spLocks noChangeShapeType="1"/>
          </p:cNvSpPr>
          <p:nvPr/>
        </p:nvSpPr>
        <p:spPr bwMode="auto">
          <a:xfrm>
            <a:off x="6544310" y="4940935"/>
            <a:ext cx="749300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4" name="Line 53"/>
          <p:cNvSpPr>
            <a:spLocks noChangeShapeType="1"/>
          </p:cNvSpPr>
          <p:nvPr/>
        </p:nvSpPr>
        <p:spPr bwMode="auto">
          <a:xfrm flipH="1">
            <a:off x="4667885" y="5568315"/>
            <a:ext cx="182245" cy="262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5" name="Line 54"/>
          <p:cNvSpPr>
            <a:spLocks noChangeShapeType="1"/>
          </p:cNvSpPr>
          <p:nvPr/>
        </p:nvSpPr>
        <p:spPr bwMode="auto">
          <a:xfrm>
            <a:off x="5508625" y="5547360"/>
            <a:ext cx="153670" cy="2584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6" name="Line 55"/>
          <p:cNvSpPr>
            <a:spLocks noChangeShapeType="1"/>
          </p:cNvSpPr>
          <p:nvPr/>
        </p:nvSpPr>
        <p:spPr bwMode="auto">
          <a:xfrm flipH="1">
            <a:off x="6740525" y="5548630"/>
            <a:ext cx="390525" cy="28130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7" name="Line 56"/>
          <p:cNvSpPr>
            <a:spLocks noChangeShapeType="1"/>
          </p:cNvSpPr>
          <p:nvPr/>
        </p:nvSpPr>
        <p:spPr bwMode="auto">
          <a:xfrm>
            <a:off x="7757795" y="5547360"/>
            <a:ext cx="128905" cy="2832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8" name="Line 57"/>
          <p:cNvSpPr>
            <a:spLocks noChangeShapeType="1"/>
          </p:cNvSpPr>
          <p:nvPr/>
        </p:nvSpPr>
        <p:spPr bwMode="auto">
          <a:xfrm>
            <a:off x="5004435" y="6063615"/>
            <a:ext cx="285115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59" name="Line 58"/>
          <p:cNvSpPr>
            <a:spLocks noChangeShapeType="1"/>
          </p:cNvSpPr>
          <p:nvPr/>
        </p:nvSpPr>
        <p:spPr bwMode="auto">
          <a:xfrm>
            <a:off x="6067425" y="6062980"/>
            <a:ext cx="249555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0" name="Line 59"/>
          <p:cNvSpPr>
            <a:spLocks noChangeShapeType="1"/>
          </p:cNvSpPr>
          <p:nvPr/>
        </p:nvSpPr>
        <p:spPr bwMode="auto">
          <a:xfrm>
            <a:off x="7236460" y="6062345"/>
            <a:ext cx="275590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1" name="Text Box 42"/>
          <p:cNvSpPr txBox="1">
            <a:spLocks noChangeArrowheads="1"/>
          </p:cNvSpPr>
          <p:nvPr/>
        </p:nvSpPr>
        <p:spPr bwMode="auto">
          <a:xfrm>
            <a:off x="6046470" y="4163695"/>
            <a:ext cx="354965" cy="46037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5" grpId="0" bldLvl="0" animBg="1"/>
      <p:bldP spid="17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42" grpId="0" bldLvl="0" animBg="1"/>
      <p:bldP spid="44" grpId="0" bldLvl="0" animBg="1"/>
      <p:bldP spid="45" grpId="0" bldLvl="0" animBg="1"/>
      <p:bldP spid="46" grpId="0" bldLvl="0" animBg="1"/>
      <p:bldP spid="47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52" grpId="0" bldLvl="0" animBg="1"/>
      <p:bldP spid="53" grpId="0" bldLvl="0" animBg="1"/>
      <p:bldP spid="54" grpId="0" bldLvl="0" animBg="1"/>
      <p:bldP spid="55" grpId="0" bldLvl="0" animBg="1"/>
      <p:bldP spid="56" grpId="0" bldLvl="0" animBg="1"/>
      <p:bldP spid="57" grpId="0" bldLvl="0" animBg="1"/>
      <p:bldP spid="58" grpId="0" bldLvl="0" animBg="1"/>
      <p:bldP spid="59" grpId="0" bldLvl="0" animBg="1"/>
      <p:bldP spid="60" grpId="0" bldLvl="0" animBg="1"/>
      <p:bldP spid="61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6685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21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4704715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Deleting From B-Trees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19810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CEC3B2-65A9-4166-A8C1-CB4EAAC30294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198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198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576063-AA05-4E90-A5DA-8D4E9ACC1004}" type="slidenum">
              <a:rPr lang="en-US" altLang="zh-CN" sz="790"/>
              <a:pPr/>
              <a:t>43</a:t>
            </a:fld>
            <a:endParaRPr lang="en-US" altLang="zh-CN" sz="790"/>
          </a:p>
        </p:txBody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2730" y="1485265"/>
            <a:ext cx="8606155" cy="451675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Delete X : Do a find and remove from leaf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Leaf underflows – borrow from a neighbor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E.g. 11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Leaf underflows and can’t borrow – merge nodes, delete parent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E.g. 17</a:t>
            </a:r>
          </a:p>
        </p:txBody>
      </p:sp>
      <p:grpSp>
        <p:nvGrpSpPr>
          <p:cNvPr id="119815" name="Group 4"/>
          <p:cNvGrpSpPr/>
          <p:nvPr/>
        </p:nvGrpSpPr>
        <p:grpSpPr bwMode="auto">
          <a:xfrm>
            <a:off x="1294130" y="3959225"/>
            <a:ext cx="6316980" cy="2115820"/>
            <a:chOff x="608" y="1336"/>
            <a:chExt cx="4138" cy="1379"/>
          </a:xfrm>
        </p:grpSpPr>
        <p:sp>
          <p:nvSpPr>
            <p:cNvPr id="119816" name="Oval 5"/>
            <p:cNvSpPr>
              <a:spLocks noChangeArrowheads="1"/>
            </p:cNvSpPr>
            <p:nvPr/>
          </p:nvSpPr>
          <p:spPr bwMode="auto">
            <a:xfrm>
              <a:off x="2366" y="1336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9817" name="Oval 6"/>
            <p:cNvSpPr>
              <a:spLocks noChangeArrowheads="1"/>
            </p:cNvSpPr>
            <p:nvPr/>
          </p:nvSpPr>
          <p:spPr bwMode="auto">
            <a:xfrm>
              <a:off x="3453" y="1756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9818" name="Oval 7"/>
            <p:cNvSpPr>
              <a:spLocks noChangeArrowheads="1"/>
            </p:cNvSpPr>
            <p:nvPr/>
          </p:nvSpPr>
          <p:spPr bwMode="auto">
            <a:xfrm>
              <a:off x="1331" y="2445"/>
              <a:ext cx="967" cy="262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9819" name="Oval 8"/>
            <p:cNvSpPr>
              <a:spLocks noChangeArrowheads="1"/>
            </p:cNvSpPr>
            <p:nvPr/>
          </p:nvSpPr>
          <p:spPr bwMode="auto">
            <a:xfrm>
              <a:off x="608" y="2454"/>
              <a:ext cx="569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9820" name="Oval 9"/>
            <p:cNvSpPr>
              <a:spLocks noChangeArrowheads="1"/>
            </p:cNvSpPr>
            <p:nvPr/>
          </p:nvSpPr>
          <p:spPr bwMode="auto">
            <a:xfrm>
              <a:off x="3100" y="2454"/>
              <a:ext cx="968" cy="261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9821" name="Oval 10"/>
            <p:cNvSpPr>
              <a:spLocks noChangeArrowheads="1"/>
            </p:cNvSpPr>
            <p:nvPr/>
          </p:nvSpPr>
          <p:spPr bwMode="auto">
            <a:xfrm>
              <a:off x="1510" y="1770"/>
              <a:ext cx="569" cy="22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9822" name="Oval 11"/>
            <p:cNvSpPr>
              <a:spLocks noChangeArrowheads="1"/>
            </p:cNvSpPr>
            <p:nvPr/>
          </p:nvSpPr>
          <p:spPr bwMode="auto">
            <a:xfrm>
              <a:off x="2441" y="2463"/>
              <a:ext cx="568" cy="23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9823" name="Oval 12"/>
            <p:cNvSpPr>
              <a:spLocks noChangeArrowheads="1"/>
            </p:cNvSpPr>
            <p:nvPr/>
          </p:nvSpPr>
          <p:spPr bwMode="auto">
            <a:xfrm>
              <a:off x="4177" y="2471"/>
              <a:ext cx="569" cy="244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119824" name="Freeform 13"/>
            <p:cNvSpPr/>
            <p:nvPr/>
          </p:nvSpPr>
          <p:spPr bwMode="auto">
            <a:xfrm>
              <a:off x="1795" y="1573"/>
              <a:ext cx="857" cy="197"/>
            </a:xfrm>
            <a:custGeom>
              <a:avLst/>
              <a:gdLst>
                <a:gd name="T0" fmla="*/ 856 w 857"/>
                <a:gd name="T1" fmla="*/ 0 h 197"/>
                <a:gd name="T2" fmla="*/ 0 w 857"/>
                <a:gd name="T3" fmla="*/ 196 h 1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7" h="197">
                  <a:moveTo>
                    <a:pt x="856" y="0"/>
                  </a:moveTo>
                  <a:lnTo>
                    <a:pt x="0" y="196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25" name="Freeform 14"/>
            <p:cNvSpPr/>
            <p:nvPr/>
          </p:nvSpPr>
          <p:spPr bwMode="auto">
            <a:xfrm>
              <a:off x="2651" y="1573"/>
              <a:ext cx="1064" cy="180"/>
            </a:xfrm>
            <a:custGeom>
              <a:avLst/>
              <a:gdLst>
                <a:gd name="T0" fmla="*/ 0 w 1064"/>
                <a:gd name="T1" fmla="*/ 0 h 180"/>
                <a:gd name="T2" fmla="*/ 1063 w 1064"/>
                <a:gd name="T3" fmla="*/ 179 h 1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4" h="180">
                  <a:moveTo>
                    <a:pt x="0" y="0"/>
                  </a:moveTo>
                  <a:lnTo>
                    <a:pt x="1063" y="17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26" name="Freeform 15"/>
            <p:cNvSpPr/>
            <p:nvPr/>
          </p:nvSpPr>
          <p:spPr bwMode="auto">
            <a:xfrm>
              <a:off x="893" y="1991"/>
              <a:ext cx="903" cy="463"/>
            </a:xfrm>
            <a:custGeom>
              <a:avLst/>
              <a:gdLst>
                <a:gd name="T0" fmla="*/ 902 w 903"/>
                <a:gd name="T1" fmla="*/ 0 h 463"/>
                <a:gd name="T2" fmla="*/ 0 w 903"/>
                <a:gd name="T3" fmla="*/ 462 h 4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03" h="463">
                  <a:moveTo>
                    <a:pt x="902" y="0"/>
                  </a:moveTo>
                  <a:lnTo>
                    <a:pt x="0" y="46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27" name="Freeform 16"/>
            <p:cNvSpPr/>
            <p:nvPr/>
          </p:nvSpPr>
          <p:spPr bwMode="auto">
            <a:xfrm>
              <a:off x="1795" y="1991"/>
              <a:ext cx="21" cy="454"/>
            </a:xfrm>
            <a:custGeom>
              <a:avLst/>
              <a:gdLst>
                <a:gd name="T0" fmla="*/ 0 w 21"/>
                <a:gd name="T1" fmla="*/ 0 h 454"/>
                <a:gd name="T2" fmla="*/ 20 w 21"/>
                <a:gd name="T3" fmla="*/ 453 h 4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454">
                  <a:moveTo>
                    <a:pt x="0" y="0"/>
                  </a:moveTo>
                  <a:lnTo>
                    <a:pt x="20" y="45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28" name="Freeform 17"/>
            <p:cNvSpPr/>
            <p:nvPr/>
          </p:nvSpPr>
          <p:spPr bwMode="auto">
            <a:xfrm>
              <a:off x="1795" y="1991"/>
              <a:ext cx="932" cy="472"/>
            </a:xfrm>
            <a:custGeom>
              <a:avLst/>
              <a:gdLst>
                <a:gd name="T0" fmla="*/ 0 w 932"/>
                <a:gd name="T1" fmla="*/ 0 h 472"/>
                <a:gd name="T2" fmla="*/ 931 w 932"/>
                <a:gd name="T3" fmla="*/ 471 h 4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32" h="472">
                  <a:moveTo>
                    <a:pt x="0" y="0"/>
                  </a:moveTo>
                  <a:lnTo>
                    <a:pt x="931" y="47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29" name="Freeform 18"/>
            <p:cNvSpPr/>
            <p:nvPr/>
          </p:nvSpPr>
          <p:spPr bwMode="auto">
            <a:xfrm>
              <a:off x="3738" y="1993"/>
              <a:ext cx="725" cy="478"/>
            </a:xfrm>
            <a:custGeom>
              <a:avLst/>
              <a:gdLst>
                <a:gd name="T0" fmla="*/ 0 w 725"/>
                <a:gd name="T1" fmla="*/ 0 h 478"/>
                <a:gd name="T2" fmla="*/ 724 w 725"/>
                <a:gd name="T3" fmla="*/ 477 h 47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5" h="478">
                  <a:moveTo>
                    <a:pt x="0" y="0"/>
                  </a:moveTo>
                  <a:lnTo>
                    <a:pt x="724" y="477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0" name="Freeform 19"/>
            <p:cNvSpPr/>
            <p:nvPr/>
          </p:nvSpPr>
          <p:spPr bwMode="auto">
            <a:xfrm>
              <a:off x="3585" y="1993"/>
              <a:ext cx="154" cy="461"/>
            </a:xfrm>
            <a:custGeom>
              <a:avLst/>
              <a:gdLst>
                <a:gd name="T0" fmla="*/ 153 w 154"/>
                <a:gd name="T1" fmla="*/ 0 h 461"/>
                <a:gd name="T2" fmla="*/ 0 w 154"/>
                <a:gd name="T3" fmla="*/ 460 h 4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4" h="461">
                  <a:moveTo>
                    <a:pt x="153" y="0"/>
                  </a:moveTo>
                  <a:lnTo>
                    <a:pt x="0" y="46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1" name="Rectangle 20"/>
            <p:cNvSpPr>
              <a:spLocks noChangeArrowheads="1"/>
            </p:cNvSpPr>
            <p:nvPr/>
          </p:nvSpPr>
          <p:spPr bwMode="auto">
            <a:xfrm>
              <a:off x="2479" y="1356"/>
              <a:ext cx="325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13:-</a:t>
              </a:r>
            </a:p>
          </p:txBody>
        </p:sp>
        <p:sp>
          <p:nvSpPr>
            <p:cNvPr id="119832" name="Rectangle 21"/>
            <p:cNvSpPr>
              <a:spLocks noChangeArrowheads="1"/>
            </p:cNvSpPr>
            <p:nvPr/>
          </p:nvSpPr>
          <p:spPr bwMode="auto">
            <a:xfrm>
              <a:off x="1589" y="1805"/>
              <a:ext cx="412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6:11</a:t>
              </a:r>
            </a:p>
          </p:txBody>
        </p:sp>
        <p:sp>
          <p:nvSpPr>
            <p:cNvPr id="119833" name="Rectangle 22"/>
            <p:cNvSpPr>
              <a:spLocks noChangeArrowheads="1"/>
            </p:cNvSpPr>
            <p:nvPr/>
          </p:nvSpPr>
          <p:spPr bwMode="auto">
            <a:xfrm>
              <a:off x="747" y="2487"/>
              <a:ext cx="274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3  4</a:t>
              </a:r>
            </a:p>
          </p:txBody>
        </p:sp>
        <p:sp>
          <p:nvSpPr>
            <p:cNvPr id="119834" name="Rectangle 23"/>
            <p:cNvSpPr>
              <a:spLocks noChangeArrowheads="1"/>
            </p:cNvSpPr>
            <p:nvPr/>
          </p:nvSpPr>
          <p:spPr bwMode="auto">
            <a:xfrm>
              <a:off x="1566" y="2478"/>
              <a:ext cx="45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6  7  8</a:t>
              </a:r>
            </a:p>
          </p:txBody>
        </p:sp>
        <p:sp>
          <p:nvSpPr>
            <p:cNvPr id="119835" name="Rectangle 24"/>
            <p:cNvSpPr>
              <a:spLocks noChangeArrowheads="1"/>
            </p:cNvSpPr>
            <p:nvPr/>
          </p:nvSpPr>
          <p:spPr bwMode="auto">
            <a:xfrm>
              <a:off x="2460" y="2485"/>
              <a:ext cx="525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11 12</a:t>
              </a:r>
            </a:p>
          </p:txBody>
        </p:sp>
        <p:sp>
          <p:nvSpPr>
            <p:cNvPr id="119836" name="Rectangle 25"/>
            <p:cNvSpPr>
              <a:spLocks noChangeArrowheads="1"/>
            </p:cNvSpPr>
            <p:nvPr/>
          </p:nvSpPr>
          <p:spPr bwMode="auto">
            <a:xfrm>
              <a:off x="3324" y="2496"/>
              <a:ext cx="458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5722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13  14</a:t>
              </a:r>
            </a:p>
          </p:txBody>
        </p:sp>
        <p:sp>
          <p:nvSpPr>
            <p:cNvPr id="119837" name="Rectangle 26"/>
            <p:cNvSpPr>
              <a:spLocks noChangeArrowheads="1"/>
            </p:cNvSpPr>
            <p:nvPr/>
          </p:nvSpPr>
          <p:spPr bwMode="auto">
            <a:xfrm>
              <a:off x="4243" y="2512"/>
              <a:ext cx="422" cy="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17 18</a:t>
              </a:r>
            </a:p>
          </p:txBody>
        </p:sp>
        <p:sp>
          <p:nvSpPr>
            <p:cNvPr id="119838" name="Rectangle 27"/>
            <p:cNvSpPr>
              <a:spLocks noChangeArrowheads="1"/>
            </p:cNvSpPr>
            <p:nvPr/>
          </p:nvSpPr>
          <p:spPr bwMode="auto">
            <a:xfrm>
              <a:off x="3594" y="1785"/>
              <a:ext cx="346" cy="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/>
            <a:lstStyle>
              <a:lvl1pPr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828675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82867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17:-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266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21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7952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Run Time Analysis of B-Tree Operations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20834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DC3547-BC40-4A64-974B-B6AD176D4BB9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2083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208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1E3BEA-E490-4B60-B110-A34AF2E43FE3}" type="slidenum">
              <a:rPr lang="en-US" altLang="zh-CN" sz="790"/>
              <a:pPr/>
              <a:t>44</a:t>
            </a:fld>
            <a:endParaRPr lang="en-US" altLang="zh-CN" sz="790"/>
          </a:p>
        </p:txBody>
      </p:sp>
      <p:sp>
        <p:nvSpPr>
          <p:cNvPr id="1208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700530"/>
            <a:ext cx="7911465" cy="4406900"/>
          </a:xfrm>
        </p:spPr>
        <p:txBody>
          <a:bodyPr>
            <a:normAutofit fontScale="87500" lnSpcReduction="2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For a B-Tree of order M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Each internal node has up to M-1 keys to search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Each internal node has between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M/2 and M children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Depth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of B-Tree storing N items is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O(log </a:t>
            </a:r>
            <a:r>
              <a:rPr lang="en-US" altLang="zh-CN" baseline="-25000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M/2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N)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Find: Run time is: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O(log M) to binary search which branch to take at each node. </a:t>
            </a:r>
            <a:r>
              <a:rPr lang="en-US" altLang="zh-CN" dirty="0">
                <a:solidFill>
                  <a:srgbClr val="FF3300"/>
                </a:solidFill>
                <a:ea typeface="宋体" panose="02010600030101010101" pitchFamily="2" charset="-122"/>
              </a:rPr>
              <a:t>But M is small compared to N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Total time to find an item is O(depth*log M) = 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O(log N)</a:t>
            </a:r>
            <a:endParaRPr lang="en-US" altLang="zh-CN" sz="1200" dirty="0">
              <a:solidFill>
                <a:srgbClr val="0000FF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82" name="组合 81"/>
          <p:cNvGrpSpPr/>
          <p:nvPr/>
        </p:nvGrpSpPr>
        <p:grpSpPr>
          <a:xfrm rot="900000">
            <a:off x="7490460" y="3730625"/>
            <a:ext cx="764540" cy="765810"/>
            <a:chOff x="2726" y="5537"/>
            <a:chExt cx="1204" cy="1206"/>
          </a:xfrm>
          <a:solidFill>
            <a:schemeClr val="accent1">
              <a:lumMod val="75000"/>
              <a:alpha val="28000"/>
            </a:schemeClr>
          </a:solidFill>
        </p:grpSpPr>
        <p:sp>
          <p:nvSpPr>
            <p:cNvPr id="34" name="Freeform 3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726" y="5537"/>
              <a:ext cx="1204" cy="1206"/>
            </a:xfrm>
            <a:custGeom>
              <a:avLst/>
              <a:gdLst>
                <a:gd name="T0" fmla="*/ 210 w 421"/>
                <a:gd name="T1" fmla="*/ 0 h 421"/>
                <a:gd name="T2" fmla="*/ 0 w 421"/>
                <a:gd name="T3" fmla="*/ 211 h 421"/>
                <a:gd name="T4" fmla="*/ 210 w 421"/>
                <a:gd name="T5" fmla="*/ 421 h 421"/>
                <a:gd name="T6" fmla="*/ 421 w 421"/>
                <a:gd name="T7" fmla="*/ 211 h 421"/>
                <a:gd name="T8" fmla="*/ 210 w 421"/>
                <a:gd name="T9" fmla="*/ 0 h 421"/>
                <a:gd name="T10" fmla="*/ 210 w 421"/>
                <a:gd name="T11" fmla="*/ 386 h 421"/>
                <a:gd name="T12" fmla="*/ 35 w 421"/>
                <a:gd name="T13" fmla="*/ 211 h 421"/>
                <a:gd name="T14" fmla="*/ 210 w 421"/>
                <a:gd name="T15" fmla="*/ 36 h 421"/>
                <a:gd name="T16" fmla="*/ 385 w 421"/>
                <a:gd name="T17" fmla="*/ 211 h 421"/>
                <a:gd name="T18" fmla="*/ 210 w 421"/>
                <a:gd name="T19" fmla="*/ 386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1" h="421">
                  <a:moveTo>
                    <a:pt x="210" y="0"/>
                  </a:moveTo>
                  <a:cubicBezTo>
                    <a:pt x="94" y="0"/>
                    <a:pt x="0" y="95"/>
                    <a:pt x="0" y="211"/>
                  </a:cubicBezTo>
                  <a:cubicBezTo>
                    <a:pt x="0" y="327"/>
                    <a:pt x="94" y="421"/>
                    <a:pt x="210" y="421"/>
                  </a:cubicBezTo>
                  <a:cubicBezTo>
                    <a:pt x="326" y="421"/>
                    <a:pt x="421" y="327"/>
                    <a:pt x="421" y="211"/>
                  </a:cubicBezTo>
                  <a:cubicBezTo>
                    <a:pt x="421" y="95"/>
                    <a:pt x="326" y="0"/>
                    <a:pt x="210" y="0"/>
                  </a:cubicBezTo>
                  <a:close/>
                  <a:moveTo>
                    <a:pt x="210" y="386"/>
                  </a:moveTo>
                  <a:cubicBezTo>
                    <a:pt x="113" y="386"/>
                    <a:pt x="35" y="308"/>
                    <a:pt x="35" y="211"/>
                  </a:cubicBezTo>
                  <a:cubicBezTo>
                    <a:pt x="35" y="114"/>
                    <a:pt x="113" y="36"/>
                    <a:pt x="210" y="36"/>
                  </a:cubicBezTo>
                  <a:cubicBezTo>
                    <a:pt x="307" y="36"/>
                    <a:pt x="385" y="114"/>
                    <a:pt x="385" y="211"/>
                  </a:cubicBezTo>
                  <a:cubicBezTo>
                    <a:pt x="385" y="308"/>
                    <a:pt x="307" y="386"/>
                    <a:pt x="210" y="38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5" name="Freeform 37"/>
            <p:cNvSpPr/>
            <p:nvPr>
              <p:custDataLst>
                <p:tags r:id="rId6"/>
              </p:custDataLst>
            </p:nvPr>
          </p:nvSpPr>
          <p:spPr bwMode="auto">
            <a:xfrm>
              <a:off x="3255" y="6073"/>
              <a:ext cx="152" cy="152"/>
            </a:xfrm>
            <a:custGeom>
              <a:avLst/>
              <a:gdLst>
                <a:gd name="T0" fmla="*/ 44 w 53"/>
                <a:gd name="T1" fmla="*/ 11 h 53"/>
                <a:gd name="T2" fmla="*/ 43 w 53"/>
                <a:gd name="T3" fmla="*/ 44 h 53"/>
                <a:gd name="T4" fmla="*/ 9 w 53"/>
                <a:gd name="T5" fmla="*/ 43 h 53"/>
                <a:gd name="T6" fmla="*/ 11 w 53"/>
                <a:gd name="T7" fmla="*/ 9 h 53"/>
                <a:gd name="T8" fmla="*/ 44 w 53"/>
                <a:gd name="T9" fmla="*/ 1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53">
                  <a:moveTo>
                    <a:pt x="44" y="11"/>
                  </a:moveTo>
                  <a:cubicBezTo>
                    <a:pt x="53" y="20"/>
                    <a:pt x="52" y="36"/>
                    <a:pt x="43" y="44"/>
                  </a:cubicBezTo>
                  <a:cubicBezTo>
                    <a:pt x="33" y="53"/>
                    <a:pt x="18" y="53"/>
                    <a:pt x="9" y="43"/>
                  </a:cubicBezTo>
                  <a:cubicBezTo>
                    <a:pt x="0" y="33"/>
                    <a:pt x="1" y="18"/>
                    <a:pt x="11" y="9"/>
                  </a:cubicBezTo>
                  <a:cubicBezTo>
                    <a:pt x="20" y="0"/>
                    <a:pt x="35" y="1"/>
                    <a:pt x="44" y="1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6" name="Freeform 38"/>
            <p:cNvSpPr/>
            <p:nvPr>
              <p:custDataLst>
                <p:tags r:id="rId7"/>
              </p:custDataLst>
            </p:nvPr>
          </p:nvSpPr>
          <p:spPr bwMode="auto">
            <a:xfrm>
              <a:off x="3392" y="5895"/>
              <a:ext cx="223" cy="212"/>
            </a:xfrm>
            <a:custGeom>
              <a:avLst/>
              <a:gdLst>
                <a:gd name="T0" fmla="*/ 15 w 78"/>
                <a:gd name="T1" fmla="*/ 72 h 74"/>
                <a:gd name="T2" fmla="*/ 4 w 78"/>
                <a:gd name="T3" fmla="*/ 70 h 74"/>
                <a:gd name="T4" fmla="*/ 4 w 78"/>
                <a:gd name="T5" fmla="*/ 70 h 74"/>
                <a:gd name="T6" fmla="*/ 3 w 78"/>
                <a:gd name="T7" fmla="*/ 59 h 74"/>
                <a:gd name="T8" fmla="*/ 64 w 78"/>
                <a:gd name="T9" fmla="*/ 3 h 74"/>
                <a:gd name="T10" fmla="*/ 74 w 78"/>
                <a:gd name="T11" fmla="*/ 5 h 74"/>
                <a:gd name="T12" fmla="*/ 74 w 78"/>
                <a:gd name="T13" fmla="*/ 5 h 74"/>
                <a:gd name="T14" fmla="*/ 76 w 78"/>
                <a:gd name="T15" fmla="*/ 16 h 74"/>
                <a:gd name="T16" fmla="*/ 15 w 78"/>
                <a:gd name="T17" fmla="*/ 7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74">
                  <a:moveTo>
                    <a:pt x="15" y="72"/>
                  </a:moveTo>
                  <a:cubicBezTo>
                    <a:pt x="12" y="74"/>
                    <a:pt x="8" y="73"/>
                    <a:pt x="4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1" y="66"/>
                    <a:pt x="0" y="61"/>
                    <a:pt x="3" y="59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6" y="0"/>
                    <a:pt x="71" y="1"/>
                    <a:pt x="74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8" y="9"/>
                    <a:pt x="78" y="14"/>
                    <a:pt x="76" y="16"/>
                  </a:cubicBezTo>
                  <a:lnTo>
                    <a:pt x="15" y="7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7" name="Freeform 39"/>
            <p:cNvSpPr/>
            <p:nvPr>
              <p:custDataLst>
                <p:tags r:id="rId8"/>
              </p:custDataLst>
            </p:nvPr>
          </p:nvSpPr>
          <p:spPr bwMode="auto">
            <a:xfrm>
              <a:off x="3008" y="5813"/>
              <a:ext cx="268" cy="289"/>
            </a:xfrm>
            <a:custGeom>
              <a:avLst/>
              <a:gdLst>
                <a:gd name="T0" fmla="*/ 91 w 94"/>
                <a:gd name="T1" fmla="*/ 85 h 101"/>
                <a:gd name="T2" fmla="*/ 90 w 94"/>
                <a:gd name="T3" fmla="*/ 97 h 101"/>
                <a:gd name="T4" fmla="*/ 90 w 94"/>
                <a:gd name="T5" fmla="*/ 97 h 101"/>
                <a:gd name="T6" fmla="*/ 78 w 94"/>
                <a:gd name="T7" fmla="*/ 97 h 101"/>
                <a:gd name="T8" fmla="*/ 3 w 94"/>
                <a:gd name="T9" fmla="*/ 16 h 101"/>
                <a:gd name="T10" fmla="*/ 4 w 94"/>
                <a:gd name="T11" fmla="*/ 4 h 101"/>
                <a:gd name="T12" fmla="*/ 4 w 94"/>
                <a:gd name="T13" fmla="*/ 4 h 101"/>
                <a:gd name="T14" fmla="*/ 16 w 94"/>
                <a:gd name="T15" fmla="*/ 4 h 101"/>
                <a:gd name="T16" fmla="*/ 91 w 94"/>
                <a:gd name="T17" fmla="*/ 85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101">
                  <a:moveTo>
                    <a:pt x="91" y="85"/>
                  </a:moveTo>
                  <a:cubicBezTo>
                    <a:pt x="94" y="89"/>
                    <a:pt x="93" y="94"/>
                    <a:pt x="90" y="97"/>
                  </a:cubicBezTo>
                  <a:cubicBezTo>
                    <a:pt x="90" y="97"/>
                    <a:pt x="90" y="97"/>
                    <a:pt x="90" y="97"/>
                  </a:cubicBezTo>
                  <a:cubicBezTo>
                    <a:pt x="86" y="101"/>
                    <a:pt x="81" y="101"/>
                    <a:pt x="78" y="9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12"/>
                    <a:pt x="0" y="7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7" y="0"/>
                    <a:pt x="13" y="0"/>
                    <a:pt x="16" y="4"/>
                  </a:cubicBezTo>
                  <a:lnTo>
                    <a:pt x="91" y="85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12660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21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7952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Run Time Analysis of B-Tree Operations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20834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B65A54-878E-4DEB-9C89-C78F5358D553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2083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208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1E3BEA-E490-4B60-B110-A34AF2E43FE3}" type="slidenum">
              <a:rPr lang="en-US" altLang="zh-CN" sz="790"/>
              <a:pPr/>
              <a:t>45</a:t>
            </a:fld>
            <a:endParaRPr lang="en-US" altLang="zh-CN" sz="790"/>
          </a:p>
        </p:txBody>
      </p:sp>
      <p:sp>
        <p:nvSpPr>
          <p:cNvPr id="1208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530"/>
            <a:ext cx="8141335" cy="2237740"/>
          </a:xfrm>
        </p:spPr>
        <p:txBody>
          <a:bodyPr/>
          <a:lstStyle/>
          <a:p>
            <a:r>
              <a:rPr lang="en-US" altLang="zh-CN" sz="2800" dirty="0"/>
              <a:t>How Do We Select the Order M?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In internal memory</a:t>
            </a:r>
            <a:r>
              <a:rPr lang="en-US" altLang="zh-CN" sz="2400" dirty="0"/>
              <a:t>, small orders, like 3 or 4 are fine.</a:t>
            </a:r>
          </a:p>
          <a:p>
            <a:pPr lvl="1"/>
            <a:r>
              <a:rPr lang="en-US" altLang="zh-CN" sz="2400" dirty="0">
                <a:solidFill>
                  <a:srgbClr val="0000FF"/>
                </a:solidFill>
              </a:rPr>
              <a:t>On disk</a:t>
            </a:r>
            <a:r>
              <a:rPr lang="en-US" altLang="zh-CN" sz="2400" dirty="0"/>
              <a:t>, we have to worry about the number of disk accesses to search the index and get to the proper leaf.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943430" y="4075554"/>
            <a:ext cx="6912610" cy="8299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CC0000"/>
                </a:solidFill>
                <a:latin typeface="Sitka Small" pitchFamily="2" charset="0"/>
                <a:ea typeface="宋体" panose="02010600030101010101" pitchFamily="2" charset="-122"/>
              </a:rPr>
              <a:t>Rule: Choose  the largest M so that an internal</a:t>
            </a:r>
          </a:p>
          <a:p>
            <a:r>
              <a:rPr lang="en-US" altLang="zh-CN" sz="2400" dirty="0">
                <a:solidFill>
                  <a:srgbClr val="CC0000"/>
                </a:solidFill>
                <a:latin typeface="Sitka Small" pitchFamily="2" charset="0"/>
                <a:ea typeface="宋体" panose="02010600030101010101" pitchFamily="2" charset="-122"/>
              </a:rPr>
              <a:t>node can fit into one physical block of the disk.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956310" y="5159375"/>
            <a:ext cx="629031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This leads to typical M’s between 32 and 256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And keeps the trees as shallow as possible.</a:t>
            </a:r>
          </a:p>
        </p:txBody>
      </p:sp>
      <p:grpSp>
        <p:nvGrpSpPr>
          <p:cNvPr id="9" name="组合 8"/>
          <p:cNvGrpSpPr/>
          <p:nvPr/>
        </p:nvGrpSpPr>
        <p:grpSpPr>
          <a:xfrm rot="900000">
            <a:off x="7898765" y="5386705"/>
            <a:ext cx="764540" cy="765810"/>
            <a:chOff x="2726" y="5537"/>
            <a:chExt cx="1204" cy="1206"/>
          </a:xfrm>
          <a:solidFill>
            <a:schemeClr val="accent1">
              <a:lumMod val="75000"/>
              <a:alpha val="28000"/>
            </a:schemeClr>
          </a:solidFill>
        </p:grpSpPr>
        <p:sp>
          <p:nvSpPr>
            <p:cNvPr id="10" name="Freeform 3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726" y="5537"/>
              <a:ext cx="1204" cy="1206"/>
            </a:xfrm>
            <a:custGeom>
              <a:avLst/>
              <a:gdLst>
                <a:gd name="T0" fmla="*/ 210 w 421"/>
                <a:gd name="T1" fmla="*/ 0 h 421"/>
                <a:gd name="T2" fmla="*/ 0 w 421"/>
                <a:gd name="T3" fmla="*/ 211 h 421"/>
                <a:gd name="T4" fmla="*/ 210 w 421"/>
                <a:gd name="T5" fmla="*/ 421 h 421"/>
                <a:gd name="T6" fmla="*/ 421 w 421"/>
                <a:gd name="T7" fmla="*/ 211 h 421"/>
                <a:gd name="T8" fmla="*/ 210 w 421"/>
                <a:gd name="T9" fmla="*/ 0 h 421"/>
                <a:gd name="T10" fmla="*/ 210 w 421"/>
                <a:gd name="T11" fmla="*/ 386 h 421"/>
                <a:gd name="T12" fmla="*/ 35 w 421"/>
                <a:gd name="T13" fmla="*/ 211 h 421"/>
                <a:gd name="T14" fmla="*/ 210 w 421"/>
                <a:gd name="T15" fmla="*/ 36 h 421"/>
                <a:gd name="T16" fmla="*/ 385 w 421"/>
                <a:gd name="T17" fmla="*/ 211 h 421"/>
                <a:gd name="T18" fmla="*/ 210 w 421"/>
                <a:gd name="T19" fmla="*/ 386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1" h="421">
                  <a:moveTo>
                    <a:pt x="210" y="0"/>
                  </a:moveTo>
                  <a:cubicBezTo>
                    <a:pt x="94" y="0"/>
                    <a:pt x="0" y="95"/>
                    <a:pt x="0" y="211"/>
                  </a:cubicBezTo>
                  <a:cubicBezTo>
                    <a:pt x="0" y="327"/>
                    <a:pt x="94" y="421"/>
                    <a:pt x="210" y="421"/>
                  </a:cubicBezTo>
                  <a:cubicBezTo>
                    <a:pt x="326" y="421"/>
                    <a:pt x="421" y="327"/>
                    <a:pt x="421" y="211"/>
                  </a:cubicBezTo>
                  <a:cubicBezTo>
                    <a:pt x="421" y="95"/>
                    <a:pt x="326" y="0"/>
                    <a:pt x="210" y="0"/>
                  </a:cubicBezTo>
                  <a:close/>
                  <a:moveTo>
                    <a:pt x="210" y="386"/>
                  </a:moveTo>
                  <a:cubicBezTo>
                    <a:pt x="113" y="386"/>
                    <a:pt x="35" y="308"/>
                    <a:pt x="35" y="211"/>
                  </a:cubicBezTo>
                  <a:cubicBezTo>
                    <a:pt x="35" y="114"/>
                    <a:pt x="113" y="36"/>
                    <a:pt x="210" y="36"/>
                  </a:cubicBezTo>
                  <a:cubicBezTo>
                    <a:pt x="307" y="36"/>
                    <a:pt x="385" y="114"/>
                    <a:pt x="385" y="211"/>
                  </a:cubicBezTo>
                  <a:cubicBezTo>
                    <a:pt x="385" y="308"/>
                    <a:pt x="307" y="386"/>
                    <a:pt x="210" y="38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" name="Freeform 37"/>
            <p:cNvSpPr/>
            <p:nvPr>
              <p:custDataLst>
                <p:tags r:id="rId6"/>
              </p:custDataLst>
            </p:nvPr>
          </p:nvSpPr>
          <p:spPr bwMode="auto">
            <a:xfrm>
              <a:off x="3255" y="6073"/>
              <a:ext cx="152" cy="152"/>
            </a:xfrm>
            <a:custGeom>
              <a:avLst/>
              <a:gdLst>
                <a:gd name="T0" fmla="*/ 44 w 53"/>
                <a:gd name="T1" fmla="*/ 11 h 53"/>
                <a:gd name="T2" fmla="*/ 43 w 53"/>
                <a:gd name="T3" fmla="*/ 44 h 53"/>
                <a:gd name="T4" fmla="*/ 9 w 53"/>
                <a:gd name="T5" fmla="*/ 43 h 53"/>
                <a:gd name="T6" fmla="*/ 11 w 53"/>
                <a:gd name="T7" fmla="*/ 9 h 53"/>
                <a:gd name="T8" fmla="*/ 44 w 53"/>
                <a:gd name="T9" fmla="*/ 1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53">
                  <a:moveTo>
                    <a:pt x="44" y="11"/>
                  </a:moveTo>
                  <a:cubicBezTo>
                    <a:pt x="53" y="20"/>
                    <a:pt x="52" y="36"/>
                    <a:pt x="43" y="44"/>
                  </a:cubicBezTo>
                  <a:cubicBezTo>
                    <a:pt x="33" y="53"/>
                    <a:pt x="18" y="53"/>
                    <a:pt x="9" y="43"/>
                  </a:cubicBezTo>
                  <a:cubicBezTo>
                    <a:pt x="0" y="33"/>
                    <a:pt x="1" y="18"/>
                    <a:pt x="11" y="9"/>
                  </a:cubicBezTo>
                  <a:cubicBezTo>
                    <a:pt x="20" y="0"/>
                    <a:pt x="35" y="1"/>
                    <a:pt x="44" y="1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" name="Freeform 38"/>
            <p:cNvSpPr/>
            <p:nvPr>
              <p:custDataLst>
                <p:tags r:id="rId7"/>
              </p:custDataLst>
            </p:nvPr>
          </p:nvSpPr>
          <p:spPr bwMode="auto">
            <a:xfrm>
              <a:off x="3392" y="5895"/>
              <a:ext cx="223" cy="212"/>
            </a:xfrm>
            <a:custGeom>
              <a:avLst/>
              <a:gdLst>
                <a:gd name="T0" fmla="*/ 15 w 78"/>
                <a:gd name="T1" fmla="*/ 72 h 74"/>
                <a:gd name="T2" fmla="*/ 4 w 78"/>
                <a:gd name="T3" fmla="*/ 70 h 74"/>
                <a:gd name="T4" fmla="*/ 4 w 78"/>
                <a:gd name="T5" fmla="*/ 70 h 74"/>
                <a:gd name="T6" fmla="*/ 3 w 78"/>
                <a:gd name="T7" fmla="*/ 59 h 74"/>
                <a:gd name="T8" fmla="*/ 64 w 78"/>
                <a:gd name="T9" fmla="*/ 3 h 74"/>
                <a:gd name="T10" fmla="*/ 74 w 78"/>
                <a:gd name="T11" fmla="*/ 5 h 74"/>
                <a:gd name="T12" fmla="*/ 74 w 78"/>
                <a:gd name="T13" fmla="*/ 5 h 74"/>
                <a:gd name="T14" fmla="*/ 76 w 78"/>
                <a:gd name="T15" fmla="*/ 16 h 74"/>
                <a:gd name="T16" fmla="*/ 15 w 78"/>
                <a:gd name="T17" fmla="*/ 7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74">
                  <a:moveTo>
                    <a:pt x="15" y="72"/>
                  </a:moveTo>
                  <a:cubicBezTo>
                    <a:pt x="12" y="74"/>
                    <a:pt x="8" y="73"/>
                    <a:pt x="4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1" y="66"/>
                    <a:pt x="0" y="61"/>
                    <a:pt x="3" y="59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6" y="0"/>
                    <a:pt x="71" y="1"/>
                    <a:pt x="74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8" y="9"/>
                    <a:pt x="78" y="14"/>
                    <a:pt x="76" y="16"/>
                  </a:cubicBezTo>
                  <a:lnTo>
                    <a:pt x="15" y="7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3" name="Freeform 39"/>
            <p:cNvSpPr/>
            <p:nvPr>
              <p:custDataLst>
                <p:tags r:id="rId8"/>
              </p:custDataLst>
            </p:nvPr>
          </p:nvSpPr>
          <p:spPr bwMode="auto">
            <a:xfrm>
              <a:off x="3008" y="5813"/>
              <a:ext cx="268" cy="289"/>
            </a:xfrm>
            <a:custGeom>
              <a:avLst/>
              <a:gdLst>
                <a:gd name="T0" fmla="*/ 91 w 94"/>
                <a:gd name="T1" fmla="*/ 85 h 101"/>
                <a:gd name="T2" fmla="*/ 90 w 94"/>
                <a:gd name="T3" fmla="*/ 97 h 101"/>
                <a:gd name="T4" fmla="*/ 90 w 94"/>
                <a:gd name="T5" fmla="*/ 97 h 101"/>
                <a:gd name="T6" fmla="*/ 78 w 94"/>
                <a:gd name="T7" fmla="*/ 97 h 101"/>
                <a:gd name="T8" fmla="*/ 3 w 94"/>
                <a:gd name="T9" fmla="*/ 16 h 101"/>
                <a:gd name="T10" fmla="*/ 4 w 94"/>
                <a:gd name="T11" fmla="*/ 4 h 101"/>
                <a:gd name="T12" fmla="*/ 4 w 94"/>
                <a:gd name="T13" fmla="*/ 4 h 101"/>
                <a:gd name="T14" fmla="*/ 16 w 94"/>
                <a:gd name="T15" fmla="*/ 4 h 101"/>
                <a:gd name="T16" fmla="*/ 91 w 94"/>
                <a:gd name="T17" fmla="*/ 85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101">
                  <a:moveTo>
                    <a:pt x="91" y="85"/>
                  </a:moveTo>
                  <a:cubicBezTo>
                    <a:pt x="94" y="89"/>
                    <a:pt x="93" y="94"/>
                    <a:pt x="90" y="97"/>
                  </a:cubicBezTo>
                  <a:cubicBezTo>
                    <a:pt x="90" y="97"/>
                    <a:pt x="90" y="97"/>
                    <a:pt x="90" y="97"/>
                  </a:cubicBezTo>
                  <a:cubicBezTo>
                    <a:pt x="86" y="101"/>
                    <a:pt x="81" y="101"/>
                    <a:pt x="78" y="9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12"/>
                    <a:pt x="0" y="7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7" y="0"/>
                    <a:pt x="13" y="0"/>
                    <a:pt x="16" y="4"/>
                  </a:cubicBezTo>
                  <a:lnTo>
                    <a:pt x="91" y="85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23367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921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751840"/>
            <a:ext cx="7795260" cy="7213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Summary of Search Trees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22882" name="日期占位符 3"/>
          <p:cNvSpPr>
            <a:spLocks noGrp="1"/>
          </p:cNvSpPr>
          <p:nvPr>
            <p:ph type="dt" sz="quarter" idx="10"/>
          </p:nvPr>
        </p:nvSpPr>
        <p:spPr>
          <a:xfrm>
            <a:off x="2353866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F7351A-B5CE-44E5-93F8-F9E3DAEAE1CC}" type="datetime1">
              <a:rPr lang="zh-CN" altLang="en-US" sz="790" smtClean="0"/>
              <a:pPr/>
              <a:t>2025/12/14</a:t>
            </a:fld>
            <a:endParaRPr lang="en-US" altLang="zh-CN" sz="790"/>
          </a:p>
        </p:txBody>
      </p:sp>
      <p:sp>
        <p:nvSpPr>
          <p:cNvPr id="12288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04035" y="6356353"/>
            <a:ext cx="1735931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790"/>
              <a:t>AVL Trees  - Lecture 4-3</a:t>
            </a:r>
          </a:p>
        </p:txBody>
      </p:sp>
      <p:sp>
        <p:nvSpPr>
          <p:cNvPr id="12288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E5BA1C-0F84-43C1-98FF-D772BFD5D7DD}" type="slidenum">
              <a:rPr lang="en-US" altLang="zh-CN" sz="790"/>
              <a:pPr/>
              <a:t>46</a:t>
            </a:fld>
            <a:endParaRPr lang="en-US" altLang="zh-CN" sz="790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7974330" cy="445135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Problem with Binary Search Trees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Must keep tree balanced to allow  fast access to stored items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AVL trees: </a:t>
            </a:r>
            <a:r>
              <a:rPr lang="en-US" altLang="zh-CN" sz="2400" dirty="0">
                <a:ea typeface="宋体" panose="02010600030101010101" pitchFamily="2" charset="-122"/>
              </a:rPr>
              <a:t>Insert/Delete operations keep tree balanced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0000FF"/>
                </a:solidFill>
                <a:ea typeface="宋体" panose="02010600030101010101" pitchFamily="2" charset="-122"/>
              </a:rPr>
              <a:t>Splay trees: </a:t>
            </a:r>
            <a:r>
              <a:rPr lang="en-US" altLang="zh-CN" sz="2400" dirty="0">
                <a:ea typeface="宋体" panose="02010600030101010101" pitchFamily="2" charset="-122"/>
              </a:rPr>
              <a:t>Repeated Find operations produce balanced trees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008000"/>
                </a:solidFill>
                <a:ea typeface="宋体" panose="02010600030101010101" pitchFamily="2" charset="-122"/>
              </a:rPr>
              <a:t>Multi-way search trees </a:t>
            </a:r>
            <a:r>
              <a:rPr lang="en-US" altLang="zh-CN" sz="2400" dirty="0">
                <a:ea typeface="宋体" panose="02010600030101010101" pitchFamily="2" charset="-122"/>
              </a:rPr>
              <a:t>(e.g. B-Trees): 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More than two children per node allows shallow trees; all leaves are at the same depth.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Keeping tree balanced at all times.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Excellent for indexes in database systems.</a:t>
            </a:r>
          </a:p>
        </p:txBody>
      </p:sp>
      <p:sp>
        <p:nvSpPr>
          <p:cNvPr id="38" name="Freeform 1438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7668895" y="5372735"/>
            <a:ext cx="979170" cy="771525"/>
          </a:xfrm>
          <a:custGeom>
            <a:avLst/>
            <a:gdLst>
              <a:gd name="T0" fmla="*/ 377 w 515"/>
              <a:gd name="T1" fmla="*/ 160 h 406"/>
              <a:gd name="T2" fmla="*/ 367 w 515"/>
              <a:gd name="T3" fmla="*/ 140 h 406"/>
              <a:gd name="T4" fmla="*/ 328 w 515"/>
              <a:gd name="T5" fmla="*/ 7 h 406"/>
              <a:gd name="T6" fmla="*/ 261 w 515"/>
              <a:gd name="T7" fmla="*/ 20 h 406"/>
              <a:gd name="T8" fmla="*/ 2 w 515"/>
              <a:gd name="T9" fmla="*/ 326 h 406"/>
              <a:gd name="T10" fmla="*/ 160 w 515"/>
              <a:gd name="T11" fmla="*/ 280 h 406"/>
              <a:gd name="T12" fmla="*/ 320 w 515"/>
              <a:gd name="T13" fmla="*/ 178 h 406"/>
              <a:gd name="T14" fmla="*/ 333 w 515"/>
              <a:gd name="T15" fmla="*/ 310 h 406"/>
              <a:gd name="T16" fmla="*/ 351 w 515"/>
              <a:gd name="T17" fmla="*/ 371 h 406"/>
              <a:gd name="T18" fmla="*/ 493 w 515"/>
              <a:gd name="T19" fmla="*/ 363 h 406"/>
              <a:gd name="T20" fmla="*/ 364 w 515"/>
              <a:gd name="T21" fmla="*/ 233 h 406"/>
              <a:gd name="T22" fmla="*/ 236 w 515"/>
              <a:gd name="T23" fmla="*/ 77 h 406"/>
              <a:gd name="T24" fmla="*/ 237 w 515"/>
              <a:gd name="T25" fmla="*/ 123 h 406"/>
              <a:gd name="T26" fmla="*/ 138 w 515"/>
              <a:gd name="T27" fmla="*/ 251 h 406"/>
              <a:gd name="T28" fmla="*/ 126 w 515"/>
              <a:gd name="T29" fmla="*/ 370 h 406"/>
              <a:gd name="T30" fmla="*/ 121 w 515"/>
              <a:gd name="T31" fmla="*/ 354 h 406"/>
              <a:gd name="T32" fmla="*/ 136 w 515"/>
              <a:gd name="T33" fmla="*/ 318 h 406"/>
              <a:gd name="T34" fmla="*/ 83 w 515"/>
              <a:gd name="T35" fmla="*/ 385 h 406"/>
              <a:gd name="T36" fmla="*/ 121 w 515"/>
              <a:gd name="T37" fmla="*/ 301 h 406"/>
              <a:gd name="T38" fmla="*/ 44 w 515"/>
              <a:gd name="T39" fmla="*/ 372 h 406"/>
              <a:gd name="T40" fmla="*/ 90 w 515"/>
              <a:gd name="T41" fmla="*/ 285 h 406"/>
              <a:gd name="T42" fmla="*/ 48 w 515"/>
              <a:gd name="T43" fmla="*/ 296 h 406"/>
              <a:gd name="T44" fmla="*/ 18 w 515"/>
              <a:gd name="T45" fmla="*/ 339 h 406"/>
              <a:gd name="T46" fmla="*/ 15 w 515"/>
              <a:gd name="T47" fmla="*/ 330 h 406"/>
              <a:gd name="T48" fmla="*/ 149 w 515"/>
              <a:gd name="T49" fmla="*/ 288 h 406"/>
              <a:gd name="T50" fmla="*/ 179 w 515"/>
              <a:gd name="T51" fmla="*/ 248 h 406"/>
              <a:gd name="T52" fmla="*/ 145 w 515"/>
              <a:gd name="T53" fmla="*/ 241 h 406"/>
              <a:gd name="T54" fmla="*/ 181 w 515"/>
              <a:gd name="T55" fmla="*/ 238 h 406"/>
              <a:gd name="T56" fmla="*/ 200 w 515"/>
              <a:gd name="T57" fmla="*/ 209 h 406"/>
              <a:gd name="T58" fmla="*/ 232 w 515"/>
              <a:gd name="T59" fmla="*/ 140 h 406"/>
              <a:gd name="T60" fmla="*/ 269 w 515"/>
              <a:gd name="T61" fmla="*/ 164 h 406"/>
              <a:gd name="T62" fmla="*/ 243 w 515"/>
              <a:gd name="T63" fmla="*/ 137 h 406"/>
              <a:gd name="T64" fmla="*/ 265 w 515"/>
              <a:gd name="T65" fmla="*/ 152 h 406"/>
              <a:gd name="T66" fmla="*/ 327 w 515"/>
              <a:gd name="T67" fmla="*/ 155 h 406"/>
              <a:gd name="T68" fmla="*/ 297 w 515"/>
              <a:gd name="T69" fmla="*/ 157 h 406"/>
              <a:gd name="T70" fmla="*/ 267 w 515"/>
              <a:gd name="T71" fmla="*/ 143 h 406"/>
              <a:gd name="T72" fmla="*/ 259 w 515"/>
              <a:gd name="T73" fmla="*/ 136 h 406"/>
              <a:gd name="T74" fmla="*/ 343 w 515"/>
              <a:gd name="T75" fmla="*/ 149 h 406"/>
              <a:gd name="T76" fmla="*/ 368 w 515"/>
              <a:gd name="T77" fmla="*/ 165 h 406"/>
              <a:gd name="T78" fmla="*/ 369 w 515"/>
              <a:gd name="T79" fmla="*/ 170 h 406"/>
              <a:gd name="T80" fmla="*/ 357 w 515"/>
              <a:gd name="T81" fmla="*/ 150 h 406"/>
              <a:gd name="T82" fmla="*/ 376 w 515"/>
              <a:gd name="T83" fmla="*/ 340 h 406"/>
              <a:gd name="T84" fmla="*/ 464 w 515"/>
              <a:gd name="T85" fmla="*/ 376 h 406"/>
              <a:gd name="T86" fmla="*/ 460 w 515"/>
              <a:gd name="T87" fmla="*/ 356 h 406"/>
              <a:gd name="T88" fmla="*/ 395 w 515"/>
              <a:gd name="T89" fmla="*/ 383 h 406"/>
              <a:gd name="T90" fmla="*/ 437 w 515"/>
              <a:gd name="T91" fmla="*/ 290 h 406"/>
              <a:gd name="T92" fmla="*/ 384 w 515"/>
              <a:gd name="T93" fmla="*/ 335 h 406"/>
              <a:gd name="T94" fmla="*/ 399 w 515"/>
              <a:gd name="T95" fmla="*/ 307 h 406"/>
              <a:gd name="T96" fmla="*/ 356 w 515"/>
              <a:gd name="T97" fmla="*/ 324 h 406"/>
              <a:gd name="T98" fmla="*/ 359 w 515"/>
              <a:gd name="T99" fmla="*/ 304 h 406"/>
              <a:gd name="T100" fmla="*/ 407 w 515"/>
              <a:gd name="T101" fmla="*/ 267 h 406"/>
              <a:gd name="T102" fmla="*/ 464 w 515"/>
              <a:gd name="T103" fmla="*/ 376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15" h="406">
                <a:moveTo>
                  <a:pt x="496" y="271"/>
                </a:moveTo>
                <a:cubicBezTo>
                  <a:pt x="477" y="246"/>
                  <a:pt x="441" y="243"/>
                  <a:pt x="410" y="250"/>
                </a:cubicBezTo>
                <a:cubicBezTo>
                  <a:pt x="395" y="223"/>
                  <a:pt x="383" y="193"/>
                  <a:pt x="375" y="163"/>
                </a:cubicBezTo>
                <a:cubicBezTo>
                  <a:pt x="375" y="162"/>
                  <a:pt x="376" y="160"/>
                  <a:pt x="377" y="160"/>
                </a:cubicBezTo>
                <a:cubicBezTo>
                  <a:pt x="378" y="158"/>
                  <a:pt x="376" y="156"/>
                  <a:pt x="375" y="157"/>
                </a:cubicBezTo>
                <a:cubicBezTo>
                  <a:pt x="374" y="158"/>
                  <a:pt x="374" y="158"/>
                  <a:pt x="373" y="159"/>
                </a:cubicBezTo>
                <a:cubicBezTo>
                  <a:pt x="372" y="153"/>
                  <a:pt x="370" y="147"/>
                  <a:pt x="369" y="142"/>
                </a:cubicBezTo>
                <a:cubicBezTo>
                  <a:pt x="369" y="141"/>
                  <a:pt x="368" y="140"/>
                  <a:pt x="367" y="140"/>
                </a:cubicBezTo>
                <a:cubicBezTo>
                  <a:pt x="374" y="132"/>
                  <a:pt x="379" y="124"/>
                  <a:pt x="382" y="115"/>
                </a:cubicBezTo>
                <a:cubicBezTo>
                  <a:pt x="385" y="109"/>
                  <a:pt x="388" y="104"/>
                  <a:pt x="391" y="98"/>
                </a:cubicBezTo>
                <a:cubicBezTo>
                  <a:pt x="392" y="95"/>
                  <a:pt x="388" y="92"/>
                  <a:pt x="386" y="95"/>
                </a:cubicBezTo>
                <a:cubicBezTo>
                  <a:pt x="389" y="58"/>
                  <a:pt x="369" y="18"/>
                  <a:pt x="328" y="7"/>
                </a:cubicBezTo>
                <a:cubicBezTo>
                  <a:pt x="303" y="0"/>
                  <a:pt x="281" y="5"/>
                  <a:pt x="263" y="18"/>
                </a:cubicBezTo>
                <a:cubicBezTo>
                  <a:pt x="264" y="16"/>
                  <a:pt x="266" y="14"/>
                  <a:pt x="268" y="12"/>
                </a:cubicBezTo>
                <a:cubicBezTo>
                  <a:pt x="268" y="12"/>
                  <a:pt x="268" y="11"/>
                  <a:pt x="267" y="11"/>
                </a:cubicBezTo>
                <a:cubicBezTo>
                  <a:pt x="265" y="14"/>
                  <a:pt x="263" y="17"/>
                  <a:pt x="261" y="20"/>
                </a:cubicBezTo>
                <a:cubicBezTo>
                  <a:pt x="229" y="44"/>
                  <a:pt x="214" y="91"/>
                  <a:pt x="228" y="131"/>
                </a:cubicBezTo>
                <a:cubicBezTo>
                  <a:pt x="192" y="166"/>
                  <a:pt x="156" y="202"/>
                  <a:pt x="127" y="243"/>
                </a:cubicBezTo>
                <a:cubicBezTo>
                  <a:pt x="93" y="224"/>
                  <a:pt x="49" y="234"/>
                  <a:pt x="23" y="264"/>
                </a:cubicBezTo>
                <a:cubicBezTo>
                  <a:pt x="8" y="281"/>
                  <a:pt x="0" y="304"/>
                  <a:pt x="2" y="326"/>
                </a:cubicBezTo>
                <a:cubicBezTo>
                  <a:pt x="4" y="349"/>
                  <a:pt x="16" y="368"/>
                  <a:pt x="34" y="381"/>
                </a:cubicBezTo>
                <a:cubicBezTo>
                  <a:pt x="43" y="388"/>
                  <a:pt x="55" y="393"/>
                  <a:pt x="68" y="395"/>
                </a:cubicBezTo>
                <a:cubicBezTo>
                  <a:pt x="105" y="406"/>
                  <a:pt x="147" y="388"/>
                  <a:pt x="162" y="351"/>
                </a:cubicBezTo>
                <a:cubicBezTo>
                  <a:pt x="170" y="328"/>
                  <a:pt x="170" y="302"/>
                  <a:pt x="160" y="280"/>
                </a:cubicBezTo>
                <a:cubicBezTo>
                  <a:pt x="167" y="274"/>
                  <a:pt x="173" y="267"/>
                  <a:pt x="178" y="261"/>
                </a:cubicBezTo>
                <a:cubicBezTo>
                  <a:pt x="189" y="250"/>
                  <a:pt x="199" y="237"/>
                  <a:pt x="209" y="225"/>
                </a:cubicBezTo>
                <a:cubicBezTo>
                  <a:pt x="225" y="206"/>
                  <a:pt x="242" y="188"/>
                  <a:pt x="260" y="172"/>
                </a:cubicBezTo>
                <a:cubicBezTo>
                  <a:pt x="278" y="183"/>
                  <a:pt x="300" y="187"/>
                  <a:pt x="320" y="178"/>
                </a:cubicBezTo>
                <a:cubicBezTo>
                  <a:pt x="325" y="176"/>
                  <a:pt x="329" y="173"/>
                  <a:pt x="334" y="170"/>
                </a:cubicBezTo>
                <a:cubicBezTo>
                  <a:pt x="338" y="204"/>
                  <a:pt x="352" y="237"/>
                  <a:pt x="365" y="268"/>
                </a:cubicBezTo>
                <a:cubicBezTo>
                  <a:pt x="354" y="275"/>
                  <a:pt x="344" y="284"/>
                  <a:pt x="338" y="296"/>
                </a:cubicBezTo>
                <a:cubicBezTo>
                  <a:pt x="335" y="300"/>
                  <a:pt x="333" y="305"/>
                  <a:pt x="333" y="310"/>
                </a:cubicBezTo>
                <a:cubicBezTo>
                  <a:pt x="325" y="321"/>
                  <a:pt x="326" y="334"/>
                  <a:pt x="335" y="349"/>
                </a:cubicBezTo>
                <a:cubicBezTo>
                  <a:pt x="338" y="353"/>
                  <a:pt x="342" y="359"/>
                  <a:pt x="348" y="365"/>
                </a:cubicBezTo>
                <a:cubicBezTo>
                  <a:pt x="348" y="365"/>
                  <a:pt x="348" y="365"/>
                  <a:pt x="348" y="365"/>
                </a:cubicBezTo>
                <a:cubicBezTo>
                  <a:pt x="349" y="367"/>
                  <a:pt x="350" y="369"/>
                  <a:pt x="351" y="371"/>
                </a:cubicBezTo>
                <a:cubicBezTo>
                  <a:pt x="352" y="372"/>
                  <a:pt x="353" y="372"/>
                  <a:pt x="354" y="371"/>
                </a:cubicBezTo>
                <a:cubicBezTo>
                  <a:pt x="355" y="372"/>
                  <a:pt x="357" y="374"/>
                  <a:pt x="359" y="375"/>
                </a:cubicBezTo>
                <a:cubicBezTo>
                  <a:pt x="374" y="393"/>
                  <a:pt x="397" y="403"/>
                  <a:pt x="420" y="404"/>
                </a:cubicBezTo>
                <a:cubicBezTo>
                  <a:pt x="450" y="406"/>
                  <a:pt x="478" y="389"/>
                  <a:pt x="493" y="363"/>
                </a:cubicBezTo>
                <a:cubicBezTo>
                  <a:pt x="508" y="338"/>
                  <a:pt x="515" y="297"/>
                  <a:pt x="496" y="271"/>
                </a:cubicBezTo>
                <a:close/>
                <a:moveTo>
                  <a:pt x="382" y="259"/>
                </a:moveTo>
                <a:cubicBezTo>
                  <a:pt x="380" y="260"/>
                  <a:pt x="378" y="261"/>
                  <a:pt x="376" y="262"/>
                </a:cubicBezTo>
                <a:cubicBezTo>
                  <a:pt x="372" y="253"/>
                  <a:pt x="368" y="243"/>
                  <a:pt x="364" y="233"/>
                </a:cubicBezTo>
                <a:cubicBezTo>
                  <a:pt x="366" y="221"/>
                  <a:pt x="369" y="209"/>
                  <a:pt x="378" y="201"/>
                </a:cubicBezTo>
                <a:cubicBezTo>
                  <a:pt x="384" y="219"/>
                  <a:pt x="391" y="236"/>
                  <a:pt x="399" y="253"/>
                </a:cubicBezTo>
                <a:cubicBezTo>
                  <a:pt x="393" y="255"/>
                  <a:pt x="387" y="257"/>
                  <a:pt x="382" y="259"/>
                </a:cubicBezTo>
                <a:close/>
                <a:moveTo>
                  <a:pt x="236" y="77"/>
                </a:moveTo>
                <a:cubicBezTo>
                  <a:pt x="237" y="72"/>
                  <a:pt x="239" y="67"/>
                  <a:pt x="241" y="62"/>
                </a:cubicBezTo>
                <a:cubicBezTo>
                  <a:pt x="237" y="80"/>
                  <a:pt x="238" y="98"/>
                  <a:pt x="243" y="116"/>
                </a:cubicBezTo>
                <a:cubicBezTo>
                  <a:pt x="243" y="116"/>
                  <a:pt x="243" y="117"/>
                  <a:pt x="243" y="117"/>
                </a:cubicBezTo>
                <a:cubicBezTo>
                  <a:pt x="241" y="119"/>
                  <a:pt x="239" y="121"/>
                  <a:pt x="237" y="123"/>
                </a:cubicBezTo>
                <a:cubicBezTo>
                  <a:pt x="232" y="108"/>
                  <a:pt x="233" y="92"/>
                  <a:pt x="236" y="77"/>
                </a:cubicBezTo>
                <a:close/>
                <a:moveTo>
                  <a:pt x="144" y="243"/>
                </a:moveTo>
                <a:cubicBezTo>
                  <a:pt x="145" y="248"/>
                  <a:pt x="146" y="253"/>
                  <a:pt x="146" y="258"/>
                </a:cubicBezTo>
                <a:cubicBezTo>
                  <a:pt x="143" y="255"/>
                  <a:pt x="141" y="253"/>
                  <a:pt x="138" y="251"/>
                </a:cubicBezTo>
                <a:cubicBezTo>
                  <a:pt x="140" y="248"/>
                  <a:pt x="142" y="245"/>
                  <a:pt x="144" y="243"/>
                </a:cubicBezTo>
                <a:close/>
                <a:moveTo>
                  <a:pt x="141" y="361"/>
                </a:moveTo>
                <a:cubicBezTo>
                  <a:pt x="140" y="360"/>
                  <a:pt x="138" y="359"/>
                  <a:pt x="136" y="361"/>
                </a:cubicBezTo>
                <a:cubicBezTo>
                  <a:pt x="133" y="364"/>
                  <a:pt x="130" y="367"/>
                  <a:pt x="126" y="370"/>
                </a:cubicBezTo>
                <a:cubicBezTo>
                  <a:pt x="124" y="365"/>
                  <a:pt x="123" y="360"/>
                  <a:pt x="126" y="354"/>
                </a:cubicBezTo>
                <a:cubicBezTo>
                  <a:pt x="129" y="346"/>
                  <a:pt x="138" y="342"/>
                  <a:pt x="145" y="339"/>
                </a:cubicBezTo>
                <a:cubicBezTo>
                  <a:pt x="147" y="338"/>
                  <a:pt x="147" y="335"/>
                  <a:pt x="144" y="335"/>
                </a:cubicBezTo>
                <a:cubicBezTo>
                  <a:pt x="135" y="339"/>
                  <a:pt x="125" y="344"/>
                  <a:pt x="121" y="354"/>
                </a:cubicBezTo>
                <a:cubicBezTo>
                  <a:pt x="118" y="360"/>
                  <a:pt x="119" y="367"/>
                  <a:pt x="123" y="373"/>
                </a:cubicBezTo>
                <a:cubicBezTo>
                  <a:pt x="115" y="379"/>
                  <a:pt x="106" y="383"/>
                  <a:pt x="97" y="384"/>
                </a:cubicBezTo>
                <a:cubicBezTo>
                  <a:pt x="91" y="372"/>
                  <a:pt x="93" y="362"/>
                  <a:pt x="101" y="349"/>
                </a:cubicBezTo>
                <a:cubicBezTo>
                  <a:pt x="109" y="336"/>
                  <a:pt x="122" y="325"/>
                  <a:pt x="136" y="318"/>
                </a:cubicBezTo>
                <a:cubicBezTo>
                  <a:pt x="136" y="318"/>
                  <a:pt x="136" y="318"/>
                  <a:pt x="136" y="318"/>
                </a:cubicBezTo>
                <a:cubicBezTo>
                  <a:pt x="119" y="324"/>
                  <a:pt x="104" y="336"/>
                  <a:pt x="93" y="351"/>
                </a:cubicBezTo>
                <a:cubicBezTo>
                  <a:pt x="87" y="361"/>
                  <a:pt x="84" y="375"/>
                  <a:pt x="91" y="385"/>
                </a:cubicBezTo>
                <a:cubicBezTo>
                  <a:pt x="88" y="385"/>
                  <a:pt x="86" y="385"/>
                  <a:pt x="83" y="385"/>
                </a:cubicBezTo>
                <a:cubicBezTo>
                  <a:pt x="75" y="385"/>
                  <a:pt x="68" y="383"/>
                  <a:pt x="61" y="381"/>
                </a:cubicBezTo>
                <a:cubicBezTo>
                  <a:pt x="56" y="375"/>
                  <a:pt x="53" y="369"/>
                  <a:pt x="55" y="360"/>
                </a:cubicBezTo>
                <a:cubicBezTo>
                  <a:pt x="57" y="350"/>
                  <a:pt x="65" y="342"/>
                  <a:pt x="72" y="336"/>
                </a:cubicBezTo>
                <a:cubicBezTo>
                  <a:pt x="86" y="322"/>
                  <a:pt x="103" y="310"/>
                  <a:pt x="121" y="301"/>
                </a:cubicBezTo>
                <a:cubicBezTo>
                  <a:pt x="121" y="300"/>
                  <a:pt x="121" y="299"/>
                  <a:pt x="120" y="300"/>
                </a:cubicBezTo>
                <a:cubicBezTo>
                  <a:pt x="98" y="310"/>
                  <a:pt x="75" y="322"/>
                  <a:pt x="59" y="341"/>
                </a:cubicBezTo>
                <a:cubicBezTo>
                  <a:pt x="50" y="351"/>
                  <a:pt x="46" y="365"/>
                  <a:pt x="50" y="376"/>
                </a:cubicBezTo>
                <a:cubicBezTo>
                  <a:pt x="48" y="375"/>
                  <a:pt x="46" y="373"/>
                  <a:pt x="44" y="372"/>
                </a:cubicBezTo>
                <a:cubicBezTo>
                  <a:pt x="40" y="368"/>
                  <a:pt x="37" y="364"/>
                  <a:pt x="34" y="360"/>
                </a:cubicBezTo>
                <a:cubicBezTo>
                  <a:pt x="35" y="350"/>
                  <a:pt x="40" y="340"/>
                  <a:pt x="45" y="333"/>
                </a:cubicBezTo>
                <a:cubicBezTo>
                  <a:pt x="56" y="315"/>
                  <a:pt x="72" y="296"/>
                  <a:pt x="91" y="286"/>
                </a:cubicBezTo>
                <a:cubicBezTo>
                  <a:pt x="91" y="286"/>
                  <a:pt x="91" y="285"/>
                  <a:pt x="90" y="285"/>
                </a:cubicBezTo>
                <a:cubicBezTo>
                  <a:pt x="68" y="296"/>
                  <a:pt x="47" y="318"/>
                  <a:pt x="35" y="339"/>
                </a:cubicBezTo>
                <a:cubicBezTo>
                  <a:pt x="33" y="343"/>
                  <a:pt x="31" y="347"/>
                  <a:pt x="30" y="351"/>
                </a:cubicBezTo>
                <a:cubicBezTo>
                  <a:pt x="30" y="351"/>
                  <a:pt x="30" y="350"/>
                  <a:pt x="30" y="350"/>
                </a:cubicBezTo>
                <a:cubicBezTo>
                  <a:pt x="24" y="330"/>
                  <a:pt x="35" y="310"/>
                  <a:pt x="48" y="296"/>
                </a:cubicBezTo>
                <a:cubicBezTo>
                  <a:pt x="48" y="295"/>
                  <a:pt x="47" y="295"/>
                  <a:pt x="47" y="295"/>
                </a:cubicBezTo>
                <a:cubicBezTo>
                  <a:pt x="31" y="309"/>
                  <a:pt x="20" y="328"/>
                  <a:pt x="22" y="350"/>
                </a:cubicBezTo>
                <a:cubicBezTo>
                  <a:pt x="20" y="347"/>
                  <a:pt x="18" y="343"/>
                  <a:pt x="17" y="340"/>
                </a:cubicBezTo>
                <a:cubicBezTo>
                  <a:pt x="18" y="340"/>
                  <a:pt x="18" y="339"/>
                  <a:pt x="18" y="339"/>
                </a:cubicBezTo>
                <a:cubicBezTo>
                  <a:pt x="22" y="320"/>
                  <a:pt x="27" y="304"/>
                  <a:pt x="41" y="289"/>
                </a:cubicBezTo>
                <a:cubicBezTo>
                  <a:pt x="54" y="274"/>
                  <a:pt x="72" y="265"/>
                  <a:pt x="90" y="259"/>
                </a:cubicBezTo>
                <a:cubicBezTo>
                  <a:pt x="91" y="259"/>
                  <a:pt x="91" y="258"/>
                  <a:pt x="90" y="258"/>
                </a:cubicBezTo>
                <a:cubicBezTo>
                  <a:pt x="54" y="267"/>
                  <a:pt x="19" y="292"/>
                  <a:pt x="15" y="330"/>
                </a:cubicBezTo>
                <a:cubicBezTo>
                  <a:pt x="9" y="296"/>
                  <a:pt x="38" y="259"/>
                  <a:pt x="71" y="249"/>
                </a:cubicBezTo>
                <a:cubicBezTo>
                  <a:pt x="103" y="240"/>
                  <a:pt x="131" y="255"/>
                  <a:pt x="145" y="281"/>
                </a:cubicBezTo>
                <a:cubicBezTo>
                  <a:pt x="145" y="281"/>
                  <a:pt x="145" y="281"/>
                  <a:pt x="145" y="281"/>
                </a:cubicBezTo>
                <a:cubicBezTo>
                  <a:pt x="142" y="284"/>
                  <a:pt x="145" y="289"/>
                  <a:pt x="149" y="288"/>
                </a:cubicBezTo>
                <a:cubicBezTo>
                  <a:pt x="153" y="297"/>
                  <a:pt x="155" y="307"/>
                  <a:pt x="155" y="318"/>
                </a:cubicBezTo>
                <a:cubicBezTo>
                  <a:pt x="156" y="335"/>
                  <a:pt x="150" y="350"/>
                  <a:pt x="141" y="361"/>
                </a:cubicBezTo>
                <a:close/>
                <a:moveTo>
                  <a:pt x="210" y="212"/>
                </a:moveTo>
                <a:cubicBezTo>
                  <a:pt x="199" y="224"/>
                  <a:pt x="189" y="236"/>
                  <a:pt x="179" y="248"/>
                </a:cubicBezTo>
                <a:cubicBezTo>
                  <a:pt x="171" y="256"/>
                  <a:pt x="163" y="263"/>
                  <a:pt x="155" y="271"/>
                </a:cubicBezTo>
                <a:cubicBezTo>
                  <a:pt x="153" y="267"/>
                  <a:pt x="151" y="264"/>
                  <a:pt x="148" y="261"/>
                </a:cubicBezTo>
                <a:cubicBezTo>
                  <a:pt x="150" y="255"/>
                  <a:pt x="148" y="248"/>
                  <a:pt x="146" y="242"/>
                </a:cubicBezTo>
                <a:cubicBezTo>
                  <a:pt x="146" y="241"/>
                  <a:pt x="146" y="241"/>
                  <a:pt x="145" y="241"/>
                </a:cubicBezTo>
                <a:cubicBezTo>
                  <a:pt x="158" y="224"/>
                  <a:pt x="171" y="208"/>
                  <a:pt x="184" y="192"/>
                </a:cubicBezTo>
                <a:cubicBezTo>
                  <a:pt x="183" y="198"/>
                  <a:pt x="183" y="204"/>
                  <a:pt x="182" y="210"/>
                </a:cubicBezTo>
                <a:cubicBezTo>
                  <a:pt x="181" y="219"/>
                  <a:pt x="179" y="228"/>
                  <a:pt x="179" y="237"/>
                </a:cubicBezTo>
                <a:cubicBezTo>
                  <a:pt x="179" y="239"/>
                  <a:pt x="181" y="239"/>
                  <a:pt x="181" y="238"/>
                </a:cubicBezTo>
                <a:cubicBezTo>
                  <a:pt x="187" y="225"/>
                  <a:pt x="189" y="205"/>
                  <a:pt x="186" y="191"/>
                </a:cubicBezTo>
                <a:cubicBezTo>
                  <a:pt x="186" y="191"/>
                  <a:pt x="186" y="191"/>
                  <a:pt x="186" y="191"/>
                </a:cubicBezTo>
                <a:cubicBezTo>
                  <a:pt x="190" y="185"/>
                  <a:pt x="195" y="180"/>
                  <a:pt x="199" y="175"/>
                </a:cubicBezTo>
                <a:cubicBezTo>
                  <a:pt x="201" y="186"/>
                  <a:pt x="201" y="197"/>
                  <a:pt x="200" y="209"/>
                </a:cubicBezTo>
                <a:cubicBezTo>
                  <a:pt x="200" y="210"/>
                  <a:pt x="202" y="210"/>
                  <a:pt x="202" y="209"/>
                </a:cubicBezTo>
                <a:cubicBezTo>
                  <a:pt x="206" y="197"/>
                  <a:pt x="204" y="184"/>
                  <a:pt x="201" y="173"/>
                </a:cubicBezTo>
                <a:cubicBezTo>
                  <a:pt x="211" y="161"/>
                  <a:pt x="221" y="149"/>
                  <a:pt x="230" y="137"/>
                </a:cubicBezTo>
                <a:cubicBezTo>
                  <a:pt x="231" y="138"/>
                  <a:pt x="231" y="139"/>
                  <a:pt x="232" y="140"/>
                </a:cubicBezTo>
                <a:cubicBezTo>
                  <a:pt x="237" y="152"/>
                  <a:pt x="246" y="161"/>
                  <a:pt x="256" y="169"/>
                </a:cubicBezTo>
                <a:cubicBezTo>
                  <a:pt x="238" y="180"/>
                  <a:pt x="223" y="197"/>
                  <a:pt x="210" y="212"/>
                </a:cubicBezTo>
                <a:close/>
                <a:moveTo>
                  <a:pt x="298" y="172"/>
                </a:moveTo>
                <a:cubicBezTo>
                  <a:pt x="287" y="173"/>
                  <a:pt x="278" y="169"/>
                  <a:pt x="269" y="164"/>
                </a:cubicBezTo>
                <a:cubicBezTo>
                  <a:pt x="271" y="163"/>
                  <a:pt x="272" y="161"/>
                  <a:pt x="274" y="160"/>
                </a:cubicBezTo>
                <a:cubicBezTo>
                  <a:pt x="274" y="160"/>
                  <a:pt x="274" y="159"/>
                  <a:pt x="274" y="159"/>
                </a:cubicBezTo>
                <a:cubicBezTo>
                  <a:pt x="272" y="160"/>
                  <a:pt x="269" y="161"/>
                  <a:pt x="267" y="163"/>
                </a:cubicBezTo>
                <a:cubicBezTo>
                  <a:pt x="257" y="156"/>
                  <a:pt x="248" y="146"/>
                  <a:pt x="243" y="137"/>
                </a:cubicBezTo>
                <a:cubicBezTo>
                  <a:pt x="241" y="134"/>
                  <a:pt x="240" y="131"/>
                  <a:pt x="238" y="128"/>
                </a:cubicBezTo>
                <a:cubicBezTo>
                  <a:pt x="240" y="125"/>
                  <a:pt x="242" y="123"/>
                  <a:pt x="244" y="121"/>
                </a:cubicBezTo>
                <a:cubicBezTo>
                  <a:pt x="248" y="133"/>
                  <a:pt x="255" y="142"/>
                  <a:pt x="264" y="149"/>
                </a:cubicBezTo>
                <a:cubicBezTo>
                  <a:pt x="264" y="150"/>
                  <a:pt x="264" y="151"/>
                  <a:pt x="265" y="152"/>
                </a:cubicBezTo>
                <a:cubicBezTo>
                  <a:pt x="265" y="153"/>
                  <a:pt x="266" y="153"/>
                  <a:pt x="267" y="152"/>
                </a:cubicBezTo>
                <a:cubicBezTo>
                  <a:pt x="283" y="163"/>
                  <a:pt x="303" y="167"/>
                  <a:pt x="324" y="163"/>
                </a:cubicBezTo>
                <a:cubicBezTo>
                  <a:pt x="316" y="168"/>
                  <a:pt x="307" y="171"/>
                  <a:pt x="298" y="172"/>
                </a:cubicBezTo>
                <a:close/>
                <a:moveTo>
                  <a:pt x="327" y="155"/>
                </a:moveTo>
                <a:cubicBezTo>
                  <a:pt x="325" y="133"/>
                  <a:pt x="332" y="113"/>
                  <a:pt x="354" y="103"/>
                </a:cubicBezTo>
                <a:cubicBezTo>
                  <a:pt x="355" y="102"/>
                  <a:pt x="354" y="100"/>
                  <a:pt x="353" y="100"/>
                </a:cubicBezTo>
                <a:cubicBezTo>
                  <a:pt x="333" y="106"/>
                  <a:pt x="309" y="135"/>
                  <a:pt x="324" y="156"/>
                </a:cubicBezTo>
                <a:cubicBezTo>
                  <a:pt x="315" y="158"/>
                  <a:pt x="306" y="158"/>
                  <a:pt x="297" y="157"/>
                </a:cubicBezTo>
                <a:cubicBezTo>
                  <a:pt x="289" y="128"/>
                  <a:pt x="302" y="95"/>
                  <a:pt x="331" y="83"/>
                </a:cubicBezTo>
                <a:cubicBezTo>
                  <a:pt x="333" y="83"/>
                  <a:pt x="332" y="81"/>
                  <a:pt x="330" y="81"/>
                </a:cubicBezTo>
                <a:cubicBezTo>
                  <a:pt x="303" y="90"/>
                  <a:pt x="279" y="128"/>
                  <a:pt x="292" y="156"/>
                </a:cubicBezTo>
                <a:cubicBezTo>
                  <a:pt x="283" y="154"/>
                  <a:pt x="274" y="150"/>
                  <a:pt x="267" y="143"/>
                </a:cubicBezTo>
                <a:cubicBezTo>
                  <a:pt x="264" y="127"/>
                  <a:pt x="264" y="112"/>
                  <a:pt x="272" y="96"/>
                </a:cubicBezTo>
                <a:cubicBezTo>
                  <a:pt x="281" y="81"/>
                  <a:pt x="297" y="68"/>
                  <a:pt x="311" y="57"/>
                </a:cubicBezTo>
                <a:cubicBezTo>
                  <a:pt x="311" y="57"/>
                  <a:pt x="311" y="56"/>
                  <a:pt x="310" y="56"/>
                </a:cubicBezTo>
                <a:cubicBezTo>
                  <a:pt x="281" y="73"/>
                  <a:pt x="253" y="102"/>
                  <a:pt x="259" y="136"/>
                </a:cubicBezTo>
                <a:cubicBezTo>
                  <a:pt x="241" y="113"/>
                  <a:pt x="238" y="80"/>
                  <a:pt x="247" y="51"/>
                </a:cubicBezTo>
                <a:cubicBezTo>
                  <a:pt x="264" y="24"/>
                  <a:pt x="295" y="9"/>
                  <a:pt x="328" y="17"/>
                </a:cubicBezTo>
                <a:cubicBezTo>
                  <a:pt x="367" y="27"/>
                  <a:pt x="385" y="72"/>
                  <a:pt x="375" y="109"/>
                </a:cubicBezTo>
                <a:cubicBezTo>
                  <a:pt x="366" y="122"/>
                  <a:pt x="355" y="137"/>
                  <a:pt x="343" y="149"/>
                </a:cubicBezTo>
                <a:cubicBezTo>
                  <a:pt x="338" y="151"/>
                  <a:pt x="333" y="153"/>
                  <a:pt x="327" y="155"/>
                </a:cubicBezTo>
                <a:close/>
                <a:moveTo>
                  <a:pt x="357" y="150"/>
                </a:moveTo>
                <a:cubicBezTo>
                  <a:pt x="359" y="148"/>
                  <a:pt x="362" y="146"/>
                  <a:pt x="364" y="144"/>
                </a:cubicBezTo>
                <a:cubicBezTo>
                  <a:pt x="365" y="151"/>
                  <a:pt x="367" y="158"/>
                  <a:pt x="368" y="165"/>
                </a:cubicBezTo>
                <a:cubicBezTo>
                  <a:pt x="361" y="176"/>
                  <a:pt x="355" y="189"/>
                  <a:pt x="357" y="202"/>
                </a:cubicBezTo>
                <a:cubicBezTo>
                  <a:pt x="357" y="203"/>
                  <a:pt x="359" y="203"/>
                  <a:pt x="359" y="202"/>
                </a:cubicBezTo>
                <a:cubicBezTo>
                  <a:pt x="362" y="196"/>
                  <a:pt x="362" y="189"/>
                  <a:pt x="364" y="183"/>
                </a:cubicBezTo>
                <a:cubicBezTo>
                  <a:pt x="365" y="178"/>
                  <a:pt x="367" y="174"/>
                  <a:pt x="369" y="170"/>
                </a:cubicBezTo>
                <a:cubicBezTo>
                  <a:pt x="372" y="180"/>
                  <a:pt x="375" y="190"/>
                  <a:pt x="378" y="200"/>
                </a:cubicBezTo>
                <a:cubicBezTo>
                  <a:pt x="370" y="206"/>
                  <a:pt x="365" y="216"/>
                  <a:pt x="362" y="226"/>
                </a:cubicBezTo>
                <a:cubicBezTo>
                  <a:pt x="355" y="206"/>
                  <a:pt x="348" y="186"/>
                  <a:pt x="339" y="166"/>
                </a:cubicBezTo>
                <a:cubicBezTo>
                  <a:pt x="345" y="162"/>
                  <a:pt x="351" y="156"/>
                  <a:pt x="357" y="150"/>
                </a:cubicBezTo>
                <a:close/>
                <a:moveTo>
                  <a:pt x="373" y="365"/>
                </a:moveTo>
                <a:cubicBezTo>
                  <a:pt x="372" y="354"/>
                  <a:pt x="372" y="345"/>
                  <a:pt x="376" y="335"/>
                </a:cubicBezTo>
                <a:cubicBezTo>
                  <a:pt x="380" y="325"/>
                  <a:pt x="388" y="317"/>
                  <a:pt x="396" y="310"/>
                </a:cubicBezTo>
                <a:cubicBezTo>
                  <a:pt x="388" y="320"/>
                  <a:pt x="381" y="329"/>
                  <a:pt x="376" y="340"/>
                </a:cubicBezTo>
                <a:cubicBezTo>
                  <a:pt x="373" y="348"/>
                  <a:pt x="372" y="359"/>
                  <a:pt x="374" y="368"/>
                </a:cubicBezTo>
                <a:cubicBezTo>
                  <a:pt x="373" y="367"/>
                  <a:pt x="372" y="367"/>
                  <a:pt x="371" y="366"/>
                </a:cubicBezTo>
                <a:cubicBezTo>
                  <a:pt x="372" y="366"/>
                  <a:pt x="373" y="366"/>
                  <a:pt x="373" y="365"/>
                </a:cubicBezTo>
                <a:close/>
                <a:moveTo>
                  <a:pt x="464" y="376"/>
                </a:moveTo>
                <a:cubicBezTo>
                  <a:pt x="464" y="371"/>
                  <a:pt x="462" y="365"/>
                  <a:pt x="463" y="360"/>
                </a:cubicBezTo>
                <a:cubicBezTo>
                  <a:pt x="465" y="352"/>
                  <a:pt x="472" y="345"/>
                  <a:pt x="478" y="342"/>
                </a:cubicBezTo>
                <a:cubicBezTo>
                  <a:pt x="479" y="341"/>
                  <a:pt x="479" y="340"/>
                  <a:pt x="478" y="340"/>
                </a:cubicBezTo>
                <a:cubicBezTo>
                  <a:pt x="470" y="343"/>
                  <a:pt x="463" y="348"/>
                  <a:pt x="460" y="356"/>
                </a:cubicBezTo>
                <a:cubicBezTo>
                  <a:pt x="456" y="362"/>
                  <a:pt x="455" y="373"/>
                  <a:pt x="461" y="379"/>
                </a:cubicBezTo>
                <a:cubicBezTo>
                  <a:pt x="454" y="384"/>
                  <a:pt x="446" y="388"/>
                  <a:pt x="436" y="390"/>
                </a:cubicBezTo>
                <a:cubicBezTo>
                  <a:pt x="421" y="393"/>
                  <a:pt x="405" y="391"/>
                  <a:pt x="391" y="385"/>
                </a:cubicBezTo>
                <a:cubicBezTo>
                  <a:pt x="392" y="384"/>
                  <a:pt x="394" y="384"/>
                  <a:pt x="395" y="383"/>
                </a:cubicBezTo>
                <a:cubicBezTo>
                  <a:pt x="397" y="383"/>
                  <a:pt x="397" y="382"/>
                  <a:pt x="397" y="380"/>
                </a:cubicBezTo>
                <a:cubicBezTo>
                  <a:pt x="397" y="380"/>
                  <a:pt x="397" y="380"/>
                  <a:pt x="396" y="379"/>
                </a:cubicBezTo>
                <a:cubicBezTo>
                  <a:pt x="380" y="343"/>
                  <a:pt x="403" y="305"/>
                  <a:pt x="437" y="290"/>
                </a:cubicBezTo>
                <a:cubicBezTo>
                  <a:pt x="437" y="290"/>
                  <a:pt x="437" y="289"/>
                  <a:pt x="437" y="290"/>
                </a:cubicBezTo>
                <a:cubicBezTo>
                  <a:pt x="404" y="300"/>
                  <a:pt x="373" y="338"/>
                  <a:pt x="387" y="373"/>
                </a:cubicBezTo>
                <a:cubicBezTo>
                  <a:pt x="385" y="373"/>
                  <a:pt x="384" y="372"/>
                  <a:pt x="383" y="372"/>
                </a:cubicBezTo>
                <a:cubicBezTo>
                  <a:pt x="381" y="368"/>
                  <a:pt x="380" y="364"/>
                  <a:pt x="379" y="359"/>
                </a:cubicBezTo>
                <a:cubicBezTo>
                  <a:pt x="379" y="351"/>
                  <a:pt x="381" y="342"/>
                  <a:pt x="384" y="335"/>
                </a:cubicBezTo>
                <a:cubicBezTo>
                  <a:pt x="390" y="321"/>
                  <a:pt x="401" y="309"/>
                  <a:pt x="409" y="296"/>
                </a:cubicBezTo>
                <a:cubicBezTo>
                  <a:pt x="409" y="296"/>
                  <a:pt x="408" y="295"/>
                  <a:pt x="408" y="296"/>
                </a:cubicBezTo>
                <a:cubicBezTo>
                  <a:pt x="405" y="299"/>
                  <a:pt x="402" y="303"/>
                  <a:pt x="399" y="307"/>
                </a:cubicBezTo>
                <a:cubicBezTo>
                  <a:pt x="399" y="307"/>
                  <a:pt x="399" y="307"/>
                  <a:pt x="399" y="307"/>
                </a:cubicBezTo>
                <a:cubicBezTo>
                  <a:pt x="379" y="317"/>
                  <a:pt x="357" y="342"/>
                  <a:pt x="369" y="365"/>
                </a:cubicBezTo>
                <a:cubicBezTo>
                  <a:pt x="368" y="365"/>
                  <a:pt x="368" y="364"/>
                  <a:pt x="367" y="364"/>
                </a:cubicBezTo>
                <a:cubicBezTo>
                  <a:pt x="360" y="353"/>
                  <a:pt x="358" y="340"/>
                  <a:pt x="357" y="327"/>
                </a:cubicBezTo>
                <a:cubicBezTo>
                  <a:pt x="357" y="326"/>
                  <a:pt x="356" y="325"/>
                  <a:pt x="356" y="324"/>
                </a:cubicBezTo>
                <a:cubicBezTo>
                  <a:pt x="368" y="297"/>
                  <a:pt x="398" y="279"/>
                  <a:pt x="430" y="278"/>
                </a:cubicBezTo>
                <a:cubicBezTo>
                  <a:pt x="430" y="278"/>
                  <a:pt x="431" y="277"/>
                  <a:pt x="430" y="277"/>
                </a:cubicBezTo>
                <a:cubicBezTo>
                  <a:pt x="405" y="272"/>
                  <a:pt x="375" y="285"/>
                  <a:pt x="358" y="307"/>
                </a:cubicBezTo>
                <a:cubicBezTo>
                  <a:pt x="359" y="306"/>
                  <a:pt x="359" y="305"/>
                  <a:pt x="359" y="304"/>
                </a:cubicBezTo>
                <a:cubicBezTo>
                  <a:pt x="360" y="302"/>
                  <a:pt x="359" y="300"/>
                  <a:pt x="358" y="298"/>
                </a:cubicBezTo>
                <a:cubicBezTo>
                  <a:pt x="359" y="296"/>
                  <a:pt x="359" y="294"/>
                  <a:pt x="360" y="292"/>
                </a:cubicBezTo>
                <a:cubicBezTo>
                  <a:pt x="364" y="289"/>
                  <a:pt x="368" y="286"/>
                  <a:pt x="372" y="283"/>
                </a:cubicBezTo>
                <a:cubicBezTo>
                  <a:pt x="382" y="276"/>
                  <a:pt x="394" y="271"/>
                  <a:pt x="407" y="267"/>
                </a:cubicBezTo>
                <a:cubicBezTo>
                  <a:pt x="410" y="269"/>
                  <a:pt x="413" y="268"/>
                  <a:pt x="415" y="265"/>
                </a:cubicBezTo>
                <a:cubicBezTo>
                  <a:pt x="427" y="263"/>
                  <a:pt x="439" y="262"/>
                  <a:pt x="451" y="264"/>
                </a:cubicBezTo>
                <a:cubicBezTo>
                  <a:pt x="480" y="267"/>
                  <a:pt x="495" y="288"/>
                  <a:pt x="492" y="317"/>
                </a:cubicBezTo>
                <a:cubicBezTo>
                  <a:pt x="491" y="340"/>
                  <a:pt x="481" y="362"/>
                  <a:pt x="464" y="376"/>
                </a:cubicBezTo>
                <a:close/>
              </a:path>
            </a:pathLst>
          </a:custGeom>
          <a:solidFill>
            <a:schemeClr val="accent1">
              <a:lumMod val="50000"/>
              <a:alpha val="42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7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26327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7" name="矩形 26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Homework</a:t>
            </a:r>
          </a:p>
        </p:txBody>
      </p:sp>
      <p:pic>
        <p:nvPicPr>
          <p:cNvPr id="29" name="图片 2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1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7616666" y="4661218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9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10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11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12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13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4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5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6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7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8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9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20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21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22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23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4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5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6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7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8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9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30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31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32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33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4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5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6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7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8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9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40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41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42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43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4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5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6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7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8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9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50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51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52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53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4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5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6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7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8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9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710" y="2044065"/>
            <a:ext cx="8274050" cy="1844675"/>
          </a:xfrm>
        </p:spPr>
        <p:txBody>
          <a:bodyPr/>
          <a:lstStyle/>
          <a:p>
            <a:r>
              <a:rPr lang="en-US" altLang="zh-CN" sz="2400" dirty="0"/>
              <a:t>Homework 3-4</a:t>
            </a:r>
          </a:p>
          <a:p>
            <a:pPr lvl="1"/>
            <a:r>
              <a:rPr lang="en-US" altLang="zh-CN" sz="2000" dirty="0"/>
              <a:t>Show the updated B+-Tree with order 4 that results from inserting the records U and R in order.</a:t>
            </a:r>
          </a:p>
          <a:p>
            <a:pPr lvl="1"/>
            <a:r>
              <a:rPr lang="en-US" altLang="zh-CN" sz="2000" dirty="0"/>
              <a:t>Assume that the leaf nodes are capable of storing up to 3 records</a:t>
            </a:r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5635769" y="6356353"/>
            <a:ext cx="1157288" cy="365125"/>
          </a:xfrm>
        </p:spPr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465" smtClean="0"/>
              <a:pPr>
                <a:defRPr/>
              </a:pPr>
              <a:t>47</a:t>
            </a:fld>
            <a:endParaRPr lang="zh-CN" altLang="en-US" sz="465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62A66D-53DC-4725-874B-139C818DCCDB}" type="datetime1">
              <a:rPr lang="zh-CN" altLang="en-US" sz="465" smtClean="0"/>
              <a:pPr>
                <a:defRPr/>
              </a:pPr>
              <a:t>2025/12/14</a:t>
            </a:fld>
            <a:endParaRPr lang="zh-CN" altLang="en-US" sz="465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465"/>
              <a:t>AVL Trees  - Lecture 4-3</a:t>
            </a:r>
            <a:endParaRPr lang="zh-CN" altLang="en-US" sz="465"/>
          </a:p>
        </p:txBody>
      </p:sp>
      <p:grpSp>
        <p:nvGrpSpPr>
          <p:cNvPr id="7" name="组合 6"/>
          <p:cNvGrpSpPr/>
          <p:nvPr/>
        </p:nvGrpSpPr>
        <p:grpSpPr>
          <a:xfrm>
            <a:off x="1585014" y="4172064"/>
            <a:ext cx="4693444" cy="1174591"/>
            <a:chOff x="-1356288" y="6366239"/>
            <a:chExt cx="6257925" cy="1566122"/>
          </a:xfrm>
        </p:grpSpPr>
        <p:graphicFrame>
          <p:nvGraphicFramePr>
            <p:cNvPr id="8" name="Content Placeholder 4"/>
            <p:cNvGraphicFramePr/>
            <p:nvPr/>
          </p:nvGraphicFramePr>
          <p:xfrm>
            <a:off x="1232925" y="6366239"/>
            <a:ext cx="1079500" cy="394547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2698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698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698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295910"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D</a:t>
                        </a:r>
                      </a:p>
                    </a:txBody>
                    <a:tcPr marL="51405" marR="51405" marT="25761" marB="25761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M</a:t>
                        </a:r>
                      </a:p>
                    </a:txBody>
                    <a:tcPr marL="51405" marR="51405" marT="25761" marB="25761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S</a:t>
                        </a:r>
                      </a:p>
                    </a:txBody>
                    <a:tcPr marL="51405" marR="51405" marT="25761" marB="25761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9" name="Content Placeholder 4"/>
            <p:cNvGraphicFramePr/>
            <p:nvPr/>
          </p:nvGraphicFramePr>
          <p:xfrm>
            <a:off x="3822137" y="7537813"/>
            <a:ext cx="1079500" cy="394547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2698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698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698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295910"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S</a:t>
                        </a:r>
                      </a:p>
                    </a:txBody>
                    <a:tcPr marL="51405" marR="51405" marT="25761" marB="25761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T</a:t>
                        </a:r>
                      </a:p>
                    </a:txBody>
                    <a:tcPr marL="51405" marR="51405" marT="25761" marB="25761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W</a:t>
                        </a:r>
                      </a:p>
                    </a:txBody>
                    <a:tcPr marL="51405" marR="51405" marT="25761" marB="25761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0" name="Content Placeholder 4"/>
            <p:cNvGraphicFramePr/>
            <p:nvPr/>
          </p:nvGraphicFramePr>
          <p:xfrm>
            <a:off x="2096525" y="7537814"/>
            <a:ext cx="1079500" cy="393816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2698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698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698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281940"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M</a:t>
                        </a:r>
                      </a:p>
                    </a:txBody>
                    <a:tcPr marL="51405" marR="51405" marT="25761" marB="25761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N</a:t>
                        </a:r>
                      </a:p>
                    </a:txBody>
                    <a:tcPr marL="51405" marR="51405" marT="25761" marB="25761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P</a:t>
                        </a:r>
                      </a:p>
                    </a:txBody>
                    <a:tcPr marL="51405" marR="51405" marT="25761" marB="25761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1" name="Content Placeholder 4"/>
            <p:cNvGraphicFramePr/>
            <p:nvPr/>
          </p:nvGraphicFramePr>
          <p:xfrm>
            <a:off x="369324" y="7537814"/>
            <a:ext cx="1082040" cy="394547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2705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7051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7051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295910"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D</a:t>
                        </a:r>
                      </a:p>
                    </a:txBody>
                    <a:tcPr marL="51481" marR="51481" marT="25761" marB="25761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G</a:t>
                        </a:r>
                      </a:p>
                    </a:txBody>
                    <a:tcPr marL="51481" marR="51481" marT="25761" marB="25761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I</a:t>
                        </a:r>
                      </a:p>
                    </a:txBody>
                    <a:tcPr marL="51481" marR="51481" marT="25761" marB="25761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2" name="Content Placeholder 4"/>
            <p:cNvGraphicFramePr/>
            <p:nvPr/>
          </p:nvGraphicFramePr>
          <p:xfrm>
            <a:off x="-1356288" y="7537813"/>
            <a:ext cx="1082040" cy="393816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2705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7051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7051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281940"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A</a:t>
                        </a:r>
                      </a:p>
                    </a:txBody>
                    <a:tcPr marL="51481" marR="51481" marT="25761" marB="25761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B</a:t>
                        </a:r>
                      </a:p>
                    </a:txBody>
                    <a:tcPr marL="51481" marR="51481" marT="25761" marB="25761"/>
                  </a:tc>
                  <a:tc>
                    <a:txBody>
                      <a:bodyPr/>
                      <a:lstStyle/>
                      <a:p>
                        <a:r>
                          <a:rPr lang="en-US" altLang="zh-CN" sz="1600" dirty="0"/>
                          <a:t>C</a:t>
                        </a:r>
                      </a:p>
                    </a:txBody>
                    <a:tcPr marL="51481" marR="51481" marT="25761" marB="25761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cxnSp>
          <p:nvCxnSpPr>
            <p:cNvPr id="13" name="Straight Connector 31"/>
            <p:cNvCxnSpPr>
              <a:endCxn id="12" idx="0"/>
            </p:cNvCxnSpPr>
            <p:nvPr/>
          </p:nvCxnSpPr>
          <p:spPr>
            <a:xfrm flipH="1">
              <a:off x="-815629" y="6718677"/>
              <a:ext cx="2098040" cy="8195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2"/>
            <p:cNvCxnSpPr>
              <a:endCxn id="11" idx="0"/>
            </p:cNvCxnSpPr>
            <p:nvPr/>
          </p:nvCxnSpPr>
          <p:spPr>
            <a:xfrm flipH="1">
              <a:off x="909904" y="6718677"/>
              <a:ext cx="660400" cy="8195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3"/>
            <p:cNvCxnSpPr>
              <a:endCxn id="10" idx="0"/>
            </p:cNvCxnSpPr>
            <p:nvPr/>
          </p:nvCxnSpPr>
          <p:spPr>
            <a:xfrm>
              <a:off x="1955193" y="6718677"/>
              <a:ext cx="681567" cy="8195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34"/>
            <p:cNvCxnSpPr>
              <a:endCxn id="9" idx="0"/>
            </p:cNvCxnSpPr>
            <p:nvPr/>
          </p:nvCxnSpPr>
          <p:spPr>
            <a:xfrm>
              <a:off x="2338416" y="6718677"/>
              <a:ext cx="2023533" cy="8195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42"/>
            <p:cNvGrpSpPr/>
            <p:nvPr/>
          </p:nvGrpSpPr>
          <p:grpSpPr bwMode="auto">
            <a:xfrm>
              <a:off x="-274558" y="7668401"/>
              <a:ext cx="662623" cy="132662"/>
              <a:chOff x="-494140" y="7802796"/>
              <a:chExt cx="884781" cy="177698"/>
            </a:xfrm>
          </p:grpSpPr>
          <p:cxnSp>
            <p:nvCxnSpPr>
              <p:cNvPr id="18" name="Straight Arrow Connector 36"/>
              <p:cNvCxnSpPr/>
              <p:nvPr/>
            </p:nvCxnSpPr>
            <p:spPr>
              <a:xfrm>
                <a:off x="-493433" y="7802796"/>
                <a:ext cx="88407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41"/>
              <p:cNvCxnSpPr/>
              <p:nvPr/>
            </p:nvCxnSpPr>
            <p:spPr>
              <a:xfrm>
                <a:off x="-494140" y="7980494"/>
                <a:ext cx="83659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2" name="Straight Arrow Connector 41"/>
          <p:cNvCxnSpPr/>
          <p:nvPr>
            <p:custDataLst>
              <p:tags r:id="rId5"/>
            </p:custDataLst>
          </p:nvPr>
        </p:nvCxnSpPr>
        <p:spPr>
          <a:xfrm>
            <a:off x="3690442" y="5248182"/>
            <a:ext cx="4699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6"/>
          <p:cNvCxnSpPr/>
          <p:nvPr>
            <p:custDataLst>
              <p:tags r:id="rId6"/>
            </p:custDataLst>
          </p:nvPr>
        </p:nvCxnSpPr>
        <p:spPr>
          <a:xfrm>
            <a:off x="3690839" y="5148685"/>
            <a:ext cx="4965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41"/>
          <p:cNvCxnSpPr/>
          <p:nvPr>
            <p:custDataLst>
              <p:tags r:id="rId7"/>
            </p:custDataLst>
          </p:nvPr>
        </p:nvCxnSpPr>
        <p:spPr>
          <a:xfrm>
            <a:off x="4983937" y="5248182"/>
            <a:ext cx="4699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6"/>
          <p:cNvCxnSpPr/>
          <p:nvPr>
            <p:custDataLst>
              <p:tags r:id="rId8"/>
            </p:custDataLst>
          </p:nvPr>
        </p:nvCxnSpPr>
        <p:spPr>
          <a:xfrm>
            <a:off x="4984334" y="5142335"/>
            <a:ext cx="4965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dlMjhmNTNlYTMyZDkyYmQ5YWI0OGM4ZjhmMTc0M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62*31"/>
  <p:tag name="TABLE_ENDDRAG_RECT" val="187*175*362*31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1117</TotalTime>
  <Words>2950</Words>
  <Application>Microsoft Office PowerPoint</Application>
  <PresentationFormat>全屏显示(4:3)</PresentationFormat>
  <Paragraphs>664</Paragraphs>
  <Slides>47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9" baseType="lpstr">
      <vt:lpstr>Noto Serif CJK SC</vt:lpstr>
      <vt:lpstr>宋体</vt:lpstr>
      <vt:lpstr>Arial</vt:lpstr>
      <vt:lpstr>Calibri</vt:lpstr>
      <vt:lpstr>Helvetica</vt:lpstr>
      <vt:lpstr>Sitka Small</vt:lpstr>
      <vt:lpstr>Sitka Text</vt:lpstr>
      <vt:lpstr>Symbol</vt:lpstr>
      <vt:lpstr>Times New Roman</vt:lpstr>
      <vt:lpstr>Wingdings 2</vt:lpstr>
      <vt:lpstr>HDOfficeLightV0</vt:lpstr>
      <vt:lpstr>Photo Editor Photo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934</cp:revision>
  <dcterms:created xsi:type="dcterms:W3CDTF">2000-11-03T19:18:00Z</dcterms:created>
  <dcterms:modified xsi:type="dcterms:W3CDTF">2025-12-14T08:22:12Z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88DB058BE8B54A06BFC855A8677F4F5D_12</vt:lpwstr>
  </property>
  <property fmtid="{D5CDD505-2E9C-101B-9397-08002B2CF9AE}" pid="3" name="KSOProductBuildVer">
    <vt:lpwstr>2052-12.1.0.15358</vt:lpwstr>
  </property>
</Properties>
</file>